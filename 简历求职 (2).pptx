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mp3" ContentType="audio/mpe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.NET 24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65" r:id="rId12"/>
    <p:sldId id="266" r:id="rId13"/>
    <p:sldId id="267" r:id="rId14"/>
    <p:sldId id="268" r:id="rId15"/>
    <p:sldId id="284" r:id="rId16"/>
    <p:sldId id="272" r:id="rId17"/>
    <p:sldId id="269" r:id="rId18"/>
    <p:sldId id="271" r:id="rId19"/>
    <p:sldId id="274" r:id="rId20"/>
    <p:sldId id="275" r:id="rId21"/>
    <p:sldId id="276" r:id="rId22"/>
    <p:sldId id="285" r:id="rId23"/>
    <p:sldId id="280" r:id="rId24"/>
    <p:sldId id="277" r:id="rId25"/>
    <p:sldId id="279" r:id="rId26"/>
    <p:sldId id="281" r:id="rId27"/>
    <p:sldId id="286" r:id="rId28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64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tags" Target="tags/tag21.xml" /><Relationship Id="rId3" Type="http://schemas.openxmlformats.org/officeDocument/2006/relationships/slide" Target="slides/slide1.xml" /><Relationship Id="rId30" Type="http://schemas.openxmlformats.org/officeDocument/2006/relationships/presProps" Target="presProps.xml" /><Relationship Id="rId31" Type="http://schemas.openxmlformats.org/officeDocument/2006/relationships/viewProps" Target="viewProps.xml" /><Relationship Id="rId32" Type="http://schemas.openxmlformats.org/officeDocument/2006/relationships/theme" Target="theme/theme1.xml" /><Relationship Id="rId33" Type="http://schemas.openxmlformats.org/officeDocument/2006/relationships/tableStyles" Target="tableStyles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5F77A-2AEC-436B-AC02-644F4D8AA977}" type="datetimeFigureOut">
              <a:rPr lang="zh-CN" altLang="en-US" smtClean="0"/>
              <a:t>2019/2/21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BED8D-E8DF-4768-B78C-C53A908A93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D8D-E8DF-4768-B78C-C53A908A9394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3A040-12AF-4E10-B03E-194745974EA9}" type="datetimeFigureOut">
              <a:rPr lang="zh-CN" altLang="en-US" smtClean="0"/>
              <a:t>202X/2/21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D699-65A5-4152-8A99-FD66A7FD12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3A040-12AF-4E10-B03E-194745974EA9}" type="datetimeFigureOut">
              <a:rPr lang="zh-CN" altLang="en-US" smtClean="0"/>
              <a:t>202X/2/21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D699-65A5-4152-8A99-FD66A7FD12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3A040-12AF-4E10-B03E-194745974EA9}" type="datetimeFigureOut">
              <a:rPr lang="zh-CN" altLang="en-US" smtClean="0"/>
              <a:t>202X/2/21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D699-65A5-4152-8A99-FD66A7FD12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3A040-12AF-4E10-B03E-194745974EA9}" type="datetimeFigureOut">
              <a:rPr lang="zh-CN" altLang="en-US" smtClean="0"/>
              <a:t>202X/2/21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D699-65A5-4152-8A99-FD66A7FD12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3A040-12AF-4E10-B03E-194745974EA9}" type="datetimeFigureOut">
              <a:rPr lang="zh-CN" altLang="en-US" smtClean="0"/>
              <a:t>202X/2/21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D699-65A5-4152-8A99-FD66A7FD12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3A040-12AF-4E10-B03E-194745974EA9}" type="datetimeFigureOut">
              <a:rPr lang="zh-CN" altLang="en-US" smtClean="0"/>
              <a:t>202X/2/21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D699-65A5-4152-8A99-FD66A7FD12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3A040-12AF-4E10-B03E-194745974EA9}" type="datetimeFigureOut">
              <a:rPr lang="zh-CN" altLang="en-US" smtClean="0"/>
              <a:t>202X/2/21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D699-65A5-4152-8A99-FD66A7FD12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3A040-12AF-4E10-B03E-194745974EA9}" type="datetimeFigureOut">
              <a:rPr lang="zh-CN" altLang="en-US" smtClean="0"/>
              <a:t>202X/2/21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D699-65A5-4152-8A99-FD66A7FD12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3A040-12AF-4E10-B03E-194745974EA9}" type="datetimeFigureOut">
              <a:rPr lang="zh-CN" altLang="en-US" smtClean="0"/>
              <a:t>202X/2/21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D699-65A5-4152-8A99-FD66A7FD12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3A040-12AF-4E10-B03E-194745974EA9}" type="datetimeFigureOut">
              <a:rPr lang="zh-CN" altLang="en-US" smtClean="0"/>
              <a:t>202X/2/21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D699-65A5-4152-8A99-FD66A7FD12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3A040-12AF-4E10-B03E-194745974EA9}" type="datetimeFigureOut">
              <a:rPr lang="zh-CN" altLang="en-US" smtClean="0"/>
              <a:t>202X/2/21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0D699-65A5-4152-8A99-FD66A7FD12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3A040-12AF-4E10-B03E-194745974EA9}" type="datetimeFigureOut">
              <a:rPr lang="zh-CN" altLang="en-US" smtClean="0"/>
              <a:t>202X/2/21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0D699-65A5-4152-8A99-FD66A7FD12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Click="0" advTm="0">
    <p:random/>
  </p:transition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Relationship Id="rId4" Type="http://schemas.openxmlformats.org/officeDocument/2006/relationships/audio" Target="../media/media1.mp3" /><Relationship Id="rId5" Type="http://schemas.microsoft.com/office/2007/relationships/media" Target="../media/media1.mp3" TargetMode="Interna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2.jpe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5.xml" /><Relationship Id="rId3" Type="http://schemas.openxmlformats.org/officeDocument/2006/relationships/tags" Target="../tags/tag1.xml" /><Relationship Id="rId4" Type="http://schemas.openxmlformats.org/officeDocument/2006/relationships/tags" Target="../tags/tag2.xml" /><Relationship Id="rId5" Type="http://schemas.openxmlformats.org/officeDocument/2006/relationships/tags" Target="../tags/tag3.xml" /><Relationship Id="rId6" Type="http://schemas.openxmlformats.org/officeDocument/2006/relationships/tags" Target="../tags/tag4.xml" /><Relationship Id="rId7" Type="http://schemas.openxmlformats.org/officeDocument/2006/relationships/tags" Target="../tags/tag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3.jpeg" /><Relationship Id="rId4" Type="http://schemas.openxmlformats.org/officeDocument/2006/relationships/image" Target="../media/image4.png" /><Relationship Id="rId5" Type="http://schemas.openxmlformats.org/officeDocument/2006/relationships/image" Target="../media/image5.jpe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13.xml" /><Relationship Id="rId11" Type="http://schemas.openxmlformats.org/officeDocument/2006/relationships/tags" Target="../tags/tag14.xml" /><Relationship Id="rId12" Type="http://schemas.openxmlformats.org/officeDocument/2006/relationships/tags" Target="../tags/tag15.xml" /><Relationship Id="rId13" Type="http://schemas.openxmlformats.org/officeDocument/2006/relationships/tags" Target="../tags/tag16.xml" /><Relationship Id="rId14" Type="http://schemas.openxmlformats.org/officeDocument/2006/relationships/tags" Target="../tags/tag17.xml" /><Relationship Id="rId15" Type="http://schemas.openxmlformats.org/officeDocument/2006/relationships/tags" Target="../tags/tag18.xml" /><Relationship Id="rId16" Type="http://schemas.openxmlformats.org/officeDocument/2006/relationships/tags" Target="../tags/tag19.xml" /><Relationship Id="rId17" Type="http://schemas.openxmlformats.org/officeDocument/2006/relationships/tags" Target="../tags/tag20.xml" /><Relationship Id="rId18" Type="http://schemas.openxmlformats.org/officeDocument/2006/relationships/image" Target="../media/image6.jpeg" /><Relationship Id="rId2" Type="http://schemas.openxmlformats.org/officeDocument/2006/relationships/notesSlide" Target="../notesSlides/notesSlide7.xml" /><Relationship Id="rId3" Type="http://schemas.openxmlformats.org/officeDocument/2006/relationships/tags" Target="../tags/tag6.xml" /><Relationship Id="rId4" Type="http://schemas.openxmlformats.org/officeDocument/2006/relationships/tags" Target="../tags/tag7.xml" /><Relationship Id="rId5" Type="http://schemas.openxmlformats.org/officeDocument/2006/relationships/tags" Target="../tags/tag8.xml" /><Relationship Id="rId6" Type="http://schemas.openxmlformats.org/officeDocument/2006/relationships/tags" Target="../tags/tag9.xml" /><Relationship Id="rId7" Type="http://schemas.openxmlformats.org/officeDocument/2006/relationships/tags" Target="../tags/tag10.xml" /><Relationship Id="rId8" Type="http://schemas.openxmlformats.org/officeDocument/2006/relationships/tags" Target="../tags/tag11.xml" /><Relationship Id="rId9" Type="http://schemas.openxmlformats.org/officeDocument/2006/relationships/tags" Target="../tags/tag12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7.jpe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5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8.jpe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6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Lady &amp; Bird (淑女与鸟组合) - Stephanie Says (史蒂芬妮说)(1)">
            <a:hlinkClick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83236" y="-959722"/>
            <a:ext cx="609600" cy="609600"/>
          </a:xfrm>
          <a:prstGeom prst="rect">
            <a:avLst/>
          </a:prstGeom>
        </p:spPr>
      </p:pic>
      <p:sp>
        <p:nvSpPr>
          <p:cNvPr id="23" name="矩形 259"/>
          <p:cNvSpPr>
            <a:spLocks noChangeArrowheads="1"/>
          </p:cNvSpPr>
          <p:nvPr/>
        </p:nvSpPr>
        <p:spPr bwMode="auto">
          <a:xfrm>
            <a:off x="2351313" y="2141857"/>
            <a:ext cx="7196238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buNone/>
            </a:pPr>
            <a:r>
              <a:rPr lang="zh-CN" altLang="en-US" sz="8800" b="1" cap="all">
                <a:solidFill>
                  <a:srgbClr val="DE0000"/>
                </a:solidFill>
                <a:latin typeface="微软雅黑" charset="0"/>
                <a:ea typeface="微软雅黑" charset="0"/>
                <a:cs typeface="Arial" pitchFamily="34" charset="0"/>
              </a:rPr>
              <a:t>个人岗位竞聘</a:t>
            </a:r>
          </a:p>
        </p:txBody>
      </p:sp>
      <p:sp>
        <p:nvSpPr>
          <p:cNvPr id="24" name="矩形 259"/>
          <p:cNvSpPr>
            <a:spLocks noChangeArrowheads="1"/>
          </p:cNvSpPr>
          <p:nvPr/>
        </p:nvSpPr>
        <p:spPr bwMode="auto">
          <a:xfrm>
            <a:off x="3345946" y="3909218"/>
            <a:ext cx="4752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buNone/>
            </a:pPr>
            <a:r>
              <a:rPr lang="zh-CN" alt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竞聘岗位：TUKUPPT</a:t>
            </a:r>
          </a:p>
        </p:txBody>
      </p:sp>
      <p:sp>
        <p:nvSpPr>
          <p:cNvPr id="25" name="矩形 259"/>
          <p:cNvSpPr>
            <a:spLocks noChangeArrowheads="1"/>
          </p:cNvSpPr>
          <p:nvPr/>
        </p:nvSpPr>
        <p:spPr bwMode="auto">
          <a:xfrm>
            <a:off x="4389532" y="4488714"/>
            <a:ext cx="266254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buNone/>
            </a:pPr>
            <a:r>
              <a:rPr lang="zh-CN" altLang="en-US" sz="2400" b="1" cap="all">
                <a:solidFill>
                  <a:schemeClr val="tx1"/>
                </a:solidFill>
                <a:cs typeface="Arial" pitchFamily="34" charset="0"/>
              </a:rPr>
              <a:t>竞聘人：唐峰设计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04EDD24-D58F-4702-9844-AAA66BA14B44}"/>
              </a:ext>
            </a:extLst>
          </p:cNvPr>
          <p:cNvCxnSpPr/>
          <p:nvPr/>
        </p:nvCxnSpPr>
        <p:spPr>
          <a:xfrm>
            <a:off x="2832686" y="3706238"/>
            <a:ext cx="6233492" cy="0"/>
          </a:xfrm>
          <a:prstGeom prst="line">
            <a:avLst/>
          </a:prstGeom>
          <a:ln>
            <a:solidFill>
              <a:srgbClr val="2038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等腰三角形 20">
            <a:extLst>
              <a:ext uri="{FF2B5EF4-FFF2-40B4-BE49-F238E27FC236}">
                <a16:creationId xmlns:a16="http://schemas.microsoft.com/office/drawing/2014/main" id="{04E0447B-BFBE-4EC9-8A25-1AAF3439D281}"/>
              </a:ext>
            </a:extLst>
          </p:cNvPr>
          <p:cNvSpPr/>
          <p:nvPr/>
        </p:nvSpPr>
        <p:spPr>
          <a:xfrm rot="1800000">
            <a:off x="10709696" y="3944836"/>
            <a:ext cx="1975520" cy="3637424"/>
          </a:xfrm>
          <a:custGeom>
            <a:gdLst>
              <a:gd name="connsiteX0" fmla="*/ 0 w 1975520"/>
              <a:gd name="connsiteY0" fmla="*/ 3637424 h 3637424"/>
              <a:gd name="connsiteX1" fmla="*/ 518448 w 1975520"/>
              <a:gd name="connsiteY1" fmla="*/ 0 h 3637424"/>
              <a:gd name="connsiteX2" fmla="*/ 1975520 w 1975520"/>
              <a:gd name="connsiteY2" fmla="*/ 2512193 h 3637424"/>
              <a:gd name="connsiteX3" fmla="*/ 0 w 1975520"/>
              <a:gd name="connsiteY3" fmla="*/ 3637424 h 363742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5520" h="3637424">
                <a:moveTo>
                  <a:pt x="0" y="3637424"/>
                </a:moveTo>
                <a:lnTo>
                  <a:pt x="518448" y="0"/>
                </a:lnTo>
                <a:lnTo>
                  <a:pt x="1975520" y="2512193"/>
                </a:lnTo>
                <a:lnTo>
                  <a:pt x="0" y="3637424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等腰三角形 20">
            <a:extLst>
              <a:ext uri="{FF2B5EF4-FFF2-40B4-BE49-F238E27FC236}">
                <a16:creationId xmlns:a16="http://schemas.microsoft.com/office/drawing/2014/main" id="{C2B1A2C4-EF9D-4C80-8BA5-2B23A2D039CC}"/>
              </a:ext>
            </a:extLst>
          </p:cNvPr>
          <p:cNvSpPr/>
          <p:nvPr/>
        </p:nvSpPr>
        <p:spPr>
          <a:xfrm rot="12600000">
            <a:off x="-296141" y="-419459"/>
            <a:ext cx="1152379" cy="2121816"/>
          </a:xfrm>
          <a:custGeom>
            <a:gdLst>
              <a:gd name="connsiteX0" fmla="*/ 0 w 1975520"/>
              <a:gd name="connsiteY0" fmla="*/ 3637424 h 3637424"/>
              <a:gd name="connsiteX1" fmla="*/ 518448 w 1975520"/>
              <a:gd name="connsiteY1" fmla="*/ 0 h 3637424"/>
              <a:gd name="connsiteX2" fmla="*/ 1975520 w 1975520"/>
              <a:gd name="connsiteY2" fmla="*/ 2512193 h 3637424"/>
              <a:gd name="connsiteX3" fmla="*/ 0 w 1975520"/>
              <a:gd name="connsiteY3" fmla="*/ 3637424 h 363742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5520" h="3637424">
                <a:moveTo>
                  <a:pt x="0" y="3637424"/>
                </a:moveTo>
                <a:lnTo>
                  <a:pt x="518448" y="0"/>
                </a:lnTo>
                <a:lnTo>
                  <a:pt x="1975520" y="2512193"/>
                </a:lnTo>
                <a:lnTo>
                  <a:pt x="0" y="3637424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 tmFilter="0,0; .5, 1; 1, 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3" grpId="0"/>
      <p:bldP spid="23" grpId="1"/>
      <p:bldP spid="24" grpId="0"/>
      <p:bldP spid="24" grpId="1"/>
      <p:bldP spid="25" grpId="0"/>
      <p:bldP spid="25" grpId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FBC46BCE-BD20-454F-9800-C77819D1E55F}"/>
              </a:ext>
            </a:extLst>
          </p:cNvPr>
          <p:cNvSpPr/>
          <p:nvPr/>
        </p:nvSpPr>
        <p:spPr>
          <a:xfrm>
            <a:off x="12252" y="2605308"/>
            <a:ext cx="231007" cy="158889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ECAF410-841D-402F-BED4-DFB771B34AFE}"/>
              </a:ext>
            </a:extLst>
          </p:cNvPr>
          <p:cNvSpPr/>
          <p:nvPr/>
        </p:nvSpPr>
        <p:spPr>
          <a:xfrm>
            <a:off x="280049" y="2605307"/>
            <a:ext cx="231007" cy="158889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4B47ADF-2DCC-4F03-84FF-28615BE8CFA3}"/>
              </a:ext>
            </a:extLst>
          </p:cNvPr>
          <p:cNvSpPr/>
          <p:nvPr/>
        </p:nvSpPr>
        <p:spPr>
          <a:xfrm>
            <a:off x="547846" y="2605306"/>
            <a:ext cx="1900639" cy="158889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485808" y="2020531"/>
            <a:ext cx="3106590" cy="584775"/>
            <a:chOff x="8161632" y="3439552"/>
            <a:chExt cx="3106590" cy="584775"/>
          </a:xfrm>
        </p:grpSpPr>
        <p:sp>
          <p:nvSpPr>
            <p:cNvPr id="19" name="圆角矩形 18"/>
            <p:cNvSpPr/>
            <p:nvPr/>
          </p:nvSpPr>
          <p:spPr>
            <a:xfrm>
              <a:off x="8824240" y="3451951"/>
              <a:ext cx="2443982" cy="54000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8161632" y="3451951"/>
              <a:ext cx="540000" cy="5400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16"/>
            <p:cNvSpPr>
              <a:spLocks noChangeArrowheads="1"/>
            </p:cNvSpPr>
            <p:nvPr/>
          </p:nvSpPr>
          <p:spPr bwMode="auto">
            <a:xfrm>
              <a:off x="9322981" y="3512481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ts val="500"/>
                </a:spcBef>
                <a:spcAft>
                  <a:spcPct val="0"/>
                </a:spcAft>
                <a:defRPr/>
              </a:pPr>
              <a:r>
                <a:rPr lang="zh-CN" altLang="en-US" sz="2400" b="1" kern="1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基本资料</a:t>
              </a:r>
            </a:p>
          </p:txBody>
        </p:sp>
        <p:sp>
          <p:nvSpPr>
            <p:cNvPr id="48" name="文本框 17"/>
            <p:cNvSpPr>
              <a:spLocks noChangeArrowheads="1"/>
            </p:cNvSpPr>
            <p:nvPr/>
          </p:nvSpPr>
          <p:spPr bwMode="auto">
            <a:xfrm>
              <a:off x="8250296" y="3439552"/>
              <a:ext cx="34176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rgbClr val="FEFEFE"/>
                  </a:solidFill>
                  <a:latin typeface="Impact" pitchFamily="34" charset="0"/>
                  <a:ea typeface="FZYaoTi" pitchFamily="2" charset="-122"/>
                  <a:sym typeface="Impact" pitchFamily="34" charset="0"/>
                </a:rPr>
                <a:t>1</a:t>
              </a:r>
              <a:endParaRPr lang="zh-CN" altLang="en-US" sz="3200">
                <a:solidFill>
                  <a:srgbClr val="FEFEFE"/>
                </a:solidFill>
                <a:latin typeface="Impact" pitchFamily="34" charset="0"/>
                <a:ea typeface="FZYaoTi" pitchFamily="2" charset="-122"/>
                <a:sym typeface="Impact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471203" y="2775187"/>
            <a:ext cx="3106590" cy="584775"/>
            <a:chOff x="8161632" y="4208813"/>
            <a:chExt cx="3106590" cy="584775"/>
          </a:xfrm>
        </p:grpSpPr>
        <p:sp>
          <p:nvSpPr>
            <p:cNvPr id="26" name="圆角矩形 25"/>
            <p:cNvSpPr/>
            <p:nvPr/>
          </p:nvSpPr>
          <p:spPr>
            <a:xfrm>
              <a:off x="8824240" y="4231201"/>
              <a:ext cx="2443982" cy="54000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8161632" y="4231201"/>
              <a:ext cx="540000" cy="5400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17"/>
            <p:cNvSpPr>
              <a:spLocks noChangeArrowheads="1"/>
            </p:cNvSpPr>
            <p:nvPr/>
          </p:nvSpPr>
          <p:spPr bwMode="auto">
            <a:xfrm>
              <a:off x="9322981" y="4291685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ts val="500"/>
                </a:spcBef>
                <a:defRPr/>
              </a:pPr>
              <a:r>
                <a:rPr lang="zh-CN" altLang="en-US" sz="2400" b="1" kern="100">
                  <a:solidFill>
                    <a:srgbClr val="262626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岗位认知</a:t>
              </a:r>
            </a:p>
          </p:txBody>
        </p:sp>
        <p:sp>
          <p:nvSpPr>
            <p:cNvPr id="49" name="文本框 17"/>
            <p:cNvSpPr>
              <a:spLocks noChangeArrowheads="1"/>
            </p:cNvSpPr>
            <p:nvPr/>
          </p:nvSpPr>
          <p:spPr bwMode="auto">
            <a:xfrm>
              <a:off x="8251266" y="4208813"/>
              <a:ext cx="391454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rgbClr val="FEFEFE"/>
                  </a:solidFill>
                  <a:latin typeface="Impact" pitchFamily="34" charset="0"/>
                  <a:ea typeface="FZYaoTi" pitchFamily="2" charset="-122"/>
                  <a:sym typeface="Impact" pitchFamily="34" charset="0"/>
                </a:rPr>
                <a:t>2</a:t>
              </a:r>
              <a:endParaRPr lang="zh-CN" altLang="en-US" sz="3200">
                <a:solidFill>
                  <a:srgbClr val="FEFEFE"/>
                </a:solidFill>
                <a:latin typeface="Impact" pitchFamily="34" charset="0"/>
                <a:ea typeface="FZYaoTi" pitchFamily="2" charset="-122"/>
                <a:sym typeface="Impact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485808" y="3568009"/>
            <a:ext cx="3104638" cy="584775"/>
            <a:chOff x="8161632" y="4987030"/>
            <a:chExt cx="3104638" cy="584775"/>
          </a:xfrm>
        </p:grpSpPr>
        <p:sp>
          <p:nvSpPr>
            <p:cNvPr id="28" name="圆角矩形 27"/>
            <p:cNvSpPr/>
            <p:nvPr/>
          </p:nvSpPr>
          <p:spPr>
            <a:xfrm>
              <a:off x="8824239" y="5009418"/>
              <a:ext cx="2442031" cy="54000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8161632" y="5009418"/>
              <a:ext cx="540000" cy="5400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18"/>
            <p:cNvSpPr>
              <a:spLocks noChangeArrowheads="1"/>
            </p:cNvSpPr>
            <p:nvPr/>
          </p:nvSpPr>
          <p:spPr bwMode="auto">
            <a:xfrm>
              <a:off x="9322981" y="5042137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ts val="500"/>
                </a:spcBef>
                <a:defRPr/>
              </a:pPr>
              <a:r>
                <a:rPr lang="zh-CN" altLang="en-US" sz="2400" b="1" kern="1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胜任能力</a:t>
              </a:r>
            </a:p>
          </p:txBody>
        </p:sp>
        <p:sp>
          <p:nvSpPr>
            <p:cNvPr id="50" name="文本框 17"/>
            <p:cNvSpPr>
              <a:spLocks noChangeArrowheads="1"/>
            </p:cNvSpPr>
            <p:nvPr/>
          </p:nvSpPr>
          <p:spPr bwMode="auto">
            <a:xfrm>
              <a:off x="8259105" y="4987030"/>
              <a:ext cx="402674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rgbClr val="FEFEFE"/>
                  </a:solidFill>
                  <a:latin typeface="Impact" pitchFamily="34" charset="0"/>
                  <a:ea typeface="FZYaoTi" pitchFamily="2" charset="-122"/>
                  <a:sym typeface="Impact" pitchFamily="34" charset="0"/>
                </a:rPr>
                <a:t>3</a:t>
              </a:r>
              <a:endParaRPr lang="zh-CN" altLang="en-US" sz="3200">
                <a:solidFill>
                  <a:srgbClr val="FEFEFE"/>
                </a:solidFill>
                <a:latin typeface="Impact" pitchFamily="34" charset="0"/>
                <a:ea typeface="FZYaoTi" pitchFamily="2" charset="-122"/>
                <a:sym typeface="Impact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485808" y="4346226"/>
            <a:ext cx="3104638" cy="584775"/>
            <a:chOff x="8161632" y="5765247"/>
            <a:chExt cx="3104638" cy="584775"/>
          </a:xfrm>
        </p:grpSpPr>
        <p:sp>
          <p:nvSpPr>
            <p:cNvPr id="30" name="圆角矩形 29"/>
            <p:cNvSpPr/>
            <p:nvPr/>
          </p:nvSpPr>
          <p:spPr>
            <a:xfrm>
              <a:off x="8824239" y="5787635"/>
              <a:ext cx="2442031" cy="54000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8161632" y="5787635"/>
              <a:ext cx="540000" cy="5400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19"/>
            <p:cNvSpPr>
              <a:spLocks noChangeArrowheads="1"/>
            </p:cNvSpPr>
            <p:nvPr/>
          </p:nvSpPr>
          <p:spPr bwMode="auto">
            <a:xfrm>
              <a:off x="9337368" y="5865970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ts val="500"/>
                </a:spcBef>
                <a:defRPr/>
              </a:pPr>
              <a:r>
                <a:rPr lang="zh-CN" altLang="en-US" sz="2400" b="1" kern="1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目标规划</a:t>
              </a:r>
            </a:p>
          </p:txBody>
        </p:sp>
        <p:sp>
          <p:nvSpPr>
            <p:cNvPr id="51" name="文本框 17"/>
            <p:cNvSpPr>
              <a:spLocks noChangeArrowheads="1"/>
            </p:cNvSpPr>
            <p:nvPr/>
          </p:nvSpPr>
          <p:spPr bwMode="auto">
            <a:xfrm>
              <a:off x="8250296" y="5765247"/>
              <a:ext cx="402674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rgbClr val="FEFEFE"/>
                  </a:solidFill>
                  <a:latin typeface="Impact" pitchFamily="34" charset="0"/>
                  <a:ea typeface="FZYaoTi" pitchFamily="2" charset="-122"/>
                  <a:sym typeface="Impact" pitchFamily="34" charset="0"/>
                </a:rPr>
                <a:t>4</a:t>
              </a:r>
              <a:endParaRPr lang="zh-CN" altLang="en-US" sz="3200">
                <a:solidFill>
                  <a:srgbClr val="FEFEFE"/>
                </a:solidFill>
                <a:latin typeface="Impact" pitchFamily="34" charset="0"/>
                <a:ea typeface="FZYaoTi" pitchFamily="2" charset="-122"/>
                <a:sym typeface="Impact" pitchFamily="34" charset="0"/>
              </a:endParaRPr>
            </a:p>
          </p:txBody>
        </p:sp>
      </p:grpSp>
      <p:sp>
        <p:nvSpPr>
          <p:cNvPr id="43" name="文本框 20"/>
          <p:cNvSpPr>
            <a:spLocks noChangeArrowheads="1"/>
          </p:cNvSpPr>
          <p:nvPr/>
        </p:nvSpPr>
        <p:spPr bwMode="auto">
          <a:xfrm>
            <a:off x="541052" y="2845760"/>
            <a:ext cx="1877437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6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目录</a:t>
            </a:r>
            <a:endParaRPr lang="en-US" sz="66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85225CB-FCCC-4D7D-9F99-FB675780E1D4}"/>
              </a:ext>
            </a:extLst>
          </p:cNvPr>
          <p:cNvGrpSpPr/>
          <p:nvPr/>
        </p:nvGrpSpPr>
        <p:grpSpPr>
          <a:xfrm>
            <a:off x="1051565" y="832038"/>
            <a:ext cx="964170" cy="915493"/>
            <a:chOff x="394636" y="426251"/>
            <a:chExt cx="964170" cy="915493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65E60288-5988-4815-8326-3C91CD215504}"/>
                </a:ext>
              </a:extLst>
            </p:cNvPr>
            <p:cNvSpPr/>
            <p:nvPr/>
          </p:nvSpPr>
          <p:spPr>
            <a:xfrm>
              <a:off x="394636" y="426251"/>
              <a:ext cx="430397" cy="430397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CDF1D2A7-AE26-4861-805B-CD722884C850}"/>
                </a:ext>
              </a:extLst>
            </p:cNvPr>
            <p:cNvSpPr/>
            <p:nvPr/>
          </p:nvSpPr>
          <p:spPr>
            <a:xfrm>
              <a:off x="541052" y="523990"/>
              <a:ext cx="817754" cy="81775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3886EEB-1315-4FFA-8A69-AB5D7A173566}"/>
              </a:ext>
            </a:extLst>
          </p:cNvPr>
          <p:cNvGrpSpPr/>
          <p:nvPr/>
        </p:nvGrpSpPr>
        <p:grpSpPr>
          <a:xfrm>
            <a:off x="4653449" y="5337798"/>
            <a:ext cx="1173495" cy="1226631"/>
            <a:chOff x="4653449" y="5337798"/>
            <a:chExt cx="1173495" cy="1226631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E1CDE32A-5C6C-43F9-B182-92D380EFA034}"/>
                </a:ext>
              </a:extLst>
            </p:cNvPr>
            <p:cNvSpPr/>
            <p:nvPr/>
          </p:nvSpPr>
          <p:spPr>
            <a:xfrm>
              <a:off x="4653449" y="5337798"/>
              <a:ext cx="817754" cy="81775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C863017E-0B58-4E35-9D0A-B79728F3AE43}"/>
                </a:ext>
              </a:extLst>
            </p:cNvPr>
            <p:cNvSpPr/>
            <p:nvPr/>
          </p:nvSpPr>
          <p:spPr>
            <a:xfrm>
              <a:off x="5009190" y="5746675"/>
              <a:ext cx="817754" cy="81775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9411EAD-330E-4EB8-A974-10B91F36F5FD}"/>
              </a:ext>
            </a:extLst>
          </p:cNvPr>
          <p:cNvGrpSpPr/>
          <p:nvPr/>
        </p:nvGrpSpPr>
        <p:grpSpPr>
          <a:xfrm>
            <a:off x="10660176" y="158044"/>
            <a:ext cx="1226631" cy="1131741"/>
            <a:chOff x="10660176" y="158044"/>
            <a:chExt cx="1226631" cy="1131741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E4AAB159-D1F7-4455-A14D-E5AC633A7E4F}"/>
                </a:ext>
              </a:extLst>
            </p:cNvPr>
            <p:cNvSpPr/>
            <p:nvPr/>
          </p:nvSpPr>
          <p:spPr>
            <a:xfrm>
              <a:off x="10660176" y="158044"/>
              <a:ext cx="817754" cy="81775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0067915F-9438-4C3C-A091-AB4C8F76CEBA}"/>
                </a:ext>
              </a:extLst>
            </p:cNvPr>
            <p:cNvSpPr/>
            <p:nvPr/>
          </p:nvSpPr>
          <p:spPr>
            <a:xfrm>
              <a:off x="11069053" y="472031"/>
              <a:ext cx="817754" cy="81775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A652403D-F892-4CD0-867E-989241532DD9}"/>
              </a:ext>
            </a:extLst>
          </p:cNvPr>
          <p:cNvSpPr/>
          <p:nvPr/>
        </p:nvSpPr>
        <p:spPr>
          <a:xfrm rot="1800000">
            <a:off x="10709696" y="3944836"/>
            <a:ext cx="1975520" cy="3637424"/>
          </a:xfrm>
          <a:custGeom>
            <a:gdLst>
              <a:gd name="connsiteX0" fmla="*/ 0 w 1975520"/>
              <a:gd name="connsiteY0" fmla="*/ 3637424 h 3637424"/>
              <a:gd name="connsiteX1" fmla="*/ 518448 w 1975520"/>
              <a:gd name="connsiteY1" fmla="*/ 0 h 3637424"/>
              <a:gd name="connsiteX2" fmla="*/ 1975520 w 1975520"/>
              <a:gd name="connsiteY2" fmla="*/ 2512193 h 3637424"/>
              <a:gd name="connsiteX3" fmla="*/ 0 w 1975520"/>
              <a:gd name="connsiteY3" fmla="*/ 3637424 h 363742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5520" h="3637424">
                <a:moveTo>
                  <a:pt x="0" y="3637424"/>
                </a:moveTo>
                <a:lnTo>
                  <a:pt x="518448" y="0"/>
                </a:lnTo>
                <a:lnTo>
                  <a:pt x="1975520" y="2512193"/>
                </a:lnTo>
                <a:lnTo>
                  <a:pt x="0" y="3637424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等腰三角形 20">
            <a:extLst>
              <a:ext uri="{FF2B5EF4-FFF2-40B4-BE49-F238E27FC236}">
                <a16:creationId xmlns:a16="http://schemas.microsoft.com/office/drawing/2014/main" id="{3FAF2724-BC7B-44D7-8358-09AA5675CF06}"/>
              </a:ext>
            </a:extLst>
          </p:cNvPr>
          <p:cNvSpPr/>
          <p:nvPr/>
        </p:nvSpPr>
        <p:spPr>
          <a:xfrm rot="12600000">
            <a:off x="-296141" y="-419459"/>
            <a:ext cx="1152379" cy="2121816"/>
          </a:xfrm>
          <a:custGeom>
            <a:gdLst>
              <a:gd name="connsiteX0" fmla="*/ 0 w 1975520"/>
              <a:gd name="connsiteY0" fmla="*/ 3637424 h 3637424"/>
              <a:gd name="connsiteX1" fmla="*/ 518448 w 1975520"/>
              <a:gd name="connsiteY1" fmla="*/ 0 h 3637424"/>
              <a:gd name="connsiteX2" fmla="*/ 1975520 w 1975520"/>
              <a:gd name="connsiteY2" fmla="*/ 2512193 h 3637424"/>
              <a:gd name="connsiteX3" fmla="*/ 0 w 1975520"/>
              <a:gd name="connsiteY3" fmla="*/ 3637424 h 363742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5520" h="3637424">
                <a:moveTo>
                  <a:pt x="0" y="3637424"/>
                </a:moveTo>
                <a:lnTo>
                  <a:pt x="518448" y="0"/>
                </a:lnTo>
                <a:lnTo>
                  <a:pt x="1975520" y="2512193"/>
                </a:lnTo>
                <a:lnTo>
                  <a:pt x="0" y="3637424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4" grpId="0" animBg="1"/>
      <p:bldP spid="35" grpId="0" animBg="1"/>
      <p:bldP spid="43" grpId="0"/>
      <p:bldP spid="21" grpId="0" animBg="1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直角三角形 4"/>
          <p:cNvSpPr/>
          <p:nvPr/>
        </p:nvSpPr>
        <p:spPr>
          <a:xfrm>
            <a:off x="0" y="0"/>
            <a:ext cx="4923692" cy="68580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 flipH="1">
            <a:off x="5604016" y="1950853"/>
            <a:ext cx="153920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b="1">
                <a:solidFill>
                  <a:srgbClr val="C00000"/>
                </a:solidFill>
                <a:latin typeface="Impact" pitchFamily="34" charset="0"/>
              </a:rPr>
              <a:t>01</a:t>
            </a:r>
            <a:endParaRPr lang="zh-CN" altLang="en-US" sz="11500" b="1">
              <a:solidFill>
                <a:srgbClr val="C00000"/>
              </a:solidFill>
              <a:latin typeface="Impact" pitchFamily="34" charset="0"/>
            </a:endParaRPr>
          </a:p>
        </p:txBody>
      </p:sp>
      <p:sp>
        <p:nvSpPr>
          <p:cNvPr id="10" name="文本框 34"/>
          <p:cNvSpPr>
            <a:spLocks noChangeArrowheads="1"/>
          </p:cNvSpPr>
          <p:nvPr/>
        </p:nvSpPr>
        <p:spPr bwMode="auto">
          <a:xfrm>
            <a:off x="4923692" y="3812901"/>
            <a:ext cx="326243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ts val="500"/>
              </a:spcBef>
              <a:spcAft>
                <a:spcPct val="0"/>
              </a:spcAft>
              <a:defRPr/>
            </a:pPr>
            <a:r>
              <a:rPr lang="zh-CN" altLang="en-US" sz="6000" b="1" kern="1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基本资料</a:t>
            </a:r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F393B979-FFC5-4DBA-AABB-B9D6B090D9D6}"/>
              </a:ext>
            </a:extLst>
          </p:cNvPr>
          <p:cNvSpPr/>
          <p:nvPr/>
        </p:nvSpPr>
        <p:spPr>
          <a:xfrm flipH="1" flipV="1">
            <a:off x="7626786" y="13857"/>
            <a:ext cx="4565213" cy="6844142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4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5" name="文本框 9"/>
          <p:cNvSpPr txBox="1"/>
          <p:nvPr/>
        </p:nvSpPr>
        <p:spPr>
          <a:xfrm>
            <a:off x="496822" y="126695"/>
            <a:ext cx="1448171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基本信息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823B72E-674C-4D6D-A104-FF9CA188791D}"/>
              </a:ext>
            </a:extLst>
          </p:cNvPr>
          <p:cNvSpPr/>
          <p:nvPr/>
        </p:nvSpPr>
        <p:spPr>
          <a:xfrm>
            <a:off x="696335" y="1363539"/>
            <a:ext cx="2422704" cy="3554971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22250">
            <a:solidFill>
              <a:schemeClr val="bg1">
                <a:lumMod val="9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E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03A513C-597A-4EBA-A4D6-06F458A5DE29}"/>
              </a:ext>
            </a:extLst>
          </p:cNvPr>
          <p:cNvSpPr/>
          <p:nvPr/>
        </p:nvSpPr>
        <p:spPr>
          <a:xfrm>
            <a:off x="8330673" y="3933872"/>
            <a:ext cx="3312687" cy="347296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DE0000"/>
              </a:solidFill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4580795-BD30-43ED-B1E6-B603FCF771AC}"/>
              </a:ext>
            </a:extLst>
          </p:cNvPr>
          <p:cNvSpPr/>
          <p:nvPr/>
        </p:nvSpPr>
        <p:spPr>
          <a:xfrm>
            <a:off x="8320905" y="3918676"/>
            <a:ext cx="2838216" cy="369250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 cap="flat" cmpd="sng" algn="ctr">
            <a:solidFill>
              <a:schemeClr val="bg1">
                <a:lumMod val="95000"/>
              </a:schemeClr>
            </a:solidFill>
            <a:prstDash val="solid"/>
          </a:ln>
          <a:effectLst>
            <a:outerShdw blurRad="482600" dist="139700" dir="2700000" algn="tl" rotWithShape="0">
              <a:prstClr val="black">
                <a:alpha val="45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DE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B9F13D-6C72-4941-B3EE-4D3BA2D21712}"/>
              </a:ext>
            </a:extLst>
          </p:cNvPr>
          <p:cNvSpPr/>
          <p:nvPr/>
        </p:nvSpPr>
        <p:spPr>
          <a:xfrm>
            <a:off x="8319915" y="3408817"/>
            <a:ext cx="3312687" cy="347296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DE0000"/>
              </a:solidFill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3406FD84-F889-461F-BCFC-712C1871292E}"/>
              </a:ext>
            </a:extLst>
          </p:cNvPr>
          <p:cNvSpPr/>
          <p:nvPr/>
        </p:nvSpPr>
        <p:spPr>
          <a:xfrm>
            <a:off x="8336196" y="3408817"/>
            <a:ext cx="2578414" cy="347296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 cap="flat" cmpd="sng" algn="ctr"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2700000" scaled="1"/>
            </a:gradFill>
            <a:prstDash val="solid"/>
          </a:ln>
          <a:effectLst>
            <a:outerShdw blurRad="482600" dist="139700" dir="2700000" algn="tl" rotWithShape="0">
              <a:prstClr val="black">
                <a:alpha val="45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DE0000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D84DCE-463A-4D30-A44F-A6CC5E4B4AA9}"/>
              </a:ext>
            </a:extLst>
          </p:cNvPr>
          <p:cNvSpPr/>
          <p:nvPr/>
        </p:nvSpPr>
        <p:spPr>
          <a:xfrm>
            <a:off x="8319915" y="2883776"/>
            <a:ext cx="3312687" cy="347296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DE0000"/>
              </a:solidFill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7200DBAA-6CA8-4435-BC7E-02C4CD4EB5E3}"/>
              </a:ext>
            </a:extLst>
          </p:cNvPr>
          <p:cNvSpPr/>
          <p:nvPr/>
        </p:nvSpPr>
        <p:spPr>
          <a:xfrm>
            <a:off x="8320905" y="2883776"/>
            <a:ext cx="3183366" cy="365555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 cap="flat" cmpd="sng" algn="ctr"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2700000" scaled="1"/>
            </a:gradFill>
            <a:prstDash val="solid"/>
          </a:ln>
          <a:effectLst>
            <a:outerShdw blurRad="482600" dist="139700" dir="2700000" algn="tl" rotWithShape="0">
              <a:prstClr val="black">
                <a:alpha val="45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DE0000"/>
              </a:solidFill>
              <a:latin typeface="方正兰亭粗黑_GBK" panose="02000000000000000000" pitchFamily="2" charset="-122"/>
              <a:ea typeface="方正兰亭粗黑_GBK" panose="02000000000000000000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8E1EBC9-F713-4A80-B4FD-31EDF96157E2}"/>
              </a:ext>
            </a:extLst>
          </p:cNvPr>
          <p:cNvSpPr/>
          <p:nvPr/>
        </p:nvSpPr>
        <p:spPr>
          <a:xfrm>
            <a:off x="8319915" y="2369490"/>
            <a:ext cx="3312687" cy="347296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DE0000"/>
              </a:solidFill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B076C0AC-939B-4CE5-8352-A9F838D274D6}"/>
              </a:ext>
            </a:extLst>
          </p:cNvPr>
          <p:cNvSpPr/>
          <p:nvPr/>
        </p:nvSpPr>
        <p:spPr>
          <a:xfrm>
            <a:off x="8319916" y="2347462"/>
            <a:ext cx="2840137" cy="390081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 cap="flat" cmpd="sng" algn="ctr"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2700000" scaled="1"/>
            </a:gradFill>
            <a:prstDash val="solid"/>
          </a:ln>
          <a:effectLst>
            <a:outerShdw blurRad="482600" dist="139700" dir="2700000" algn="tl" rotWithShape="0">
              <a:prstClr val="black">
                <a:alpha val="45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DE0000"/>
              </a:solidFill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771A0BA-CB5F-4CA1-8801-8B0BE7D461B2}"/>
              </a:ext>
            </a:extLst>
          </p:cNvPr>
          <p:cNvSpPr txBox="1"/>
          <p:nvPr/>
        </p:nvSpPr>
        <p:spPr>
          <a:xfrm>
            <a:off x="3687635" y="4022789"/>
            <a:ext cx="4335332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DE0000"/>
                </a:solidFill>
              </a:rPr>
              <a:t>主要的职业经验在这里输入，将介绍成员的主要经历用简短的文字描述，包括成员曾经的任职主要机构有哪些，从业的年份、行业经验等等。</a:t>
            </a:r>
          </a:p>
        </p:txBody>
      </p:sp>
      <p:sp>
        <p:nvSpPr>
          <p:cNvPr id="29" name="TextBox 30">
            <a:extLst>
              <a:ext uri="{FF2B5EF4-FFF2-40B4-BE49-F238E27FC236}">
                <a16:creationId xmlns:a16="http://schemas.microsoft.com/office/drawing/2014/main" id="{363940D8-8896-40A8-91D8-6C20539C897C}"/>
              </a:ext>
            </a:extLst>
          </p:cNvPr>
          <p:cNvSpPr txBox="1"/>
          <p:nvPr/>
        </p:nvSpPr>
        <p:spPr>
          <a:xfrm>
            <a:off x="8319915" y="2051160"/>
            <a:ext cx="2994583" cy="421390"/>
          </a:xfrm>
          <a:prstGeom prst="rect">
            <a:avLst/>
          </a:prstGeom>
        </p:spPr>
        <p:txBody>
          <a:bodyPr lIns="0" tIns="0" rIns="0" bIns="0" anchor="t"/>
          <a:lstStyle>
            <a:defPPr>
              <a:defRPr lang="zh-CN"/>
            </a:defPPr>
            <a:lvl1pPr>
              <a:spcBef>
                <a:spcPct val="0"/>
              </a:spcBef>
              <a:defRPr b="1" cap="all">
                <a:solidFill>
                  <a:srgbClr val="4BACC6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sz="1600">
                <a:solidFill>
                  <a:srgbClr val="DE0000"/>
                </a:solidFill>
              </a:rPr>
              <a:t>能力值</a:t>
            </a:r>
            <a:endParaRPr lang="en-US" altLang="zh-CN" sz="1600">
              <a:solidFill>
                <a:srgbClr val="DE0000"/>
              </a:solidFill>
            </a:endParaRPr>
          </a:p>
        </p:txBody>
      </p:sp>
      <p:sp>
        <p:nvSpPr>
          <p:cNvPr id="30" name="TextBox 31">
            <a:extLst>
              <a:ext uri="{FF2B5EF4-FFF2-40B4-BE49-F238E27FC236}">
                <a16:creationId xmlns:a16="http://schemas.microsoft.com/office/drawing/2014/main" id="{F2EF4904-D0B0-4B1F-8F58-9D4CDFB60C9F}"/>
              </a:ext>
            </a:extLst>
          </p:cNvPr>
          <p:cNvSpPr txBox="1"/>
          <p:nvPr/>
        </p:nvSpPr>
        <p:spPr>
          <a:xfrm>
            <a:off x="8397378" y="2450077"/>
            <a:ext cx="957911" cy="243203"/>
          </a:xfrm>
          <a:prstGeom prst="rect">
            <a:avLst/>
          </a:prstGeom>
        </p:spPr>
        <p:txBody>
          <a:bodyPr lIns="0" tIns="0" rIns="0" bIns="0" anchor="t"/>
          <a:lstStyle>
            <a:defPPr>
              <a:defRPr lang="zh-CN"/>
            </a:defPPr>
            <a:lvl1pPr>
              <a:spcBef>
                <a:spcPct val="0"/>
              </a:spcBef>
              <a:defRPr b="1" cap="all">
                <a:solidFill>
                  <a:srgbClr val="4BACC6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sz="1200">
                <a:solidFill>
                  <a:srgbClr val="DE0000"/>
                </a:solidFill>
              </a:rPr>
              <a:t>创造力</a:t>
            </a:r>
            <a:endParaRPr lang="en-US" altLang="zh-CN" sz="1200">
              <a:solidFill>
                <a:srgbClr val="DE0000"/>
              </a:solidFill>
            </a:endParaRPr>
          </a:p>
        </p:txBody>
      </p:sp>
      <p:sp>
        <p:nvSpPr>
          <p:cNvPr id="31" name="TextBox 32">
            <a:extLst>
              <a:ext uri="{FF2B5EF4-FFF2-40B4-BE49-F238E27FC236}">
                <a16:creationId xmlns:a16="http://schemas.microsoft.com/office/drawing/2014/main" id="{1A2828F8-C5B8-468C-B5D6-5A9285A0DEFE}"/>
              </a:ext>
            </a:extLst>
          </p:cNvPr>
          <p:cNvSpPr txBox="1"/>
          <p:nvPr/>
        </p:nvSpPr>
        <p:spPr>
          <a:xfrm>
            <a:off x="8397378" y="3007395"/>
            <a:ext cx="957911" cy="243203"/>
          </a:xfrm>
          <a:prstGeom prst="rect">
            <a:avLst/>
          </a:prstGeom>
        </p:spPr>
        <p:txBody>
          <a:bodyPr lIns="0" tIns="0" rIns="0" bIns="0" anchor="t"/>
          <a:lstStyle>
            <a:defPPr>
              <a:defRPr lang="zh-CN"/>
            </a:defPPr>
            <a:lvl1pPr>
              <a:spcBef>
                <a:spcPct val="0"/>
              </a:spcBef>
              <a:defRPr b="1" cap="all">
                <a:solidFill>
                  <a:srgbClr val="4BACC6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sz="1200">
                <a:solidFill>
                  <a:srgbClr val="DE0000"/>
                </a:solidFill>
              </a:rPr>
              <a:t>管理能力</a:t>
            </a:r>
            <a:endParaRPr lang="en-US" altLang="zh-CN" sz="1200">
              <a:solidFill>
                <a:srgbClr val="DE0000"/>
              </a:solidFill>
            </a:endParaRPr>
          </a:p>
        </p:txBody>
      </p:sp>
      <p:sp>
        <p:nvSpPr>
          <p:cNvPr id="32" name="TextBox 33">
            <a:extLst>
              <a:ext uri="{FF2B5EF4-FFF2-40B4-BE49-F238E27FC236}">
                <a16:creationId xmlns:a16="http://schemas.microsoft.com/office/drawing/2014/main" id="{96C5E92E-746A-4544-8DCB-2730D112E84D}"/>
              </a:ext>
            </a:extLst>
          </p:cNvPr>
          <p:cNvSpPr txBox="1"/>
          <p:nvPr/>
        </p:nvSpPr>
        <p:spPr>
          <a:xfrm>
            <a:off x="8397378" y="3532438"/>
            <a:ext cx="957911" cy="243203"/>
          </a:xfrm>
          <a:prstGeom prst="rect">
            <a:avLst/>
          </a:prstGeom>
        </p:spPr>
        <p:txBody>
          <a:bodyPr lIns="0" tIns="0" rIns="0" bIns="0" anchor="t"/>
          <a:lstStyle>
            <a:defPPr>
              <a:defRPr lang="zh-CN"/>
            </a:defPPr>
            <a:lvl1pPr>
              <a:spcBef>
                <a:spcPct val="0"/>
              </a:spcBef>
              <a:defRPr b="1" cap="all">
                <a:solidFill>
                  <a:srgbClr val="4BACC6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sz="1200">
                <a:solidFill>
                  <a:srgbClr val="DE0000"/>
                </a:solidFill>
              </a:rPr>
              <a:t>协调力</a:t>
            </a:r>
            <a:endParaRPr lang="en-US" altLang="zh-CN" sz="1200">
              <a:solidFill>
                <a:srgbClr val="DE0000"/>
              </a:solidFill>
            </a:endParaRPr>
          </a:p>
        </p:txBody>
      </p:sp>
      <p:sp>
        <p:nvSpPr>
          <p:cNvPr id="33" name="TextBox 34">
            <a:extLst>
              <a:ext uri="{FF2B5EF4-FFF2-40B4-BE49-F238E27FC236}">
                <a16:creationId xmlns:a16="http://schemas.microsoft.com/office/drawing/2014/main" id="{4A4A7E06-327E-4520-9AFB-224E73982A68}"/>
              </a:ext>
            </a:extLst>
          </p:cNvPr>
          <p:cNvSpPr txBox="1"/>
          <p:nvPr/>
        </p:nvSpPr>
        <p:spPr>
          <a:xfrm>
            <a:off x="8397378" y="4035975"/>
            <a:ext cx="957911" cy="243203"/>
          </a:xfrm>
          <a:prstGeom prst="rect">
            <a:avLst/>
          </a:prstGeom>
        </p:spPr>
        <p:txBody>
          <a:bodyPr lIns="0" tIns="0" rIns="0" bIns="0" anchor="t"/>
          <a:lstStyle>
            <a:defPPr>
              <a:defRPr lang="zh-CN"/>
            </a:defPPr>
            <a:lvl1pPr>
              <a:spcBef>
                <a:spcPct val="0"/>
              </a:spcBef>
              <a:defRPr b="1" cap="all">
                <a:solidFill>
                  <a:srgbClr val="4BACC6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sz="1200">
                <a:solidFill>
                  <a:srgbClr val="DE0000"/>
                </a:solidFill>
              </a:rPr>
              <a:t>营销力</a:t>
            </a:r>
            <a:endParaRPr lang="en-US" altLang="zh-CN" sz="1200">
              <a:solidFill>
                <a:srgbClr val="DE0000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AEC6023-C4FA-4089-8B30-F1B147EB8530}"/>
              </a:ext>
            </a:extLst>
          </p:cNvPr>
          <p:cNvSpPr/>
          <p:nvPr/>
        </p:nvSpPr>
        <p:spPr>
          <a:xfrm>
            <a:off x="3636360" y="2051160"/>
            <a:ext cx="4032000" cy="216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200" b="1">
                <a:solidFill>
                  <a:srgbClr val="DE0000"/>
                </a:solidFill>
                <a:cs typeface="+mn-ea"/>
                <a:sym typeface="+mn-lt"/>
              </a:rPr>
              <a:t>姓名：</a:t>
            </a:r>
            <a:r>
              <a:rPr lang="zh-CN" altLang="en-US" sz="1200" b="1" cap="all">
                <a:solidFill>
                  <a:srgbClr val="DE0000"/>
                </a:solidFill>
                <a:latin typeface="微软雅黑" pitchFamily="34" charset="-122"/>
                <a:ea typeface="微软雅黑" pitchFamily="34" charset="-122"/>
                <a:sym typeface="+mn-lt"/>
              </a:rPr>
              <a:t>唐峰</a:t>
            </a:r>
            <a:r>
              <a:rPr lang="zh-CN" altLang="en-US" sz="1200" b="1" cap="all">
                <a:solidFill>
                  <a:srgbClr val="DE0000"/>
                </a:solidFill>
                <a:latin typeface="微软雅黑" pitchFamily="34" charset="-122"/>
                <a:ea typeface="微软雅黑" pitchFamily="34" charset="-122"/>
              </a:rPr>
              <a:t>                        </a:t>
            </a:r>
            <a:r>
              <a:rPr lang="zh-CN" altLang="en-US" sz="1200" b="1">
                <a:solidFill>
                  <a:srgbClr val="DE0000"/>
                </a:solidFill>
                <a:cs typeface="+mn-ea"/>
                <a:sym typeface="+mn-lt"/>
              </a:rPr>
              <a:t>性别：男</a:t>
            </a:r>
            <a:endParaRPr lang="en-US" altLang="zh-CN" sz="1200" b="1">
              <a:solidFill>
                <a:srgbClr val="DE0000"/>
              </a:solidFill>
              <a:cs typeface="+mn-ea"/>
              <a:sym typeface="+mn-lt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AE45B7E-0301-4A36-81BD-5CE486EADCD8}"/>
              </a:ext>
            </a:extLst>
          </p:cNvPr>
          <p:cNvSpPr/>
          <p:nvPr/>
        </p:nvSpPr>
        <p:spPr>
          <a:xfrm>
            <a:off x="3636360" y="2362842"/>
            <a:ext cx="403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innerShdw blurRad="114300" dist="50800" dir="13500000">
              <a:prstClr val="black">
                <a:alpha val="5000"/>
              </a:prstClr>
            </a:innerShdw>
          </a:effectLst>
        </p:spPr>
        <p:txBody>
          <a:bodyPr wrap="none" anchor="ctr">
            <a:no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200" b="1">
                <a:solidFill>
                  <a:srgbClr val="DE0000"/>
                </a:solidFill>
                <a:cs typeface="+mn-ea"/>
                <a:sym typeface="+mn-lt"/>
              </a:rPr>
              <a:t>年龄：</a:t>
            </a:r>
            <a:r>
              <a:rPr lang="en-US" altLang="zh-CN" sz="1200" b="1">
                <a:solidFill>
                  <a:srgbClr val="DE0000"/>
                </a:solidFill>
                <a:cs typeface="+mn-ea"/>
                <a:sym typeface="+mn-lt"/>
              </a:rPr>
              <a:t>25</a:t>
            </a:r>
            <a:r>
              <a:rPr lang="zh-CN" altLang="en-US" sz="1200" b="1">
                <a:solidFill>
                  <a:srgbClr val="DE0000"/>
                </a:solidFill>
                <a:cs typeface="+mn-ea"/>
                <a:sym typeface="+mn-lt"/>
              </a:rPr>
              <a:t>岁                               民族：汉族</a:t>
            </a:r>
            <a:endParaRPr lang="en-US" altLang="zh-CN" sz="1200" b="1">
              <a:solidFill>
                <a:srgbClr val="DE0000"/>
              </a:solidFill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D15E42B-708C-4684-8E26-FC7A8C977AC6}"/>
              </a:ext>
            </a:extLst>
          </p:cNvPr>
          <p:cNvSpPr/>
          <p:nvPr/>
        </p:nvSpPr>
        <p:spPr>
          <a:xfrm>
            <a:off x="3636360" y="2674524"/>
            <a:ext cx="4032000" cy="216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200" b="1">
                <a:solidFill>
                  <a:srgbClr val="DE0000"/>
                </a:solidFill>
                <a:cs typeface="+mn-ea"/>
                <a:sym typeface="+mn-lt"/>
              </a:rPr>
              <a:t>体重：</a:t>
            </a:r>
            <a:r>
              <a:rPr lang="en-US" altLang="zh-CN" sz="1200" b="1">
                <a:solidFill>
                  <a:srgbClr val="DE0000"/>
                </a:solidFill>
                <a:cs typeface="+mn-ea"/>
                <a:sym typeface="+mn-lt"/>
              </a:rPr>
              <a:t>70kg</a:t>
            </a:r>
            <a:r>
              <a:rPr lang="zh-CN" altLang="en-US" sz="1200" b="1">
                <a:solidFill>
                  <a:srgbClr val="DE0000"/>
                </a:solidFill>
                <a:cs typeface="+mn-ea"/>
                <a:sym typeface="+mn-lt"/>
              </a:rPr>
              <a:t>                               身高：</a:t>
            </a:r>
            <a:r>
              <a:rPr lang="en-US" altLang="zh-CN" sz="1200" b="1">
                <a:solidFill>
                  <a:srgbClr val="DE0000"/>
                </a:solidFill>
                <a:cs typeface="+mn-ea"/>
                <a:sym typeface="+mn-lt"/>
              </a:rPr>
              <a:t>178cm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602F1A9-BB50-4CD1-A56F-7670F0518AE1}"/>
              </a:ext>
            </a:extLst>
          </p:cNvPr>
          <p:cNvSpPr/>
          <p:nvPr/>
        </p:nvSpPr>
        <p:spPr>
          <a:xfrm>
            <a:off x="3636360" y="2986206"/>
            <a:ext cx="403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innerShdw blurRad="114300" dist="50800" dir="13500000">
              <a:prstClr val="black">
                <a:alpha val="5000"/>
              </a:prstClr>
            </a:innerShdw>
          </a:effectLst>
        </p:spPr>
        <p:txBody>
          <a:bodyPr wrap="none" anchor="ctr">
            <a:no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200" b="1">
                <a:solidFill>
                  <a:srgbClr val="DE0000"/>
                </a:solidFill>
                <a:cs typeface="+mn-ea"/>
                <a:sym typeface="+mn-lt"/>
              </a:rPr>
              <a:t>籍贯：加拿大                           学历：硕士</a:t>
            </a:r>
            <a:endParaRPr lang="en-US" altLang="zh-CN" sz="1200" b="1">
              <a:solidFill>
                <a:srgbClr val="DE0000"/>
              </a:solidFill>
              <a:cs typeface="+mn-ea"/>
              <a:sym typeface="+mn-lt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484F06D-0E11-464D-8D07-2A4CDDFC9654}"/>
              </a:ext>
            </a:extLst>
          </p:cNvPr>
          <p:cNvSpPr/>
          <p:nvPr/>
        </p:nvSpPr>
        <p:spPr>
          <a:xfrm>
            <a:off x="3636360" y="3297888"/>
            <a:ext cx="4032000" cy="216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200" b="1">
                <a:solidFill>
                  <a:srgbClr val="DE0000"/>
                </a:solidFill>
                <a:cs typeface="+mn-ea"/>
                <a:sym typeface="+mn-lt"/>
              </a:rPr>
              <a:t>婚姻状况：未婚                        政治面貌：群众</a:t>
            </a:r>
            <a:endParaRPr lang="en-US" altLang="zh-CN" sz="1200" b="1">
              <a:solidFill>
                <a:srgbClr val="DE0000"/>
              </a:solidFill>
              <a:cs typeface="+mn-ea"/>
              <a:sym typeface="+mn-lt"/>
            </a:endParaRPr>
          </a:p>
        </p:txBody>
      </p:sp>
      <p:sp>
        <p:nvSpPr>
          <p:cNvPr id="2" name="不完整圆 1">
            <a:extLst>
              <a:ext uri="{FF2B5EF4-FFF2-40B4-BE49-F238E27FC236}">
                <a16:creationId xmlns:a16="http://schemas.microsoft.com/office/drawing/2014/main" id="{CDF7BAA2-8BE5-4712-A0C1-17927C0B49E9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7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7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8" grpId="0" build="p"/>
      <p:bldP spid="29" grpId="0"/>
      <p:bldP spid="30" grpId="0"/>
      <p:bldP spid="31" grpId="0"/>
      <p:bldP spid="32" grpId="0"/>
      <p:bldP spid="33" grpId="0"/>
      <p:bldP spid="34" grpId="0"/>
      <p:bldP spid="35" grpId="0" animBg="1"/>
      <p:bldP spid="36" grpId="0"/>
      <p:bldP spid="37" grpId="0" animBg="1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3" y="111842"/>
            <a:ext cx="1466732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个人履历</a:t>
            </a:r>
          </a:p>
        </p:txBody>
      </p:sp>
      <p:sp>
        <p:nvSpPr>
          <p:cNvPr id="45" name="不完整圆 44">
            <a:extLst>
              <a:ext uri="{FF2B5EF4-FFF2-40B4-BE49-F238E27FC236}">
                <a16:creationId xmlns:a16="http://schemas.microsoft.com/office/drawing/2014/main" id="{88449C00-B93B-473C-8494-67822356E051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D9C6AD4-5ABB-4540-B3BD-A780B1AF095D}"/>
              </a:ext>
            </a:extLst>
          </p:cNvPr>
          <p:cNvCxnSpPr/>
          <p:nvPr/>
        </p:nvCxnSpPr>
        <p:spPr>
          <a:xfrm>
            <a:off x="1642189" y="5195093"/>
            <a:ext cx="8352928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6ECE32A-DEBA-4BEC-93F1-F4187E6A996A}"/>
              </a:ext>
            </a:extLst>
          </p:cNvPr>
          <p:cNvCxnSpPr/>
          <p:nvPr/>
        </p:nvCxnSpPr>
        <p:spPr>
          <a:xfrm flipH="1">
            <a:off x="2610546" y="3186414"/>
            <a:ext cx="0" cy="200906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5193846-BB85-4127-9F40-506B4FB6F3EE}"/>
              </a:ext>
            </a:extLst>
          </p:cNvPr>
          <p:cNvCxnSpPr/>
          <p:nvPr/>
        </p:nvCxnSpPr>
        <p:spPr>
          <a:xfrm flipH="1">
            <a:off x="4151064" y="2799614"/>
            <a:ext cx="0" cy="239586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302572A-3086-4DCF-B7EC-91CC9A852E91}"/>
              </a:ext>
            </a:extLst>
          </p:cNvPr>
          <p:cNvCxnSpPr/>
          <p:nvPr/>
        </p:nvCxnSpPr>
        <p:spPr>
          <a:xfrm flipH="1">
            <a:off x="7254476" y="3403983"/>
            <a:ext cx="0" cy="17280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6F79C37-1B91-4BBB-AF61-4DB08B744E75}"/>
              </a:ext>
            </a:extLst>
          </p:cNvPr>
          <p:cNvCxnSpPr/>
          <p:nvPr/>
        </p:nvCxnSpPr>
        <p:spPr>
          <a:xfrm flipH="1">
            <a:off x="5692645" y="3907887"/>
            <a:ext cx="0" cy="128763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5BA6E39-C568-49C2-BC83-58C745C804A8}"/>
              </a:ext>
            </a:extLst>
          </p:cNvPr>
          <p:cNvCxnSpPr/>
          <p:nvPr/>
        </p:nvCxnSpPr>
        <p:spPr>
          <a:xfrm flipH="1">
            <a:off x="8808392" y="2971743"/>
            <a:ext cx="0" cy="21600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椭圆 51">
            <a:extLst>
              <a:ext uri="{FF2B5EF4-FFF2-40B4-BE49-F238E27FC236}">
                <a16:creationId xmlns:a16="http://schemas.microsoft.com/office/drawing/2014/main" id="{E6F0670D-98B5-4DE3-A455-A9A8571670D5}"/>
              </a:ext>
            </a:extLst>
          </p:cNvPr>
          <p:cNvSpPr/>
          <p:nvPr/>
        </p:nvSpPr>
        <p:spPr bwMode="auto">
          <a:xfrm>
            <a:off x="4088980" y="5113797"/>
            <a:ext cx="144000" cy="14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279400" dist="190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E4F9A221-DB3B-430D-B299-DE38867CD984}"/>
              </a:ext>
            </a:extLst>
          </p:cNvPr>
          <p:cNvSpPr/>
          <p:nvPr/>
        </p:nvSpPr>
        <p:spPr bwMode="auto">
          <a:xfrm>
            <a:off x="2556546" y="5113797"/>
            <a:ext cx="144000" cy="14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279400" dist="190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F0E1F80B-73E6-4C09-ADBC-4D5B0C5CE9D8}"/>
              </a:ext>
            </a:extLst>
          </p:cNvPr>
          <p:cNvSpPr/>
          <p:nvPr/>
        </p:nvSpPr>
        <p:spPr bwMode="auto">
          <a:xfrm>
            <a:off x="5638645" y="5113797"/>
            <a:ext cx="144000" cy="14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279400" dist="190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9D2A204A-03EB-4912-8C01-C418A7B19DD4}"/>
              </a:ext>
            </a:extLst>
          </p:cNvPr>
          <p:cNvSpPr/>
          <p:nvPr/>
        </p:nvSpPr>
        <p:spPr bwMode="auto">
          <a:xfrm>
            <a:off x="7200476" y="5113797"/>
            <a:ext cx="144000" cy="14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279400" dist="190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46A6710C-B6C6-4E64-B41C-7A7F76F6A407}"/>
              </a:ext>
            </a:extLst>
          </p:cNvPr>
          <p:cNvSpPr/>
          <p:nvPr/>
        </p:nvSpPr>
        <p:spPr bwMode="auto">
          <a:xfrm>
            <a:off x="8759369" y="5113797"/>
            <a:ext cx="144000" cy="14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279400" dist="190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TextBox 24">
            <a:extLst>
              <a:ext uri="{FF2B5EF4-FFF2-40B4-BE49-F238E27FC236}">
                <a16:creationId xmlns:a16="http://schemas.microsoft.com/office/drawing/2014/main" id="{9ADB5EC0-8255-4FB7-97FD-36AF82872820}"/>
              </a:ext>
            </a:extLst>
          </p:cNvPr>
          <p:cNvSpPr txBox="1"/>
          <p:nvPr/>
        </p:nvSpPr>
        <p:spPr>
          <a:xfrm>
            <a:off x="2686733" y="3763831"/>
            <a:ext cx="1259721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b="1" ker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2003-2015</a:t>
            </a:r>
          </a:p>
        </p:txBody>
      </p:sp>
      <p:sp>
        <p:nvSpPr>
          <p:cNvPr id="70" name="TextBox 25">
            <a:extLst>
              <a:ext uri="{FF2B5EF4-FFF2-40B4-BE49-F238E27FC236}">
                <a16:creationId xmlns:a16="http://schemas.microsoft.com/office/drawing/2014/main" id="{DAC7CED3-51A1-4122-A463-6B59F38E12C4}"/>
              </a:ext>
            </a:extLst>
          </p:cNvPr>
          <p:cNvSpPr txBox="1"/>
          <p:nvPr/>
        </p:nvSpPr>
        <p:spPr>
          <a:xfrm>
            <a:off x="2686740" y="4009714"/>
            <a:ext cx="1259713" cy="78880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lvl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200">
                <a:solidFill>
                  <a:prstClr val="white">
                    <a:lumMod val="50000"/>
                  </a:prstClr>
                </a:solidFill>
                <a:latin typeface="Arial"/>
                <a:cs typeface="+mn-ea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5pPr>
            <a:lvl6pPr>
              <a:defRPr>
                <a:latin typeface="Calibri" pitchFamily="34" charset="0"/>
                <a:cs typeface="Arial" pitchFamily="34" charset="0"/>
              </a:defRPr>
            </a:lvl6pPr>
            <a:lvl7pPr>
              <a:defRPr>
                <a:latin typeface="Calibri" pitchFamily="34" charset="0"/>
                <a:cs typeface="Arial" pitchFamily="34" charset="0"/>
              </a:defRPr>
            </a:lvl7pPr>
            <a:lvl8pPr>
              <a:defRPr>
                <a:latin typeface="Calibri" pitchFamily="34" charset="0"/>
                <a:cs typeface="Arial" pitchFamily="34" charset="0"/>
              </a:defRPr>
            </a:lvl8pPr>
            <a:lvl9pPr>
              <a:defRPr>
                <a:latin typeface="Calibri" pitchFamily="34" charset="0"/>
                <a:cs typeface="Arial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加拿大大学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工商管理专业，学士学位</a:t>
            </a:r>
          </a:p>
        </p:txBody>
      </p:sp>
      <p:sp>
        <p:nvSpPr>
          <p:cNvPr id="71" name="TextBox 26">
            <a:extLst>
              <a:ext uri="{FF2B5EF4-FFF2-40B4-BE49-F238E27FC236}">
                <a16:creationId xmlns:a16="http://schemas.microsoft.com/office/drawing/2014/main" id="{18E424BB-FFDE-4BC3-BB7E-BAA3B036BBCB}"/>
              </a:ext>
            </a:extLst>
          </p:cNvPr>
          <p:cNvSpPr txBox="1"/>
          <p:nvPr/>
        </p:nvSpPr>
        <p:spPr>
          <a:xfrm>
            <a:off x="4197247" y="3856327"/>
            <a:ext cx="1189359" cy="339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400" b="1" kern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>
                <a:latin typeface="微软雅黑" pitchFamily="34" charset="-122"/>
                <a:ea typeface="微软雅黑" pitchFamily="34" charset="-122"/>
                <a:sym typeface="+mn-lt"/>
              </a:rPr>
              <a:t>2015-202X</a:t>
            </a:r>
          </a:p>
        </p:txBody>
      </p:sp>
      <p:sp>
        <p:nvSpPr>
          <p:cNvPr id="72" name="TextBox 27">
            <a:extLst>
              <a:ext uri="{FF2B5EF4-FFF2-40B4-BE49-F238E27FC236}">
                <a16:creationId xmlns:a16="http://schemas.microsoft.com/office/drawing/2014/main" id="{635F9122-877A-4913-B3DD-7114A6691466}"/>
              </a:ext>
            </a:extLst>
          </p:cNvPr>
          <p:cNvSpPr txBox="1"/>
          <p:nvPr/>
        </p:nvSpPr>
        <p:spPr>
          <a:xfrm>
            <a:off x="4197248" y="4127471"/>
            <a:ext cx="1333373" cy="572464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lvl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200">
                <a:solidFill>
                  <a:prstClr val="white">
                    <a:lumMod val="50000"/>
                  </a:prstClr>
                </a:solidFill>
                <a:latin typeface="Arial"/>
                <a:cs typeface="+mn-ea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5pPr>
            <a:lvl6pPr>
              <a:defRPr>
                <a:latin typeface="Calibri" pitchFamily="34" charset="0"/>
                <a:cs typeface="Arial" pitchFamily="34" charset="0"/>
              </a:defRPr>
            </a:lvl6pPr>
            <a:lvl7pPr>
              <a:defRPr>
                <a:latin typeface="Calibri" pitchFamily="34" charset="0"/>
                <a:cs typeface="Arial" pitchFamily="34" charset="0"/>
              </a:defRPr>
            </a:lvl7pPr>
            <a:lvl8pPr>
              <a:defRPr>
                <a:latin typeface="Calibri" pitchFamily="34" charset="0"/>
                <a:cs typeface="Arial" pitchFamily="34" charset="0"/>
              </a:defRPr>
            </a:lvl8pPr>
            <a:lvl9pPr>
              <a:defRPr>
                <a:latin typeface="Calibri" pitchFamily="34" charset="0"/>
                <a:cs typeface="Arial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芝加哥大学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工商管理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MBA</a:t>
            </a:r>
          </a:p>
        </p:txBody>
      </p:sp>
      <p:sp>
        <p:nvSpPr>
          <p:cNvPr id="73" name="TextBox 28">
            <a:extLst>
              <a:ext uri="{FF2B5EF4-FFF2-40B4-BE49-F238E27FC236}">
                <a16:creationId xmlns:a16="http://schemas.microsoft.com/office/drawing/2014/main" id="{1D679E3F-046D-402F-BFFF-7E27B24EED3D}"/>
              </a:ext>
            </a:extLst>
          </p:cNvPr>
          <p:cNvSpPr txBox="1"/>
          <p:nvPr/>
        </p:nvSpPr>
        <p:spPr>
          <a:xfrm>
            <a:off x="5772861" y="4123871"/>
            <a:ext cx="1269928" cy="339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400" b="1" kern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>
                <a:latin typeface="微软雅黑" pitchFamily="34" charset="-122"/>
                <a:ea typeface="微软雅黑" pitchFamily="34" charset="-122"/>
                <a:sym typeface="+mn-lt"/>
              </a:rPr>
              <a:t>202X-202X</a:t>
            </a:r>
          </a:p>
        </p:txBody>
      </p:sp>
      <p:sp>
        <p:nvSpPr>
          <p:cNvPr id="74" name="TextBox 29">
            <a:extLst>
              <a:ext uri="{FF2B5EF4-FFF2-40B4-BE49-F238E27FC236}">
                <a16:creationId xmlns:a16="http://schemas.microsoft.com/office/drawing/2014/main" id="{9D68B420-5A0D-4F36-BFF4-961EA2A74996}"/>
              </a:ext>
            </a:extLst>
          </p:cNvPr>
          <p:cNvSpPr txBox="1"/>
          <p:nvPr/>
        </p:nvSpPr>
        <p:spPr>
          <a:xfrm>
            <a:off x="5772873" y="4380616"/>
            <a:ext cx="1269916" cy="572464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lvl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200">
                <a:solidFill>
                  <a:prstClr val="white">
                    <a:lumMod val="50000"/>
                  </a:prstClr>
                </a:solidFill>
                <a:latin typeface="Arial"/>
                <a:cs typeface="+mn-ea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5pPr>
            <a:lvl6pPr>
              <a:defRPr>
                <a:latin typeface="Calibri" pitchFamily="34" charset="0"/>
                <a:cs typeface="Arial" pitchFamily="34" charset="0"/>
              </a:defRPr>
            </a:lvl6pPr>
            <a:lvl7pPr>
              <a:defRPr>
                <a:latin typeface="Calibri" pitchFamily="34" charset="0"/>
                <a:cs typeface="Arial" pitchFamily="34" charset="0"/>
              </a:defRPr>
            </a:lvl7pPr>
            <a:lvl8pPr>
              <a:defRPr>
                <a:latin typeface="Calibri" pitchFamily="34" charset="0"/>
                <a:cs typeface="Arial" pitchFamily="34" charset="0"/>
              </a:defRPr>
            </a:lvl8pPr>
            <a:lvl9pPr>
              <a:defRPr>
                <a:latin typeface="Calibri" pitchFamily="34" charset="0"/>
                <a:cs typeface="Arial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XX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市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XX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公司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中层管理</a:t>
            </a:r>
          </a:p>
        </p:txBody>
      </p:sp>
      <p:sp>
        <p:nvSpPr>
          <p:cNvPr id="75" name="TextBox 30">
            <a:extLst>
              <a:ext uri="{FF2B5EF4-FFF2-40B4-BE49-F238E27FC236}">
                <a16:creationId xmlns:a16="http://schemas.microsoft.com/office/drawing/2014/main" id="{9802A9F4-93A5-4034-869E-A42546A51933}"/>
              </a:ext>
            </a:extLst>
          </p:cNvPr>
          <p:cNvSpPr txBox="1"/>
          <p:nvPr/>
        </p:nvSpPr>
        <p:spPr>
          <a:xfrm>
            <a:off x="7308477" y="3979855"/>
            <a:ext cx="1246481" cy="339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400" b="1" kern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>
                <a:latin typeface="微软雅黑" pitchFamily="34" charset="-122"/>
                <a:ea typeface="微软雅黑" pitchFamily="34" charset="-122"/>
                <a:sym typeface="+mn-lt"/>
              </a:rPr>
              <a:t>202X-202X</a:t>
            </a:r>
          </a:p>
        </p:txBody>
      </p:sp>
      <p:sp>
        <p:nvSpPr>
          <p:cNvPr id="76" name="TextBox 31">
            <a:extLst>
              <a:ext uri="{FF2B5EF4-FFF2-40B4-BE49-F238E27FC236}">
                <a16:creationId xmlns:a16="http://schemas.microsoft.com/office/drawing/2014/main" id="{F85738D8-60D9-44A7-AB5F-ACE2ECE68C00}"/>
              </a:ext>
            </a:extLst>
          </p:cNvPr>
          <p:cNvSpPr txBox="1"/>
          <p:nvPr/>
        </p:nvSpPr>
        <p:spPr>
          <a:xfrm>
            <a:off x="7308476" y="4219629"/>
            <a:ext cx="1246481" cy="572464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lvl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200">
                <a:solidFill>
                  <a:prstClr val="white">
                    <a:lumMod val="50000"/>
                  </a:prstClr>
                </a:solidFill>
                <a:latin typeface="Arial"/>
                <a:cs typeface="+mn-ea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5pPr>
            <a:lvl6pPr>
              <a:defRPr>
                <a:latin typeface="Calibri" pitchFamily="34" charset="0"/>
                <a:cs typeface="Arial" pitchFamily="34" charset="0"/>
              </a:defRPr>
            </a:lvl6pPr>
            <a:lvl7pPr>
              <a:defRPr>
                <a:latin typeface="Calibri" pitchFamily="34" charset="0"/>
                <a:cs typeface="Arial" pitchFamily="34" charset="0"/>
              </a:defRPr>
            </a:lvl7pPr>
            <a:lvl8pPr>
              <a:defRPr>
                <a:latin typeface="Calibri" pitchFamily="34" charset="0"/>
                <a:cs typeface="Arial" pitchFamily="34" charset="0"/>
              </a:defRPr>
            </a:lvl8pPr>
            <a:lvl9pPr>
              <a:defRPr>
                <a:latin typeface="Calibri" pitchFamily="34" charset="0"/>
                <a:cs typeface="Arial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>
                <a:latin typeface="微软雅黑" pitchFamily="34" charset="-122"/>
                <a:ea typeface="微软雅黑" pitchFamily="34" charset="-122"/>
                <a:sym typeface="+mn-lt"/>
              </a:rPr>
              <a:t>XX</a:t>
            </a:r>
            <a:r>
              <a:rPr lang="zh-CN" altLang="en-US">
                <a:latin typeface="微软雅黑" pitchFamily="34" charset="-122"/>
                <a:ea typeface="微软雅黑" pitchFamily="34" charset="-122"/>
                <a:sym typeface="+mn-lt"/>
              </a:rPr>
              <a:t>市</a:t>
            </a:r>
            <a:r>
              <a:rPr lang="en-US" altLang="zh-CN">
                <a:latin typeface="微软雅黑" pitchFamily="34" charset="-122"/>
                <a:ea typeface="微软雅黑" pitchFamily="34" charset="-122"/>
                <a:sym typeface="+mn-lt"/>
              </a:rPr>
              <a:t>XX</a:t>
            </a:r>
            <a:r>
              <a:rPr lang="zh-CN" altLang="en-US">
                <a:latin typeface="微软雅黑" pitchFamily="34" charset="-122"/>
                <a:ea typeface="微软雅黑" pitchFamily="34" charset="-122"/>
                <a:sym typeface="+mn-lt"/>
              </a:rPr>
              <a:t>公司</a:t>
            </a:r>
            <a:endParaRPr lang="en-US" altLang="zh-CN"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zh-CN" altLang="en-US">
                <a:latin typeface="微软雅黑" pitchFamily="34" charset="-122"/>
                <a:ea typeface="微软雅黑" pitchFamily="34" charset="-122"/>
                <a:sym typeface="+mn-lt"/>
              </a:rPr>
              <a:t>出任</a:t>
            </a:r>
            <a:r>
              <a:rPr lang="en-US" altLang="zh-CN">
                <a:latin typeface="微软雅黑" pitchFamily="34" charset="-122"/>
                <a:ea typeface="微软雅黑" pitchFamily="34" charset="-122"/>
                <a:sym typeface="+mn-lt"/>
              </a:rPr>
              <a:t>COO</a:t>
            </a:r>
          </a:p>
        </p:txBody>
      </p:sp>
      <p:sp>
        <p:nvSpPr>
          <p:cNvPr id="77" name="TextBox 32">
            <a:extLst>
              <a:ext uri="{FF2B5EF4-FFF2-40B4-BE49-F238E27FC236}">
                <a16:creationId xmlns:a16="http://schemas.microsoft.com/office/drawing/2014/main" id="{12323309-B553-426F-B39E-87482C149F7A}"/>
              </a:ext>
            </a:extLst>
          </p:cNvPr>
          <p:cNvSpPr txBox="1"/>
          <p:nvPr/>
        </p:nvSpPr>
        <p:spPr>
          <a:xfrm>
            <a:off x="8872807" y="3566191"/>
            <a:ext cx="1194319" cy="339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400" b="1" kern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>
                <a:latin typeface="微软雅黑" pitchFamily="34" charset="-122"/>
                <a:ea typeface="微软雅黑" pitchFamily="34" charset="-122"/>
                <a:sym typeface="+mn-lt"/>
              </a:rPr>
              <a:t>202X-202X</a:t>
            </a:r>
          </a:p>
        </p:txBody>
      </p:sp>
      <p:sp>
        <p:nvSpPr>
          <p:cNvPr id="78" name="TextBox 33">
            <a:extLst>
              <a:ext uri="{FF2B5EF4-FFF2-40B4-BE49-F238E27FC236}">
                <a16:creationId xmlns:a16="http://schemas.microsoft.com/office/drawing/2014/main" id="{7361A071-8C5A-479B-893E-4F99DF05968A}"/>
              </a:ext>
            </a:extLst>
          </p:cNvPr>
          <p:cNvSpPr txBox="1"/>
          <p:nvPr/>
        </p:nvSpPr>
        <p:spPr>
          <a:xfrm>
            <a:off x="8872806" y="3793039"/>
            <a:ext cx="1338335" cy="572464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lvl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200">
                <a:solidFill>
                  <a:prstClr val="white">
                    <a:lumMod val="50000"/>
                  </a:prstClr>
                </a:solidFill>
                <a:latin typeface="Arial"/>
                <a:cs typeface="+mn-ea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cs typeface="Arial" pitchFamily="34" charset="0"/>
              </a:defRPr>
            </a:lvl5pPr>
            <a:lvl6pPr>
              <a:defRPr>
                <a:latin typeface="Calibri" pitchFamily="34" charset="0"/>
                <a:cs typeface="Arial" pitchFamily="34" charset="0"/>
              </a:defRPr>
            </a:lvl6pPr>
            <a:lvl7pPr>
              <a:defRPr>
                <a:latin typeface="Calibri" pitchFamily="34" charset="0"/>
                <a:cs typeface="Arial" pitchFamily="34" charset="0"/>
              </a:defRPr>
            </a:lvl7pPr>
            <a:lvl8pPr>
              <a:defRPr>
                <a:latin typeface="Calibri" pitchFamily="34" charset="0"/>
                <a:cs typeface="Arial" pitchFamily="34" charset="0"/>
              </a:defRPr>
            </a:lvl8pPr>
            <a:lvl9pPr>
              <a:defRPr>
                <a:latin typeface="Calibri" pitchFamily="34" charset="0"/>
                <a:cs typeface="Arial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>
                <a:latin typeface="微软雅黑" pitchFamily="34" charset="-122"/>
                <a:ea typeface="微软雅黑" pitchFamily="34" charset="-122"/>
                <a:sym typeface="+mn-lt"/>
              </a:rPr>
              <a:t>XX</a:t>
            </a:r>
            <a:r>
              <a:rPr lang="zh-CN" altLang="en-US">
                <a:latin typeface="微软雅黑" pitchFamily="34" charset="-122"/>
                <a:ea typeface="微软雅黑" pitchFamily="34" charset="-122"/>
                <a:sym typeface="+mn-lt"/>
              </a:rPr>
              <a:t>市</a:t>
            </a:r>
            <a:r>
              <a:rPr lang="en-US" altLang="zh-CN">
                <a:latin typeface="微软雅黑" pitchFamily="34" charset="-122"/>
                <a:ea typeface="微软雅黑" pitchFamily="34" charset="-122"/>
                <a:sym typeface="+mn-lt"/>
              </a:rPr>
              <a:t>XX</a:t>
            </a:r>
            <a:r>
              <a:rPr lang="zh-CN" altLang="en-US">
                <a:latin typeface="微软雅黑" pitchFamily="34" charset="-122"/>
                <a:ea typeface="微软雅黑" pitchFamily="34" charset="-122"/>
                <a:sym typeface="+mn-lt"/>
              </a:rPr>
              <a:t>公司</a:t>
            </a:r>
            <a:endParaRPr lang="en-US" altLang="zh-CN"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zh-CN" altLang="en-US">
                <a:latin typeface="微软雅黑" pitchFamily="34" charset="-122"/>
                <a:ea typeface="微软雅黑" pitchFamily="34" charset="-122"/>
                <a:sym typeface="+mn-lt"/>
              </a:rPr>
              <a:t>执行总裁</a:t>
            </a:r>
            <a:endParaRPr lang="en-US" altLang="zh-CN"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CEF9DF44-D80E-47E7-9838-A8FC2587FBE6}"/>
              </a:ext>
            </a:extLst>
          </p:cNvPr>
          <p:cNvGrpSpPr>
            <a:grpSpLocks noChangeAspect="1"/>
          </p:cNvGrpSpPr>
          <p:nvPr/>
        </p:nvGrpSpPr>
        <p:grpSpPr>
          <a:xfrm>
            <a:off x="3534296" y="1721037"/>
            <a:ext cx="1233535" cy="1486363"/>
            <a:chOff x="1230317" y="1347616"/>
            <a:chExt cx="948873" cy="1143356"/>
          </a:xfrm>
        </p:grpSpPr>
        <p:sp>
          <p:nvSpPr>
            <p:cNvPr id="80" name="椭圆 11">
              <a:extLst>
                <a:ext uri="{FF2B5EF4-FFF2-40B4-BE49-F238E27FC236}">
                  <a16:creationId xmlns:a16="http://schemas.microsoft.com/office/drawing/2014/main" id="{1E414230-FADE-4F02-8865-8618AC0229A5}"/>
                </a:ext>
              </a:extLst>
            </p:cNvPr>
            <p:cNvSpPr/>
            <p:nvPr/>
          </p:nvSpPr>
          <p:spPr>
            <a:xfrm>
              <a:off x="1230317" y="1347616"/>
              <a:ext cx="948873" cy="1143356"/>
            </a:xfrm>
            <a:custGeom>
              <a:rect l="l" t="t" r="r" b="b"/>
              <a:pathLst>
                <a:path w="1845204" h="2223400">
                  <a:moveTo>
                    <a:pt x="922602" y="0"/>
                  </a:moveTo>
                  <a:cubicBezTo>
                    <a:pt x="1432141" y="0"/>
                    <a:pt x="1845204" y="413063"/>
                    <a:pt x="1845204" y="922602"/>
                  </a:cubicBezTo>
                  <a:cubicBezTo>
                    <a:pt x="1845204" y="1147299"/>
                    <a:pt x="1764878" y="1353235"/>
                    <a:pt x="1628134" y="1510557"/>
                  </a:cubicBezTo>
                  <a:lnTo>
                    <a:pt x="1635445" y="1510557"/>
                  </a:lnTo>
                  <a:lnTo>
                    <a:pt x="1593653" y="1552349"/>
                  </a:lnTo>
                  <a:cubicBezTo>
                    <a:pt x="1581994" y="1568184"/>
                    <a:pt x="1568184" y="1581994"/>
                    <a:pt x="1552350" y="1593652"/>
                  </a:cubicBezTo>
                  <a:lnTo>
                    <a:pt x="922602" y="2223400"/>
                  </a:lnTo>
                  <a:lnTo>
                    <a:pt x="292852" y="1593650"/>
                  </a:lnTo>
                  <a:cubicBezTo>
                    <a:pt x="277019" y="1581993"/>
                    <a:pt x="263211" y="1568185"/>
                    <a:pt x="251554" y="1552352"/>
                  </a:cubicBezTo>
                  <a:lnTo>
                    <a:pt x="209759" y="1510557"/>
                  </a:lnTo>
                  <a:lnTo>
                    <a:pt x="217070" y="1510557"/>
                  </a:lnTo>
                  <a:cubicBezTo>
                    <a:pt x="80326" y="1353235"/>
                    <a:pt x="0" y="1147299"/>
                    <a:pt x="0" y="922602"/>
                  </a:cubicBezTo>
                  <a:cubicBezTo>
                    <a:pt x="0" y="413063"/>
                    <a:pt x="413063" y="0"/>
                    <a:pt x="9226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79400" dist="1016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81" name="MH_Other_9">
              <a:extLst>
                <a:ext uri="{FF2B5EF4-FFF2-40B4-BE49-F238E27FC236}">
                  <a16:creationId xmlns:a16="http://schemas.microsoft.com/office/drawing/2014/main" id="{1771CA8F-4083-4C2C-B208-C8D6F5BCDE7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380753" y="1491630"/>
              <a:ext cx="648000" cy="64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400">
                  <a:latin typeface="Impact" pitchFamily="34" charset="0"/>
                  <a:ea typeface="微软雅黑" pitchFamily="34" charset="-122"/>
                </a:rPr>
                <a:t>202X</a:t>
              </a:r>
              <a:endParaRPr lang="zh-CN" altLang="en-US" sz="2400">
                <a:latin typeface="Impact" pitchFamily="34" charset="0"/>
                <a:ea typeface="微软雅黑" pitchFamily="34" charset="-122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37DA7D76-366F-46E7-9571-E850AE14C087}"/>
              </a:ext>
            </a:extLst>
          </p:cNvPr>
          <p:cNvGrpSpPr>
            <a:grpSpLocks noChangeAspect="1"/>
          </p:cNvGrpSpPr>
          <p:nvPr/>
        </p:nvGrpSpPr>
        <p:grpSpPr>
          <a:xfrm>
            <a:off x="6637708" y="1871554"/>
            <a:ext cx="1233535" cy="1486363"/>
            <a:chOff x="1230317" y="1347616"/>
            <a:chExt cx="948873" cy="1143356"/>
          </a:xfrm>
        </p:grpSpPr>
        <p:sp>
          <p:nvSpPr>
            <p:cNvPr id="83" name="椭圆 11">
              <a:extLst>
                <a:ext uri="{FF2B5EF4-FFF2-40B4-BE49-F238E27FC236}">
                  <a16:creationId xmlns:a16="http://schemas.microsoft.com/office/drawing/2014/main" id="{710505BC-0786-4BCE-8707-68A4EAD6AF1E}"/>
                </a:ext>
              </a:extLst>
            </p:cNvPr>
            <p:cNvSpPr/>
            <p:nvPr/>
          </p:nvSpPr>
          <p:spPr>
            <a:xfrm>
              <a:off x="1230317" y="1347616"/>
              <a:ext cx="948873" cy="1143356"/>
            </a:xfrm>
            <a:custGeom>
              <a:rect l="l" t="t" r="r" b="b"/>
              <a:pathLst>
                <a:path w="1845204" h="2223400">
                  <a:moveTo>
                    <a:pt x="922602" y="0"/>
                  </a:moveTo>
                  <a:cubicBezTo>
                    <a:pt x="1432141" y="0"/>
                    <a:pt x="1845204" y="413063"/>
                    <a:pt x="1845204" y="922602"/>
                  </a:cubicBezTo>
                  <a:cubicBezTo>
                    <a:pt x="1845204" y="1147299"/>
                    <a:pt x="1764878" y="1353235"/>
                    <a:pt x="1628134" y="1510557"/>
                  </a:cubicBezTo>
                  <a:lnTo>
                    <a:pt x="1635445" y="1510557"/>
                  </a:lnTo>
                  <a:lnTo>
                    <a:pt x="1593653" y="1552349"/>
                  </a:lnTo>
                  <a:cubicBezTo>
                    <a:pt x="1581994" y="1568184"/>
                    <a:pt x="1568184" y="1581994"/>
                    <a:pt x="1552350" y="1593652"/>
                  </a:cubicBezTo>
                  <a:lnTo>
                    <a:pt x="922602" y="2223400"/>
                  </a:lnTo>
                  <a:lnTo>
                    <a:pt x="292852" y="1593650"/>
                  </a:lnTo>
                  <a:cubicBezTo>
                    <a:pt x="277019" y="1581993"/>
                    <a:pt x="263211" y="1568185"/>
                    <a:pt x="251554" y="1552352"/>
                  </a:cubicBezTo>
                  <a:lnTo>
                    <a:pt x="209759" y="1510557"/>
                  </a:lnTo>
                  <a:lnTo>
                    <a:pt x="217070" y="1510557"/>
                  </a:lnTo>
                  <a:cubicBezTo>
                    <a:pt x="80326" y="1353235"/>
                    <a:pt x="0" y="1147299"/>
                    <a:pt x="0" y="922602"/>
                  </a:cubicBezTo>
                  <a:cubicBezTo>
                    <a:pt x="0" y="413063"/>
                    <a:pt x="413063" y="0"/>
                    <a:pt x="9226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79400" dist="1016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84" name="MH_Other_9">
              <a:extLst>
                <a:ext uri="{FF2B5EF4-FFF2-40B4-BE49-F238E27FC236}">
                  <a16:creationId xmlns:a16="http://schemas.microsoft.com/office/drawing/2014/main" id="{79884621-88BD-4421-AFAB-E909EE4D641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380753" y="1491630"/>
              <a:ext cx="648000" cy="64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400">
                  <a:latin typeface="Impact" pitchFamily="34" charset="0"/>
                  <a:ea typeface="微软雅黑" pitchFamily="34" charset="-122"/>
                </a:rPr>
                <a:t>202X</a:t>
              </a:r>
              <a:endParaRPr lang="zh-CN" altLang="en-US" sz="2400">
                <a:latin typeface="Impact" pitchFamily="34" charset="0"/>
                <a:ea typeface="微软雅黑" pitchFamily="34" charset="-122"/>
              </a:endParaRPr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E83F1270-31DE-494E-8423-52B819175BF3}"/>
              </a:ext>
            </a:extLst>
          </p:cNvPr>
          <p:cNvGrpSpPr>
            <a:grpSpLocks noChangeAspect="1"/>
          </p:cNvGrpSpPr>
          <p:nvPr/>
        </p:nvGrpSpPr>
        <p:grpSpPr>
          <a:xfrm>
            <a:off x="2126055" y="2215821"/>
            <a:ext cx="968982" cy="1167586"/>
            <a:chOff x="1230317" y="1347616"/>
            <a:chExt cx="948873" cy="1143356"/>
          </a:xfrm>
        </p:grpSpPr>
        <p:sp>
          <p:nvSpPr>
            <p:cNvPr id="86" name="椭圆 11">
              <a:extLst>
                <a:ext uri="{FF2B5EF4-FFF2-40B4-BE49-F238E27FC236}">
                  <a16:creationId xmlns:a16="http://schemas.microsoft.com/office/drawing/2014/main" id="{7FB3029A-674D-4E1D-81DA-C2515CB3572C}"/>
                </a:ext>
              </a:extLst>
            </p:cNvPr>
            <p:cNvSpPr/>
            <p:nvPr/>
          </p:nvSpPr>
          <p:spPr>
            <a:xfrm>
              <a:off x="1230317" y="1347616"/>
              <a:ext cx="948873" cy="1143356"/>
            </a:xfrm>
            <a:custGeom>
              <a:rect l="l" t="t" r="r" b="b"/>
              <a:pathLst>
                <a:path w="1845204" h="2223400">
                  <a:moveTo>
                    <a:pt x="922602" y="0"/>
                  </a:moveTo>
                  <a:cubicBezTo>
                    <a:pt x="1432141" y="0"/>
                    <a:pt x="1845204" y="413063"/>
                    <a:pt x="1845204" y="922602"/>
                  </a:cubicBezTo>
                  <a:cubicBezTo>
                    <a:pt x="1845204" y="1147299"/>
                    <a:pt x="1764878" y="1353235"/>
                    <a:pt x="1628134" y="1510557"/>
                  </a:cubicBezTo>
                  <a:lnTo>
                    <a:pt x="1635445" y="1510557"/>
                  </a:lnTo>
                  <a:lnTo>
                    <a:pt x="1593653" y="1552349"/>
                  </a:lnTo>
                  <a:cubicBezTo>
                    <a:pt x="1581994" y="1568184"/>
                    <a:pt x="1568184" y="1581994"/>
                    <a:pt x="1552350" y="1593652"/>
                  </a:cubicBezTo>
                  <a:lnTo>
                    <a:pt x="922602" y="2223400"/>
                  </a:lnTo>
                  <a:lnTo>
                    <a:pt x="292852" y="1593650"/>
                  </a:lnTo>
                  <a:cubicBezTo>
                    <a:pt x="277019" y="1581993"/>
                    <a:pt x="263211" y="1568185"/>
                    <a:pt x="251554" y="1552352"/>
                  </a:cubicBezTo>
                  <a:lnTo>
                    <a:pt x="209759" y="1510557"/>
                  </a:lnTo>
                  <a:lnTo>
                    <a:pt x="217070" y="1510557"/>
                  </a:lnTo>
                  <a:cubicBezTo>
                    <a:pt x="80326" y="1353235"/>
                    <a:pt x="0" y="1147299"/>
                    <a:pt x="0" y="922602"/>
                  </a:cubicBezTo>
                  <a:cubicBezTo>
                    <a:pt x="0" y="413063"/>
                    <a:pt x="413063" y="0"/>
                    <a:pt x="9226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79400" dist="1016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87" name="MH_Other_9">
              <a:extLst>
                <a:ext uri="{FF2B5EF4-FFF2-40B4-BE49-F238E27FC236}">
                  <a16:creationId xmlns:a16="http://schemas.microsoft.com/office/drawing/2014/main" id="{DA640DFC-8119-4B0F-9DBD-D0F9D36BA96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396192" y="1491630"/>
              <a:ext cx="648000" cy="64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>
                  <a:latin typeface="Impact" pitchFamily="34" charset="0"/>
                  <a:ea typeface="微软雅黑" pitchFamily="34" charset="-122"/>
                </a:rPr>
                <a:t>2015</a:t>
              </a:r>
              <a:endParaRPr lang="zh-CN" altLang="en-US">
                <a:latin typeface="Impact" pitchFamily="34" charset="0"/>
                <a:ea typeface="微软雅黑" pitchFamily="34" charset="-122"/>
              </a:endParaRP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F3E10393-9506-4E96-A068-B09BC9A86745}"/>
              </a:ext>
            </a:extLst>
          </p:cNvPr>
          <p:cNvGrpSpPr>
            <a:grpSpLocks noChangeAspect="1"/>
          </p:cNvGrpSpPr>
          <p:nvPr/>
        </p:nvGrpSpPr>
        <p:grpSpPr>
          <a:xfrm>
            <a:off x="5208154" y="2689223"/>
            <a:ext cx="968982" cy="1167586"/>
            <a:chOff x="1230317" y="1347616"/>
            <a:chExt cx="948873" cy="1143356"/>
          </a:xfrm>
        </p:grpSpPr>
        <p:sp>
          <p:nvSpPr>
            <p:cNvPr id="89" name="椭圆 11">
              <a:extLst>
                <a:ext uri="{FF2B5EF4-FFF2-40B4-BE49-F238E27FC236}">
                  <a16:creationId xmlns:a16="http://schemas.microsoft.com/office/drawing/2014/main" id="{150D0348-F1F3-409F-8099-209722CB4A5C}"/>
                </a:ext>
              </a:extLst>
            </p:cNvPr>
            <p:cNvSpPr/>
            <p:nvPr/>
          </p:nvSpPr>
          <p:spPr>
            <a:xfrm>
              <a:off x="1230317" y="1347616"/>
              <a:ext cx="948873" cy="1143356"/>
            </a:xfrm>
            <a:custGeom>
              <a:rect l="l" t="t" r="r" b="b"/>
              <a:pathLst>
                <a:path w="1845204" h="2223400">
                  <a:moveTo>
                    <a:pt x="922602" y="0"/>
                  </a:moveTo>
                  <a:cubicBezTo>
                    <a:pt x="1432141" y="0"/>
                    <a:pt x="1845204" y="413063"/>
                    <a:pt x="1845204" y="922602"/>
                  </a:cubicBezTo>
                  <a:cubicBezTo>
                    <a:pt x="1845204" y="1147299"/>
                    <a:pt x="1764878" y="1353235"/>
                    <a:pt x="1628134" y="1510557"/>
                  </a:cubicBezTo>
                  <a:lnTo>
                    <a:pt x="1635445" y="1510557"/>
                  </a:lnTo>
                  <a:lnTo>
                    <a:pt x="1593653" y="1552349"/>
                  </a:lnTo>
                  <a:cubicBezTo>
                    <a:pt x="1581994" y="1568184"/>
                    <a:pt x="1568184" y="1581994"/>
                    <a:pt x="1552350" y="1593652"/>
                  </a:cubicBezTo>
                  <a:lnTo>
                    <a:pt x="922602" y="2223400"/>
                  </a:lnTo>
                  <a:lnTo>
                    <a:pt x="292852" y="1593650"/>
                  </a:lnTo>
                  <a:cubicBezTo>
                    <a:pt x="277019" y="1581993"/>
                    <a:pt x="263211" y="1568185"/>
                    <a:pt x="251554" y="1552352"/>
                  </a:cubicBezTo>
                  <a:lnTo>
                    <a:pt x="209759" y="1510557"/>
                  </a:lnTo>
                  <a:lnTo>
                    <a:pt x="217070" y="1510557"/>
                  </a:lnTo>
                  <a:cubicBezTo>
                    <a:pt x="80326" y="1353235"/>
                    <a:pt x="0" y="1147299"/>
                    <a:pt x="0" y="922602"/>
                  </a:cubicBezTo>
                  <a:cubicBezTo>
                    <a:pt x="0" y="413063"/>
                    <a:pt x="413063" y="0"/>
                    <a:pt x="9226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79400" dist="1016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90" name="MH_Other_9">
              <a:extLst>
                <a:ext uri="{FF2B5EF4-FFF2-40B4-BE49-F238E27FC236}">
                  <a16:creationId xmlns:a16="http://schemas.microsoft.com/office/drawing/2014/main" id="{1ACD34A5-45D2-4144-92AA-BD6AC8B0EF3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396192" y="1491630"/>
              <a:ext cx="648000" cy="64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>
                  <a:latin typeface="Impact" pitchFamily="34" charset="0"/>
                  <a:ea typeface="微软雅黑" pitchFamily="34" charset="-122"/>
                </a:rPr>
                <a:t>202X</a:t>
              </a:r>
              <a:endParaRPr lang="zh-CN" altLang="en-US">
                <a:latin typeface="Impact" pitchFamily="34" charset="0"/>
                <a:ea typeface="微软雅黑" pitchFamily="34" charset="-122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697023FA-2E4F-492C-9B2D-1758EE5A7028}"/>
              </a:ext>
            </a:extLst>
          </p:cNvPr>
          <p:cNvGrpSpPr>
            <a:grpSpLocks noChangeAspect="1"/>
          </p:cNvGrpSpPr>
          <p:nvPr/>
        </p:nvGrpSpPr>
        <p:grpSpPr>
          <a:xfrm>
            <a:off x="8328878" y="1826586"/>
            <a:ext cx="968982" cy="1167586"/>
            <a:chOff x="1230317" y="1347616"/>
            <a:chExt cx="948873" cy="1143356"/>
          </a:xfrm>
        </p:grpSpPr>
        <p:sp>
          <p:nvSpPr>
            <p:cNvPr id="92" name="椭圆 11">
              <a:extLst>
                <a:ext uri="{FF2B5EF4-FFF2-40B4-BE49-F238E27FC236}">
                  <a16:creationId xmlns:a16="http://schemas.microsoft.com/office/drawing/2014/main" id="{C77438AC-C72F-40AB-9184-075019ABAE5B}"/>
                </a:ext>
              </a:extLst>
            </p:cNvPr>
            <p:cNvSpPr/>
            <p:nvPr/>
          </p:nvSpPr>
          <p:spPr>
            <a:xfrm>
              <a:off x="1230317" y="1347616"/>
              <a:ext cx="948873" cy="1143356"/>
            </a:xfrm>
            <a:custGeom>
              <a:rect l="l" t="t" r="r" b="b"/>
              <a:pathLst>
                <a:path w="1845204" h="2223400">
                  <a:moveTo>
                    <a:pt x="922602" y="0"/>
                  </a:moveTo>
                  <a:cubicBezTo>
                    <a:pt x="1432141" y="0"/>
                    <a:pt x="1845204" y="413063"/>
                    <a:pt x="1845204" y="922602"/>
                  </a:cubicBezTo>
                  <a:cubicBezTo>
                    <a:pt x="1845204" y="1147299"/>
                    <a:pt x="1764878" y="1353235"/>
                    <a:pt x="1628134" y="1510557"/>
                  </a:cubicBezTo>
                  <a:lnTo>
                    <a:pt x="1635445" y="1510557"/>
                  </a:lnTo>
                  <a:lnTo>
                    <a:pt x="1593653" y="1552349"/>
                  </a:lnTo>
                  <a:cubicBezTo>
                    <a:pt x="1581994" y="1568184"/>
                    <a:pt x="1568184" y="1581994"/>
                    <a:pt x="1552350" y="1593652"/>
                  </a:cubicBezTo>
                  <a:lnTo>
                    <a:pt x="922602" y="2223400"/>
                  </a:lnTo>
                  <a:lnTo>
                    <a:pt x="292852" y="1593650"/>
                  </a:lnTo>
                  <a:cubicBezTo>
                    <a:pt x="277019" y="1581993"/>
                    <a:pt x="263211" y="1568185"/>
                    <a:pt x="251554" y="1552352"/>
                  </a:cubicBezTo>
                  <a:lnTo>
                    <a:pt x="209759" y="1510557"/>
                  </a:lnTo>
                  <a:lnTo>
                    <a:pt x="217070" y="1510557"/>
                  </a:lnTo>
                  <a:cubicBezTo>
                    <a:pt x="80326" y="1353235"/>
                    <a:pt x="0" y="1147299"/>
                    <a:pt x="0" y="922602"/>
                  </a:cubicBezTo>
                  <a:cubicBezTo>
                    <a:pt x="0" y="413063"/>
                    <a:pt x="413063" y="0"/>
                    <a:pt x="9226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79400" dist="1016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93" name="MH_Other_9">
              <a:extLst>
                <a:ext uri="{FF2B5EF4-FFF2-40B4-BE49-F238E27FC236}">
                  <a16:creationId xmlns:a16="http://schemas.microsoft.com/office/drawing/2014/main" id="{EFA19C86-772A-44E8-A6FD-85995C9EA5A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396192" y="1491630"/>
              <a:ext cx="648000" cy="64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>
                  <a:latin typeface="Impact" pitchFamily="34" charset="0"/>
                  <a:ea typeface="微软雅黑" pitchFamily="34" charset="-122"/>
                </a:rPr>
                <a:t>202X</a:t>
              </a:r>
              <a:endParaRPr lang="zh-CN" altLang="en-US" sz="2000">
                <a:latin typeface="Impact" pitchFamily="34" charset="0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26695"/>
            <a:ext cx="1554049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获奖荣誉</a:t>
            </a:r>
          </a:p>
        </p:txBody>
      </p:sp>
      <p:sp>
        <p:nvSpPr>
          <p:cNvPr id="34" name="不完整圆 33">
            <a:extLst>
              <a:ext uri="{FF2B5EF4-FFF2-40B4-BE49-F238E27FC236}">
                <a16:creationId xmlns:a16="http://schemas.microsoft.com/office/drawing/2014/main" id="{ECE164A7-8184-4778-9E28-D79B8EF7A2F9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AFB341C1-5B0B-469F-9694-1A1A36EE0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8097" y="1389263"/>
            <a:ext cx="3056500" cy="2163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 Box 18">
            <a:extLst>
              <a:ext uri="{FF2B5EF4-FFF2-40B4-BE49-F238E27FC236}">
                <a16:creationId xmlns:a16="http://schemas.microsoft.com/office/drawing/2014/main" id="{C7136FE2-AD93-4306-8688-663E221AB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920" y="3789040"/>
            <a:ext cx="6281109" cy="499624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2009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de-DE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荣获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公司</a:t>
            </a:r>
            <a:r>
              <a:rPr lang="zh-CN" altLang="de-DE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年度杰出贡献员工</a:t>
            </a:r>
            <a:r>
              <a:rPr lang="zh-CN" altLang="de-DE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称号</a:t>
            </a:r>
            <a:endParaRPr lang="zh-CN" altLang="de-DE" sz="2000" b="1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Oval 7">
            <a:extLst>
              <a:ext uri="{FF2B5EF4-FFF2-40B4-BE49-F238E27FC236}">
                <a16:creationId xmlns:a16="http://schemas.microsoft.com/office/drawing/2014/main" id="{10F398E3-EB78-4BF7-A39E-8DD43391D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97" y="3833456"/>
            <a:ext cx="409517" cy="410793"/>
          </a:xfrm>
          <a:prstGeom prst="ellipse">
            <a:avLst/>
          </a:prstGeom>
          <a:solidFill>
            <a:srgbClr val="C00000"/>
          </a:solidFill>
          <a:ln>
            <a:noFill/>
          </a:ln>
          <a:extLst/>
        </p:spPr>
        <p:txBody>
          <a:bodyPr/>
          <a:lstStyle/>
          <a:p>
            <a:pPr algn="ctr">
              <a:buFont typeface="Arial"/>
              <a:buNone/>
            </a:pPr>
            <a:r>
              <a:rPr lang="en-US" altLang="zh-CN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6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 Box 18">
            <a:extLst>
              <a:ext uri="{FF2B5EF4-FFF2-40B4-BE49-F238E27FC236}">
                <a16:creationId xmlns:a16="http://schemas.microsoft.com/office/drawing/2014/main" id="{3DFA92C1-C9BB-424C-8F5D-04534EBAE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920" y="4375894"/>
            <a:ext cx="6281109" cy="499624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2010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de-DE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荣获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公司</a:t>
            </a:r>
            <a:r>
              <a:rPr lang="zh-CN" altLang="de-DE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卓越贡献奖</a:t>
            </a:r>
            <a:r>
              <a:rPr lang="zh-CN" altLang="de-DE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”</a:t>
            </a:r>
          </a:p>
        </p:txBody>
      </p:sp>
      <p:sp>
        <p:nvSpPr>
          <p:cNvPr id="39" name="Oval 7">
            <a:extLst>
              <a:ext uri="{FF2B5EF4-FFF2-40B4-BE49-F238E27FC236}">
                <a16:creationId xmlns:a16="http://schemas.microsoft.com/office/drawing/2014/main" id="{FB3EE757-C228-411C-9E2E-01E0AF235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97" y="4420310"/>
            <a:ext cx="409517" cy="410793"/>
          </a:xfrm>
          <a:prstGeom prst="ellipse">
            <a:avLst/>
          </a:prstGeom>
          <a:solidFill>
            <a:srgbClr val="C00000"/>
          </a:solidFill>
          <a:ln>
            <a:noFill/>
          </a:ln>
          <a:extLst/>
        </p:spPr>
        <p:txBody>
          <a:bodyPr/>
          <a:lstStyle/>
          <a:p>
            <a:pPr algn="ctr">
              <a:buFont typeface="Arial"/>
              <a:buNone/>
            </a:pPr>
            <a:r>
              <a:rPr lang="en-US" altLang="zh-CN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6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 Box 18">
            <a:extLst>
              <a:ext uri="{FF2B5EF4-FFF2-40B4-BE49-F238E27FC236}">
                <a16:creationId xmlns:a16="http://schemas.microsoft.com/office/drawing/2014/main" id="{D0D51939-B7C7-4AF5-AF96-02B948ABD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920" y="4935452"/>
            <a:ext cx="6281109" cy="518419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2011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年参与的“唐峰项目”获得公司明星项目奖</a:t>
            </a:r>
            <a:endParaRPr lang="zh-CN" altLang="de-DE" sz="2000" b="1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Oval 7">
            <a:extLst>
              <a:ext uri="{FF2B5EF4-FFF2-40B4-BE49-F238E27FC236}">
                <a16:creationId xmlns:a16="http://schemas.microsoft.com/office/drawing/2014/main" id="{4626AE0B-3911-443F-9FF5-E8D08515C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97" y="4979868"/>
            <a:ext cx="409517" cy="410793"/>
          </a:xfrm>
          <a:prstGeom prst="ellipse">
            <a:avLst/>
          </a:prstGeom>
          <a:solidFill>
            <a:srgbClr val="C00000"/>
          </a:solidFill>
          <a:ln>
            <a:noFill/>
          </a:ln>
          <a:extLst/>
        </p:spPr>
        <p:txBody>
          <a:bodyPr/>
          <a:lstStyle/>
          <a:p>
            <a:pPr algn="ctr">
              <a:buFont typeface="Arial"/>
              <a:buNone/>
            </a:pPr>
            <a:r>
              <a:rPr lang="en-US" altLang="zh-CN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6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Text Box 18">
            <a:extLst>
              <a:ext uri="{FF2B5EF4-FFF2-40B4-BE49-F238E27FC236}">
                <a16:creationId xmlns:a16="http://schemas.microsoft.com/office/drawing/2014/main" id="{99C180F5-B844-4B2C-9C70-78D7D440B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920" y="5481362"/>
            <a:ext cx="6281109" cy="499624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2012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年获得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公司“个人业绩突出奖”</a:t>
            </a:r>
            <a:endParaRPr lang="zh-CN" altLang="de-DE" sz="2000" b="1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Oval 7">
            <a:extLst>
              <a:ext uri="{FF2B5EF4-FFF2-40B4-BE49-F238E27FC236}">
                <a16:creationId xmlns:a16="http://schemas.microsoft.com/office/drawing/2014/main" id="{C5EC2B38-AD7E-4336-B4F8-1CB59920C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97" y="5525778"/>
            <a:ext cx="409517" cy="410793"/>
          </a:xfrm>
          <a:prstGeom prst="ellipse">
            <a:avLst/>
          </a:prstGeom>
          <a:solidFill>
            <a:srgbClr val="C00000"/>
          </a:solidFill>
          <a:ln>
            <a:noFill/>
          </a:ln>
          <a:extLst/>
        </p:spPr>
        <p:txBody>
          <a:bodyPr/>
          <a:lstStyle/>
          <a:p>
            <a:pPr algn="ctr">
              <a:buFont typeface="Arial"/>
              <a:buNone/>
            </a:pPr>
            <a:r>
              <a:rPr lang="en-US" altLang="zh-CN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6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 Box 18">
            <a:extLst>
              <a:ext uri="{FF2B5EF4-FFF2-40B4-BE49-F238E27FC236}">
                <a16:creationId xmlns:a16="http://schemas.microsoft.com/office/drawing/2014/main" id="{68A297DC-7F3F-40ED-9433-5F4C568E0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920" y="6054568"/>
            <a:ext cx="6281109" cy="499624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2013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年获得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公司“最佳策划师”称号</a:t>
            </a:r>
            <a:endParaRPr lang="zh-CN" altLang="de-DE" sz="2000" b="1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Oval 7">
            <a:extLst>
              <a:ext uri="{FF2B5EF4-FFF2-40B4-BE49-F238E27FC236}">
                <a16:creationId xmlns:a16="http://schemas.microsoft.com/office/drawing/2014/main" id="{EEE708B4-37EB-4506-987D-F134B6FB2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97" y="6098984"/>
            <a:ext cx="409517" cy="410793"/>
          </a:xfrm>
          <a:prstGeom prst="ellipse">
            <a:avLst/>
          </a:prstGeom>
          <a:solidFill>
            <a:srgbClr val="C00000"/>
          </a:solidFill>
          <a:ln>
            <a:noFill/>
          </a:ln>
          <a:extLst/>
        </p:spPr>
        <p:txBody>
          <a:bodyPr/>
          <a:lstStyle/>
          <a:p>
            <a:pPr algn="ctr">
              <a:buFont typeface="Arial"/>
              <a:buNone/>
            </a:pPr>
            <a:r>
              <a:rPr lang="en-US" altLang="zh-CN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6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02C631A3-ADCA-4361-819E-994D2A40B8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335" y="2313368"/>
            <a:ext cx="5059570" cy="4761948"/>
          </a:xfrm>
          <a:prstGeom prst="rect">
            <a:avLst/>
          </a:prstGeom>
        </p:spPr>
      </p:pic>
      <p:pic>
        <p:nvPicPr>
          <p:cNvPr id="59" name="Picture 2">
            <a:extLst>
              <a:ext uri="{FF2B5EF4-FFF2-40B4-BE49-F238E27FC236}">
                <a16:creationId xmlns:a16="http://schemas.microsoft.com/office/drawing/2014/main" id="{90418FEF-7D05-498E-AF4B-983464614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33969" y="1385385"/>
            <a:ext cx="3056500" cy="2155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 animBg="1"/>
      <p:bldP spid="38" grpId="0"/>
      <p:bldP spid="39" grpId="0" animBg="1"/>
      <p:bldP spid="40" grpId="0"/>
      <p:bldP spid="41" grpId="0" animBg="1"/>
      <p:bldP spid="42" grpId="0"/>
      <p:bldP spid="43" grpId="0" animBg="1"/>
      <p:bldP spid="44" grpId="0"/>
      <p:bldP spid="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26695"/>
            <a:ext cx="1501518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语言能力</a:t>
            </a:r>
          </a:p>
        </p:txBody>
      </p:sp>
      <p:sp>
        <p:nvSpPr>
          <p:cNvPr id="29" name="不完整圆 28">
            <a:extLst>
              <a:ext uri="{FF2B5EF4-FFF2-40B4-BE49-F238E27FC236}">
                <a16:creationId xmlns:a16="http://schemas.microsoft.com/office/drawing/2014/main" id="{4E39AD9B-9BBB-460E-9310-9774157B8524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0" name="MH_Other_1">
            <a:extLst>
              <a:ext uri="{FF2B5EF4-FFF2-40B4-BE49-F238E27FC236}">
                <a16:creationId xmlns:a16="http://schemas.microsoft.com/office/drawing/2014/main" id="{8163EA9F-B03B-457D-A64F-7AC4B03115E4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5486944" y="400732"/>
            <a:ext cx="2" cy="6047285"/>
          </a:xfrm>
          <a:prstGeom prst="line">
            <a:avLst/>
          </a:prstGeom>
          <a:ln w="12700">
            <a:solidFill>
              <a:srgbClr val="C0C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2132255-81F3-495E-8E90-13EEE67A35B4}"/>
              </a:ext>
            </a:extLst>
          </p:cNvPr>
          <p:cNvGrpSpPr/>
          <p:nvPr/>
        </p:nvGrpSpPr>
        <p:grpSpPr>
          <a:xfrm>
            <a:off x="4882213" y="954525"/>
            <a:ext cx="1209457" cy="1209457"/>
            <a:chOff x="3820856" y="1419622"/>
            <a:chExt cx="648000" cy="648000"/>
          </a:xfrm>
        </p:grpSpPr>
        <p:sp>
          <p:nvSpPr>
            <p:cNvPr id="32" name="MH_Other_3">
              <a:extLst>
                <a:ext uri="{FF2B5EF4-FFF2-40B4-BE49-F238E27FC236}">
                  <a16:creationId xmlns:a16="http://schemas.microsoft.com/office/drawing/2014/main" id="{23111D6B-DC73-4E2B-B0A2-206FB4BB73F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820856" y="1419622"/>
              <a:ext cx="648000" cy="648000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MH_Other_4">
              <a:extLst>
                <a:ext uri="{FF2B5EF4-FFF2-40B4-BE49-F238E27FC236}">
                  <a16:creationId xmlns:a16="http://schemas.microsoft.com/office/drawing/2014/main" id="{5E074D14-D968-43A0-83FD-B4CAEE64692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3946582" y="1544085"/>
              <a:ext cx="398769" cy="39876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r>
                <a: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英语</a:t>
              </a: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3420B0B-A215-4178-981F-E80D7052BD8D}"/>
              </a:ext>
            </a:extLst>
          </p:cNvPr>
          <p:cNvGrpSpPr/>
          <p:nvPr/>
        </p:nvGrpSpPr>
        <p:grpSpPr>
          <a:xfrm>
            <a:off x="4882215" y="2919905"/>
            <a:ext cx="1209457" cy="1209457"/>
            <a:chOff x="3820856" y="2583671"/>
            <a:chExt cx="648000" cy="648000"/>
          </a:xfrm>
        </p:grpSpPr>
        <p:sp>
          <p:nvSpPr>
            <p:cNvPr id="35" name="MH_Other_5">
              <a:extLst>
                <a:ext uri="{FF2B5EF4-FFF2-40B4-BE49-F238E27FC236}">
                  <a16:creationId xmlns:a16="http://schemas.microsoft.com/office/drawing/2014/main" id="{F882B986-C34B-41F6-BD22-35B5AFADED8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3820856" y="2583671"/>
              <a:ext cx="648000" cy="648000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MH_Other_6">
              <a:extLst>
                <a:ext uri="{FF2B5EF4-FFF2-40B4-BE49-F238E27FC236}">
                  <a16:creationId xmlns:a16="http://schemas.microsoft.com/office/drawing/2014/main" id="{F8B24074-EFF4-4106-A149-F6F4A54AE3D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946582" y="2708133"/>
              <a:ext cx="398769" cy="39876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r>
                <a: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汉语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287C65B-0629-4E03-B19C-BC20E4A9C2FA}"/>
              </a:ext>
            </a:extLst>
          </p:cNvPr>
          <p:cNvGrpSpPr/>
          <p:nvPr/>
        </p:nvGrpSpPr>
        <p:grpSpPr>
          <a:xfrm>
            <a:off x="4882214" y="4812763"/>
            <a:ext cx="1209457" cy="1209457"/>
            <a:chOff x="3820856" y="3747721"/>
            <a:chExt cx="648000" cy="648000"/>
          </a:xfrm>
        </p:grpSpPr>
        <p:sp>
          <p:nvSpPr>
            <p:cNvPr id="38" name="MH_Other_7">
              <a:extLst>
                <a:ext uri="{FF2B5EF4-FFF2-40B4-BE49-F238E27FC236}">
                  <a16:creationId xmlns:a16="http://schemas.microsoft.com/office/drawing/2014/main" id="{31E7D03B-3E8B-4F61-858F-157DC8F15533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820856" y="3747721"/>
              <a:ext cx="648000" cy="648000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MH_Other_8">
              <a:extLst>
                <a:ext uri="{FF2B5EF4-FFF2-40B4-BE49-F238E27FC236}">
                  <a16:creationId xmlns:a16="http://schemas.microsoft.com/office/drawing/2014/main" id="{34C910F8-86DB-4E19-BD62-5366052FBC8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3946582" y="3872184"/>
              <a:ext cx="398769" cy="39876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r>
                <a: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粤语</a:t>
              </a:r>
            </a:p>
          </p:txBody>
        </p:sp>
      </p:grpSp>
      <p:sp>
        <p:nvSpPr>
          <p:cNvPr id="40" name="MH_Text_1">
            <a:extLst>
              <a:ext uri="{FF2B5EF4-FFF2-40B4-BE49-F238E27FC236}">
                <a16:creationId xmlns:a16="http://schemas.microsoft.com/office/drawing/2014/main" id="{F411B760-3114-471F-9ECB-2F33FC13C303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539821" y="1330454"/>
            <a:ext cx="4625484" cy="566142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9pPr>
          </a:lstStyle>
          <a:p>
            <a:pPr lvl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prstClr val="white">
                    <a:lumMod val="50000"/>
                  </a:prstClr>
                </a:solidFill>
                <a:latin typeface="Arial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600">
              <a:solidFill>
                <a:prstClr val="white">
                  <a:lumMod val="50000"/>
                </a:prstClr>
              </a:solidFill>
              <a:latin typeface="Arial"/>
              <a:cs typeface="+mn-ea"/>
              <a:sym typeface="+mn-lt"/>
            </a:endParaRPr>
          </a:p>
        </p:txBody>
      </p:sp>
      <p:sp>
        <p:nvSpPr>
          <p:cNvPr id="41" name="MH_SubTitle_1">
            <a:extLst>
              <a:ext uri="{FF2B5EF4-FFF2-40B4-BE49-F238E27FC236}">
                <a16:creationId xmlns:a16="http://schemas.microsoft.com/office/drawing/2014/main" id="{1103C9EA-D3DF-41F4-8759-3C6070C85310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539821" y="1042429"/>
            <a:ext cx="2890606" cy="323255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9989" tIns="0" rIns="119989" bIns="0" rtlCol="0" anchor="t">
            <a:no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n"/>
              <a:defRPr sz="1400" b="1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lt"/>
              </a:rPr>
              <a:t>新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lt"/>
              </a:rPr>
              <a:t>TOFEL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lt"/>
              </a:rPr>
              <a:t>考试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lt"/>
              </a:rPr>
              <a:t>120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lt"/>
              </a:rPr>
              <a:t>分</a:t>
            </a:r>
          </a:p>
        </p:txBody>
      </p:sp>
      <p:sp>
        <p:nvSpPr>
          <p:cNvPr id="42" name="MH_Text_1">
            <a:extLst>
              <a:ext uri="{FF2B5EF4-FFF2-40B4-BE49-F238E27FC236}">
                <a16:creationId xmlns:a16="http://schemas.microsoft.com/office/drawing/2014/main" id="{D1145237-7C97-47A5-BC01-AE62CFA69273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542176" y="3325094"/>
            <a:ext cx="4622331" cy="566142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9pPr>
          </a:lstStyle>
          <a:p>
            <a:pPr lvl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prstClr val="white">
                    <a:lumMod val="50000"/>
                  </a:prstClr>
                </a:solidFill>
                <a:latin typeface="Arial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600">
              <a:solidFill>
                <a:prstClr val="white">
                  <a:lumMod val="50000"/>
                </a:prstClr>
              </a:solidFill>
              <a:latin typeface="Arial"/>
              <a:cs typeface="+mn-ea"/>
              <a:sym typeface="+mn-lt"/>
            </a:endParaRPr>
          </a:p>
        </p:txBody>
      </p:sp>
      <p:sp>
        <p:nvSpPr>
          <p:cNvPr id="43" name="MH_SubTitle_1">
            <a:extLst>
              <a:ext uri="{FF2B5EF4-FFF2-40B4-BE49-F238E27FC236}">
                <a16:creationId xmlns:a16="http://schemas.microsoft.com/office/drawing/2014/main" id="{18F9D6E0-AD02-40F1-A9D2-D6C5610B9DF4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542177" y="3037077"/>
            <a:ext cx="3369596" cy="323255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9989" tIns="0" rIns="119989" bIns="0" rtlCol="0" anchor="t">
            <a:no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n"/>
              <a:defRPr sz="1400" b="1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lt"/>
              </a:rPr>
              <a:t>普通话水平测试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lt"/>
              </a:rPr>
              <a:t>1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lt"/>
              </a:rPr>
              <a:t>级甲等</a:t>
            </a:r>
          </a:p>
        </p:txBody>
      </p:sp>
      <p:sp>
        <p:nvSpPr>
          <p:cNvPr id="44" name="MH_Text_1">
            <a:extLst>
              <a:ext uri="{FF2B5EF4-FFF2-40B4-BE49-F238E27FC236}">
                <a16:creationId xmlns:a16="http://schemas.microsoft.com/office/drawing/2014/main" id="{CB42835B-E24B-4BC6-823D-6AC58482182D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544533" y="5284487"/>
            <a:ext cx="4619178" cy="566142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9pPr>
          </a:lstStyle>
          <a:p>
            <a:pPr lvl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prstClr val="white">
                    <a:lumMod val="50000"/>
                  </a:prstClr>
                </a:solidFill>
                <a:latin typeface="Arial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600">
              <a:solidFill>
                <a:prstClr val="white">
                  <a:lumMod val="50000"/>
                </a:prstClr>
              </a:solidFill>
              <a:latin typeface="Arial"/>
              <a:cs typeface="+mn-ea"/>
              <a:sym typeface="+mn-lt"/>
            </a:endParaRPr>
          </a:p>
        </p:txBody>
      </p:sp>
      <p:sp>
        <p:nvSpPr>
          <p:cNvPr id="45" name="MH_SubTitle_1">
            <a:extLst>
              <a:ext uri="{FF2B5EF4-FFF2-40B4-BE49-F238E27FC236}">
                <a16:creationId xmlns:a16="http://schemas.microsoft.com/office/drawing/2014/main" id="{1D669863-347D-4BA9-BC6E-3F397D9BDC25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544533" y="4996479"/>
            <a:ext cx="2890606" cy="323255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9989" tIns="0" rIns="119989" bIns="0" rtlCol="0" anchor="t">
            <a:no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n"/>
              <a:defRPr sz="1400" b="1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+mn-lt"/>
              </a:rPr>
              <a:t>能够满足正常交流</a:t>
            </a:r>
          </a:p>
        </p:txBody>
      </p:sp>
      <p:sp>
        <p:nvSpPr>
          <p:cNvPr id="46" name="MH_Other_2">
            <a:extLst>
              <a:ext uri="{FF2B5EF4-FFF2-40B4-BE49-F238E27FC236}">
                <a16:creationId xmlns:a16="http://schemas.microsoft.com/office/drawing/2014/main" id="{E8AA340D-501E-43B6-9D59-03F6CFF5A273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152494" y="2008668"/>
            <a:ext cx="2427152" cy="2427152"/>
          </a:xfrm>
          <a:prstGeom prst="ellipse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E0E0E0"/>
              </a:gs>
            </a:gsLst>
            <a:lin ang="8100000" scaled="0"/>
          </a:gradFill>
          <a:ln w="63500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279400" dist="2540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7" name="MH_Title_1">
            <a:extLst>
              <a:ext uri="{FF2B5EF4-FFF2-40B4-BE49-F238E27FC236}">
                <a16:creationId xmlns:a16="http://schemas.microsoft.com/office/drawing/2014/main" id="{4ED9B7A1-1CE1-4A04-9FA5-CFA12E310A46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400118" y="2260745"/>
            <a:ext cx="1935242" cy="1933494"/>
          </a:xfrm>
          <a:prstGeom prst="ellipse">
            <a:avLst/>
          </a:prstGeom>
          <a:blipFill dpi="0"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innerShdw dist="76200" dir="135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 lang="en-US" altLang="zh-CN" sz="2400">
              <a:latin typeface="Calibri" pitchFamily="34" charset="0"/>
              <a:ea typeface="微软雅黑" pitchFamily="34" charset="-122"/>
            </a:endParaRPr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8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81481E-06 L -0.21315 0.23102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64" y="11551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1.11111E-06 L -0.21315 0.00463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64" y="231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3.7037E-06 L -0.21315 -0.22153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64" y="-1108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autoRev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250"/>
                            </p:stCondLst>
                            <p:childTnLst>
                              <p:par>
                                <p:cTn id="4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250" tmFilter="0,0; .5, 1; 1, 1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6250"/>
                            </p:stCondLst>
                            <p:childTnLst>
                              <p:par>
                                <p:cTn id="5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50" tmFilter="0,0; .5, 1; 1, 1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7250"/>
                            </p:stCondLst>
                            <p:childTnLst>
                              <p:par>
                                <p:cTn id="7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250" tmFilter="0,0; .5, 1; 1, 1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4" grpId="0"/>
      <p:bldP spid="45" grpId="0"/>
      <p:bldP spid="46" grpId="0" animBg="1"/>
      <p:bldP spid="47" grpId="0" animBg="1"/>
      <p:bldP spid="4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26695"/>
            <a:ext cx="1551752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竞聘岗位</a:t>
            </a:r>
          </a:p>
        </p:txBody>
      </p:sp>
      <p:sp>
        <p:nvSpPr>
          <p:cNvPr id="32" name="不完整圆 31">
            <a:extLst>
              <a:ext uri="{FF2B5EF4-FFF2-40B4-BE49-F238E27FC236}">
                <a16:creationId xmlns:a16="http://schemas.microsoft.com/office/drawing/2014/main" id="{99B67D34-A26B-4DF8-9236-9B736AD31D9E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燕尾形 4">
            <a:extLst>
              <a:ext uri="{FF2B5EF4-FFF2-40B4-BE49-F238E27FC236}">
                <a16:creationId xmlns:a16="http://schemas.microsoft.com/office/drawing/2014/main" id="{E75ED24F-E3BE-49C4-8D22-4500825EF6BC}"/>
              </a:ext>
            </a:extLst>
          </p:cNvPr>
          <p:cNvSpPr/>
          <p:nvPr/>
        </p:nvSpPr>
        <p:spPr>
          <a:xfrm>
            <a:off x="3453273" y="1917226"/>
            <a:ext cx="1151828" cy="1943709"/>
          </a:xfrm>
          <a:prstGeom prst="chevron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9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燕尾形 5">
            <a:extLst>
              <a:ext uri="{FF2B5EF4-FFF2-40B4-BE49-F238E27FC236}">
                <a16:creationId xmlns:a16="http://schemas.microsoft.com/office/drawing/2014/main" id="{5AC57170-3249-4EE3-BCEE-26B5A0158607}"/>
              </a:ext>
            </a:extLst>
          </p:cNvPr>
          <p:cNvSpPr/>
          <p:nvPr/>
        </p:nvSpPr>
        <p:spPr>
          <a:xfrm>
            <a:off x="6381254" y="1917226"/>
            <a:ext cx="1151828" cy="1943709"/>
          </a:xfrm>
          <a:prstGeom prst="chevron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9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燕尾形 6">
            <a:extLst>
              <a:ext uri="{FF2B5EF4-FFF2-40B4-BE49-F238E27FC236}">
                <a16:creationId xmlns:a16="http://schemas.microsoft.com/office/drawing/2014/main" id="{68E90C8D-D3AB-4D65-9E5B-C64CEB92BB55}"/>
              </a:ext>
            </a:extLst>
          </p:cNvPr>
          <p:cNvSpPr/>
          <p:nvPr/>
        </p:nvSpPr>
        <p:spPr>
          <a:xfrm>
            <a:off x="9335517" y="1917226"/>
            <a:ext cx="1151828" cy="1943709"/>
          </a:xfrm>
          <a:prstGeom prst="chevron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9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文本框 47">
            <a:extLst>
              <a:ext uri="{FF2B5EF4-FFF2-40B4-BE49-F238E27FC236}">
                <a16:creationId xmlns:a16="http://schemas.microsoft.com/office/drawing/2014/main" id="{662289D2-DCF6-4140-94B0-A36A8E54E9A1}"/>
              </a:ext>
            </a:extLst>
          </p:cNvPr>
          <p:cNvSpPr txBox="1"/>
          <p:nvPr/>
        </p:nvSpPr>
        <p:spPr>
          <a:xfrm>
            <a:off x="1632667" y="2163665"/>
            <a:ext cx="1210588" cy="4001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添加文本</a:t>
            </a:r>
          </a:p>
        </p:txBody>
      </p:sp>
      <p:sp>
        <p:nvSpPr>
          <p:cNvPr id="37" name="文本框 48">
            <a:extLst>
              <a:ext uri="{FF2B5EF4-FFF2-40B4-BE49-F238E27FC236}">
                <a16:creationId xmlns:a16="http://schemas.microsoft.com/office/drawing/2014/main" id="{469E533F-3C32-4C2C-AF01-D06DAA15EC23}"/>
              </a:ext>
            </a:extLst>
          </p:cNvPr>
          <p:cNvSpPr txBox="1"/>
          <p:nvPr/>
        </p:nvSpPr>
        <p:spPr>
          <a:xfrm>
            <a:off x="1632667" y="2685869"/>
            <a:ext cx="1943709" cy="72250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请在此处添加文字信息，表达图的含义请在此处添加文字。</a:t>
            </a:r>
          </a:p>
          <a:p>
            <a:pPr>
              <a:lnSpc>
                <a:spcPct val="130000"/>
              </a:lnSpc>
            </a:pPr>
            <a:endParaRPr lang="zh-CN" altLang="en-US" sz="105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3F5FB12-AAF9-40AC-B839-282C28A64A6F}"/>
              </a:ext>
            </a:extLst>
          </p:cNvPr>
          <p:cNvGrpSpPr/>
          <p:nvPr/>
        </p:nvGrpSpPr>
        <p:grpSpPr>
          <a:xfrm>
            <a:off x="3638769" y="2529135"/>
            <a:ext cx="719892" cy="719892"/>
            <a:chOff x="3639715" y="2600908"/>
            <a:chExt cx="720080" cy="72008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A15FB33-CA92-4C5F-AD24-4A0EE459A1F6}"/>
                </a:ext>
              </a:extLst>
            </p:cNvPr>
            <p:cNvSpPr/>
            <p:nvPr/>
          </p:nvSpPr>
          <p:spPr>
            <a:xfrm>
              <a:off x="3639715" y="2600908"/>
              <a:ext cx="720080" cy="72008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4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" name="Freeform 66">
              <a:extLst>
                <a:ext uri="{FF2B5EF4-FFF2-40B4-BE49-F238E27FC236}">
                  <a16:creationId xmlns:a16="http://schemas.microsoft.com/office/drawing/2014/main" id="{D80E9250-C7C8-454D-957A-F1F0B7DB32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7803" y="2722630"/>
              <a:ext cx="379591" cy="468907"/>
            </a:xfrm>
            <a:custGeom>
              <a:gdLst>
                <a:gd name="T0" fmla="*/ 196 w 208"/>
                <a:gd name="T1" fmla="*/ 256 h 256"/>
                <a:gd name="T2" fmla="*/ 12 w 208"/>
                <a:gd name="T3" fmla="*/ 256 h 256"/>
                <a:gd name="T4" fmla="*/ 0 w 208"/>
                <a:gd name="T5" fmla="*/ 244 h 256"/>
                <a:gd name="T6" fmla="*/ 0 w 208"/>
                <a:gd name="T7" fmla="*/ 140 h 256"/>
                <a:gd name="T8" fmla="*/ 12 w 208"/>
                <a:gd name="T9" fmla="*/ 128 h 256"/>
                <a:gd name="T10" fmla="*/ 32 w 208"/>
                <a:gd name="T11" fmla="*/ 128 h 256"/>
                <a:gd name="T12" fmla="*/ 32 w 208"/>
                <a:gd name="T13" fmla="*/ 72 h 256"/>
                <a:gd name="T14" fmla="*/ 104 w 208"/>
                <a:gd name="T15" fmla="*/ 0 h 256"/>
                <a:gd name="T16" fmla="*/ 176 w 208"/>
                <a:gd name="T17" fmla="*/ 72 h 256"/>
                <a:gd name="T18" fmla="*/ 176 w 208"/>
                <a:gd name="T19" fmla="*/ 128 h 256"/>
                <a:gd name="T20" fmla="*/ 196 w 208"/>
                <a:gd name="T21" fmla="*/ 128 h 256"/>
                <a:gd name="T22" fmla="*/ 208 w 208"/>
                <a:gd name="T23" fmla="*/ 140 h 256"/>
                <a:gd name="T24" fmla="*/ 208 w 208"/>
                <a:gd name="T25" fmla="*/ 244 h 256"/>
                <a:gd name="T26" fmla="*/ 196 w 208"/>
                <a:gd name="T27" fmla="*/ 256 h 256"/>
                <a:gd name="T28" fmla="*/ 92 w 208"/>
                <a:gd name="T29" fmla="*/ 197 h 256"/>
                <a:gd name="T30" fmla="*/ 92 w 208"/>
                <a:gd name="T31" fmla="*/ 220 h 256"/>
                <a:gd name="T32" fmla="*/ 104 w 208"/>
                <a:gd name="T33" fmla="*/ 232 h 256"/>
                <a:gd name="T34" fmla="*/ 116 w 208"/>
                <a:gd name="T35" fmla="*/ 220 h 256"/>
                <a:gd name="T36" fmla="*/ 116 w 208"/>
                <a:gd name="T37" fmla="*/ 197 h 256"/>
                <a:gd name="T38" fmla="*/ 128 w 208"/>
                <a:gd name="T39" fmla="*/ 176 h 256"/>
                <a:gd name="T40" fmla="*/ 104 w 208"/>
                <a:gd name="T41" fmla="*/ 152 h 256"/>
                <a:gd name="T42" fmla="*/ 80 w 208"/>
                <a:gd name="T43" fmla="*/ 176 h 256"/>
                <a:gd name="T44" fmla="*/ 92 w 208"/>
                <a:gd name="T45" fmla="*/ 197 h 256"/>
                <a:gd name="T46" fmla="*/ 152 w 208"/>
                <a:gd name="T47" fmla="*/ 72 h 256"/>
                <a:gd name="T48" fmla="*/ 104 w 208"/>
                <a:gd name="T49" fmla="*/ 24 h 256"/>
                <a:gd name="T50" fmla="*/ 56 w 208"/>
                <a:gd name="T51" fmla="*/ 72 h 256"/>
                <a:gd name="T52" fmla="*/ 56 w 208"/>
                <a:gd name="T53" fmla="*/ 128 h 256"/>
                <a:gd name="T54" fmla="*/ 152 w 208"/>
                <a:gd name="T55" fmla="*/ 128 h 256"/>
                <a:gd name="T56" fmla="*/ 152 w 208"/>
                <a:gd name="T57" fmla="*/ 72 h 25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08" h="256">
                  <a:moveTo>
                    <a:pt x="196" y="256"/>
                  </a:moveTo>
                  <a:cubicBezTo>
                    <a:pt x="12" y="256"/>
                    <a:pt x="12" y="256"/>
                    <a:pt x="12" y="256"/>
                  </a:cubicBezTo>
                  <a:cubicBezTo>
                    <a:pt x="5" y="256"/>
                    <a:pt x="0" y="251"/>
                    <a:pt x="0" y="244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33"/>
                    <a:pt x="5" y="128"/>
                    <a:pt x="12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2" y="72"/>
                    <a:pt x="32" y="72"/>
                    <a:pt x="32" y="72"/>
                  </a:cubicBezTo>
                  <a:cubicBezTo>
                    <a:pt x="32" y="32"/>
                    <a:pt x="64" y="0"/>
                    <a:pt x="104" y="0"/>
                  </a:cubicBezTo>
                  <a:cubicBezTo>
                    <a:pt x="144" y="0"/>
                    <a:pt x="176" y="32"/>
                    <a:pt x="176" y="72"/>
                  </a:cubicBezTo>
                  <a:cubicBezTo>
                    <a:pt x="176" y="128"/>
                    <a:pt x="176" y="128"/>
                    <a:pt x="176" y="128"/>
                  </a:cubicBezTo>
                  <a:cubicBezTo>
                    <a:pt x="196" y="128"/>
                    <a:pt x="196" y="128"/>
                    <a:pt x="196" y="128"/>
                  </a:cubicBezTo>
                  <a:cubicBezTo>
                    <a:pt x="203" y="128"/>
                    <a:pt x="208" y="133"/>
                    <a:pt x="208" y="140"/>
                  </a:cubicBezTo>
                  <a:cubicBezTo>
                    <a:pt x="208" y="244"/>
                    <a:pt x="208" y="244"/>
                    <a:pt x="208" y="244"/>
                  </a:cubicBezTo>
                  <a:cubicBezTo>
                    <a:pt x="208" y="251"/>
                    <a:pt x="203" y="256"/>
                    <a:pt x="196" y="256"/>
                  </a:cubicBezTo>
                  <a:moveTo>
                    <a:pt x="92" y="197"/>
                  </a:moveTo>
                  <a:cubicBezTo>
                    <a:pt x="92" y="220"/>
                    <a:pt x="92" y="220"/>
                    <a:pt x="92" y="220"/>
                  </a:cubicBezTo>
                  <a:cubicBezTo>
                    <a:pt x="92" y="227"/>
                    <a:pt x="97" y="232"/>
                    <a:pt x="104" y="232"/>
                  </a:cubicBezTo>
                  <a:cubicBezTo>
                    <a:pt x="111" y="232"/>
                    <a:pt x="116" y="227"/>
                    <a:pt x="116" y="220"/>
                  </a:cubicBezTo>
                  <a:cubicBezTo>
                    <a:pt x="116" y="197"/>
                    <a:pt x="116" y="197"/>
                    <a:pt x="116" y="197"/>
                  </a:cubicBezTo>
                  <a:cubicBezTo>
                    <a:pt x="123" y="193"/>
                    <a:pt x="128" y="185"/>
                    <a:pt x="128" y="176"/>
                  </a:cubicBezTo>
                  <a:cubicBezTo>
                    <a:pt x="128" y="163"/>
                    <a:pt x="117" y="152"/>
                    <a:pt x="104" y="152"/>
                  </a:cubicBezTo>
                  <a:cubicBezTo>
                    <a:pt x="91" y="152"/>
                    <a:pt x="80" y="163"/>
                    <a:pt x="80" y="176"/>
                  </a:cubicBezTo>
                  <a:cubicBezTo>
                    <a:pt x="80" y="185"/>
                    <a:pt x="85" y="193"/>
                    <a:pt x="92" y="197"/>
                  </a:cubicBezTo>
                  <a:moveTo>
                    <a:pt x="152" y="72"/>
                  </a:moveTo>
                  <a:cubicBezTo>
                    <a:pt x="152" y="45"/>
                    <a:pt x="131" y="24"/>
                    <a:pt x="104" y="24"/>
                  </a:cubicBezTo>
                  <a:cubicBezTo>
                    <a:pt x="77" y="24"/>
                    <a:pt x="56" y="45"/>
                    <a:pt x="56" y="72"/>
                  </a:cubicBezTo>
                  <a:cubicBezTo>
                    <a:pt x="56" y="128"/>
                    <a:pt x="56" y="128"/>
                    <a:pt x="56" y="128"/>
                  </a:cubicBezTo>
                  <a:cubicBezTo>
                    <a:pt x="152" y="128"/>
                    <a:pt x="152" y="128"/>
                    <a:pt x="152" y="128"/>
                  </a:cubicBezTo>
                  <a:lnTo>
                    <a:pt x="152" y="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/>
            <a:extLst/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4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292818C-7B74-493F-870F-62D90A69337A}"/>
              </a:ext>
            </a:extLst>
          </p:cNvPr>
          <p:cNvGrpSpPr/>
          <p:nvPr/>
        </p:nvGrpSpPr>
        <p:grpSpPr>
          <a:xfrm>
            <a:off x="6566750" y="2529135"/>
            <a:ext cx="719892" cy="719892"/>
            <a:chOff x="6568459" y="2600908"/>
            <a:chExt cx="720080" cy="72008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FF10709A-8967-4AE4-8528-5B5E517EE6ED}"/>
                </a:ext>
              </a:extLst>
            </p:cNvPr>
            <p:cNvSpPr/>
            <p:nvPr/>
          </p:nvSpPr>
          <p:spPr>
            <a:xfrm>
              <a:off x="6568459" y="2600908"/>
              <a:ext cx="720080" cy="72008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4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3" name="Freeform 107">
              <a:extLst>
                <a:ext uri="{FF2B5EF4-FFF2-40B4-BE49-F238E27FC236}">
                  <a16:creationId xmlns:a16="http://schemas.microsoft.com/office/drawing/2014/main" id="{5DDE4524-1F68-421C-B43B-67751E7A6F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6415" y="2826814"/>
              <a:ext cx="364168" cy="332120"/>
            </a:xfrm>
            <a:custGeom>
              <a:gdLst>
                <a:gd name="T0" fmla="*/ 244 w 256"/>
                <a:gd name="T1" fmla="*/ 196 h 232"/>
                <a:gd name="T2" fmla="*/ 188 w 256"/>
                <a:gd name="T3" fmla="*/ 196 h 232"/>
                <a:gd name="T4" fmla="*/ 96 w 256"/>
                <a:gd name="T5" fmla="*/ 196 h 232"/>
                <a:gd name="T6" fmla="*/ 84 w 256"/>
                <a:gd name="T7" fmla="*/ 196 h 232"/>
                <a:gd name="T8" fmla="*/ 81 w 256"/>
                <a:gd name="T9" fmla="*/ 196 h 232"/>
                <a:gd name="T10" fmla="*/ 48 w 256"/>
                <a:gd name="T11" fmla="*/ 228 h 232"/>
                <a:gd name="T12" fmla="*/ 40 w 256"/>
                <a:gd name="T13" fmla="*/ 232 h 232"/>
                <a:gd name="T14" fmla="*/ 40 w 256"/>
                <a:gd name="T15" fmla="*/ 232 h 232"/>
                <a:gd name="T16" fmla="*/ 32 w 256"/>
                <a:gd name="T17" fmla="*/ 228 h 232"/>
                <a:gd name="T18" fmla="*/ 31 w 256"/>
                <a:gd name="T19" fmla="*/ 228 h 232"/>
                <a:gd name="T20" fmla="*/ 30 w 256"/>
                <a:gd name="T21" fmla="*/ 227 h 232"/>
                <a:gd name="T22" fmla="*/ 30 w 256"/>
                <a:gd name="T23" fmla="*/ 226 h 232"/>
                <a:gd name="T24" fmla="*/ 29 w 256"/>
                <a:gd name="T25" fmla="*/ 225 h 232"/>
                <a:gd name="T26" fmla="*/ 29 w 256"/>
                <a:gd name="T27" fmla="*/ 224 h 232"/>
                <a:gd name="T28" fmla="*/ 28 w 256"/>
                <a:gd name="T29" fmla="*/ 222 h 232"/>
                <a:gd name="T30" fmla="*/ 28 w 256"/>
                <a:gd name="T31" fmla="*/ 220 h 232"/>
                <a:gd name="T32" fmla="*/ 28 w 256"/>
                <a:gd name="T33" fmla="*/ 196 h 232"/>
                <a:gd name="T34" fmla="*/ 26 w 256"/>
                <a:gd name="T35" fmla="*/ 196 h 232"/>
                <a:gd name="T36" fmla="*/ 12 w 256"/>
                <a:gd name="T37" fmla="*/ 196 h 232"/>
                <a:gd name="T38" fmla="*/ 0 w 256"/>
                <a:gd name="T39" fmla="*/ 184 h 232"/>
                <a:gd name="T40" fmla="*/ 0 w 256"/>
                <a:gd name="T41" fmla="*/ 12 h 232"/>
                <a:gd name="T42" fmla="*/ 12 w 256"/>
                <a:gd name="T43" fmla="*/ 0 h 232"/>
                <a:gd name="T44" fmla="*/ 244 w 256"/>
                <a:gd name="T45" fmla="*/ 0 h 232"/>
                <a:gd name="T46" fmla="*/ 256 w 256"/>
                <a:gd name="T47" fmla="*/ 12 h 232"/>
                <a:gd name="T48" fmla="*/ 256 w 256"/>
                <a:gd name="T49" fmla="*/ 184 h 232"/>
                <a:gd name="T50" fmla="*/ 244 w 256"/>
                <a:gd name="T51" fmla="*/ 196 h 232"/>
                <a:gd name="T52" fmla="*/ 68 w 256"/>
                <a:gd name="T53" fmla="*/ 76 h 232"/>
                <a:gd name="T54" fmla="*/ 44 w 256"/>
                <a:gd name="T55" fmla="*/ 100 h 232"/>
                <a:gd name="T56" fmla="*/ 68 w 256"/>
                <a:gd name="T57" fmla="*/ 124 h 232"/>
                <a:gd name="T58" fmla="*/ 92 w 256"/>
                <a:gd name="T59" fmla="*/ 100 h 232"/>
                <a:gd name="T60" fmla="*/ 68 w 256"/>
                <a:gd name="T61" fmla="*/ 76 h 232"/>
                <a:gd name="T62" fmla="*/ 128 w 256"/>
                <a:gd name="T63" fmla="*/ 76 h 232"/>
                <a:gd name="T64" fmla="*/ 104 w 256"/>
                <a:gd name="T65" fmla="*/ 100 h 232"/>
                <a:gd name="T66" fmla="*/ 128 w 256"/>
                <a:gd name="T67" fmla="*/ 124 h 232"/>
                <a:gd name="T68" fmla="*/ 152 w 256"/>
                <a:gd name="T69" fmla="*/ 100 h 232"/>
                <a:gd name="T70" fmla="*/ 128 w 256"/>
                <a:gd name="T71" fmla="*/ 76 h 232"/>
                <a:gd name="T72" fmla="*/ 188 w 256"/>
                <a:gd name="T73" fmla="*/ 76 h 232"/>
                <a:gd name="T74" fmla="*/ 164 w 256"/>
                <a:gd name="T75" fmla="*/ 100 h 232"/>
                <a:gd name="T76" fmla="*/ 188 w 256"/>
                <a:gd name="T77" fmla="*/ 124 h 232"/>
                <a:gd name="T78" fmla="*/ 212 w 256"/>
                <a:gd name="T79" fmla="*/ 100 h 232"/>
                <a:gd name="T80" fmla="*/ 188 w 256"/>
                <a:gd name="T81" fmla="*/ 76 h 23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6" h="231">
                  <a:moveTo>
                    <a:pt x="244" y="196"/>
                  </a:moveTo>
                  <a:cubicBezTo>
                    <a:pt x="188" y="196"/>
                    <a:pt x="188" y="196"/>
                    <a:pt x="188" y="196"/>
                  </a:cubicBezTo>
                  <a:cubicBezTo>
                    <a:pt x="96" y="196"/>
                    <a:pt x="96" y="196"/>
                    <a:pt x="96" y="196"/>
                  </a:cubicBezTo>
                  <a:cubicBezTo>
                    <a:pt x="84" y="196"/>
                    <a:pt x="84" y="196"/>
                    <a:pt x="84" y="196"/>
                  </a:cubicBezTo>
                  <a:cubicBezTo>
                    <a:pt x="81" y="196"/>
                    <a:pt x="81" y="196"/>
                    <a:pt x="81" y="196"/>
                  </a:cubicBezTo>
                  <a:cubicBezTo>
                    <a:pt x="48" y="228"/>
                    <a:pt x="48" y="228"/>
                    <a:pt x="48" y="228"/>
                  </a:cubicBezTo>
                  <a:cubicBezTo>
                    <a:pt x="46" y="231"/>
                    <a:pt x="43" y="232"/>
                    <a:pt x="40" y="232"/>
                  </a:cubicBezTo>
                  <a:cubicBezTo>
                    <a:pt x="40" y="232"/>
                    <a:pt x="40" y="232"/>
                    <a:pt x="40" y="232"/>
                  </a:cubicBezTo>
                  <a:cubicBezTo>
                    <a:pt x="37" y="232"/>
                    <a:pt x="34" y="231"/>
                    <a:pt x="32" y="228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1" y="228"/>
                    <a:pt x="30" y="227"/>
                    <a:pt x="30" y="227"/>
                  </a:cubicBezTo>
                  <a:cubicBezTo>
                    <a:pt x="30" y="226"/>
                    <a:pt x="30" y="226"/>
                    <a:pt x="30" y="226"/>
                  </a:cubicBezTo>
                  <a:cubicBezTo>
                    <a:pt x="29" y="226"/>
                    <a:pt x="29" y="225"/>
                    <a:pt x="29" y="225"/>
                  </a:cubicBezTo>
                  <a:cubicBezTo>
                    <a:pt x="29" y="224"/>
                    <a:pt x="29" y="224"/>
                    <a:pt x="29" y="224"/>
                  </a:cubicBezTo>
                  <a:cubicBezTo>
                    <a:pt x="29" y="223"/>
                    <a:pt x="28" y="223"/>
                    <a:pt x="28" y="222"/>
                  </a:cubicBezTo>
                  <a:cubicBezTo>
                    <a:pt x="28" y="222"/>
                    <a:pt x="28" y="221"/>
                    <a:pt x="28" y="220"/>
                  </a:cubicBezTo>
                  <a:cubicBezTo>
                    <a:pt x="28" y="196"/>
                    <a:pt x="28" y="196"/>
                    <a:pt x="28" y="196"/>
                  </a:cubicBezTo>
                  <a:cubicBezTo>
                    <a:pt x="26" y="196"/>
                    <a:pt x="26" y="196"/>
                    <a:pt x="26" y="196"/>
                  </a:cubicBezTo>
                  <a:cubicBezTo>
                    <a:pt x="12" y="196"/>
                    <a:pt x="12" y="196"/>
                    <a:pt x="12" y="196"/>
                  </a:cubicBezTo>
                  <a:cubicBezTo>
                    <a:pt x="5" y="196"/>
                    <a:pt x="0" y="191"/>
                    <a:pt x="0" y="18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244" y="0"/>
                    <a:pt x="244" y="0"/>
                    <a:pt x="244" y="0"/>
                  </a:cubicBezTo>
                  <a:cubicBezTo>
                    <a:pt x="251" y="0"/>
                    <a:pt x="256" y="5"/>
                    <a:pt x="256" y="12"/>
                  </a:cubicBezTo>
                  <a:cubicBezTo>
                    <a:pt x="256" y="184"/>
                    <a:pt x="256" y="184"/>
                    <a:pt x="256" y="184"/>
                  </a:cubicBezTo>
                  <a:cubicBezTo>
                    <a:pt x="256" y="191"/>
                    <a:pt x="251" y="196"/>
                    <a:pt x="244" y="196"/>
                  </a:cubicBezTo>
                  <a:moveTo>
                    <a:pt x="68" y="76"/>
                  </a:moveTo>
                  <a:cubicBezTo>
                    <a:pt x="55" y="76"/>
                    <a:pt x="44" y="87"/>
                    <a:pt x="44" y="100"/>
                  </a:cubicBezTo>
                  <a:cubicBezTo>
                    <a:pt x="44" y="113"/>
                    <a:pt x="55" y="124"/>
                    <a:pt x="68" y="124"/>
                  </a:cubicBezTo>
                  <a:cubicBezTo>
                    <a:pt x="81" y="124"/>
                    <a:pt x="92" y="113"/>
                    <a:pt x="92" y="100"/>
                  </a:cubicBezTo>
                  <a:cubicBezTo>
                    <a:pt x="92" y="87"/>
                    <a:pt x="81" y="76"/>
                    <a:pt x="68" y="76"/>
                  </a:cubicBezTo>
                  <a:moveTo>
                    <a:pt x="128" y="76"/>
                  </a:moveTo>
                  <a:cubicBezTo>
                    <a:pt x="115" y="76"/>
                    <a:pt x="104" y="87"/>
                    <a:pt x="104" y="100"/>
                  </a:cubicBezTo>
                  <a:cubicBezTo>
                    <a:pt x="104" y="113"/>
                    <a:pt x="115" y="124"/>
                    <a:pt x="128" y="124"/>
                  </a:cubicBezTo>
                  <a:cubicBezTo>
                    <a:pt x="141" y="124"/>
                    <a:pt x="152" y="113"/>
                    <a:pt x="152" y="100"/>
                  </a:cubicBezTo>
                  <a:cubicBezTo>
                    <a:pt x="152" y="87"/>
                    <a:pt x="141" y="76"/>
                    <a:pt x="128" y="76"/>
                  </a:cubicBezTo>
                  <a:moveTo>
                    <a:pt x="188" y="76"/>
                  </a:moveTo>
                  <a:cubicBezTo>
                    <a:pt x="175" y="76"/>
                    <a:pt x="164" y="87"/>
                    <a:pt x="164" y="100"/>
                  </a:cubicBezTo>
                  <a:cubicBezTo>
                    <a:pt x="164" y="113"/>
                    <a:pt x="175" y="124"/>
                    <a:pt x="188" y="124"/>
                  </a:cubicBezTo>
                  <a:cubicBezTo>
                    <a:pt x="201" y="124"/>
                    <a:pt x="212" y="113"/>
                    <a:pt x="212" y="100"/>
                  </a:cubicBezTo>
                  <a:cubicBezTo>
                    <a:pt x="212" y="87"/>
                    <a:pt x="201" y="76"/>
                    <a:pt x="188" y="76"/>
                  </a:cubicBezTo>
                </a:path>
              </a:pathLst>
            </a:custGeom>
            <a:solidFill>
              <a:srgbClr val="C00000"/>
            </a:solidFill>
            <a:ln>
              <a:noFill/>
            </a:ln>
            <a:effectLst/>
            <a:extLst/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4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04CDFF0-BE2E-491F-8467-D2E7B786A090}"/>
              </a:ext>
            </a:extLst>
          </p:cNvPr>
          <p:cNvGrpSpPr/>
          <p:nvPr/>
        </p:nvGrpSpPr>
        <p:grpSpPr>
          <a:xfrm>
            <a:off x="9521013" y="2529135"/>
            <a:ext cx="719892" cy="719892"/>
            <a:chOff x="9523491" y="2600908"/>
            <a:chExt cx="720080" cy="72008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01CE8DF5-E54E-41D5-BCCA-7FF13869037B}"/>
                </a:ext>
              </a:extLst>
            </p:cNvPr>
            <p:cNvSpPr/>
            <p:nvPr/>
          </p:nvSpPr>
          <p:spPr>
            <a:xfrm>
              <a:off x="9523491" y="2600908"/>
              <a:ext cx="720080" cy="72008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4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6" name="Freeform 105">
              <a:extLst>
                <a:ext uri="{FF2B5EF4-FFF2-40B4-BE49-F238E27FC236}">
                  <a16:creationId xmlns:a16="http://schemas.microsoft.com/office/drawing/2014/main" id="{60123783-186C-4AFF-9A0C-E341DC08E59A}"/>
                </a:ext>
              </a:extLst>
            </p:cNvPr>
            <p:cNvSpPr/>
            <p:nvPr/>
          </p:nvSpPr>
          <p:spPr bwMode="auto">
            <a:xfrm>
              <a:off x="9704217" y="2782283"/>
              <a:ext cx="367080" cy="349600"/>
            </a:xfrm>
            <a:custGeom>
              <a:gdLst>
                <a:gd name="T0" fmla="*/ 251 w 256"/>
                <a:gd name="T1" fmla="*/ 106 h 244"/>
                <a:gd name="T2" fmla="*/ 251 w 256"/>
                <a:gd name="T3" fmla="*/ 106 h 244"/>
                <a:gd name="T4" fmla="*/ 187 w 256"/>
                <a:gd name="T5" fmla="*/ 152 h 244"/>
                <a:gd name="T6" fmla="*/ 211 w 256"/>
                <a:gd name="T7" fmla="*/ 228 h 244"/>
                <a:gd name="T8" fmla="*/ 212 w 256"/>
                <a:gd name="T9" fmla="*/ 232 h 244"/>
                <a:gd name="T10" fmla="*/ 200 w 256"/>
                <a:gd name="T11" fmla="*/ 244 h 244"/>
                <a:gd name="T12" fmla="*/ 193 w 256"/>
                <a:gd name="T13" fmla="*/ 242 h 244"/>
                <a:gd name="T14" fmla="*/ 193 w 256"/>
                <a:gd name="T15" fmla="*/ 242 h 244"/>
                <a:gd name="T16" fmla="*/ 128 w 256"/>
                <a:gd name="T17" fmla="*/ 195 h 244"/>
                <a:gd name="T18" fmla="*/ 63 w 256"/>
                <a:gd name="T19" fmla="*/ 242 h 244"/>
                <a:gd name="T20" fmla="*/ 63 w 256"/>
                <a:gd name="T21" fmla="*/ 242 h 244"/>
                <a:gd name="T22" fmla="*/ 56 w 256"/>
                <a:gd name="T23" fmla="*/ 244 h 244"/>
                <a:gd name="T24" fmla="*/ 44 w 256"/>
                <a:gd name="T25" fmla="*/ 232 h 244"/>
                <a:gd name="T26" fmla="*/ 45 w 256"/>
                <a:gd name="T27" fmla="*/ 228 h 244"/>
                <a:gd name="T28" fmla="*/ 69 w 256"/>
                <a:gd name="T29" fmla="*/ 152 h 244"/>
                <a:gd name="T30" fmla="*/ 5 w 256"/>
                <a:gd name="T31" fmla="*/ 106 h 244"/>
                <a:gd name="T32" fmla="*/ 0 w 256"/>
                <a:gd name="T33" fmla="*/ 96 h 244"/>
                <a:gd name="T34" fmla="*/ 12 w 256"/>
                <a:gd name="T35" fmla="*/ 84 h 244"/>
                <a:gd name="T36" fmla="*/ 92 w 256"/>
                <a:gd name="T37" fmla="*/ 84 h 244"/>
                <a:gd name="T38" fmla="*/ 117 w 256"/>
                <a:gd name="T39" fmla="*/ 8 h 244"/>
                <a:gd name="T40" fmla="*/ 128 w 256"/>
                <a:gd name="T41" fmla="*/ 0 h 244"/>
                <a:gd name="T42" fmla="*/ 139 w 256"/>
                <a:gd name="T43" fmla="*/ 8 h 244"/>
                <a:gd name="T44" fmla="*/ 164 w 256"/>
                <a:gd name="T45" fmla="*/ 84 h 244"/>
                <a:gd name="T46" fmla="*/ 244 w 256"/>
                <a:gd name="T47" fmla="*/ 84 h 244"/>
                <a:gd name="T48" fmla="*/ 256 w 256"/>
                <a:gd name="T49" fmla="*/ 96 h 244"/>
                <a:gd name="T50" fmla="*/ 251 w 256"/>
                <a:gd name="T51" fmla="*/ 106 h 2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6" h="244">
                  <a:moveTo>
                    <a:pt x="251" y="106"/>
                  </a:moveTo>
                  <a:cubicBezTo>
                    <a:pt x="251" y="106"/>
                    <a:pt x="251" y="106"/>
                    <a:pt x="251" y="106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211" y="228"/>
                    <a:pt x="211" y="228"/>
                    <a:pt x="211" y="228"/>
                  </a:cubicBezTo>
                  <a:cubicBezTo>
                    <a:pt x="212" y="229"/>
                    <a:pt x="212" y="231"/>
                    <a:pt x="212" y="232"/>
                  </a:cubicBezTo>
                  <a:cubicBezTo>
                    <a:pt x="212" y="239"/>
                    <a:pt x="207" y="244"/>
                    <a:pt x="200" y="244"/>
                  </a:cubicBezTo>
                  <a:cubicBezTo>
                    <a:pt x="197" y="244"/>
                    <a:pt x="195" y="243"/>
                    <a:pt x="193" y="242"/>
                  </a:cubicBezTo>
                  <a:cubicBezTo>
                    <a:pt x="193" y="242"/>
                    <a:pt x="193" y="242"/>
                    <a:pt x="193" y="242"/>
                  </a:cubicBezTo>
                  <a:cubicBezTo>
                    <a:pt x="128" y="195"/>
                    <a:pt x="128" y="195"/>
                    <a:pt x="128" y="195"/>
                  </a:cubicBezTo>
                  <a:cubicBezTo>
                    <a:pt x="63" y="242"/>
                    <a:pt x="63" y="242"/>
                    <a:pt x="63" y="242"/>
                  </a:cubicBezTo>
                  <a:cubicBezTo>
                    <a:pt x="63" y="242"/>
                    <a:pt x="63" y="242"/>
                    <a:pt x="63" y="242"/>
                  </a:cubicBezTo>
                  <a:cubicBezTo>
                    <a:pt x="61" y="243"/>
                    <a:pt x="59" y="244"/>
                    <a:pt x="56" y="244"/>
                  </a:cubicBezTo>
                  <a:cubicBezTo>
                    <a:pt x="49" y="244"/>
                    <a:pt x="44" y="239"/>
                    <a:pt x="44" y="232"/>
                  </a:cubicBezTo>
                  <a:cubicBezTo>
                    <a:pt x="44" y="231"/>
                    <a:pt x="44" y="229"/>
                    <a:pt x="45" y="228"/>
                  </a:cubicBezTo>
                  <a:cubicBezTo>
                    <a:pt x="69" y="152"/>
                    <a:pt x="69" y="152"/>
                    <a:pt x="69" y="152"/>
                  </a:cubicBezTo>
                  <a:cubicBezTo>
                    <a:pt x="5" y="106"/>
                    <a:pt x="5" y="106"/>
                    <a:pt x="5" y="106"/>
                  </a:cubicBezTo>
                  <a:cubicBezTo>
                    <a:pt x="2" y="104"/>
                    <a:pt x="0" y="100"/>
                    <a:pt x="0" y="96"/>
                  </a:cubicBezTo>
                  <a:cubicBezTo>
                    <a:pt x="0" y="89"/>
                    <a:pt x="5" y="84"/>
                    <a:pt x="12" y="84"/>
                  </a:cubicBezTo>
                  <a:cubicBezTo>
                    <a:pt x="92" y="84"/>
                    <a:pt x="92" y="84"/>
                    <a:pt x="92" y="84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8" y="4"/>
                    <a:pt x="123" y="0"/>
                    <a:pt x="128" y="0"/>
                  </a:cubicBezTo>
                  <a:cubicBezTo>
                    <a:pt x="133" y="0"/>
                    <a:pt x="138" y="4"/>
                    <a:pt x="139" y="8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244" y="84"/>
                    <a:pt x="244" y="84"/>
                    <a:pt x="244" y="84"/>
                  </a:cubicBezTo>
                  <a:cubicBezTo>
                    <a:pt x="251" y="84"/>
                    <a:pt x="256" y="89"/>
                    <a:pt x="256" y="96"/>
                  </a:cubicBezTo>
                  <a:cubicBezTo>
                    <a:pt x="256" y="100"/>
                    <a:pt x="254" y="104"/>
                    <a:pt x="251" y="106"/>
                  </a:cubicBezTo>
                </a:path>
              </a:pathLst>
            </a:custGeom>
            <a:solidFill>
              <a:srgbClr val="C00000"/>
            </a:solidFill>
            <a:ln>
              <a:noFill/>
            </a:ln>
            <a:effectLst/>
            <a:extLst/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4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7" name="文本框 47">
            <a:extLst>
              <a:ext uri="{FF2B5EF4-FFF2-40B4-BE49-F238E27FC236}">
                <a16:creationId xmlns:a16="http://schemas.microsoft.com/office/drawing/2014/main" id="{63AD9803-C189-4B10-A46E-A381DEA720BE}"/>
              </a:ext>
            </a:extLst>
          </p:cNvPr>
          <p:cNvSpPr txBox="1"/>
          <p:nvPr/>
        </p:nvSpPr>
        <p:spPr>
          <a:xfrm>
            <a:off x="4591451" y="2163665"/>
            <a:ext cx="1210588" cy="4001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添加文本</a:t>
            </a:r>
          </a:p>
        </p:txBody>
      </p:sp>
      <p:sp>
        <p:nvSpPr>
          <p:cNvPr id="48" name="文本框 48">
            <a:extLst>
              <a:ext uri="{FF2B5EF4-FFF2-40B4-BE49-F238E27FC236}">
                <a16:creationId xmlns:a16="http://schemas.microsoft.com/office/drawing/2014/main" id="{7D131F9A-EB58-4B73-8DCE-5C94C348B7BB}"/>
              </a:ext>
            </a:extLst>
          </p:cNvPr>
          <p:cNvSpPr txBox="1"/>
          <p:nvPr/>
        </p:nvSpPr>
        <p:spPr>
          <a:xfrm>
            <a:off x="4591451" y="2685869"/>
            <a:ext cx="1943709" cy="72250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请在此处添加文字信息，表达图的含义请在此处添加文字。</a:t>
            </a:r>
          </a:p>
          <a:p>
            <a:pPr>
              <a:lnSpc>
                <a:spcPct val="130000"/>
              </a:lnSpc>
            </a:pPr>
            <a:endParaRPr lang="zh-CN" altLang="en-US" sz="105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文本框 47">
            <a:extLst>
              <a:ext uri="{FF2B5EF4-FFF2-40B4-BE49-F238E27FC236}">
                <a16:creationId xmlns:a16="http://schemas.microsoft.com/office/drawing/2014/main" id="{9FE5ECC8-5DD3-4C68-91BE-43F253C78E08}"/>
              </a:ext>
            </a:extLst>
          </p:cNvPr>
          <p:cNvSpPr txBox="1"/>
          <p:nvPr/>
        </p:nvSpPr>
        <p:spPr>
          <a:xfrm>
            <a:off x="7706019" y="2163665"/>
            <a:ext cx="1210588" cy="4001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添加文本</a:t>
            </a:r>
          </a:p>
        </p:txBody>
      </p:sp>
      <p:sp>
        <p:nvSpPr>
          <p:cNvPr id="50" name="文本框 48">
            <a:extLst>
              <a:ext uri="{FF2B5EF4-FFF2-40B4-BE49-F238E27FC236}">
                <a16:creationId xmlns:a16="http://schemas.microsoft.com/office/drawing/2014/main" id="{4D3CF13E-4758-4E11-9DCA-70D5A3CCEB38}"/>
              </a:ext>
            </a:extLst>
          </p:cNvPr>
          <p:cNvSpPr txBox="1"/>
          <p:nvPr/>
        </p:nvSpPr>
        <p:spPr>
          <a:xfrm>
            <a:off x="7543011" y="2685869"/>
            <a:ext cx="1943709" cy="72250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请在此处添加文字信息，表达图的含义请在此处添加文字。</a:t>
            </a:r>
          </a:p>
          <a:p>
            <a:pPr>
              <a:lnSpc>
                <a:spcPct val="130000"/>
              </a:lnSpc>
            </a:pPr>
            <a:endParaRPr lang="zh-CN" altLang="en-US" sz="105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Freeform 12">
            <a:extLst>
              <a:ext uri="{FF2B5EF4-FFF2-40B4-BE49-F238E27FC236}">
                <a16:creationId xmlns:a16="http://schemas.microsoft.com/office/drawing/2014/main" id="{862F9822-E98C-4ED6-8A50-003155D2F313}"/>
              </a:ext>
            </a:extLst>
          </p:cNvPr>
          <p:cNvSpPr/>
          <p:nvPr/>
        </p:nvSpPr>
        <p:spPr bwMode="auto">
          <a:xfrm>
            <a:off x="1608091" y="4846526"/>
            <a:ext cx="528500" cy="530087"/>
          </a:xfrm>
          <a:custGeom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  <a:extLst/>
        </p:spPr>
        <p:txBody>
          <a:bodyPr/>
          <a:lstStyle/>
          <a:p>
            <a:endParaRPr lang="zh-CN" altLang="en-US" sz="1349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2" name="Freeform 12">
            <a:extLst>
              <a:ext uri="{FF2B5EF4-FFF2-40B4-BE49-F238E27FC236}">
                <a16:creationId xmlns:a16="http://schemas.microsoft.com/office/drawing/2014/main" id="{6B7C24F8-251E-48FE-AF39-2C13D629F608}"/>
              </a:ext>
            </a:extLst>
          </p:cNvPr>
          <p:cNvSpPr/>
          <p:nvPr/>
        </p:nvSpPr>
        <p:spPr bwMode="auto">
          <a:xfrm flipH="1" flipV="1">
            <a:off x="10246802" y="5447400"/>
            <a:ext cx="528500" cy="530087"/>
          </a:xfrm>
          <a:custGeom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  <a:extLst/>
        </p:spPr>
        <p:txBody>
          <a:bodyPr/>
          <a:lstStyle/>
          <a:p>
            <a:endParaRPr lang="zh-CN" altLang="en-US" sz="1349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" name="TextBox 60">
            <a:extLst>
              <a:ext uri="{FF2B5EF4-FFF2-40B4-BE49-F238E27FC236}">
                <a16:creationId xmlns:a16="http://schemas.microsoft.com/office/drawing/2014/main" id="{651E2ECD-78F8-4BC0-91F1-EA0D50C9932C}"/>
              </a:ext>
            </a:extLst>
          </p:cNvPr>
          <p:cNvSpPr txBox="1"/>
          <p:nvPr/>
        </p:nvSpPr>
        <p:spPr>
          <a:xfrm>
            <a:off x="1968038" y="5159000"/>
            <a:ext cx="8543015" cy="512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06 -3.7037E-07 L 0.36679 0.15278" pathEditMode="relative" rAng="0" ptsTypes="AA">
                                      <p:cBhvr>
                                        <p:cTn id="71" dur="500" spd="-999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18333" y="7639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07 -3.7037E-07 L -0.39492 -0.11018" pathEditMode="relative" rAng="0" ptsTypes="AA">
                                      <p:cBhvr>
                                        <p:cTn id="75" dur="500" spd="-999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19753" y="-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7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/>
      <p:bldP spid="37" grpId="0"/>
      <p:bldP spid="47" grpId="0"/>
      <p:bldP spid="48" grpId="0"/>
      <p:bldP spid="49" grpId="0"/>
      <p:bldP spid="50" grpId="0"/>
      <p:bldP spid="51" grpId="0" animBg="1"/>
      <p:bldP spid="51" grpId="1" animBg="1"/>
      <p:bldP spid="52" grpId="0" animBg="1"/>
      <p:bldP spid="52" grpId="1" animBg="1"/>
      <p:bldP spid="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直角三角形 4"/>
          <p:cNvSpPr/>
          <p:nvPr/>
        </p:nvSpPr>
        <p:spPr>
          <a:xfrm>
            <a:off x="0" y="0"/>
            <a:ext cx="4923692" cy="68580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 flipH="1">
            <a:off x="5416670" y="1280903"/>
            <a:ext cx="171713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b="1">
                <a:solidFill>
                  <a:srgbClr val="C00000"/>
                </a:solidFill>
                <a:latin typeface="Impact" pitchFamily="34" charset="0"/>
              </a:rPr>
              <a:t>02</a:t>
            </a:r>
            <a:endParaRPr lang="zh-CN" altLang="en-US" sz="11500" b="1">
              <a:solidFill>
                <a:srgbClr val="C00000"/>
              </a:solidFill>
              <a:latin typeface="Impact" pitchFamily="34" charset="0"/>
            </a:endParaRPr>
          </a:p>
        </p:txBody>
      </p:sp>
      <p:sp>
        <p:nvSpPr>
          <p:cNvPr id="10" name="文本框 34"/>
          <p:cNvSpPr>
            <a:spLocks noChangeArrowheads="1"/>
          </p:cNvSpPr>
          <p:nvPr/>
        </p:nvSpPr>
        <p:spPr bwMode="auto">
          <a:xfrm>
            <a:off x="4923692" y="3429000"/>
            <a:ext cx="326243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ts val="500"/>
              </a:spcBef>
              <a:defRPr/>
            </a:pPr>
            <a:r>
              <a:rPr lang="zh-CN" altLang="en-US" sz="6000" b="1" kern="1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岗位认知</a:t>
            </a:r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EE72FF29-22BF-404E-9401-2DF11B3F78DA}"/>
              </a:ext>
            </a:extLst>
          </p:cNvPr>
          <p:cNvSpPr/>
          <p:nvPr/>
        </p:nvSpPr>
        <p:spPr>
          <a:xfrm flipH="1" flipV="1">
            <a:off x="7626786" y="13857"/>
            <a:ext cx="4565213" cy="6844142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4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31093"/>
            <a:ext cx="1602175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岗位理解</a:t>
            </a:r>
          </a:p>
        </p:txBody>
      </p:sp>
      <p:sp>
        <p:nvSpPr>
          <p:cNvPr id="24" name="不完整圆 23">
            <a:extLst>
              <a:ext uri="{FF2B5EF4-FFF2-40B4-BE49-F238E27FC236}">
                <a16:creationId xmlns:a16="http://schemas.microsoft.com/office/drawing/2014/main" id="{11C2C9C1-82CC-44F1-9B0B-5D11FB773730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A1ECDE5-BC0E-4CD0-8234-72DB4A4508C7}"/>
              </a:ext>
            </a:extLst>
          </p:cNvPr>
          <p:cNvCxnSpPr/>
          <p:nvPr/>
        </p:nvCxnSpPr>
        <p:spPr>
          <a:xfrm flipH="1">
            <a:off x="3670017" y="1838712"/>
            <a:ext cx="0" cy="360045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6641A0B-9100-43A4-A978-06B61795AD00}"/>
              </a:ext>
            </a:extLst>
          </p:cNvPr>
          <p:cNvCxnSpPr>
            <a:stCxn id="37" idx="1"/>
          </p:cNvCxnSpPr>
          <p:nvPr/>
        </p:nvCxnSpPr>
        <p:spPr>
          <a:xfrm flipH="1">
            <a:off x="3670018" y="1832771"/>
            <a:ext cx="407986" cy="59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8BDC762-C98A-4252-B453-FA0BBF783C5A}"/>
              </a:ext>
            </a:extLst>
          </p:cNvPr>
          <p:cNvCxnSpPr/>
          <p:nvPr/>
        </p:nvCxnSpPr>
        <p:spPr>
          <a:xfrm flipH="1">
            <a:off x="3093755" y="3653224"/>
            <a:ext cx="57626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5F5936F-BF08-4B49-B166-B5FDE4D25E79}"/>
              </a:ext>
            </a:extLst>
          </p:cNvPr>
          <p:cNvCxnSpPr/>
          <p:nvPr/>
        </p:nvCxnSpPr>
        <p:spPr>
          <a:xfrm flipH="1">
            <a:off x="3670018" y="5442337"/>
            <a:ext cx="40798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2C75907D-24CB-4E13-A66D-D9D2A05A67D4}"/>
              </a:ext>
            </a:extLst>
          </p:cNvPr>
          <p:cNvSpPr/>
          <p:nvPr/>
        </p:nvSpPr>
        <p:spPr>
          <a:xfrm>
            <a:off x="1180817" y="2535624"/>
            <a:ext cx="2193925" cy="2193925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b="1" noProof="1">
              <a:solidFill>
                <a:schemeClr val="bg1"/>
              </a:solidFill>
            </a:endParaRPr>
          </a:p>
        </p:txBody>
      </p:sp>
      <p:sp>
        <p:nvSpPr>
          <p:cNvPr id="30" name="矩形 47">
            <a:extLst>
              <a:ext uri="{FF2B5EF4-FFF2-40B4-BE49-F238E27FC236}">
                <a16:creationId xmlns:a16="http://schemas.microsoft.com/office/drawing/2014/main" id="{5AD3AEE5-69D0-469F-A7BA-CB95896A8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88" y="1595523"/>
            <a:ext cx="3524096" cy="498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zh-CN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请在这里输入您的主要叙述内容</a:t>
            </a:r>
            <a:endParaRPr lang="en-US" altLang="zh-CN" sz="1200" b="1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r>
              <a:rPr lang="zh-CN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请在这里输入您的主要叙述内容</a:t>
            </a:r>
            <a:endParaRPr lang="en-US" altLang="zh-CN" sz="12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矩形 47">
            <a:extLst>
              <a:ext uri="{FF2B5EF4-FFF2-40B4-BE49-F238E27FC236}">
                <a16:creationId xmlns:a16="http://schemas.microsoft.com/office/drawing/2014/main" id="{04E84C2F-FA98-4C21-9C4F-37CAB662C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88" y="2992471"/>
            <a:ext cx="3524096" cy="498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zh-CN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请在这里输入您的主要叙述内容</a:t>
            </a:r>
            <a:endParaRPr lang="en-US" altLang="zh-CN" sz="1200" b="1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r>
              <a:rPr lang="zh-CN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请在这里输入您的主要叙述内容</a:t>
            </a:r>
            <a:endParaRPr lang="en-US" altLang="zh-CN" sz="12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矩形 47">
            <a:extLst>
              <a:ext uri="{FF2B5EF4-FFF2-40B4-BE49-F238E27FC236}">
                <a16:creationId xmlns:a16="http://schemas.microsoft.com/office/drawing/2014/main" id="{ABF632E2-5934-4F34-8D0D-5F99B912F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88" y="4272699"/>
            <a:ext cx="3524096" cy="498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zh-CN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请在这里输入您的主要叙述内容</a:t>
            </a:r>
            <a:endParaRPr lang="en-US" altLang="zh-CN" sz="1200" b="1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r>
              <a:rPr lang="zh-CN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请在这里输入您的主要叙述内容</a:t>
            </a:r>
            <a:endParaRPr lang="en-US" altLang="zh-CN" sz="12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矩形 47">
            <a:extLst>
              <a:ext uri="{FF2B5EF4-FFF2-40B4-BE49-F238E27FC236}">
                <a16:creationId xmlns:a16="http://schemas.microsoft.com/office/drawing/2014/main" id="{D151FE27-E1D4-484F-A07D-2F5F97524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88" y="5308571"/>
            <a:ext cx="3524096" cy="498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zh-CN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请在这里输入您的主要叙述内容</a:t>
            </a:r>
            <a:endParaRPr lang="en-US" altLang="zh-CN" sz="1200" b="1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r>
              <a:rPr lang="zh-CN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请在这里输入您的主要叙述内容</a:t>
            </a:r>
            <a:endParaRPr lang="en-US" altLang="zh-CN" sz="12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D5D70DA-FEBD-4382-B5EE-C01987508F7F}"/>
              </a:ext>
            </a:extLst>
          </p:cNvPr>
          <p:cNvCxnSpPr>
            <a:stCxn id="40" idx="1"/>
          </p:cNvCxnSpPr>
          <p:nvPr/>
        </p:nvCxnSpPr>
        <p:spPr>
          <a:xfrm flipH="1">
            <a:off x="3652784" y="3236505"/>
            <a:ext cx="425220" cy="44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1B2A071-B922-4FAD-A5B3-2E615743AEED}"/>
              </a:ext>
            </a:extLst>
          </p:cNvPr>
          <p:cNvCxnSpPr>
            <a:stCxn id="43" idx="1"/>
          </p:cNvCxnSpPr>
          <p:nvPr/>
        </p:nvCxnSpPr>
        <p:spPr>
          <a:xfrm flipH="1" flipV="1">
            <a:off x="3670017" y="4512855"/>
            <a:ext cx="407987" cy="541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3380786-0614-4CE6-9A3A-63BDF206E893}"/>
              </a:ext>
            </a:extLst>
          </p:cNvPr>
          <p:cNvGrpSpPr/>
          <p:nvPr/>
        </p:nvGrpSpPr>
        <p:grpSpPr>
          <a:xfrm>
            <a:off x="4078004" y="1464062"/>
            <a:ext cx="2855913" cy="737417"/>
            <a:chOff x="3952875" y="1970088"/>
            <a:chExt cx="2855913" cy="773112"/>
          </a:xfrm>
          <a:solidFill>
            <a:srgbClr val="C00000"/>
          </a:solidFill>
        </p:grpSpPr>
        <p:sp>
          <p:nvSpPr>
            <p:cNvPr id="37" name="圆角矩形 41">
              <a:extLst>
                <a:ext uri="{FF2B5EF4-FFF2-40B4-BE49-F238E27FC236}">
                  <a16:creationId xmlns:a16="http://schemas.microsoft.com/office/drawing/2014/main" id="{DA4FA727-39B9-40E3-97F7-94D4E918C6EA}"/>
                </a:ext>
              </a:extLst>
            </p:cNvPr>
            <p:cNvSpPr/>
            <p:nvPr/>
          </p:nvSpPr>
          <p:spPr>
            <a:xfrm>
              <a:off x="3952875" y="1970088"/>
              <a:ext cx="2855913" cy="773112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100" b="1" noProof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文本框 37" descr="e7d195523061f1c0deeec63e560781cfd59afb0ea006f2a87ABB68BF51EA6619813959095094C18C62A12F549504892A4AAA8C1554C6663626E05CA27F281A14E6983772AFC3FB97135759321DEA3D709AACD122C08E6ED192FFACBB1E1BECB2ED91EE5F1ED7B5B4D639FA608C47C1EEEE0A899CA8C6B4A60DCCA6D3BA80ED4161D4A4778988E171">
              <a:extLst>
                <a:ext uri="{FF2B5EF4-FFF2-40B4-BE49-F238E27FC236}">
                  <a16:creationId xmlns:a16="http://schemas.microsoft.com/office/drawing/2014/main" id="{F810C162-15A7-4A04-AE55-EB63B6B469CF}"/>
                </a:ext>
              </a:extLst>
            </p:cNvPr>
            <p:cNvSpPr txBox="1"/>
            <p:nvPr/>
          </p:nvSpPr>
          <p:spPr>
            <a:xfrm>
              <a:off x="4410381" y="2151541"/>
              <a:ext cx="1723549" cy="419478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  <a:effectLst/>
          </p:spPr>
          <p:txBody>
            <a:bodyPr wrap="none" rtlCol="0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Kartika" panose="02020503030404060203" pitchFamily="18" charset="0"/>
                </a:rPr>
                <a:t>强大的执行力</a:t>
              </a:r>
              <a:endPara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C3A11BD-5616-4D07-A45E-7F37B2A92506}"/>
              </a:ext>
            </a:extLst>
          </p:cNvPr>
          <p:cNvGrpSpPr/>
          <p:nvPr/>
        </p:nvGrpSpPr>
        <p:grpSpPr>
          <a:xfrm>
            <a:off x="4078004" y="2853124"/>
            <a:ext cx="2855913" cy="766762"/>
            <a:chOff x="3952875" y="3751263"/>
            <a:chExt cx="2855913" cy="774700"/>
          </a:xfrm>
          <a:solidFill>
            <a:srgbClr val="C00000"/>
          </a:solidFill>
        </p:grpSpPr>
        <p:sp>
          <p:nvSpPr>
            <p:cNvPr id="40" name="圆角矩形 44">
              <a:extLst>
                <a:ext uri="{FF2B5EF4-FFF2-40B4-BE49-F238E27FC236}">
                  <a16:creationId xmlns:a16="http://schemas.microsoft.com/office/drawing/2014/main" id="{B33A8AA8-1F67-490A-BA73-5C357D24B39A}"/>
                </a:ext>
              </a:extLst>
            </p:cNvPr>
            <p:cNvSpPr/>
            <p:nvPr/>
          </p:nvSpPr>
          <p:spPr>
            <a:xfrm>
              <a:off x="3952875" y="3751263"/>
              <a:ext cx="2855913" cy="774700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100" b="1" noProof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文本框 40" descr="e7d195523061f1c0deeec63e560781cfd59afb0ea006f2a87ABB68BF51EA6619813959095094C18C62A12F549504892A4AAA8C1554C6663626E05CA27F281A14E6983772AFC3FB97135759321DEA3D709AACD122C08E6ED192FFACBB1E1BECB2ED91EE5F1ED7B5B4D639FA608C47C1EEEE0A899CA8C6B4A60DCCA6D3BA80ED4161D4A4778988E171">
              <a:extLst>
                <a:ext uri="{FF2B5EF4-FFF2-40B4-BE49-F238E27FC236}">
                  <a16:creationId xmlns:a16="http://schemas.microsoft.com/office/drawing/2014/main" id="{6CBE8971-90F5-4D87-A2E5-7C6A7B01BA7B}"/>
                </a:ext>
              </a:extLst>
            </p:cNvPr>
            <p:cNvSpPr txBox="1"/>
            <p:nvPr/>
          </p:nvSpPr>
          <p:spPr>
            <a:xfrm>
              <a:off x="4445001" y="3904368"/>
              <a:ext cx="1980029" cy="404252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  <a:effectLst/>
          </p:spPr>
          <p:txBody>
            <a:bodyPr wrap="none" rtlCol="0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Kartika" panose="02020503030404060203" pitchFamily="18" charset="0"/>
                </a:rPr>
                <a:t>精准的营销能力</a:t>
              </a:r>
              <a:endPara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DB47F760-44BC-4AFF-B4CC-56B0AF68C3BC}"/>
              </a:ext>
            </a:extLst>
          </p:cNvPr>
          <p:cNvGrpSpPr/>
          <p:nvPr/>
        </p:nvGrpSpPr>
        <p:grpSpPr>
          <a:xfrm>
            <a:off x="4078004" y="4130919"/>
            <a:ext cx="2855913" cy="774699"/>
            <a:chOff x="3952875" y="5532438"/>
            <a:chExt cx="2855913" cy="774700"/>
          </a:xfrm>
          <a:solidFill>
            <a:srgbClr val="C00000"/>
          </a:solidFill>
        </p:grpSpPr>
        <p:sp>
          <p:nvSpPr>
            <p:cNvPr id="43" name="圆角矩形 47">
              <a:extLst>
                <a:ext uri="{FF2B5EF4-FFF2-40B4-BE49-F238E27FC236}">
                  <a16:creationId xmlns:a16="http://schemas.microsoft.com/office/drawing/2014/main" id="{E5515159-C6CA-483A-A9A4-27888F8D6015}"/>
                </a:ext>
              </a:extLst>
            </p:cNvPr>
            <p:cNvSpPr/>
            <p:nvPr/>
          </p:nvSpPr>
          <p:spPr>
            <a:xfrm>
              <a:off x="3952875" y="5532438"/>
              <a:ext cx="2855913" cy="774700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100" b="1" noProof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文本框 43" descr="e7d195523061f1c0deeec63e560781cfd59afb0ea006f2a87ABB68BF51EA6619813959095094C18C62A12F549504892A4AAA8C1554C6663626E05CA27F281A14E6983772AFC3FB97135759321DEA3D709AACD122C08E6ED192FFACBB1E1BECB2ED91EE5F1ED7B5B4D639FA608C47C1EEEE0A899CA8C6B4A60DCCA6D3BA80ED4161D4A4778988E171">
              <a:extLst>
                <a:ext uri="{FF2B5EF4-FFF2-40B4-BE49-F238E27FC236}">
                  <a16:creationId xmlns:a16="http://schemas.microsoft.com/office/drawing/2014/main" id="{51E795D4-3699-41D6-BCA1-C9B6EFA1CEF5}"/>
                </a:ext>
              </a:extLst>
            </p:cNvPr>
            <p:cNvSpPr txBox="1"/>
            <p:nvPr/>
          </p:nvSpPr>
          <p:spPr>
            <a:xfrm>
              <a:off x="4238740" y="5693480"/>
              <a:ext cx="2507418" cy="400110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  <a:effectLst/>
          </p:spPr>
          <p:txBody>
            <a:bodyPr wrap="none" rtlCol="0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Kartika" panose="02020503030404060203" pitchFamily="18" charset="0"/>
                </a:rPr>
                <a:t>对该项目的深刻理解</a:t>
              </a:r>
              <a:endPara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DB6479D-848A-4D57-AD99-798266F4DE51}"/>
              </a:ext>
            </a:extLst>
          </p:cNvPr>
          <p:cNvGrpSpPr/>
          <p:nvPr/>
        </p:nvGrpSpPr>
        <p:grpSpPr>
          <a:xfrm>
            <a:off x="4078004" y="5185841"/>
            <a:ext cx="2855913" cy="734190"/>
            <a:chOff x="3952875" y="5532438"/>
            <a:chExt cx="2855913" cy="774700"/>
          </a:xfrm>
          <a:solidFill>
            <a:srgbClr val="C00000"/>
          </a:solidFill>
        </p:grpSpPr>
        <p:sp>
          <p:nvSpPr>
            <p:cNvPr id="46" name="圆角矩形 53">
              <a:extLst>
                <a:ext uri="{FF2B5EF4-FFF2-40B4-BE49-F238E27FC236}">
                  <a16:creationId xmlns:a16="http://schemas.microsoft.com/office/drawing/2014/main" id="{95266C26-8086-4D16-9715-9CB8B5B2974B}"/>
                </a:ext>
              </a:extLst>
            </p:cNvPr>
            <p:cNvSpPr/>
            <p:nvPr/>
          </p:nvSpPr>
          <p:spPr>
            <a:xfrm>
              <a:off x="3952875" y="5532438"/>
              <a:ext cx="2855913" cy="774700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100" b="1" noProof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文本框 46" descr="e7d195523061f1c0deeec63e560781cfd59afb0ea006f2a87ABB68BF51EA6619813959095094C18C62A12F549504892A4AAA8C1554C6663626E05CA27F281A14E6983772AFC3FB97135759321DEA3D709AACD122C08E6ED192FFACBB1E1BECB2ED91EE5F1ED7B5B4D639FA608C47C1EEEE0A899CA8C6B4A60DCCA6D3BA80ED4161D4A4778988E171">
              <a:extLst>
                <a:ext uri="{FF2B5EF4-FFF2-40B4-BE49-F238E27FC236}">
                  <a16:creationId xmlns:a16="http://schemas.microsoft.com/office/drawing/2014/main" id="{D0854BA4-FDF9-49F6-ABD4-0509D3033008}"/>
                </a:ext>
              </a:extLst>
            </p:cNvPr>
            <p:cNvSpPr txBox="1"/>
            <p:nvPr/>
          </p:nvSpPr>
          <p:spPr>
            <a:xfrm>
              <a:off x="4353040" y="5719733"/>
              <a:ext cx="1980029" cy="422187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  <a:effectLst/>
          </p:spPr>
          <p:txBody>
            <a:bodyPr wrap="none" rtlCol="0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Kartika" panose="02020503030404060203" pitchFamily="18" charset="0"/>
                </a:rPr>
                <a:t>丰富的产品运营</a:t>
              </a:r>
              <a:endPara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endParaRPr>
            </a:p>
          </p:txBody>
        </p:sp>
      </p:grp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" presetClass="entr" presetSubtype="2" decel="2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28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28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28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475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25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  <p:bldP spid="31" grpId="0"/>
      <p:bldP spid="32" grpId="0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26695"/>
            <a:ext cx="1448171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知识技能</a:t>
            </a:r>
          </a:p>
        </p:txBody>
      </p:sp>
      <p:sp>
        <p:nvSpPr>
          <p:cNvPr id="38" name="不完整圆 37">
            <a:extLst>
              <a:ext uri="{FF2B5EF4-FFF2-40B4-BE49-F238E27FC236}">
                <a16:creationId xmlns:a16="http://schemas.microsoft.com/office/drawing/2014/main" id="{162A6E79-6156-443E-BBAC-0CADBBB93C70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Freeform 5">
            <a:extLst>
              <a:ext uri="{FF2B5EF4-FFF2-40B4-BE49-F238E27FC236}">
                <a16:creationId xmlns:a16="http://schemas.microsoft.com/office/drawing/2014/main" id="{44B63E8B-4EE0-46A5-B25E-0004BF536915}"/>
              </a:ext>
            </a:extLst>
          </p:cNvPr>
          <p:cNvSpPr/>
          <p:nvPr/>
        </p:nvSpPr>
        <p:spPr bwMode="auto">
          <a:xfrm>
            <a:off x="4404299" y="1585913"/>
            <a:ext cx="1516063" cy="2322513"/>
          </a:xfrm>
          <a:custGeom>
            <a:gdLst>
              <a:gd name="T0" fmla="*/ 207 w 1797"/>
              <a:gd name="T1" fmla="*/ 2754 h 2754"/>
              <a:gd name="T2" fmla="*/ 0 w 1797"/>
              <a:gd name="T3" fmla="*/ 1892 h 2754"/>
              <a:gd name="T4" fmla="*/ 1797 w 1797"/>
              <a:gd name="T5" fmla="*/ 0 h 2754"/>
              <a:gd name="T6" fmla="*/ 1797 w 1797"/>
              <a:gd name="T7" fmla="*/ 592 h 2754"/>
              <a:gd name="T8" fmla="*/ 591 w 1797"/>
              <a:gd name="T9" fmla="*/ 1892 h 2754"/>
              <a:gd name="T10" fmla="*/ 720 w 1797"/>
              <a:gd name="T11" fmla="*/ 2458 h 2754"/>
              <a:gd name="T12" fmla="*/ 207 w 1797"/>
              <a:gd name="T13" fmla="*/ 2754 h 2754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6" h="2754">
                <a:moveTo>
                  <a:pt x="207" y="2754"/>
                </a:moveTo>
                <a:cubicBezTo>
                  <a:pt x="75" y="2495"/>
                  <a:pt x="0" y="2202"/>
                  <a:pt x="0" y="1892"/>
                </a:cubicBezTo>
                <a:cubicBezTo>
                  <a:pt x="0" y="878"/>
                  <a:pt x="796" y="50"/>
                  <a:pt x="1797" y="0"/>
                </a:cubicBezTo>
                <a:lnTo>
                  <a:pt x="1797" y="592"/>
                </a:lnTo>
                <a:cubicBezTo>
                  <a:pt x="1123" y="642"/>
                  <a:pt x="591" y="1205"/>
                  <a:pt x="591" y="1892"/>
                </a:cubicBezTo>
                <a:cubicBezTo>
                  <a:pt x="591" y="2094"/>
                  <a:pt x="637" y="2286"/>
                  <a:pt x="720" y="2458"/>
                </a:cubicBezTo>
                <a:lnTo>
                  <a:pt x="207" y="2754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2C357C3D-28C2-453A-92AE-54CBF92D0385}"/>
              </a:ext>
            </a:extLst>
          </p:cNvPr>
          <p:cNvSpPr/>
          <p:nvPr/>
        </p:nvSpPr>
        <p:spPr bwMode="auto">
          <a:xfrm>
            <a:off x="4659887" y="3800476"/>
            <a:ext cx="2682875" cy="977900"/>
          </a:xfrm>
          <a:custGeom>
            <a:gdLst>
              <a:gd name="T0" fmla="*/ 3180 w 3180"/>
              <a:gd name="T1" fmla="*/ 296 h 1160"/>
              <a:gd name="T2" fmla="*/ 1590 w 3180"/>
              <a:gd name="T3" fmla="*/ 1160 h 1160"/>
              <a:gd name="T4" fmla="*/ 0 w 3180"/>
              <a:gd name="T5" fmla="*/ 296 h 1160"/>
              <a:gd name="T6" fmla="*/ 513 w 3180"/>
              <a:gd name="T7" fmla="*/ 0 h 1160"/>
              <a:gd name="T8" fmla="*/ 1590 w 3180"/>
              <a:gd name="T9" fmla="*/ 570 h 1160"/>
              <a:gd name="T10" fmla="*/ 2667 w 3180"/>
              <a:gd name="T11" fmla="*/ 0 h 1160"/>
              <a:gd name="T12" fmla="*/ 3180 w 3180"/>
              <a:gd name="T13" fmla="*/ 296 h 116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80" h="1160">
                <a:moveTo>
                  <a:pt x="3180" y="296"/>
                </a:moveTo>
                <a:cubicBezTo>
                  <a:pt x="2842" y="816"/>
                  <a:pt x="2256" y="1160"/>
                  <a:pt x="1590" y="1160"/>
                </a:cubicBezTo>
                <a:cubicBezTo>
                  <a:pt x="924" y="1160"/>
                  <a:pt x="338" y="816"/>
                  <a:pt x="0" y="296"/>
                </a:cubicBezTo>
                <a:lnTo>
                  <a:pt x="513" y="0"/>
                </a:lnTo>
                <a:cubicBezTo>
                  <a:pt x="748" y="344"/>
                  <a:pt x="1143" y="570"/>
                  <a:pt x="1590" y="570"/>
                </a:cubicBezTo>
                <a:cubicBezTo>
                  <a:pt x="2038" y="570"/>
                  <a:pt x="2432" y="344"/>
                  <a:pt x="2667" y="0"/>
                </a:cubicBezTo>
                <a:lnTo>
                  <a:pt x="3180" y="29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Freeform 7">
            <a:extLst>
              <a:ext uri="{FF2B5EF4-FFF2-40B4-BE49-F238E27FC236}">
                <a16:creationId xmlns:a16="http://schemas.microsoft.com/office/drawing/2014/main" id="{4218FD08-077E-4AB5-8128-7F5997FA39AE}"/>
              </a:ext>
            </a:extLst>
          </p:cNvPr>
          <p:cNvSpPr/>
          <p:nvPr/>
        </p:nvSpPr>
        <p:spPr bwMode="auto">
          <a:xfrm>
            <a:off x="6083874" y="1585913"/>
            <a:ext cx="1514475" cy="2322513"/>
          </a:xfrm>
          <a:custGeom>
            <a:gdLst>
              <a:gd name="T0" fmla="*/ 0 w 1797"/>
              <a:gd name="T1" fmla="*/ 0 h 2754"/>
              <a:gd name="T2" fmla="*/ 1797 w 1797"/>
              <a:gd name="T3" fmla="*/ 1892 h 2754"/>
              <a:gd name="T4" fmla="*/ 1590 w 1797"/>
              <a:gd name="T5" fmla="*/ 2754 h 2754"/>
              <a:gd name="T6" fmla="*/ 1077 w 1797"/>
              <a:gd name="T7" fmla="*/ 2458 h 2754"/>
              <a:gd name="T8" fmla="*/ 1206 w 1797"/>
              <a:gd name="T9" fmla="*/ 1892 h 2754"/>
              <a:gd name="T10" fmla="*/ 0 w 1797"/>
              <a:gd name="T11" fmla="*/ 592 h 2754"/>
              <a:gd name="T12" fmla="*/ 0 w 1797"/>
              <a:gd name="T13" fmla="*/ 0 h 2754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6" h="2754">
                <a:moveTo>
                  <a:pt x="0" y="0"/>
                </a:moveTo>
                <a:cubicBezTo>
                  <a:pt x="1001" y="50"/>
                  <a:pt x="1797" y="878"/>
                  <a:pt x="1797" y="1892"/>
                </a:cubicBezTo>
                <a:cubicBezTo>
                  <a:pt x="1797" y="2202"/>
                  <a:pt x="1722" y="2495"/>
                  <a:pt x="1590" y="2754"/>
                </a:cubicBezTo>
                <a:lnTo>
                  <a:pt x="1077" y="2458"/>
                </a:lnTo>
                <a:cubicBezTo>
                  <a:pt x="1160" y="2286"/>
                  <a:pt x="1206" y="2094"/>
                  <a:pt x="1206" y="1892"/>
                </a:cubicBezTo>
                <a:cubicBezTo>
                  <a:pt x="1206" y="1205"/>
                  <a:pt x="674" y="642"/>
                  <a:pt x="0" y="592"/>
                </a:cubicBez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Freeform 8">
            <a:extLst>
              <a:ext uri="{FF2B5EF4-FFF2-40B4-BE49-F238E27FC236}">
                <a16:creationId xmlns:a16="http://schemas.microsoft.com/office/drawing/2014/main" id="{EBA7D970-30F3-4031-9714-2FC42C3B01C7}"/>
              </a:ext>
            </a:extLst>
          </p:cNvPr>
          <p:cNvSpPr/>
          <p:nvPr/>
        </p:nvSpPr>
        <p:spPr bwMode="auto">
          <a:xfrm>
            <a:off x="5845749" y="4845051"/>
            <a:ext cx="311150" cy="268288"/>
          </a:xfrm>
          <a:custGeom>
            <a:gdLst>
              <a:gd name="T0" fmla="*/ 216 w 368"/>
              <a:gd name="T1" fmla="*/ 280 h 318"/>
              <a:gd name="T2" fmla="*/ 281 w 368"/>
              <a:gd name="T3" fmla="*/ 168 h 318"/>
              <a:gd name="T4" fmla="*/ 347 w 368"/>
              <a:gd name="T5" fmla="*/ 55 h 318"/>
              <a:gd name="T6" fmla="*/ 314 w 368"/>
              <a:gd name="T7" fmla="*/ 0 h 318"/>
              <a:gd name="T8" fmla="*/ 184 w 368"/>
              <a:gd name="T9" fmla="*/ 0 h 318"/>
              <a:gd name="T10" fmla="*/ 53 w 368"/>
              <a:gd name="T11" fmla="*/ 0 h 318"/>
              <a:gd name="T12" fmla="*/ 22 w 368"/>
              <a:gd name="T13" fmla="*/ 55 h 318"/>
              <a:gd name="T14" fmla="*/ 87 w 368"/>
              <a:gd name="T15" fmla="*/ 168 h 318"/>
              <a:gd name="T16" fmla="*/ 153 w 368"/>
              <a:gd name="T17" fmla="*/ 281 h 318"/>
              <a:gd name="T18" fmla="*/ 216 w 368"/>
              <a:gd name="T19" fmla="*/ 280 h 31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68" h="318">
                <a:moveTo>
                  <a:pt x="216" y="280"/>
                </a:moveTo>
                <a:lnTo>
                  <a:pt x="281" y="168"/>
                </a:lnTo>
                <a:cubicBezTo>
                  <a:pt x="303" y="130"/>
                  <a:pt x="325" y="92"/>
                  <a:pt x="347" y="55"/>
                </a:cubicBezTo>
                <a:cubicBezTo>
                  <a:pt x="368" y="18"/>
                  <a:pt x="357" y="0"/>
                  <a:pt x="314" y="0"/>
                </a:cubicBezTo>
                <a:lnTo>
                  <a:pt x="184" y="0"/>
                </a:lnTo>
                <a:cubicBezTo>
                  <a:pt x="140" y="0"/>
                  <a:pt x="97" y="0"/>
                  <a:pt x="53" y="0"/>
                </a:cubicBezTo>
                <a:cubicBezTo>
                  <a:pt x="11" y="0"/>
                  <a:pt x="0" y="18"/>
                  <a:pt x="22" y="55"/>
                </a:cubicBezTo>
                <a:lnTo>
                  <a:pt x="87" y="168"/>
                </a:lnTo>
                <a:cubicBezTo>
                  <a:pt x="109" y="206"/>
                  <a:pt x="131" y="244"/>
                  <a:pt x="153" y="281"/>
                </a:cubicBezTo>
                <a:cubicBezTo>
                  <a:pt x="174" y="318"/>
                  <a:pt x="195" y="318"/>
                  <a:pt x="216" y="28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Freeform 9">
            <a:extLst>
              <a:ext uri="{FF2B5EF4-FFF2-40B4-BE49-F238E27FC236}">
                <a16:creationId xmlns:a16="http://schemas.microsoft.com/office/drawing/2014/main" id="{AD965D2B-CA5B-420E-B90E-9AF1F2D5C34A}"/>
              </a:ext>
            </a:extLst>
          </p:cNvPr>
          <p:cNvSpPr/>
          <p:nvPr/>
        </p:nvSpPr>
        <p:spPr bwMode="auto">
          <a:xfrm>
            <a:off x="4131249" y="2522538"/>
            <a:ext cx="300038" cy="298450"/>
          </a:xfrm>
          <a:custGeom>
            <a:gdLst>
              <a:gd name="T0" fmla="*/ 31 w 355"/>
              <a:gd name="T1" fmla="*/ 140 h 355"/>
              <a:gd name="T2" fmla="*/ 122 w 355"/>
              <a:gd name="T3" fmla="*/ 232 h 355"/>
              <a:gd name="T4" fmla="*/ 215 w 355"/>
              <a:gd name="T5" fmla="*/ 325 h 355"/>
              <a:gd name="T6" fmla="*/ 276 w 355"/>
              <a:gd name="T7" fmla="*/ 307 h 355"/>
              <a:gd name="T8" fmla="*/ 310 w 355"/>
              <a:gd name="T9" fmla="*/ 182 h 355"/>
              <a:gd name="T10" fmla="*/ 344 w 355"/>
              <a:gd name="T11" fmla="*/ 55 h 355"/>
              <a:gd name="T12" fmla="*/ 298 w 355"/>
              <a:gd name="T13" fmla="*/ 11 h 355"/>
              <a:gd name="T14" fmla="*/ 173 w 355"/>
              <a:gd name="T15" fmla="*/ 45 h 355"/>
              <a:gd name="T16" fmla="*/ 46 w 355"/>
              <a:gd name="T17" fmla="*/ 79 h 355"/>
              <a:gd name="T18" fmla="*/ 31 w 355"/>
              <a:gd name="T19" fmla="*/ 140 h 35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5" h="355">
                <a:moveTo>
                  <a:pt x="31" y="140"/>
                </a:moveTo>
                <a:lnTo>
                  <a:pt x="122" y="232"/>
                </a:lnTo>
                <a:cubicBezTo>
                  <a:pt x="153" y="263"/>
                  <a:pt x="184" y="294"/>
                  <a:pt x="215" y="325"/>
                </a:cubicBezTo>
                <a:cubicBezTo>
                  <a:pt x="245" y="355"/>
                  <a:pt x="265" y="349"/>
                  <a:pt x="276" y="307"/>
                </a:cubicBezTo>
                <a:lnTo>
                  <a:pt x="310" y="182"/>
                </a:lnTo>
                <a:cubicBezTo>
                  <a:pt x="321" y="140"/>
                  <a:pt x="332" y="97"/>
                  <a:pt x="344" y="55"/>
                </a:cubicBezTo>
                <a:cubicBezTo>
                  <a:pt x="355" y="14"/>
                  <a:pt x="340" y="0"/>
                  <a:pt x="298" y="11"/>
                </a:cubicBezTo>
                <a:lnTo>
                  <a:pt x="173" y="45"/>
                </a:lnTo>
                <a:cubicBezTo>
                  <a:pt x="130" y="56"/>
                  <a:pt x="88" y="67"/>
                  <a:pt x="46" y="79"/>
                </a:cubicBezTo>
                <a:cubicBezTo>
                  <a:pt x="5" y="89"/>
                  <a:pt x="0" y="110"/>
                  <a:pt x="31" y="14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Freeform 10">
            <a:extLst>
              <a:ext uri="{FF2B5EF4-FFF2-40B4-BE49-F238E27FC236}">
                <a16:creationId xmlns:a16="http://schemas.microsoft.com/office/drawing/2014/main" id="{C0CFBBFF-79DB-4BBC-B250-41F1434A517E}"/>
              </a:ext>
            </a:extLst>
          </p:cNvPr>
          <p:cNvSpPr/>
          <p:nvPr/>
        </p:nvSpPr>
        <p:spPr bwMode="auto">
          <a:xfrm>
            <a:off x="7560249" y="2522538"/>
            <a:ext cx="298450" cy="298450"/>
          </a:xfrm>
          <a:custGeom>
            <a:gdLst>
              <a:gd name="T0" fmla="*/ 324 w 355"/>
              <a:gd name="T1" fmla="*/ 140 h 355"/>
              <a:gd name="T2" fmla="*/ 233 w 355"/>
              <a:gd name="T3" fmla="*/ 232 h 355"/>
              <a:gd name="T4" fmla="*/ 140 w 355"/>
              <a:gd name="T5" fmla="*/ 325 h 355"/>
              <a:gd name="T6" fmla="*/ 79 w 355"/>
              <a:gd name="T7" fmla="*/ 307 h 355"/>
              <a:gd name="T8" fmla="*/ 45 w 355"/>
              <a:gd name="T9" fmla="*/ 182 h 355"/>
              <a:gd name="T10" fmla="*/ 11 w 355"/>
              <a:gd name="T11" fmla="*/ 55 h 355"/>
              <a:gd name="T12" fmla="*/ 57 w 355"/>
              <a:gd name="T13" fmla="*/ 11 h 355"/>
              <a:gd name="T14" fmla="*/ 182 w 355"/>
              <a:gd name="T15" fmla="*/ 45 h 355"/>
              <a:gd name="T16" fmla="*/ 309 w 355"/>
              <a:gd name="T17" fmla="*/ 79 h 355"/>
              <a:gd name="T18" fmla="*/ 324 w 355"/>
              <a:gd name="T19" fmla="*/ 140 h 35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5" h="355">
                <a:moveTo>
                  <a:pt x="324" y="140"/>
                </a:moveTo>
                <a:lnTo>
                  <a:pt x="233" y="232"/>
                </a:lnTo>
                <a:cubicBezTo>
                  <a:pt x="202" y="263"/>
                  <a:pt x="171" y="294"/>
                  <a:pt x="140" y="325"/>
                </a:cubicBezTo>
                <a:cubicBezTo>
                  <a:pt x="110" y="355"/>
                  <a:pt x="90" y="349"/>
                  <a:pt x="79" y="307"/>
                </a:cubicBezTo>
                <a:lnTo>
                  <a:pt x="45" y="182"/>
                </a:lnTo>
                <a:cubicBezTo>
                  <a:pt x="34" y="140"/>
                  <a:pt x="23" y="97"/>
                  <a:pt x="11" y="55"/>
                </a:cubicBezTo>
                <a:cubicBezTo>
                  <a:pt x="0" y="14"/>
                  <a:pt x="15" y="0"/>
                  <a:pt x="57" y="11"/>
                </a:cubicBezTo>
                <a:lnTo>
                  <a:pt x="182" y="45"/>
                </a:lnTo>
                <a:cubicBezTo>
                  <a:pt x="224" y="56"/>
                  <a:pt x="267" y="67"/>
                  <a:pt x="309" y="79"/>
                </a:cubicBezTo>
                <a:cubicBezTo>
                  <a:pt x="350" y="89"/>
                  <a:pt x="355" y="110"/>
                  <a:pt x="324" y="14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20F9E7D-D7CE-4417-A2A4-99070E1D2861}"/>
              </a:ext>
            </a:extLst>
          </p:cNvPr>
          <p:cNvSpPr/>
          <p:nvPr/>
        </p:nvSpPr>
        <p:spPr>
          <a:xfrm>
            <a:off x="5190845" y="3385206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专业素质</a:t>
            </a:r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D9540C42-7737-4007-B4F8-6BF9FF547989}"/>
              </a:ext>
            </a:extLst>
          </p:cNvPr>
          <p:cNvSpPr>
            <a:spLocks noEditPoints="1"/>
          </p:cNvSpPr>
          <p:nvPr/>
        </p:nvSpPr>
        <p:spPr bwMode="auto">
          <a:xfrm>
            <a:off x="5514535" y="2382838"/>
            <a:ext cx="885825" cy="876300"/>
          </a:xfrm>
          <a:custGeom>
            <a:gdLst>
              <a:gd name="T0" fmla="*/ 625 w 692"/>
              <a:gd name="T1" fmla="*/ 590 h 684"/>
              <a:gd name="T2" fmla="*/ 553 w 692"/>
              <a:gd name="T3" fmla="*/ 590 h 684"/>
              <a:gd name="T4" fmla="*/ 453 w 692"/>
              <a:gd name="T5" fmla="*/ 398 h 684"/>
              <a:gd name="T6" fmla="*/ 443 w 692"/>
              <a:gd name="T7" fmla="*/ 436 h 684"/>
              <a:gd name="T8" fmla="*/ 388 w 692"/>
              <a:gd name="T9" fmla="*/ 477 h 684"/>
              <a:gd name="T10" fmla="*/ 567 w 692"/>
              <a:gd name="T11" fmla="*/ 676 h 684"/>
              <a:gd name="T12" fmla="*/ 682 w 692"/>
              <a:gd name="T13" fmla="*/ 599 h 684"/>
              <a:gd name="T14" fmla="*/ 597 w 692"/>
              <a:gd name="T15" fmla="*/ 510 h 684"/>
              <a:gd name="T16" fmla="*/ 471 w 692"/>
              <a:gd name="T17" fmla="*/ 407 h 684"/>
              <a:gd name="T18" fmla="*/ 250 w 692"/>
              <a:gd name="T19" fmla="*/ 243 h 684"/>
              <a:gd name="T20" fmla="*/ 288 w 692"/>
              <a:gd name="T21" fmla="*/ 233 h 684"/>
              <a:gd name="T22" fmla="*/ 298 w 692"/>
              <a:gd name="T23" fmla="*/ 195 h 684"/>
              <a:gd name="T24" fmla="*/ 307 w 692"/>
              <a:gd name="T25" fmla="*/ 160 h 684"/>
              <a:gd name="T26" fmla="*/ 133 w 692"/>
              <a:gd name="T27" fmla="*/ 15 h 684"/>
              <a:gd name="T28" fmla="*/ 109 w 692"/>
              <a:gd name="T29" fmla="*/ 193 h 684"/>
              <a:gd name="T30" fmla="*/ 0 w 692"/>
              <a:gd name="T31" fmla="*/ 148 h 684"/>
              <a:gd name="T32" fmla="*/ 206 w 692"/>
              <a:gd name="T33" fmla="*/ 295 h 684"/>
              <a:gd name="T34" fmla="*/ 232 w 692"/>
              <a:gd name="T35" fmla="*/ 261 h 684"/>
              <a:gd name="T36" fmla="*/ 667 w 692"/>
              <a:gd name="T37" fmla="*/ 66 h 684"/>
              <a:gd name="T38" fmla="*/ 573 w 692"/>
              <a:gd name="T39" fmla="*/ 0 h 684"/>
              <a:gd name="T40" fmla="*/ 325 w 692"/>
              <a:gd name="T41" fmla="*/ 222 h 684"/>
              <a:gd name="T42" fmla="*/ 290 w 692"/>
              <a:gd name="T43" fmla="*/ 273 h 684"/>
              <a:gd name="T44" fmla="*/ 259 w 692"/>
              <a:gd name="T45" fmla="*/ 288 h 684"/>
              <a:gd name="T46" fmla="*/ 262 w 692"/>
              <a:gd name="T47" fmla="*/ 382 h 684"/>
              <a:gd name="T48" fmla="*/ 62 w 692"/>
              <a:gd name="T49" fmla="*/ 557 h 684"/>
              <a:gd name="T50" fmla="*/ 40 w 692"/>
              <a:gd name="T51" fmla="*/ 684 h 684"/>
              <a:gd name="T52" fmla="*/ 143 w 692"/>
              <a:gd name="T53" fmla="*/ 580 h 684"/>
              <a:gd name="T54" fmla="*/ 306 w 692"/>
              <a:gd name="T55" fmla="*/ 427 h 684"/>
              <a:gd name="T56" fmla="*/ 398 w 692"/>
              <a:gd name="T57" fmla="*/ 426 h 684"/>
              <a:gd name="T58" fmla="*/ 424 w 692"/>
              <a:gd name="T59" fmla="*/ 369 h 684"/>
              <a:gd name="T60" fmla="*/ 464 w 692"/>
              <a:gd name="T61" fmla="*/ 361 h 684"/>
              <a:gd name="T62" fmla="*/ 667 w 692"/>
              <a:gd name="T63" fmla="*/ 66 h 684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92" h="684">
                <a:moveTo>
                  <a:pt x="589" y="554"/>
                </a:moveTo>
                <a:cubicBezTo>
                  <a:pt x="609" y="554"/>
                  <a:pt x="625" y="570"/>
                  <a:pt x="625" y="590"/>
                </a:cubicBezTo>
                <a:cubicBezTo>
                  <a:pt x="625" y="610"/>
                  <a:pt x="609" y="626"/>
                  <a:pt x="589" y="626"/>
                </a:cubicBezTo>
                <a:cubicBezTo>
                  <a:pt x="569" y="626"/>
                  <a:pt x="553" y="610"/>
                  <a:pt x="553" y="590"/>
                </a:cubicBezTo>
                <a:cubicBezTo>
                  <a:pt x="553" y="570"/>
                  <a:pt x="569" y="554"/>
                  <a:pt x="589" y="554"/>
                </a:cubicBezTo>
                <a:close/>
                <a:moveTo>
                  <a:pt x="453" y="398"/>
                </a:moveTo>
                <a:lnTo>
                  <a:pt x="462" y="416"/>
                </a:lnTo>
                <a:lnTo>
                  <a:pt x="443" y="436"/>
                </a:lnTo>
                <a:lnTo>
                  <a:pt x="425" y="453"/>
                </a:lnTo>
                <a:cubicBezTo>
                  <a:pt x="414" y="464"/>
                  <a:pt x="402" y="472"/>
                  <a:pt x="388" y="477"/>
                </a:cubicBezTo>
                <a:lnTo>
                  <a:pt x="509" y="599"/>
                </a:lnTo>
                <a:lnTo>
                  <a:pt x="567" y="676"/>
                </a:lnTo>
                <a:lnTo>
                  <a:pt x="597" y="684"/>
                </a:lnTo>
                <a:lnTo>
                  <a:pt x="682" y="599"/>
                </a:lnTo>
                <a:lnTo>
                  <a:pt x="674" y="567"/>
                </a:lnTo>
                <a:lnTo>
                  <a:pt x="597" y="510"/>
                </a:lnTo>
                <a:lnTo>
                  <a:pt x="483" y="396"/>
                </a:lnTo>
                <a:lnTo>
                  <a:pt x="471" y="407"/>
                </a:lnTo>
                <a:lnTo>
                  <a:pt x="453" y="398"/>
                </a:lnTo>
                <a:close/>
                <a:moveTo>
                  <a:pt x="250" y="243"/>
                </a:moveTo>
                <a:lnTo>
                  <a:pt x="270" y="223"/>
                </a:lnTo>
                <a:lnTo>
                  <a:pt x="288" y="233"/>
                </a:lnTo>
                <a:lnTo>
                  <a:pt x="278" y="215"/>
                </a:lnTo>
                <a:lnTo>
                  <a:pt x="298" y="195"/>
                </a:lnTo>
                <a:lnTo>
                  <a:pt x="300" y="193"/>
                </a:lnTo>
                <a:cubicBezTo>
                  <a:pt x="304" y="182"/>
                  <a:pt x="307" y="170"/>
                  <a:pt x="307" y="160"/>
                </a:cubicBezTo>
                <a:cubicBezTo>
                  <a:pt x="307" y="79"/>
                  <a:pt x="229" y="0"/>
                  <a:pt x="148" y="1"/>
                </a:cubicBezTo>
                <a:cubicBezTo>
                  <a:pt x="147" y="1"/>
                  <a:pt x="138" y="10"/>
                  <a:pt x="133" y="15"/>
                </a:cubicBezTo>
                <a:cubicBezTo>
                  <a:pt x="198" y="80"/>
                  <a:pt x="193" y="70"/>
                  <a:pt x="193" y="110"/>
                </a:cubicBezTo>
                <a:cubicBezTo>
                  <a:pt x="193" y="142"/>
                  <a:pt x="141" y="193"/>
                  <a:pt x="109" y="193"/>
                </a:cubicBezTo>
                <a:cubicBezTo>
                  <a:pt x="68" y="193"/>
                  <a:pt x="81" y="200"/>
                  <a:pt x="15" y="134"/>
                </a:cubicBezTo>
                <a:cubicBezTo>
                  <a:pt x="10" y="139"/>
                  <a:pt x="0" y="148"/>
                  <a:pt x="0" y="148"/>
                </a:cubicBezTo>
                <a:cubicBezTo>
                  <a:pt x="1" y="229"/>
                  <a:pt x="78" y="307"/>
                  <a:pt x="160" y="307"/>
                </a:cubicBezTo>
                <a:cubicBezTo>
                  <a:pt x="174" y="307"/>
                  <a:pt x="190" y="303"/>
                  <a:pt x="206" y="295"/>
                </a:cubicBezTo>
                <a:lnTo>
                  <a:pt x="209" y="298"/>
                </a:lnTo>
                <a:cubicBezTo>
                  <a:pt x="214" y="284"/>
                  <a:pt x="221" y="272"/>
                  <a:pt x="232" y="261"/>
                </a:cubicBezTo>
                <a:lnTo>
                  <a:pt x="250" y="243"/>
                </a:lnTo>
                <a:close/>
                <a:moveTo>
                  <a:pt x="667" y="66"/>
                </a:moveTo>
                <a:lnTo>
                  <a:pt x="619" y="19"/>
                </a:lnTo>
                <a:cubicBezTo>
                  <a:pt x="607" y="6"/>
                  <a:pt x="590" y="0"/>
                  <a:pt x="573" y="0"/>
                </a:cubicBezTo>
                <a:cubicBezTo>
                  <a:pt x="557" y="0"/>
                  <a:pt x="540" y="6"/>
                  <a:pt x="528" y="19"/>
                </a:cubicBezTo>
                <a:lnTo>
                  <a:pt x="325" y="222"/>
                </a:lnTo>
                <a:cubicBezTo>
                  <a:pt x="331" y="234"/>
                  <a:pt x="326" y="252"/>
                  <a:pt x="317" y="262"/>
                </a:cubicBezTo>
                <a:cubicBezTo>
                  <a:pt x="310" y="269"/>
                  <a:pt x="299" y="273"/>
                  <a:pt x="290" y="273"/>
                </a:cubicBezTo>
                <a:cubicBezTo>
                  <a:pt x="285" y="273"/>
                  <a:pt x="281" y="272"/>
                  <a:pt x="277" y="270"/>
                </a:cubicBezTo>
                <a:lnTo>
                  <a:pt x="259" y="288"/>
                </a:lnTo>
                <a:cubicBezTo>
                  <a:pt x="234" y="313"/>
                  <a:pt x="234" y="354"/>
                  <a:pt x="259" y="379"/>
                </a:cubicBezTo>
                <a:lnTo>
                  <a:pt x="262" y="382"/>
                </a:lnTo>
                <a:lnTo>
                  <a:pt x="104" y="541"/>
                </a:lnTo>
                <a:lnTo>
                  <a:pt x="62" y="557"/>
                </a:lnTo>
                <a:lnTo>
                  <a:pt x="0" y="645"/>
                </a:lnTo>
                <a:lnTo>
                  <a:pt x="40" y="684"/>
                </a:lnTo>
                <a:lnTo>
                  <a:pt x="127" y="623"/>
                </a:lnTo>
                <a:lnTo>
                  <a:pt x="143" y="580"/>
                </a:lnTo>
                <a:lnTo>
                  <a:pt x="302" y="422"/>
                </a:lnTo>
                <a:lnTo>
                  <a:pt x="306" y="427"/>
                </a:lnTo>
                <a:cubicBezTo>
                  <a:pt x="319" y="439"/>
                  <a:pt x="336" y="445"/>
                  <a:pt x="352" y="445"/>
                </a:cubicBezTo>
                <a:cubicBezTo>
                  <a:pt x="369" y="445"/>
                  <a:pt x="385" y="439"/>
                  <a:pt x="398" y="426"/>
                </a:cubicBezTo>
                <a:lnTo>
                  <a:pt x="416" y="409"/>
                </a:lnTo>
                <a:cubicBezTo>
                  <a:pt x="410" y="397"/>
                  <a:pt x="414" y="379"/>
                  <a:pt x="424" y="369"/>
                </a:cubicBezTo>
                <a:cubicBezTo>
                  <a:pt x="431" y="362"/>
                  <a:pt x="441" y="358"/>
                  <a:pt x="451" y="358"/>
                </a:cubicBezTo>
                <a:cubicBezTo>
                  <a:pt x="456" y="358"/>
                  <a:pt x="460" y="359"/>
                  <a:pt x="464" y="361"/>
                </a:cubicBezTo>
                <a:lnTo>
                  <a:pt x="667" y="158"/>
                </a:lnTo>
                <a:cubicBezTo>
                  <a:pt x="692" y="132"/>
                  <a:pt x="692" y="92"/>
                  <a:pt x="667" y="66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矩形 25">
            <a:extLst>
              <a:ext uri="{FF2B5EF4-FFF2-40B4-BE49-F238E27FC236}">
                <a16:creationId xmlns:a16="http://schemas.microsoft.com/office/drawing/2014/main" id="{4AA92288-60C9-4DAC-9BEB-99012BD7F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057" y="1987550"/>
            <a:ext cx="282407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多年的行业积累，让我在唐峰技术方面拥有一定的操作能力。</a:t>
            </a:r>
          </a:p>
        </p:txBody>
      </p:sp>
      <p:sp>
        <p:nvSpPr>
          <p:cNvPr id="48" name="矩形 3">
            <a:extLst>
              <a:ext uri="{FF2B5EF4-FFF2-40B4-BE49-F238E27FC236}">
                <a16:creationId xmlns:a16="http://schemas.microsoft.com/office/drawing/2014/main" id="{D04A749F-5210-4104-A9C6-887FD0B7E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114" y="1585913"/>
            <a:ext cx="2568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专业技术能力</a:t>
            </a:r>
          </a:p>
        </p:txBody>
      </p:sp>
      <p:sp>
        <p:nvSpPr>
          <p:cNvPr id="49" name="矩形 25">
            <a:extLst>
              <a:ext uri="{FF2B5EF4-FFF2-40B4-BE49-F238E27FC236}">
                <a16:creationId xmlns:a16="http://schemas.microsoft.com/office/drawing/2014/main" id="{044B46E6-A84E-4EBA-99CB-FF8BCC0F6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0990" y="1987550"/>
            <a:ext cx="282407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担任过项目经理，对于组织团队、协调管理有一定的认识，并取得了一些成绩。</a:t>
            </a:r>
          </a:p>
        </p:txBody>
      </p:sp>
      <p:sp>
        <p:nvSpPr>
          <p:cNvPr id="50" name="矩形 3">
            <a:extLst>
              <a:ext uri="{FF2B5EF4-FFF2-40B4-BE49-F238E27FC236}">
                <a16:creationId xmlns:a16="http://schemas.microsoft.com/office/drawing/2014/main" id="{2414214E-0AB9-4103-B0D3-91CBE4570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3035" y="1585913"/>
            <a:ext cx="2568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管理协调能力</a:t>
            </a:r>
          </a:p>
        </p:txBody>
      </p:sp>
      <p:sp>
        <p:nvSpPr>
          <p:cNvPr id="51" name="矩形 25">
            <a:extLst>
              <a:ext uri="{FF2B5EF4-FFF2-40B4-BE49-F238E27FC236}">
                <a16:creationId xmlns:a16="http://schemas.microsoft.com/office/drawing/2014/main" id="{AB3DD4B9-F9E2-4659-87DD-72EFFD0BC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728" y="5514895"/>
            <a:ext cx="636059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年轻激情，有一颗奋发向上的心和渴望成功的欲望，敢于开拓，懂得领导团队一起实现目标。</a:t>
            </a:r>
          </a:p>
        </p:txBody>
      </p:sp>
      <p:sp>
        <p:nvSpPr>
          <p:cNvPr id="52" name="矩形 3">
            <a:extLst>
              <a:ext uri="{FF2B5EF4-FFF2-40B4-BE49-F238E27FC236}">
                <a16:creationId xmlns:a16="http://schemas.microsoft.com/office/drawing/2014/main" id="{85A460F9-9189-4559-8C66-8CD559DCA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7035" y="5113258"/>
            <a:ext cx="2568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领导开拓能力</a:t>
            </a:r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9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0" dur="1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1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2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3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5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41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6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 animBg="1"/>
      <p:bldP spid="46" grpId="1" animBg="1"/>
      <p:bldP spid="47" grpId="0"/>
      <p:bldP spid="48" grpId="0"/>
      <p:bldP spid="49" grpId="0"/>
      <p:bldP spid="50" grpId="0"/>
      <p:bldP spid="51" grpId="0"/>
      <p:bldP spid="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40718"/>
            <a:ext cx="1433834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解决问题</a:t>
            </a:r>
          </a:p>
        </p:txBody>
      </p:sp>
      <p:sp>
        <p:nvSpPr>
          <p:cNvPr id="38" name="不完整圆 37">
            <a:extLst>
              <a:ext uri="{FF2B5EF4-FFF2-40B4-BE49-F238E27FC236}">
                <a16:creationId xmlns:a16="http://schemas.microsoft.com/office/drawing/2014/main" id="{C8BD8673-75BC-4174-ABC8-B5A7E9745574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TextBox 3">
            <a:extLst>
              <a:ext uri="{FF2B5EF4-FFF2-40B4-BE49-F238E27FC236}">
                <a16:creationId xmlns:a16="http://schemas.microsoft.com/office/drawing/2014/main" id="{C5804213-36FD-4D81-B817-931C06C604BA}"/>
              </a:ext>
            </a:extLst>
          </p:cNvPr>
          <p:cNvSpPr txBox="1"/>
          <p:nvPr/>
        </p:nvSpPr>
        <p:spPr>
          <a:xfrm>
            <a:off x="3578101" y="1259468"/>
            <a:ext cx="1997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添加文本</a:t>
            </a:r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77009A03-0F83-44E2-AE01-49F2E8278A97}"/>
              </a:ext>
            </a:extLst>
          </p:cNvPr>
          <p:cNvSpPr txBox="1"/>
          <p:nvPr/>
        </p:nvSpPr>
        <p:spPr>
          <a:xfrm>
            <a:off x="3640506" y="1617819"/>
            <a:ext cx="7351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9F924E4B-3CF8-47F0-8ACC-F40833D1DECB}"/>
              </a:ext>
            </a:extLst>
          </p:cNvPr>
          <p:cNvSpPr txBox="1"/>
          <p:nvPr/>
        </p:nvSpPr>
        <p:spPr>
          <a:xfrm>
            <a:off x="3640506" y="5363924"/>
            <a:ext cx="1997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添加文本</a:t>
            </a:r>
          </a:p>
        </p:txBody>
      </p:sp>
      <p:sp>
        <p:nvSpPr>
          <p:cNvPr id="42" name="TextBox 6">
            <a:extLst>
              <a:ext uri="{FF2B5EF4-FFF2-40B4-BE49-F238E27FC236}">
                <a16:creationId xmlns:a16="http://schemas.microsoft.com/office/drawing/2014/main" id="{3180B2FA-9184-407A-996C-13335BCEF0F7}"/>
              </a:ext>
            </a:extLst>
          </p:cNvPr>
          <p:cNvSpPr txBox="1"/>
          <p:nvPr/>
        </p:nvSpPr>
        <p:spPr>
          <a:xfrm>
            <a:off x="3640506" y="5671204"/>
            <a:ext cx="7351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4F3C9C5B-FB5A-4D6B-A982-F02D35DB6BA3}"/>
              </a:ext>
            </a:extLst>
          </p:cNvPr>
          <p:cNvSpPr txBox="1"/>
          <p:nvPr/>
        </p:nvSpPr>
        <p:spPr>
          <a:xfrm>
            <a:off x="4083068" y="3933056"/>
            <a:ext cx="1997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添加文本</a:t>
            </a:r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DE9C68D6-F093-4DDB-B780-6A82167DE7C3}"/>
              </a:ext>
            </a:extLst>
          </p:cNvPr>
          <p:cNvSpPr txBox="1"/>
          <p:nvPr/>
        </p:nvSpPr>
        <p:spPr>
          <a:xfrm>
            <a:off x="4145473" y="4240336"/>
            <a:ext cx="7351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724C3F5A-EC18-4941-A3C2-FA8140FAA6D8}"/>
              </a:ext>
            </a:extLst>
          </p:cNvPr>
          <p:cNvSpPr txBox="1"/>
          <p:nvPr/>
        </p:nvSpPr>
        <p:spPr>
          <a:xfrm>
            <a:off x="4083068" y="2500041"/>
            <a:ext cx="1997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添加文本</a:t>
            </a:r>
          </a:p>
        </p:txBody>
      </p:sp>
      <p:sp>
        <p:nvSpPr>
          <p:cNvPr id="46" name="TextBox 10">
            <a:extLst>
              <a:ext uri="{FF2B5EF4-FFF2-40B4-BE49-F238E27FC236}">
                <a16:creationId xmlns:a16="http://schemas.microsoft.com/office/drawing/2014/main" id="{339026A2-C49F-4DDF-AA48-AC31BF095B07}"/>
              </a:ext>
            </a:extLst>
          </p:cNvPr>
          <p:cNvSpPr txBox="1"/>
          <p:nvPr/>
        </p:nvSpPr>
        <p:spPr>
          <a:xfrm>
            <a:off x="4145473" y="2807321"/>
            <a:ext cx="7351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537BB53B-A2DC-4AA4-8CB5-6581739A6852}"/>
              </a:ext>
            </a:extLst>
          </p:cNvPr>
          <p:cNvGrpSpPr/>
          <p:nvPr/>
        </p:nvGrpSpPr>
        <p:grpSpPr>
          <a:xfrm>
            <a:off x="3241675" y="4001385"/>
            <a:ext cx="831850" cy="831850"/>
            <a:chOff x="3241675" y="4133850"/>
            <a:chExt cx="831850" cy="83185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8" name="Oval 9">
              <a:extLst>
                <a:ext uri="{FF2B5EF4-FFF2-40B4-BE49-F238E27FC236}">
                  <a16:creationId xmlns:a16="http://schemas.microsoft.com/office/drawing/2014/main" id="{77411AAA-1742-4402-A2CB-BB1ECB1F0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1675" y="4133850"/>
              <a:ext cx="831850" cy="8318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70F183F6-DDF1-4489-8A3C-5C6A4745BF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76092" y="4240336"/>
              <a:ext cx="619125" cy="552450"/>
            </a:xfrm>
            <a:custGeom>
              <a:gdLst>
                <a:gd name="T0" fmla="*/ 241 w 789"/>
                <a:gd name="T1" fmla="*/ 244 h 716"/>
                <a:gd name="T2" fmla="*/ 241 w 789"/>
                <a:gd name="T3" fmla="*/ 0 h 716"/>
                <a:gd name="T4" fmla="*/ 130 w 789"/>
                <a:gd name="T5" fmla="*/ 303 h 716"/>
                <a:gd name="T6" fmla="*/ 214 w 789"/>
                <a:gd name="T7" fmla="*/ 359 h 716"/>
                <a:gd name="T8" fmla="*/ 243 w 789"/>
                <a:gd name="T9" fmla="*/ 670 h 716"/>
                <a:gd name="T10" fmla="*/ 260 w 789"/>
                <a:gd name="T11" fmla="*/ 359 h 716"/>
                <a:gd name="T12" fmla="*/ 351 w 789"/>
                <a:gd name="T13" fmla="*/ 303 h 716"/>
                <a:gd name="T14" fmla="*/ 473 w 789"/>
                <a:gd name="T15" fmla="*/ 440 h 716"/>
                <a:gd name="T16" fmla="*/ 334 w 789"/>
                <a:gd name="T17" fmla="*/ 716 h 716"/>
                <a:gd name="T18" fmla="*/ 26 w 789"/>
                <a:gd name="T19" fmla="*/ 579 h 716"/>
                <a:gd name="T20" fmla="*/ 130 w 789"/>
                <a:gd name="T21" fmla="*/ 303 h 716"/>
                <a:gd name="T22" fmla="*/ 516 w 789"/>
                <a:gd name="T23" fmla="*/ 409 h 716"/>
                <a:gd name="T24" fmla="*/ 516 w 789"/>
                <a:gd name="T25" fmla="*/ 445 h 716"/>
                <a:gd name="T26" fmla="*/ 505 w 789"/>
                <a:gd name="T27" fmla="*/ 528 h 716"/>
                <a:gd name="T28" fmla="*/ 614 w 789"/>
                <a:gd name="T29" fmla="*/ 472 h 716"/>
                <a:gd name="T30" fmla="*/ 681 w 789"/>
                <a:gd name="T31" fmla="*/ 357 h 716"/>
                <a:gd name="T32" fmla="*/ 789 w 789"/>
                <a:gd name="T33" fmla="*/ 292 h 716"/>
                <a:gd name="T34" fmla="*/ 724 w 789"/>
                <a:gd name="T35" fmla="*/ 227 h 716"/>
                <a:gd name="T36" fmla="*/ 660 w 789"/>
                <a:gd name="T37" fmla="*/ 335 h 716"/>
                <a:gd name="T38" fmla="*/ 545 w 789"/>
                <a:gd name="T39" fmla="*/ 403 h 716"/>
                <a:gd name="T40" fmla="*/ 638 w 789"/>
                <a:gd name="T41" fmla="*/ 271 h 716"/>
                <a:gd name="T42" fmla="*/ 545 w 789"/>
                <a:gd name="T43" fmla="*/ 227 h 716"/>
                <a:gd name="T44" fmla="*/ 453 w 789"/>
                <a:gd name="T45" fmla="*/ 296 h 716"/>
                <a:gd name="T46" fmla="*/ 629 w 789"/>
                <a:gd name="T47" fmla="*/ 292 h 716"/>
                <a:gd name="T48" fmla="*/ 746 w 789"/>
                <a:gd name="T49" fmla="*/ 379 h 716"/>
                <a:gd name="T50" fmla="*/ 743 w 789"/>
                <a:gd name="T51" fmla="*/ 472 h 716"/>
                <a:gd name="T52" fmla="*/ 476 w 789"/>
                <a:gd name="T53" fmla="*/ 658 h 716"/>
                <a:gd name="T54" fmla="*/ 545 w 789"/>
                <a:gd name="T55" fmla="*/ 716 h 716"/>
                <a:gd name="T56" fmla="*/ 763 w 789"/>
                <a:gd name="T57" fmla="*/ 362 h 716"/>
                <a:gd name="T58" fmla="*/ 680 w 789"/>
                <a:gd name="T59" fmla="*/ 401 h 716"/>
                <a:gd name="T60" fmla="*/ 656 w 789"/>
                <a:gd name="T61" fmla="*/ 472 h 716"/>
                <a:gd name="T62" fmla="*/ 500 w 789"/>
                <a:gd name="T63" fmla="*/ 573 h 716"/>
                <a:gd name="T64" fmla="*/ 498 w 789"/>
                <a:gd name="T65" fmla="*/ 587 h 716"/>
                <a:gd name="T66" fmla="*/ 492 w 789"/>
                <a:gd name="T67" fmla="*/ 615 h 716"/>
                <a:gd name="T68" fmla="*/ 698 w 789"/>
                <a:gd name="T69" fmla="*/ 472 h 716"/>
                <a:gd name="T70" fmla="*/ 584 w 789"/>
                <a:gd name="T71" fmla="*/ 368 h 716"/>
                <a:gd name="T72" fmla="*/ 545 w 789"/>
                <a:gd name="T73" fmla="*/ 319 h 716"/>
                <a:gd name="T74" fmla="*/ 506 w 789"/>
                <a:gd name="T75" fmla="*/ 368 h 7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89" h="716">
                  <a:moveTo>
                    <a:pt x="119" y="122"/>
                  </a:moveTo>
                  <a:cubicBezTo>
                    <a:pt x="119" y="189"/>
                    <a:pt x="173" y="244"/>
                    <a:pt x="241" y="244"/>
                  </a:cubicBezTo>
                  <a:cubicBezTo>
                    <a:pt x="308" y="244"/>
                    <a:pt x="363" y="189"/>
                    <a:pt x="363" y="122"/>
                  </a:cubicBezTo>
                  <a:cubicBezTo>
                    <a:pt x="363" y="54"/>
                    <a:pt x="308" y="0"/>
                    <a:pt x="241" y="0"/>
                  </a:cubicBezTo>
                  <a:cubicBezTo>
                    <a:pt x="173" y="0"/>
                    <a:pt x="119" y="54"/>
                    <a:pt x="119" y="122"/>
                  </a:cubicBezTo>
                  <a:close/>
                  <a:moveTo>
                    <a:pt x="130" y="303"/>
                  </a:moveTo>
                  <a:lnTo>
                    <a:pt x="197" y="303"/>
                  </a:lnTo>
                  <a:cubicBezTo>
                    <a:pt x="197" y="310"/>
                    <a:pt x="196" y="344"/>
                    <a:pt x="214" y="359"/>
                  </a:cubicBezTo>
                  <a:cubicBezTo>
                    <a:pt x="214" y="359"/>
                    <a:pt x="185" y="532"/>
                    <a:pt x="197" y="588"/>
                  </a:cubicBezTo>
                  <a:cubicBezTo>
                    <a:pt x="202" y="611"/>
                    <a:pt x="221" y="670"/>
                    <a:pt x="243" y="670"/>
                  </a:cubicBezTo>
                  <a:cubicBezTo>
                    <a:pt x="264" y="669"/>
                    <a:pt x="280" y="611"/>
                    <a:pt x="285" y="588"/>
                  </a:cubicBezTo>
                  <a:cubicBezTo>
                    <a:pt x="295" y="531"/>
                    <a:pt x="260" y="359"/>
                    <a:pt x="260" y="359"/>
                  </a:cubicBezTo>
                  <a:cubicBezTo>
                    <a:pt x="265" y="357"/>
                    <a:pt x="275" y="346"/>
                    <a:pt x="278" y="303"/>
                  </a:cubicBezTo>
                  <a:lnTo>
                    <a:pt x="351" y="303"/>
                  </a:lnTo>
                  <a:lnTo>
                    <a:pt x="351" y="303"/>
                  </a:lnTo>
                  <a:cubicBezTo>
                    <a:pt x="419" y="303"/>
                    <a:pt x="482" y="365"/>
                    <a:pt x="473" y="440"/>
                  </a:cubicBezTo>
                  <a:lnTo>
                    <a:pt x="456" y="581"/>
                  </a:lnTo>
                  <a:cubicBezTo>
                    <a:pt x="442" y="656"/>
                    <a:pt x="401" y="716"/>
                    <a:pt x="334" y="716"/>
                  </a:cubicBezTo>
                  <a:lnTo>
                    <a:pt x="148" y="716"/>
                  </a:lnTo>
                  <a:cubicBezTo>
                    <a:pt x="80" y="716"/>
                    <a:pt x="39" y="654"/>
                    <a:pt x="26" y="579"/>
                  </a:cubicBezTo>
                  <a:lnTo>
                    <a:pt x="8" y="438"/>
                  </a:lnTo>
                  <a:cubicBezTo>
                    <a:pt x="0" y="364"/>
                    <a:pt x="63" y="303"/>
                    <a:pt x="130" y="303"/>
                  </a:cubicBezTo>
                  <a:close/>
                  <a:moveTo>
                    <a:pt x="545" y="403"/>
                  </a:moveTo>
                  <a:cubicBezTo>
                    <a:pt x="535" y="403"/>
                    <a:pt x="525" y="405"/>
                    <a:pt x="516" y="409"/>
                  </a:cubicBezTo>
                  <a:cubicBezTo>
                    <a:pt x="517" y="421"/>
                    <a:pt x="517" y="433"/>
                    <a:pt x="516" y="444"/>
                  </a:cubicBezTo>
                  <a:lnTo>
                    <a:pt x="516" y="445"/>
                  </a:lnTo>
                  <a:lnTo>
                    <a:pt x="516" y="445"/>
                  </a:lnTo>
                  <a:lnTo>
                    <a:pt x="505" y="528"/>
                  </a:lnTo>
                  <a:cubicBezTo>
                    <a:pt x="517" y="536"/>
                    <a:pt x="530" y="540"/>
                    <a:pt x="545" y="540"/>
                  </a:cubicBezTo>
                  <a:cubicBezTo>
                    <a:pt x="583" y="540"/>
                    <a:pt x="614" y="509"/>
                    <a:pt x="614" y="472"/>
                  </a:cubicBezTo>
                  <a:cubicBezTo>
                    <a:pt x="614" y="458"/>
                    <a:pt x="610" y="446"/>
                    <a:pt x="603" y="435"/>
                  </a:cubicBezTo>
                  <a:lnTo>
                    <a:pt x="681" y="357"/>
                  </a:lnTo>
                  <a:lnTo>
                    <a:pt x="724" y="357"/>
                  </a:lnTo>
                  <a:lnTo>
                    <a:pt x="789" y="292"/>
                  </a:lnTo>
                  <a:lnTo>
                    <a:pt x="727" y="290"/>
                  </a:lnTo>
                  <a:lnTo>
                    <a:pt x="724" y="227"/>
                  </a:lnTo>
                  <a:lnTo>
                    <a:pt x="660" y="292"/>
                  </a:lnTo>
                  <a:lnTo>
                    <a:pt x="660" y="335"/>
                  </a:lnTo>
                  <a:lnTo>
                    <a:pt x="581" y="414"/>
                  </a:lnTo>
                  <a:cubicBezTo>
                    <a:pt x="571" y="407"/>
                    <a:pt x="558" y="403"/>
                    <a:pt x="545" y="403"/>
                  </a:cubicBezTo>
                  <a:close/>
                  <a:moveTo>
                    <a:pt x="629" y="292"/>
                  </a:moveTo>
                  <a:cubicBezTo>
                    <a:pt x="629" y="284"/>
                    <a:pt x="632" y="276"/>
                    <a:pt x="638" y="271"/>
                  </a:cubicBezTo>
                  <a:lnTo>
                    <a:pt x="655" y="254"/>
                  </a:lnTo>
                  <a:cubicBezTo>
                    <a:pt x="622" y="237"/>
                    <a:pt x="585" y="227"/>
                    <a:pt x="545" y="227"/>
                  </a:cubicBezTo>
                  <a:cubicBezTo>
                    <a:pt x="494" y="227"/>
                    <a:pt x="446" y="243"/>
                    <a:pt x="407" y="270"/>
                  </a:cubicBezTo>
                  <a:cubicBezTo>
                    <a:pt x="423" y="276"/>
                    <a:pt x="439" y="285"/>
                    <a:pt x="453" y="296"/>
                  </a:cubicBezTo>
                  <a:cubicBezTo>
                    <a:pt x="480" y="282"/>
                    <a:pt x="512" y="273"/>
                    <a:pt x="545" y="273"/>
                  </a:cubicBezTo>
                  <a:cubicBezTo>
                    <a:pt x="575" y="273"/>
                    <a:pt x="604" y="280"/>
                    <a:pt x="629" y="292"/>
                  </a:cubicBezTo>
                  <a:close/>
                  <a:moveTo>
                    <a:pt x="763" y="362"/>
                  </a:moveTo>
                  <a:lnTo>
                    <a:pt x="746" y="379"/>
                  </a:lnTo>
                  <a:cubicBezTo>
                    <a:pt x="740" y="384"/>
                    <a:pt x="733" y="388"/>
                    <a:pt x="725" y="388"/>
                  </a:cubicBezTo>
                  <a:cubicBezTo>
                    <a:pt x="737" y="413"/>
                    <a:pt x="743" y="442"/>
                    <a:pt x="743" y="472"/>
                  </a:cubicBezTo>
                  <a:cubicBezTo>
                    <a:pt x="743" y="581"/>
                    <a:pt x="654" y="670"/>
                    <a:pt x="545" y="670"/>
                  </a:cubicBezTo>
                  <a:cubicBezTo>
                    <a:pt x="521" y="670"/>
                    <a:pt x="498" y="666"/>
                    <a:pt x="476" y="658"/>
                  </a:cubicBezTo>
                  <a:cubicBezTo>
                    <a:pt x="470" y="673"/>
                    <a:pt x="462" y="686"/>
                    <a:pt x="453" y="698"/>
                  </a:cubicBezTo>
                  <a:cubicBezTo>
                    <a:pt x="481" y="709"/>
                    <a:pt x="512" y="716"/>
                    <a:pt x="545" y="716"/>
                  </a:cubicBezTo>
                  <a:cubicBezTo>
                    <a:pt x="680" y="716"/>
                    <a:pt x="789" y="607"/>
                    <a:pt x="789" y="472"/>
                  </a:cubicBezTo>
                  <a:cubicBezTo>
                    <a:pt x="789" y="432"/>
                    <a:pt x="780" y="395"/>
                    <a:pt x="763" y="362"/>
                  </a:cubicBezTo>
                  <a:close/>
                  <a:moveTo>
                    <a:pt x="698" y="472"/>
                  </a:moveTo>
                  <a:cubicBezTo>
                    <a:pt x="698" y="446"/>
                    <a:pt x="691" y="422"/>
                    <a:pt x="680" y="401"/>
                  </a:cubicBezTo>
                  <a:lnTo>
                    <a:pt x="648" y="433"/>
                  </a:lnTo>
                  <a:cubicBezTo>
                    <a:pt x="653" y="445"/>
                    <a:pt x="656" y="458"/>
                    <a:pt x="656" y="472"/>
                  </a:cubicBezTo>
                  <a:cubicBezTo>
                    <a:pt x="656" y="533"/>
                    <a:pt x="606" y="582"/>
                    <a:pt x="545" y="582"/>
                  </a:cubicBezTo>
                  <a:cubicBezTo>
                    <a:pt x="529" y="582"/>
                    <a:pt x="514" y="579"/>
                    <a:pt x="500" y="573"/>
                  </a:cubicBezTo>
                  <a:lnTo>
                    <a:pt x="498" y="586"/>
                  </a:lnTo>
                  <a:lnTo>
                    <a:pt x="498" y="587"/>
                  </a:lnTo>
                  <a:lnTo>
                    <a:pt x="498" y="589"/>
                  </a:lnTo>
                  <a:cubicBezTo>
                    <a:pt x="496" y="598"/>
                    <a:pt x="494" y="607"/>
                    <a:pt x="492" y="615"/>
                  </a:cubicBezTo>
                  <a:cubicBezTo>
                    <a:pt x="509" y="621"/>
                    <a:pt x="526" y="624"/>
                    <a:pt x="545" y="624"/>
                  </a:cubicBezTo>
                  <a:cubicBezTo>
                    <a:pt x="629" y="624"/>
                    <a:pt x="698" y="556"/>
                    <a:pt x="698" y="472"/>
                  </a:cubicBezTo>
                  <a:close/>
                  <a:moveTo>
                    <a:pt x="545" y="361"/>
                  </a:moveTo>
                  <a:cubicBezTo>
                    <a:pt x="559" y="361"/>
                    <a:pt x="572" y="364"/>
                    <a:pt x="584" y="368"/>
                  </a:cubicBezTo>
                  <a:lnTo>
                    <a:pt x="615" y="336"/>
                  </a:lnTo>
                  <a:cubicBezTo>
                    <a:pt x="594" y="325"/>
                    <a:pt x="570" y="319"/>
                    <a:pt x="545" y="319"/>
                  </a:cubicBezTo>
                  <a:cubicBezTo>
                    <a:pt x="524" y="319"/>
                    <a:pt x="504" y="323"/>
                    <a:pt x="486" y="331"/>
                  </a:cubicBezTo>
                  <a:cubicBezTo>
                    <a:pt x="494" y="343"/>
                    <a:pt x="501" y="355"/>
                    <a:pt x="506" y="368"/>
                  </a:cubicBezTo>
                  <a:cubicBezTo>
                    <a:pt x="518" y="364"/>
                    <a:pt x="531" y="361"/>
                    <a:pt x="545" y="3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093BA3DB-5E45-459A-8746-F45BDBED9BEB}"/>
              </a:ext>
            </a:extLst>
          </p:cNvPr>
          <p:cNvGrpSpPr/>
          <p:nvPr/>
        </p:nvGrpSpPr>
        <p:grpSpPr>
          <a:xfrm>
            <a:off x="3241675" y="2678113"/>
            <a:ext cx="831850" cy="830262"/>
            <a:chOff x="3241675" y="2678113"/>
            <a:chExt cx="831850" cy="83026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1" name="Oval 7">
              <a:extLst>
                <a:ext uri="{FF2B5EF4-FFF2-40B4-BE49-F238E27FC236}">
                  <a16:creationId xmlns:a16="http://schemas.microsoft.com/office/drawing/2014/main" id="{0C97D81F-0BEE-41D5-B4EA-434141BD9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1675" y="2678113"/>
              <a:ext cx="831850" cy="83026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16FE0692-30A3-47FE-ADBB-63C9466387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50418" y="2787259"/>
              <a:ext cx="614363" cy="604837"/>
            </a:xfrm>
            <a:custGeom>
              <a:gdLst>
                <a:gd name="T0" fmla="*/ 391 w 782"/>
                <a:gd name="T1" fmla="*/ 0 h 782"/>
                <a:gd name="T2" fmla="*/ 0 w 782"/>
                <a:gd name="T3" fmla="*/ 391 h 782"/>
                <a:gd name="T4" fmla="*/ 391 w 782"/>
                <a:gd name="T5" fmla="*/ 782 h 782"/>
                <a:gd name="T6" fmla="*/ 782 w 782"/>
                <a:gd name="T7" fmla="*/ 391 h 782"/>
                <a:gd name="T8" fmla="*/ 391 w 782"/>
                <a:gd name="T9" fmla="*/ 0 h 782"/>
                <a:gd name="T10" fmla="*/ 391 w 782"/>
                <a:gd name="T11" fmla="*/ 685 h 782"/>
                <a:gd name="T12" fmla="*/ 391 w 782"/>
                <a:gd name="T13" fmla="*/ 685 h 782"/>
                <a:gd name="T14" fmla="*/ 98 w 782"/>
                <a:gd name="T15" fmla="*/ 391 h 782"/>
                <a:gd name="T16" fmla="*/ 391 w 782"/>
                <a:gd name="T17" fmla="*/ 98 h 782"/>
                <a:gd name="T18" fmla="*/ 685 w 782"/>
                <a:gd name="T19" fmla="*/ 391 h 782"/>
                <a:gd name="T20" fmla="*/ 391 w 782"/>
                <a:gd name="T21" fmla="*/ 685 h 782"/>
                <a:gd name="T22" fmla="*/ 538 w 782"/>
                <a:gd name="T23" fmla="*/ 355 h 782"/>
                <a:gd name="T24" fmla="*/ 412 w 782"/>
                <a:gd name="T25" fmla="*/ 355 h 782"/>
                <a:gd name="T26" fmla="*/ 324 w 782"/>
                <a:gd name="T27" fmla="*/ 217 h 782"/>
                <a:gd name="T28" fmla="*/ 270 w 782"/>
                <a:gd name="T29" fmla="*/ 208 h 782"/>
                <a:gd name="T30" fmla="*/ 262 w 782"/>
                <a:gd name="T31" fmla="*/ 257 h 782"/>
                <a:gd name="T32" fmla="*/ 360 w 782"/>
                <a:gd name="T33" fmla="*/ 411 h 782"/>
                <a:gd name="T34" fmla="*/ 391 w 782"/>
                <a:gd name="T35" fmla="*/ 428 h 782"/>
                <a:gd name="T36" fmla="*/ 538 w 782"/>
                <a:gd name="T37" fmla="*/ 428 h 782"/>
                <a:gd name="T38" fmla="*/ 575 w 782"/>
                <a:gd name="T39" fmla="*/ 391 h 782"/>
                <a:gd name="T40" fmla="*/ 538 w 782"/>
                <a:gd name="T41" fmla="*/ 355 h 78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82" h="782">
                  <a:moveTo>
                    <a:pt x="391" y="0"/>
                  </a:moveTo>
                  <a:cubicBezTo>
                    <a:pt x="176" y="0"/>
                    <a:pt x="0" y="175"/>
                    <a:pt x="0" y="391"/>
                  </a:cubicBezTo>
                  <a:cubicBezTo>
                    <a:pt x="0" y="607"/>
                    <a:pt x="176" y="782"/>
                    <a:pt x="391" y="782"/>
                  </a:cubicBezTo>
                  <a:cubicBezTo>
                    <a:pt x="607" y="782"/>
                    <a:pt x="782" y="607"/>
                    <a:pt x="782" y="391"/>
                  </a:cubicBezTo>
                  <a:cubicBezTo>
                    <a:pt x="782" y="175"/>
                    <a:pt x="607" y="0"/>
                    <a:pt x="391" y="0"/>
                  </a:cubicBezTo>
                  <a:close/>
                  <a:moveTo>
                    <a:pt x="391" y="685"/>
                  </a:moveTo>
                  <a:lnTo>
                    <a:pt x="391" y="685"/>
                  </a:lnTo>
                  <a:cubicBezTo>
                    <a:pt x="230" y="685"/>
                    <a:pt x="98" y="553"/>
                    <a:pt x="98" y="391"/>
                  </a:cubicBezTo>
                  <a:cubicBezTo>
                    <a:pt x="98" y="230"/>
                    <a:pt x="230" y="98"/>
                    <a:pt x="391" y="98"/>
                  </a:cubicBezTo>
                  <a:cubicBezTo>
                    <a:pt x="553" y="98"/>
                    <a:pt x="685" y="230"/>
                    <a:pt x="685" y="391"/>
                  </a:cubicBezTo>
                  <a:cubicBezTo>
                    <a:pt x="685" y="553"/>
                    <a:pt x="553" y="685"/>
                    <a:pt x="391" y="685"/>
                  </a:cubicBezTo>
                  <a:close/>
                  <a:moveTo>
                    <a:pt x="538" y="355"/>
                  </a:moveTo>
                  <a:lnTo>
                    <a:pt x="412" y="355"/>
                  </a:lnTo>
                  <a:lnTo>
                    <a:pt x="324" y="217"/>
                  </a:lnTo>
                  <a:cubicBezTo>
                    <a:pt x="312" y="199"/>
                    <a:pt x="287" y="195"/>
                    <a:pt x="270" y="208"/>
                  </a:cubicBezTo>
                  <a:cubicBezTo>
                    <a:pt x="256" y="220"/>
                    <a:pt x="252" y="241"/>
                    <a:pt x="262" y="257"/>
                  </a:cubicBezTo>
                  <a:lnTo>
                    <a:pt x="360" y="411"/>
                  </a:lnTo>
                  <a:cubicBezTo>
                    <a:pt x="367" y="421"/>
                    <a:pt x="378" y="428"/>
                    <a:pt x="391" y="428"/>
                  </a:cubicBezTo>
                  <a:lnTo>
                    <a:pt x="538" y="428"/>
                  </a:lnTo>
                  <a:cubicBezTo>
                    <a:pt x="558" y="428"/>
                    <a:pt x="575" y="412"/>
                    <a:pt x="575" y="391"/>
                  </a:cubicBezTo>
                  <a:cubicBezTo>
                    <a:pt x="575" y="371"/>
                    <a:pt x="558" y="355"/>
                    <a:pt x="538" y="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80C5E95-2B78-49B9-8900-FB5380BC290D}"/>
              </a:ext>
            </a:extLst>
          </p:cNvPr>
          <p:cNvGrpSpPr/>
          <p:nvPr/>
        </p:nvGrpSpPr>
        <p:grpSpPr>
          <a:xfrm>
            <a:off x="2725738" y="1484313"/>
            <a:ext cx="831850" cy="831850"/>
            <a:chOff x="2725738" y="1484313"/>
            <a:chExt cx="831850" cy="83185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4" name="Oval 6">
              <a:extLst>
                <a:ext uri="{FF2B5EF4-FFF2-40B4-BE49-F238E27FC236}">
                  <a16:creationId xmlns:a16="http://schemas.microsoft.com/office/drawing/2014/main" id="{EA1A68F0-E9D7-4C65-A302-C252BB113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5738" y="1484313"/>
              <a:ext cx="831850" cy="8318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Freeform 13">
              <a:extLst>
                <a:ext uri="{FF2B5EF4-FFF2-40B4-BE49-F238E27FC236}">
                  <a16:creationId xmlns:a16="http://schemas.microsoft.com/office/drawing/2014/main" id="{5BF508B1-32C1-46A0-97F7-71FD08BA28D7}"/>
                </a:ext>
              </a:extLst>
            </p:cNvPr>
            <p:cNvSpPr/>
            <p:nvPr/>
          </p:nvSpPr>
          <p:spPr bwMode="auto">
            <a:xfrm>
              <a:off x="3286125" y="1978025"/>
              <a:ext cx="30162" cy="3175"/>
            </a:xfrm>
            <a:custGeom>
              <a:gdLst>
                <a:gd name="T0" fmla="*/ 0 w 43"/>
                <a:gd name="T1" fmla="*/ 0 h 5"/>
                <a:gd name="T2" fmla="*/ 1 w 43"/>
                <a:gd name="T3" fmla="*/ 5 h 5"/>
                <a:gd name="T4" fmla="*/ 43 w 43"/>
                <a:gd name="T5" fmla="*/ 3 h 5"/>
                <a:gd name="T6" fmla="*/ 0 w 43"/>
                <a:gd name="T7" fmla="*/ 0 h 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5">
                  <a:moveTo>
                    <a:pt x="0" y="0"/>
                  </a:moveTo>
                  <a:lnTo>
                    <a:pt x="1" y="5"/>
                  </a:lnTo>
                  <a:lnTo>
                    <a:pt x="4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Freeform 30">
              <a:extLst>
                <a:ext uri="{FF2B5EF4-FFF2-40B4-BE49-F238E27FC236}">
                  <a16:creationId xmlns:a16="http://schemas.microsoft.com/office/drawing/2014/main" id="{62839F52-9702-4FCF-8A3E-1B395A711F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05905" y="1617819"/>
              <a:ext cx="671513" cy="558800"/>
            </a:xfrm>
            <a:custGeom>
              <a:gdLst>
                <a:gd name="T0" fmla="*/ 601 w 857"/>
                <a:gd name="T1" fmla="*/ 449 h 724"/>
                <a:gd name="T2" fmla="*/ 475 w 857"/>
                <a:gd name="T3" fmla="*/ 449 h 724"/>
                <a:gd name="T4" fmla="*/ 475 w 857"/>
                <a:gd name="T5" fmla="*/ 576 h 724"/>
                <a:gd name="T6" fmla="*/ 382 w 857"/>
                <a:gd name="T7" fmla="*/ 576 h 724"/>
                <a:gd name="T8" fmla="*/ 382 w 857"/>
                <a:gd name="T9" fmla="*/ 449 h 724"/>
                <a:gd name="T10" fmla="*/ 256 w 857"/>
                <a:gd name="T11" fmla="*/ 449 h 724"/>
                <a:gd name="T12" fmla="*/ 256 w 857"/>
                <a:gd name="T13" fmla="*/ 357 h 724"/>
                <a:gd name="T14" fmla="*/ 382 w 857"/>
                <a:gd name="T15" fmla="*/ 357 h 724"/>
                <a:gd name="T16" fmla="*/ 382 w 857"/>
                <a:gd name="T17" fmla="*/ 230 h 724"/>
                <a:gd name="T18" fmla="*/ 475 w 857"/>
                <a:gd name="T19" fmla="*/ 230 h 724"/>
                <a:gd name="T20" fmla="*/ 475 w 857"/>
                <a:gd name="T21" fmla="*/ 357 h 724"/>
                <a:gd name="T22" fmla="*/ 601 w 857"/>
                <a:gd name="T23" fmla="*/ 357 h 724"/>
                <a:gd name="T24" fmla="*/ 601 w 857"/>
                <a:gd name="T25" fmla="*/ 449 h 724"/>
                <a:gd name="T26" fmla="*/ 787 w 857"/>
                <a:gd name="T27" fmla="*/ 232 h 724"/>
                <a:gd name="T28" fmla="*/ 428 w 857"/>
                <a:gd name="T29" fmla="*/ 172 h 724"/>
                <a:gd name="T30" fmla="*/ 70 w 857"/>
                <a:gd name="T31" fmla="*/ 233 h 724"/>
                <a:gd name="T32" fmla="*/ 429 w 857"/>
                <a:gd name="T33" fmla="*/ 724 h 724"/>
                <a:gd name="T34" fmla="*/ 787 w 857"/>
                <a:gd name="T35" fmla="*/ 232 h 72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57" h="724">
                  <a:moveTo>
                    <a:pt x="601" y="449"/>
                  </a:moveTo>
                  <a:lnTo>
                    <a:pt x="475" y="449"/>
                  </a:lnTo>
                  <a:lnTo>
                    <a:pt x="475" y="576"/>
                  </a:lnTo>
                  <a:lnTo>
                    <a:pt x="382" y="576"/>
                  </a:lnTo>
                  <a:lnTo>
                    <a:pt x="382" y="449"/>
                  </a:lnTo>
                  <a:lnTo>
                    <a:pt x="256" y="449"/>
                  </a:lnTo>
                  <a:lnTo>
                    <a:pt x="256" y="357"/>
                  </a:lnTo>
                  <a:lnTo>
                    <a:pt x="382" y="357"/>
                  </a:lnTo>
                  <a:lnTo>
                    <a:pt x="382" y="230"/>
                  </a:lnTo>
                  <a:lnTo>
                    <a:pt x="475" y="230"/>
                  </a:lnTo>
                  <a:lnTo>
                    <a:pt x="475" y="357"/>
                  </a:lnTo>
                  <a:lnTo>
                    <a:pt x="601" y="357"/>
                  </a:lnTo>
                  <a:lnTo>
                    <a:pt x="601" y="449"/>
                  </a:lnTo>
                  <a:close/>
                  <a:moveTo>
                    <a:pt x="787" y="232"/>
                  </a:moveTo>
                  <a:cubicBezTo>
                    <a:pt x="725" y="0"/>
                    <a:pt x="470" y="147"/>
                    <a:pt x="428" y="172"/>
                  </a:cubicBezTo>
                  <a:cubicBezTo>
                    <a:pt x="385" y="146"/>
                    <a:pt x="131" y="2"/>
                    <a:pt x="70" y="233"/>
                  </a:cubicBezTo>
                  <a:cubicBezTo>
                    <a:pt x="0" y="500"/>
                    <a:pt x="427" y="721"/>
                    <a:pt x="429" y="724"/>
                  </a:cubicBezTo>
                  <a:cubicBezTo>
                    <a:pt x="429" y="724"/>
                    <a:pt x="857" y="497"/>
                    <a:pt x="787" y="2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4CC7E05-7F04-451E-A6D3-9D971F961FA4}"/>
              </a:ext>
            </a:extLst>
          </p:cNvPr>
          <p:cNvGrpSpPr/>
          <p:nvPr/>
        </p:nvGrpSpPr>
        <p:grpSpPr>
          <a:xfrm>
            <a:off x="2725738" y="5327650"/>
            <a:ext cx="831850" cy="830262"/>
            <a:chOff x="2725738" y="5327650"/>
            <a:chExt cx="831850" cy="83026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8" name="Oval 8">
              <a:extLst>
                <a:ext uri="{FF2B5EF4-FFF2-40B4-BE49-F238E27FC236}">
                  <a16:creationId xmlns:a16="http://schemas.microsoft.com/office/drawing/2014/main" id="{EE40E376-4145-4FE2-B38A-B15A0134E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5738" y="5327650"/>
              <a:ext cx="831850" cy="83026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Freeform 31">
              <a:extLst>
                <a:ext uri="{FF2B5EF4-FFF2-40B4-BE49-F238E27FC236}">
                  <a16:creationId xmlns:a16="http://schemas.microsoft.com/office/drawing/2014/main" id="{82E712FE-B02A-4736-9B27-F2F1784524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4481" y="5476875"/>
              <a:ext cx="614363" cy="603250"/>
            </a:xfrm>
            <a:custGeom>
              <a:gdLst>
                <a:gd name="T0" fmla="*/ 554 w 782"/>
                <a:gd name="T1" fmla="*/ 391 h 782"/>
                <a:gd name="T2" fmla="*/ 417 w 782"/>
                <a:gd name="T3" fmla="*/ 304 h 782"/>
                <a:gd name="T4" fmla="*/ 234 w 782"/>
                <a:gd name="T5" fmla="*/ 348 h 782"/>
                <a:gd name="T6" fmla="*/ 461 w 782"/>
                <a:gd name="T7" fmla="*/ 539 h 782"/>
                <a:gd name="T8" fmla="*/ 695 w 782"/>
                <a:gd name="T9" fmla="*/ 616 h 782"/>
                <a:gd name="T10" fmla="*/ 626 w 782"/>
                <a:gd name="T11" fmla="*/ 652 h 782"/>
                <a:gd name="T12" fmla="*/ 653 w 782"/>
                <a:gd name="T13" fmla="*/ 679 h 782"/>
                <a:gd name="T14" fmla="*/ 680 w 782"/>
                <a:gd name="T15" fmla="*/ 319 h 782"/>
                <a:gd name="T16" fmla="*/ 636 w 782"/>
                <a:gd name="T17" fmla="*/ 270 h 782"/>
                <a:gd name="T18" fmla="*/ 655 w 782"/>
                <a:gd name="T19" fmla="*/ 232 h 782"/>
                <a:gd name="T20" fmla="*/ 684 w 782"/>
                <a:gd name="T21" fmla="*/ 132 h 782"/>
                <a:gd name="T22" fmla="*/ 570 w 782"/>
                <a:gd name="T23" fmla="*/ 109 h 782"/>
                <a:gd name="T24" fmla="*/ 494 w 782"/>
                <a:gd name="T25" fmla="*/ 142 h 782"/>
                <a:gd name="T26" fmla="*/ 465 w 782"/>
                <a:gd name="T27" fmla="*/ 91 h 782"/>
                <a:gd name="T28" fmla="*/ 415 w 782"/>
                <a:gd name="T29" fmla="*/ 0 h 782"/>
                <a:gd name="T30" fmla="*/ 318 w 782"/>
                <a:gd name="T31" fmla="*/ 65 h 782"/>
                <a:gd name="T32" fmla="*/ 318 w 782"/>
                <a:gd name="T33" fmla="*/ 102 h 782"/>
                <a:gd name="T34" fmla="*/ 317 w 782"/>
                <a:gd name="T35" fmla="*/ 107 h 782"/>
                <a:gd name="T36" fmla="*/ 315 w 782"/>
                <a:gd name="T37" fmla="*/ 115 h 782"/>
                <a:gd name="T38" fmla="*/ 313 w 782"/>
                <a:gd name="T39" fmla="*/ 119 h 782"/>
                <a:gd name="T40" fmla="*/ 239 w 782"/>
                <a:gd name="T41" fmla="*/ 135 h 782"/>
                <a:gd name="T42" fmla="*/ 202 w 782"/>
                <a:gd name="T43" fmla="*/ 97 h 782"/>
                <a:gd name="T44" fmla="*/ 98 w 782"/>
                <a:gd name="T45" fmla="*/ 200 h 782"/>
                <a:gd name="T46" fmla="*/ 137 w 782"/>
                <a:gd name="T47" fmla="*/ 240 h 782"/>
                <a:gd name="T48" fmla="*/ 140 w 782"/>
                <a:gd name="T49" fmla="*/ 246 h 782"/>
                <a:gd name="T50" fmla="*/ 143 w 782"/>
                <a:gd name="T51" fmla="*/ 252 h 782"/>
                <a:gd name="T52" fmla="*/ 145 w 782"/>
                <a:gd name="T53" fmla="*/ 258 h 782"/>
                <a:gd name="T54" fmla="*/ 131 w 782"/>
                <a:gd name="T55" fmla="*/ 303 h 782"/>
                <a:gd name="T56" fmla="*/ 65 w 782"/>
                <a:gd name="T57" fmla="*/ 317 h 782"/>
                <a:gd name="T58" fmla="*/ 0 w 782"/>
                <a:gd name="T59" fmla="*/ 413 h 782"/>
                <a:gd name="T60" fmla="*/ 102 w 782"/>
                <a:gd name="T61" fmla="*/ 464 h 782"/>
                <a:gd name="T62" fmla="*/ 111 w 782"/>
                <a:gd name="T63" fmla="*/ 466 h 782"/>
                <a:gd name="T64" fmla="*/ 135 w 782"/>
                <a:gd name="T65" fmla="*/ 542 h 782"/>
                <a:gd name="T66" fmla="*/ 108 w 782"/>
                <a:gd name="T67" fmla="*/ 569 h 782"/>
                <a:gd name="T68" fmla="*/ 130 w 782"/>
                <a:gd name="T69" fmla="*/ 683 h 782"/>
                <a:gd name="T70" fmla="*/ 238 w 782"/>
                <a:gd name="T71" fmla="*/ 647 h 782"/>
                <a:gd name="T72" fmla="*/ 241 w 782"/>
                <a:gd name="T73" fmla="*/ 644 h 782"/>
                <a:gd name="T74" fmla="*/ 248 w 782"/>
                <a:gd name="T75" fmla="*/ 640 h 782"/>
                <a:gd name="T76" fmla="*/ 253 w 782"/>
                <a:gd name="T77" fmla="*/ 638 h 782"/>
                <a:gd name="T78" fmla="*/ 258 w 782"/>
                <a:gd name="T79" fmla="*/ 637 h 782"/>
                <a:gd name="T80" fmla="*/ 266 w 782"/>
                <a:gd name="T81" fmla="*/ 636 h 782"/>
                <a:gd name="T82" fmla="*/ 317 w 782"/>
                <a:gd name="T83" fmla="*/ 691 h 782"/>
                <a:gd name="T84" fmla="*/ 367 w 782"/>
                <a:gd name="T85" fmla="*/ 782 h 782"/>
                <a:gd name="T86" fmla="*/ 463 w 782"/>
                <a:gd name="T87" fmla="*/ 717 h 782"/>
                <a:gd name="T88" fmla="*/ 463 w 782"/>
                <a:gd name="T89" fmla="*/ 680 h 782"/>
                <a:gd name="T90" fmla="*/ 476 w 782"/>
                <a:gd name="T91" fmla="*/ 652 h 782"/>
                <a:gd name="T92" fmla="*/ 489 w 782"/>
                <a:gd name="T93" fmla="*/ 642 h 782"/>
                <a:gd name="T94" fmla="*/ 494 w 782"/>
                <a:gd name="T95" fmla="*/ 640 h 782"/>
                <a:gd name="T96" fmla="*/ 177 w 782"/>
                <a:gd name="T97" fmla="*/ 391 h 782"/>
                <a:gd name="T98" fmla="*/ 597 w 782"/>
                <a:gd name="T99" fmla="*/ 450 h 782"/>
                <a:gd name="T100" fmla="*/ 666 w 782"/>
                <a:gd name="T101" fmla="*/ 469 h 782"/>
                <a:gd name="T102" fmla="*/ 716 w 782"/>
                <a:gd name="T103" fmla="*/ 465 h 782"/>
                <a:gd name="T104" fmla="*/ 782 w 782"/>
                <a:gd name="T105" fmla="*/ 369 h 78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82" h="782">
                  <a:moveTo>
                    <a:pt x="695" y="616"/>
                  </a:moveTo>
                  <a:lnTo>
                    <a:pt x="538" y="461"/>
                  </a:lnTo>
                  <a:cubicBezTo>
                    <a:pt x="548" y="440"/>
                    <a:pt x="554" y="416"/>
                    <a:pt x="554" y="391"/>
                  </a:cubicBezTo>
                  <a:cubicBezTo>
                    <a:pt x="554" y="301"/>
                    <a:pt x="481" y="228"/>
                    <a:pt x="391" y="228"/>
                  </a:cubicBezTo>
                  <a:cubicBezTo>
                    <a:pt x="376" y="228"/>
                    <a:pt x="361" y="230"/>
                    <a:pt x="347" y="234"/>
                  </a:cubicBezTo>
                  <a:lnTo>
                    <a:pt x="417" y="304"/>
                  </a:lnTo>
                  <a:cubicBezTo>
                    <a:pt x="446" y="332"/>
                    <a:pt x="444" y="381"/>
                    <a:pt x="412" y="413"/>
                  </a:cubicBezTo>
                  <a:cubicBezTo>
                    <a:pt x="381" y="444"/>
                    <a:pt x="332" y="446"/>
                    <a:pt x="303" y="417"/>
                  </a:cubicBezTo>
                  <a:lnTo>
                    <a:pt x="234" y="348"/>
                  </a:lnTo>
                  <a:cubicBezTo>
                    <a:pt x="230" y="361"/>
                    <a:pt x="228" y="376"/>
                    <a:pt x="228" y="391"/>
                  </a:cubicBezTo>
                  <a:cubicBezTo>
                    <a:pt x="228" y="481"/>
                    <a:pt x="301" y="554"/>
                    <a:pt x="391" y="554"/>
                  </a:cubicBezTo>
                  <a:cubicBezTo>
                    <a:pt x="416" y="554"/>
                    <a:pt x="439" y="549"/>
                    <a:pt x="461" y="539"/>
                  </a:cubicBezTo>
                  <a:lnTo>
                    <a:pt x="617" y="694"/>
                  </a:lnTo>
                  <a:cubicBezTo>
                    <a:pt x="637" y="714"/>
                    <a:pt x="670" y="712"/>
                    <a:pt x="692" y="691"/>
                  </a:cubicBezTo>
                  <a:cubicBezTo>
                    <a:pt x="713" y="669"/>
                    <a:pt x="715" y="636"/>
                    <a:pt x="695" y="616"/>
                  </a:cubicBezTo>
                  <a:close/>
                  <a:moveTo>
                    <a:pt x="653" y="679"/>
                  </a:moveTo>
                  <a:lnTo>
                    <a:pt x="653" y="679"/>
                  </a:lnTo>
                  <a:cubicBezTo>
                    <a:pt x="638" y="679"/>
                    <a:pt x="626" y="667"/>
                    <a:pt x="626" y="652"/>
                  </a:cubicBezTo>
                  <a:cubicBezTo>
                    <a:pt x="626" y="637"/>
                    <a:pt x="638" y="625"/>
                    <a:pt x="653" y="625"/>
                  </a:cubicBezTo>
                  <a:cubicBezTo>
                    <a:pt x="668" y="625"/>
                    <a:pt x="681" y="637"/>
                    <a:pt x="681" y="652"/>
                  </a:cubicBezTo>
                  <a:cubicBezTo>
                    <a:pt x="681" y="667"/>
                    <a:pt x="668" y="679"/>
                    <a:pt x="653" y="679"/>
                  </a:cubicBezTo>
                  <a:close/>
                  <a:moveTo>
                    <a:pt x="733" y="319"/>
                  </a:moveTo>
                  <a:lnTo>
                    <a:pt x="717" y="319"/>
                  </a:lnTo>
                  <a:lnTo>
                    <a:pt x="680" y="319"/>
                  </a:lnTo>
                  <a:cubicBezTo>
                    <a:pt x="672" y="318"/>
                    <a:pt x="665" y="315"/>
                    <a:pt x="659" y="311"/>
                  </a:cubicBezTo>
                  <a:cubicBezTo>
                    <a:pt x="659" y="311"/>
                    <a:pt x="658" y="311"/>
                    <a:pt x="658" y="311"/>
                  </a:cubicBezTo>
                  <a:cubicBezTo>
                    <a:pt x="645" y="302"/>
                    <a:pt x="636" y="287"/>
                    <a:pt x="636" y="270"/>
                  </a:cubicBezTo>
                  <a:cubicBezTo>
                    <a:pt x="636" y="265"/>
                    <a:pt x="637" y="259"/>
                    <a:pt x="639" y="255"/>
                  </a:cubicBezTo>
                  <a:cubicBezTo>
                    <a:pt x="641" y="249"/>
                    <a:pt x="643" y="244"/>
                    <a:pt x="647" y="240"/>
                  </a:cubicBezTo>
                  <a:lnTo>
                    <a:pt x="655" y="232"/>
                  </a:lnTo>
                  <a:lnTo>
                    <a:pt x="673" y="213"/>
                  </a:lnTo>
                  <a:lnTo>
                    <a:pt x="685" y="202"/>
                  </a:lnTo>
                  <a:cubicBezTo>
                    <a:pt x="700" y="181"/>
                    <a:pt x="700" y="152"/>
                    <a:pt x="684" y="132"/>
                  </a:cubicBezTo>
                  <a:lnTo>
                    <a:pt x="652" y="99"/>
                  </a:lnTo>
                  <a:cubicBezTo>
                    <a:pt x="631" y="83"/>
                    <a:pt x="602" y="82"/>
                    <a:pt x="581" y="98"/>
                  </a:cubicBezTo>
                  <a:lnTo>
                    <a:pt x="570" y="109"/>
                  </a:lnTo>
                  <a:lnTo>
                    <a:pt x="544" y="136"/>
                  </a:lnTo>
                  <a:lnTo>
                    <a:pt x="544" y="136"/>
                  </a:lnTo>
                  <a:cubicBezTo>
                    <a:pt x="529" y="147"/>
                    <a:pt x="510" y="149"/>
                    <a:pt x="494" y="142"/>
                  </a:cubicBezTo>
                  <a:cubicBezTo>
                    <a:pt x="488" y="140"/>
                    <a:pt x="483" y="136"/>
                    <a:pt x="479" y="132"/>
                  </a:cubicBezTo>
                  <a:cubicBezTo>
                    <a:pt x="471" y="124"/>
                    <a:pt x="466" y="114"/>
                    <a:pt x="465" y="103"/>
                  </a:cubicBezTo>
                  <a:lnTo>
                    <a:pt x="465" y="91"/>
                  </a:lnTo>
                  <a:lnTo>
                    <a:pt x="465" y="65"/>
                  </a:lnTo>
                  <a:lnTo>
                    <a:pt x="465" y="50"/>
                  </a:lnTo>
                  <a:cubicBezTo>
                    <a:pt x="461" y="24"/>
                    <a:pt x="441" y="3"/>
                    <a:pt x="415" y="0"/>
                  </a:cubicBezTo>
                  <a:lnTo>
                    <a:pt x="369" y="0"/>
                  </a:lnTo>
                  <a:cubicBezTo>
                    <a:pt x="343" y="3"/>
                    <a:pt x="322" y="23"/>
                    <a:pt x="318" y="49"/>
                  </a:cubicBezTo>
                  <a:lnTo>
                    <a:pt x="318" y="65"/>
                  </a:lnTo>
                  <a:lnTo>
                    <a:pt x="318" y="91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18" y="102"/>
                  </a:lnTo>
                  <a:cubicBezTo>
                    <a:pt x="318" y="104"/>
                    <a:pt x="318" y="105"/>
                    <a:pt x="318" y="106"/>
                  </a:cubicBezTo>
                  <a:cubicBezTo>
                    <a:pt x="318" y="106"/>
                    <a:pt x="317" y="107"/>
                    <a:pt x="317" y="107"/>
                  </a:cubicBezTo>
                  <a:cubicBezTo>
                    <a:pt x="317" y="108"/>
                    <a:pt x="317" y="109"/>
                    <a:pt x="316" y="111"/>
                  </a:cubicBezTo>
                  <a:cubicBezTo>
                    <a:pt x="316" y="111"/>
                    <a:pt x="316" y="111"/>
                    <a:pt x="316" y="111"/>
                  </a:cubicBezTo>
                  <a:cubicBezTo>
                    <a:pt x="316" y="112"/>
                    <a:pt x="315" y="114"/>
                    <a:pt x="315" y="115"/>
                  </a:cubicBezTo>
                  <a:cubicBezTo>
                    <a:pt x="315" y="115"/>
                    <a:pt x="315" y="115"/>
                    <a:pt x="315" y="115"/>
                  </a:cubicBezTo>
                  <a:cubicBezTo>
                    <a:pt x="314" y="117"/>
                    <a:pt x="314" y="118"/>
                    <a:pt x="313" y="119"/>
                  </a:cubicBezTo>
                  <a:cubicBezTo>
                    <a:pt x="313" y="119"/>
                    <a:pt x="313" y="119"/>
                    <a:pt x="313" y="119"/>
                  </a:cubicBezTo>
                  <a:cubicBezTo>
                    <a:pt x="310" y="125"/>
                    <a:pt x="306" y="130"/>
                    <a:pt x="301" y="134"/>
                  </a:cubicBezTo>
                  <a:cubicBezTo>
                    <a:pt x="293" y="141"/>
                    <a:pt x="282" y="146"/>
                    <a:pt x="270" y="146"/>
                  </a:cubicBezTo>
                  <a:cubicBezTo>
                    <a:pt x="258" y="146"/>
                    <a:pt x="248" y="142"/>
                    <a:pt x="239" y="135"/>
                  </a:cubicBezTo>
                  <a:lnTo>
                    <a:pt x="231" y="127"/>
                  </a:lnTo>
                  <a:lnTo>
                    <a:pt x="213" y="108"/>
                  </a:lnTo>
                  <a:lnTo>
                    <a:pt x="202" y="97"/>
                  </a:lnTo>
                  <a:cubicBezTo>
                    <a:pt x="181" y="81"/>
                    <a:pt x="152" y="81"/>
                    <a:pt x="131" y="98"/>
                  </a:cubicBezTo>
                  <a:lnTo>
                    <a:pt x="99" y="130"/>
                  </a:lnTo>
                  <a:cubicBezTo>
                    <a:pt x="82" y="151"/>
                    <a:pt x="82" y="180"/>
                    <a:pt x="98" y="200"/>
                  </a:cubicBezTo>
                  <a:lnTo>
                    <a:pt x="109" y="212"/>
                  </a:lnTo>
                  <a:lnTo>
                    <a:pt x="135" y="238"/>
                  </a:lnTo>
                  <a:cubicBezTo>
                    <a:pt x="136" y="239"/>
                    <a:pt x="136" y="239"/>
                    <a:pt x="137" y="240"/>
                  </a:cubicBezTo>
                  <a:cubicBezTo>
                    <a:pt x="137" y="241"/>
                    <a:pt x="137" y="241"/>
                    <a:pt x="138" y="242"/>
                  </a:cubicBezTo>
                  <a:cubicBezTo>
                    <a:pt x="138" y="243"/>
                    <a:pt x="139" y="243"/>
                    <a:pt x="139" y="244"/>
                  </a:cubicBezTo>
                  <a:cubicBezTo>
                    <a:pt x="139" y="244"/>
                    <a:pt x="140" y="245"/>
                    <a:pt x="140" y="246"/>
                  </a:cubicBezTo>
                  <a:cubicBezTo>
                    <a:pt x="141" y="246"/>
                    <a:pt x="141" y="247"/>
                    <a:pt x="141" y="248"/>
                  </a:cubicBezTo>
                  <a:cubicBezTo>
                    <a:pt x="142" y="249"/>
                    <a:pt x="142" y="249"/>
                    <a:pt x="142" y="250"/>
                  </a:cubicBezTo>
                  <a:cubicBezTo>
                    <a:pt x="142" y="251"/>
                    <a:pt x="143" y="252"/>
                    <a:pt x="143" y="252"/>
                  </a:cubicBezTo>
                  <a:cubicBezTo>
                    <a:pt x="143" y="253"/>
                    <a:pt x="143" y="253"/>
                    <a:pt x="144" y="254"/>
                  </a:cubicBezTo>
                  <a:cubicBezTo>
                    <a:pt x="144" y="255"/>
                    <a:pt x="144" y="257"/>
                    <a:pt x="145" y="258"/>
                  </a:cubicBezTo>
                  <a:cubicBezTo>
                    <a:pt x="145" y="258"/>
                    <a:pt x="145" y="258"/>
                    <a:pt x="145" y="258"/>
                  </a:cubicBezTo>
                  <a:cubicBezTo>
                    <a:pt x="145" y="260"/>
                    <a:pt x="145" y="261"/>
                    <a:pt x="145" y="262"/>
                  </a:cubicBezTo>
                  <a:cubicBezTo>
                    <a:pt x="145" y="262"/>
                    <a:pt x="145" y="262"/>
                    <a:pt x="145" y="262"/>
                  </a:cubicBezTo>
                  <a:cubicBezTo>
                    <a:pt x="147" y="277"/>
                    <a:pt x="143" y="292"/>
                    <a:pt x="131" y="303"/>
                  </a:cubicBezTo>
                  <a:cubicBezTo>
                    <a:pt x="123" y="311"/>
                    <a:pt x="113" y="316"/>
                    <a:pt x="103" y="317"/>
                  </a:cubicBezTo>
                  <a:lnTo>
                    <a:pt x="91" y="317"/>
                  </a:lnTo>
                  <a:lnTo>
                    <a:pt x="65" y="317"/>
                  </a:lnTo>
                  <a:lnTo>
                    <a:pt x="49" y="317"/>
                  </a:lnTo>
                  <a:cubicBezTo>
                    <a:pt x="23" y="320"/>
                    <a:pt x="3" y="341"/>
                    <a:pt x="0" y="367"/>
                  </a:cubicBezTo>
                  <a:lnTo>
                    <a:pt x="0" y="413"/>
                  </a:lnTo>
                  <a:cubicBezTo>
                    <a:pt x="3" y="439"/>
                    <a:pt x="23" y="460"/>
                    <a:pt x="49" y="463"/>
                  </a:cubicBezTo>
                  <a:lnTo>
                    <a:pt x="65" y="463"/>
                  </a:lnTo>
                  <a:lnTo>
                    <a:pt x="102" y="464"/>
                  </a:lnTo>
                  <a:cubicBezTo>
                    <a:pt x="103" y="464"/>
                    <a:pt x="105" y="464"/>
                    <a:pt x="106" y="464"/>
                  </a:cubicBezTo>
                  <a:cubicBezTo>
                    <a:pt x="107" y="464"/>
                    <a:pt x="107" y="465"/>
                    <a:pt x="107" y="465"/>
                  </a:cubicBezTo>
                  <a:cubicBezTo>
                    <a:pt x="109" y="465"/>
                    <a:pt x="110" y="465"/>
                    <a:pt x="111" y="466"/>
                  </a:cubicBezTo>
                  <a:cubicBezTo>
                    <a:pt x="131" y="472"/>
                    <a:pt x="145" y="490"/>
                    <a:pt x="145" y="512"/>
                  </a:cubicBezTo>
                  <a:lnTo>
                    <a:pt x="145" y="512"/>
                  </a:lnTo>
                  <a:cubicBezTo>
                    <a:pt x="145" y="524"/>
                    <a:pt x="141" y="534"/>
                    <a:pt x="135" y="542"/>
                  </a:cubicBezTo>
                  <a:lnTo>
                    <a:pt x="126" y="551"/>
                  </a:lnTo>
                  <a:lnTo>
                    <a:pt x="126" y="551"/>
                  </a:lnTo>
                  <a:lnTo>
                    <a:pt x="108" y="569"/>
                  </a:lnTo>
                  <a:lnTo>
                    <a:pt x="97" y="580"/>
                  </a:lnTo>
                  <a:cubicBezTo>
                    <a:pt x="81" y="601"/>
                    <a:pt x="81" y="630"/>
                    <a:pt x="97" y="650"/>
                  </a:cubicBezTo>
                  <a:lnTo>
                    <a:pt x="130" y="683"/>
                  </a:lnTo>
                  <a:cubicBezTo>
                    <a:pt x="150" y="699"/>
                    <a:pt x="179" y="700"/>
                    <a:pt x="200" y="684"/>
                  </a:cubicBezTo>
                  <a:lnTo>
                    <a:pt x="211" y="673"/>
                  </a:lnTo>
                  <a:lnTo>
                    <a:pt x="238" y="647"/>
                  </a:lnTo>
                  <a:lnTo>
                    <a:pt x="238" y="647"/>
                  </a:lnTo>
                  <a:cubicBezTo>
                    <a:pt x="238" y="646"/>
                    <a:pt x="238" y="646"/>
                    <a:pt x="238" y="646"/>
                  </a:cubicBezTo>
                  <a:cubicBezTo>
                    <a:pt x="239" y="645"/>
                    <a:pt x="241" y="645"/>
                    <a:pt x="241" y="644"/>
                  </a:cubicBezTo>
                  <a:cubicBezTo>
                    <a:pt x="242" y="644"/>
                    <a:pt x="242" y="643"/>
                    <a:pt x="243" y="643"/>
                  </a:cubicBezTo>
                  <a:cubicBezTo>
                    <a:pt x="244" y="643"/>
                    <a:pt x="245" y="642"/>
                    <a:pt x="245" y="642"/>
                  </a:cubicBezTo>
                  <a:cubicBezTo>
                    <a:pt x="246" y="641"/>
                    <a:pt x="247" y="641"/>
                    <a:pt x="248" y="640"/>
                  </a:cubicBezTo>
                  <a:cubicBezTo>
                    <a:pt x="248" y="640"/>
                    <a:pt x="249" y="640"/>
                    <a:pt x="249" y="640"/>
                  </a:cubicBezTo>
                  <a:cubicBezTo>
                    <a:pt x="251" y="639"/>
                    <a:pt x="252" y="639"/>
                    <a:pt x="253" y="638"/>
                  </a:cubicBezTo>
                  <a:cubicBezTo>
                    <a:pt x="253" y="638"/>
                    <a:pt x="253" y="638"/>
                    <a:pt x="253" y="638"/>
                  </a:cubicBezTo>
                  <a:cubicBezTo>
                    <a:pt x="253" y="638"/>
                    <a:pt x="253" y="638"/>
                    <a:pt x="253" y="638"/>
                  </a:cubicBezTo>
                  <a:cubicBezTo>
                    <a:pt x="255" y="638"/>
                    <a:pt x="256" y="637"/>
                    <a:pt x="257" y="637"/>
                  </a:cubicBezTo>
                  <a:cubicBezTo>
                    <a:pt x="258" y="637"/>
                    <a:pt x="258" y="637"/>
                    <a:pt x="258" y="637"/>
                  </a:cubicBezTo>
                  <a:cubicBezTo>
                    <a:pt x="259" y="637"/>
                    <a:pt x="260" y="637"/>
                    <a:pt x="262" y="637"/>
                  </a:cubicBezTo>
                  <a:cubicBezTo>
                    <a:pt x="262" y="636"/>
                    <a:pt x="262" y="636"/>
                    <a:pt x="262" y="636"/>
                  </a:cubicBezTo>
                  <a:cubicBezTo>
                    <a:pt x="263" y="636"/>
                    <a:pt x="264" y="636"/>
                    <a:pt x="266" y="636"/>
                  </a:cubicBezTo>
                  <a:cubicBezTo>
                    <a:pt x="279" y="635"/>
                    <a:pt x="293" y="640"/>
                    <a:pt x="303" y="650"/>
                  </a:cubicBezTo>
                  <a:cubicBezTo>
                    <a:pt x="311" y="659"/>
                    <a:pt x="315" y="669"/>
                    <a:pt x="317" y="679"/>
                  </a:cubicBezTo>
                  <a:lnTo>
                    <a:pt x="317" y="691"/>
                  </a:lnTo>
                  <a:lnTo>
                    <a:pt x="317" y="717"/>
                  </a:lnTo>
                  <a:lnTo>
                    <a:pt x="317" y="733"/>
                  </a:lnTo>
                  <a:cubicBezTo>
                    <a:pt x="320" y="758"/>
                    <a:pt x="341" y="779"/>
                    <a:pt x="367" y="782"/>
                  </a:cubicBezTo>
                  <a:lnTo>
                    <a:pt x="413" y="782"/>
                  </a:lnTo>
                  <a:cubicBezTo>
                    <a:pt x="439" y="779"/>
                    <a:pt x="460" y="759"/>
                    <a:pt x="463" y="733"/>
                  </a:cubicBezTo>
                  <a:lnTo>
                    <a:pt x="463" y="717"/>
                  </a:lnTo>
                  <a:lnTo>
                    <a:pt x="463" y="691"/>
                  </a:lnTo>
                  <a:lnTo>
                    <a:pt x="463" y="680"/>
                  </a:lnTo>
                  <a:lnTo>
                    <a:pt x="463" y="680"/>
                  </a:lnTo>
                  <a:cubicBezTo>
                    <a:pt x="464" y="671"/>
                    <a:pt x="468" y="662"/>
                    <a:pt x="473" y="656"/>
                  </a:cubicBezTo>
                  <a:cubicBezTo>
                    <a:pt x="474" y="655"/>
                    <a:pt x="474" y="654"/>
                    <a:pt x="475" y="654"/>
                  </a:cubicBezTo>
                  <a:cubicBezTo>
                    <a:pt x="475" y="653"/>
                    <a:pt x="476" y="653"/>
                    <a:pt x="476" y="652"/>
                  </a:cubicBezTo>
                  <a:cubicBezTo>
                    <a:pt x="479" y="649"/>
                    <a:pt x="482" y="646"/>
                    <a:pt x="486" y="644"/>
                  </a:cubicBezTo>
                  <a:lnTo>
                    <a:pt x="486" y="644"/>
                  </a:lnTo>
                  <a:cubicBezTo>
                    <a:pt x="487" y="643"/>
                    <a:pt x="488" y="643"/>
                    <a:pt x="489" y="642"/>
                  </a:cubicBezTo>
                  <a:cubicBezTo>
                    <a:pt x="489" y="642"/>
                    <a:pt x="490" y="642"/>
                    <a:pt x="490" y="642"/>
                  </a:cubicBezTo>
                  <a:cubicBezTo>
                    <a:pt x="490" y="642"/>
                    <a:pt x="491" y="641"/>
                    <a:pt x="491" y="641"/>
                  </a:cubicBezTo>
                  <a:cubicBezTo>
                    <a:pt x="492" y="641"/>
                    <a:pt x="493" y="641"/>
                    <a:pt x="494" y="640"/>
                  </a:cubicBezTo>
                  <a:lnTo>
                    <a:pt x="450" y="597"/>
                  </a:lnTo>
                  <a:cubicBezTo>
                    <a:pt x="431" y="602"/>
                    <a:pt x="411" y="605"/>
                    <a:pt x="390" y="605"/>
                  </a:cubicBezTo>
                  <a:cubicBezTo>
                    <a:pt x="272" y="605"/>
                    <a:pt x="176" y="509"/>
                    <a:pt x="177" y="391"/>
                  </a:cubicBezTo>
                  <a:cubicBezTo>
                    <a:pt x="177" y="272"/>
                    <a:pt x="273" y="177"/>
                    <a:pt x="391" y="177"/>
                  </a:cubicBezTo>
                  <a:cubicBezTo>
                    <a:pt x="510" y="177"/>
                    <a:pt x="605" y="273"/>
                    <a:pt x="605" y="392"/>
                  </a:cubicBezTo>
                  <a:cubicBezTo>
                    <a:pt x="605" y="412"/>
                    <a:pt x="602" y="431"/>
                    <a:pt x="597" y="450"/>
                  </a:cubicBezTo>
                  <a:lnTo>
                    <a:pt x="640" y="493"/>
                  </a:lnTo>
                  <a:cubicBezTo>
                    <a:pt x="643" y="488"/>
                    <a:pt x="646" y="483"/>
                    <a:pt x="650" y="479"/>
                  </a:cubicBezTo>
                  <a:cubicBezTo>
                    <a:pt x="655" y="474"/>
                    <a:pt x="660" y="471"/>
                    <a:pt x="666" y="469"/>
                  </a:cubicBezTo>
                  <a:cubicBezTo>
                    <a:pt x="670" y="467"/>
                    <a:pt x="674" y="466"/>
                    <a:pt x="679" y="465"/>
                  </a:cubicBezTo>
                  <a:lnTo>
                    <a:pt x="690" y="465"/>
                  </a:lnTo>
                  <a:lnTo>
                    <a:pt x="716" y="465"/>
                  </a:lnTo>
                  <a:lnTo>
                    <a:pt x="732" y="465"/>
                  </a:lnTo>
                  <a:cubicBezTo>
                    <a:pt x="758" y="462"/>
                    <a:pt x="779" y="441"/>
                    <a:pt x="782" y="415"/>
                  </a:cubicBezTo>
                  <a:lnTo>
                    <a:pt x="782" y="369"/>
                  </a:lnTo>
                  <a:cubicBezTo>
                    <a:pt x="779" y="343"/>
                    <a:pt x="758" y="322"/>
                    <a:pt x="733" y="3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D3802D1F-4038-4C16-8BD1-639D01025549}"/>
              </a:ext>
            </a:extLst>
          </p:cNvPr>
          <p:cNvGrpSpPr/>
          <p:nvPr/>
        </p:nvGrpSpPr>
        <p:grpSpPr>
          <a:xfrm>
            <a:off x="877888" y="2946400"/>
            <a:ext cx="1939925" cy="1939925"/>
            <a:chOff x="877888" y="2946400"/>
            <a:chExt cx="1939925" cy="1939925"/>
          </a:xfrm>
        </p:grpSpPr>
        <p:sp>
          <p:nvSpPr>
            <p:cNvPr id="61" name="Oval 5">
              <a:extLst>
                <a:ext uri="{FF2B5EF4-FFF2-40B4-BE49-F238E27FC236}">
                  <a16:creationId xmlns:a16="http://schemas.microsoft.com/office/drawing/2014/main" id="{C85786E8-7C4F-42CE-BC8C-FE5C7A40F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888" y="2946400"/>
              <a:ext cx="1939925" cy="1939925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TextBox 26">
              <a:extLst>
                <a:ext uri="{FF2B5EF4-FFF2-40B4-BE49-F238E27FC236}">
                  <a16:creationId xmlns:a16="http://schemas.microsoft.com/office/drawing/2014/main" id="{8452F839-05E0-4042-8228-CFA735D1A36F}"/>
                </a:ext>
              </a:extLst>
            </p:cNvPr>
            <p:cNvSpPr txBox="1"/>
            <p:nvPr/>
          </p:nvSpPr>
          <p:spPr>
            <a:xfrm>
              <a:off x="1078684" y="3193087"/>
              <a:ext cx="1538332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指导思想</a:t>
              </a:r>
            </a:p>
          </p:txBody>
        </p:sp>
      </p:grp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36113E-06 -3.33333E-06 L -0.11175 0.28588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94" y="1428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6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3.1885E-06 4.07407E-06 L -0.15403 0.11203" pathEditMode="relative" rAng="0" ptsTypes="AA">
                                      <p:cBhvr>
                                        <p:cTn id="18" dur="500" spd="-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01" y="560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6" presetClass="path" presetSubtype="0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3.1885E-06 4.07407E-06 L -0.15403 -0.10047" pathEditMode="relative" rAng="0" ptsTypes="AA">
                                      <p:cBhvr>
                                        <p:cTn id="22" dur="5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01" y="-502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6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36113E-06 1.48148E-06 L -0.11175 -0.27431" pathEditMode="relative" rAng="0" ptsTypes="AA">
                                      <p:cBhvr>
                                        <p:cTn id="26" dur="500" spd="-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94" y="-13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2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3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5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7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6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26695"/>
            <a:ext cx="1525173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责任义务</a:t>
            </a:r>
          </a:p>
        </p:txBody>
      </p:sp>
      <p:sp>
        <p:nvSpPr>
          <p:cNvPr id="44" name="不完整圆 43">
            <a:extLst>
              <a:ext uri="{FF2B5EF4-FFF2-40B4-BE49-F238E27FC236}">
                <a16:creationId xmlns:a16="http://schemas.microsoft.com/office/drawing/2014/main" id="{5F66A0A8-DB1C-4F5A-96E0-4D71D453C624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圆角矩形 6">
            <a:extLst>
              <a:ext uri="{FF2B5EF4-FFF2-40B4-BE49-F238E27FC236}">
                <a16:creationId xmlns:a16="http://schemas.microsoft.com/office/drawing/2014/main" id="{C43C2FAF-19B8-49AC-9043-1787E62A1C75}"/>
              </a:ext>
            </a:extLst>
          </p:cNvPr>
          <p:cNvSpPr/>
          <p:nvPr/>
        </p:nvSpPr>
        <p:spPr bwMode="auto">
          <a:xfrm>
            <a:off x="1542680" y="1495760"/>
            <a:ext cx="2859841" cy="1188414"/>
          </a:xfrm>
          <a:prstGeom prst="round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F1F1F1"/>
              </a:gs>
            </a:gsLst>
            <a:lin ang="2700000" scaled="1"/>
          </a:gradFill>
          <a:ln w="38100">
            <a:gradFill flip="none" rotWithShape="1">
              <a:gsLst>
                <a:gs pos="100000">
                  <a:srgbClr val="FFFFFF"/>
                </a:gs>
                <a:gs pos="0">
                  <a:srgbClr val="CECED0"/>
                </a:gs>
              </a:gsLst>
              <a:lin ang="18900000" scaled="0"/>
            </a:gradFill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/>
          </a:p>
        </p:txBody>
      </p:sp>
      <p:sp>
        <p:nvSpPr>
          <p:cNvPr id="50" name="圆角矩形 7">
            <a:extLst>
              <a:ext uri="{FF2B5EF4-FFF2-40B4-BE49-F238E27FC236}">
                <a16:creationId xmlns:a16="http://schemas.microsoft.com/office/drawing/2014/main" id="{464C88B6-F782-4C8D-9DCB-65D736487A2D}"/>
              </a:ext>
            </a:extLst>
          </p:cNvPr>
          <p:cNvSpPr/>
          <p:nvPr/>
        </p:nvSpPr>
        <p:spPr bwMode="auto">
          <a:xfrm>
            <a:off x="1542680" y="3244073"/>
            <a:ext cx="2859841" cy="1188414"/>
          </a:xfrm>
          <a:prstGeom prst="round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F1F1F1"/>
              </a:gs>
            </a:gsLst>
            <a:lin ang="2700000" scaled="1"/>
          </a:gradFill>
          <a:ln w="38100">
            <a:gradFill flip="none" rotWithShape="1">
              <a:gsLst>
                <a:gs pos="100000">
                  <a:srgbClr val="FFFFFF"/>
                </a:gs>
                <a:gs pos="0">
                  <a:srgbClr val="CECED0"/>
                </a:gs>
              </a:gsLst>
              <a:lin ang="18900000" scaled="0"/>
            </a:gradFill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90F0542-2F1A-4DB2-8B96-709CCEEC3065}"/>
              </a:ext>
            </a:extLst>
          </p:cNvPr>
          <p:cNvGrpSpPr/>
          <p:nvPr/>
        </p:nvGrpSpPr>
        <p:grpSpPr>
          <a:xfrm>
            <a:off x="4168815" y="1493649"/>
            <a:ext cx="2764226" cy="1132494"/>
            <a:chOff x="4304043" y="1286668"/>
            <a:chExt cx="3837944" cy="2757793"/>
          </a:xfrm>
          <a:solidFill>
            <a:srgbClr val="C00000"/>
          </a:solidFill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2" name="圆角矩形 9">
              <a:extLst>
                <a:ext uri="{FF2B5EF4-FFF2-40B4-BE49-F238E27FC236}">
                  <a16:creationId xmlns:a16="http://schemas.microsoft.com/office/drawing/2014/main" id="{2E43EA52-7EEF-4E3C-B1A3-A97CAD798511}"/>
                </a:ext>
              </a:extLst>
            </p:cNvPr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圆角矩形 10">
              <a:extLst>
                <a:ext uri="{FF2B5EF4-FFF2-40B4-BE49-F238E27FC236}">
                  <a16:creationId xmlns:a16="http://schemas.microsoft.com/office/drawing/2014/main" id="{3F53C5CF-3A09-40FE-B153-4D5B8BE9BD40}"/>
                </a:ext>
              </a:extLst>
            </p:cNvPr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FB8D033E-3574-4AEF-A7C3-449C92B0AA55}"/>
              </a:ext>
            </a:extLst>
          </p:cNvPr>
          <p:cNvGrpSpPr/>
          <p:nvPr/>
        </p:nvGrpSpPr>
        <p:grpSpPr>
          <a:xfrm>
            <a:off x="4168815" y="3261597"/>
            <a:ext cx="2764226" cy="1132494"/>
            <a:chOff x="4304043" y="1286668"/>
            <a:chExt cx="3837944" cy="2757793"/>
          </a:xfrm>
          <a:solidFill>
            <a:srgbClr val="C00000"/>
          </a:solidFill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5" name="圆角矩形 12">
              <a:extLst>
                <a:ext uri="{FF2B5EF4-FFF2-40B4-BE49-F238E27FC236}">
                  <a16:creationId xmlns:a16="http://schemas.microsoft.com/office/drawing/2014/main" id="{D0EB3A75-83DF-48C5-A47C-6F873914C257}"/>
                </a:ext>
              </a:extLst>
            </p:cNvPr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圆角矩形 13">
              <a:extLst>
                <a:ext uri="{FF2B5EF4-FFF2-40B4-BE49-F238E27FC236}">
                  <a16:creationId xmlns:a16="http://schemas.microsoft.com/office/drawing/2014/main" id="{D8E8C389-264C-4200-833B-5BEB28453E6F}"/>
                </a:ext>
              </a:extLst>
            </p:cNvPr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65808C35-45FA-48BA-85D6-040988A50499}"/>
              </a:ext>
            </a:extLst>
          </p:cNvPr>
          <p:cNvGrpSpPr/>
          <p:nvPr/>
        </p:nvGrpSpPr>
        <p:grpSpPr>
          <a:xfrm>
            <a:off x="4729558" y="1412776"/>
            <a:ext cx="6081339" cy="1315779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8" name="圆角矩形 15">
              <a:extLst>
                <a:ext uri="{FF2B5EF4-FFF2-40B4-BE49-F238E27FC236}">
                  <a16:creationId xmlns:a16="http://schemas.microsoft.com/office/drawing/2014/main" id="{E3B3F9C7-CFF5-405F-A365-F4560BEC147D}"/>
                </a:ext>
              </a:extLst>
            </p:cNvPr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圆角矩形 16">
              <a:extLst>
                <a:ext uri="{FF2B5EF4-FFF2-40B4-BE49-F238E27FC236}">
                  <a16:creationId xmlns:a16="http://schemas.microsoft.com/office/drawing/2014/main" id="{D9CB02D1-4F66-40C9-826F-C95E85A45B80}"/>
                </a:ext>
              </a:extLst>
            </p:cNvPr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26EF116-3467-44B5-AC97-6350B301B5CF}"/>
              </a:ext>
            </a:extLst>
          </p:cNvPr>
          <p:cNvGrpSpPr/>
          <p:nvPr/>
        </p:nvGrpSpPr>
        <p:grpSpPr>
          <a:xfrm>
            <a:off x="4695071" y="3180724"/>
            <a:ext cx="6081339" cy="1315779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1" name="圆角矩形 18">
              <a:extLst>
                <a:ext uri="{FF2B5EF4-FFF2-40B4-BE49-F238E27FC236}">
                  <a16:creationId xmlns:a16="http://schemas.microsoft.com/office/drawing/2014/main" id="{C0772DEA-F49E-4D2B-BF17-89D49C53BBA1}"/>
                </a:ext>
              </a:extLst>
            </p:cNvPr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圆角矩形 19">
              <a:extLst>
                <a:ext uri="{FF2B5EF4-FFF2-40B4-BE49-F238E27FC236}">
                  <a16:creationId xmlns:a16="http://schemas.microsoft.com/office/drawing/2014/main" id="{5CDEAA23-C139-4914-90F3-D1D45ACDE940}"/>
                </a:ext>
              </a:extLst>
            </p:cNvPr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3" name="TextBox 20">
            <a:extLst>
              <a:ext uri="{FF2B5EF4-FFF2-40B4-BE49-F238E27FC236}">
                <a16:creationId xmlns:a16="http://schemas.microsoft.com/office/drawing/2014/main" id="{4A0FFAE2-840A-4D4F-8724-C6AE83E913BE}"/>
              </a:ext>
            </a:extLst>
          </p:cNvPr>
          <p:cNvSpPr txBox="1"/>
          <p:nvPr/>
        </p:nvSpPr>
        <p:spPr>
          <a:xfrm>
            <a:off x="2108505" y="1812086"/>
            <a:ext cx="1712143" cy="553961"/>
          </a:xfrm>
          <a:prstGeom prst="rect">
            <a:avLst/>
          </a:prstGeom>
          <a:noFill/>
        </p:spPr>
        <p:txBody>
          <a:bodyPr wrap="square" lIns="91405" tIns="45702" rIns="91405" bIns="45702" rtlCol="0">
            <a:spAutoFit/>
          </a:bodyPr>
          <a:lstStyle/>
          <a:p>
            <a:pPr>
              <a:buNone/>
            </a:pPr>
            <a:r>
              <a:rPr lang="zh-CN" altLang="en-US" sz="30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sym typeface="Arial" pitchFamily="34" charset="0"/>
              </a:rPr>
              <a:t>添加文本</a:t>
            </a:r>
          </a:p>
        </p:txBody>
      </p:sp>
      <p:sp>
        <p:nvSpPr>
          <p:cNvPr id="64" name="TextBox 21">
            <a:extLst>
              <a:ext uri="{FF2B5EF4-FFF2-40B4-BE49-F238E27FC236}">
                <a16:creationId xmlns:a16="http://schemas.microsoft.com/office/drawing/2014/main" id="{C390BE2D-B8F6-467A-9C84-C3BCFE3E3919}"/>
              </a:ext>
            </a:extLst>
          </p:cNvPr>
          <p:cNvSpPr txBox="1"/>
          <p:nvPr/>
        </p:nvSpPr>
        <p:spPr>
          <a:xfrm>
            <a:off x="2108505" y="3545263"/>
            <a:ext cx="1712143" cy="553961"/>
          </a:xfrm>
          <a:prstGeom prst="rect">
            <a:avLst/>
          </a:prstGeom>
          <a:noFill/>
        </p:spPr>
        <p:txBody>
          <a:bodyPr wrap="square" lIns="91405" tIns="45702" rIns="91405" bIns="45702" rtlCol="0">
            <a:spAutoFit/>
          </a:bodyPr>
          <a:lstStyle/>
          <a:p>
            <a:pPr>
              <a:buNone/>
            </a:pPr>
            <a:r>
              <a:rPr lang="zh-CN" altLang="en-US" sz="30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sym typeface="Arial" pitchFamily="34" charset="0"/>
              </a:rPr>
              <a:t>添加文本</a:t>
            </a:r>
          </a:p>
        </p:txBody>
      </p:sp>
      <p:sp>
        <p:nvSpPr>
          <p:cNvPr id="65" name="TextBox 22">
            <a:extLst>
              <a:ext uri="{FF2B5EF4-FFF2-40B4-BE49-F238E27FC236}">
                <a16:creationId xmlns:a16="http://schemas.microsoft.com/office/drawing/2014/main" id="{071496D3-8A9B-4B10-8606-FC3D07EC87E0}"/>
              </a:ext>
            </a:extLst>
          </p:cNvPr>
          <p:cNvSpPr txBox="1"/>
          <p:nvPr/>
        </p:nvSpPr>
        <p:spPr>
          <a:xfrm>
            <a:off x="5236951" y="1710584"/>
            <a:ext cx="4997577" cy="757094"/>
          </a:xfrm>
          <a:prstGeom prst="rect">
            <a:avLst/>
          </a:prstGeom>
          <a:noFill/>
        </p:spPr>
        <p:txBody>
          <a:bodyPr wrap="square" lIns="91405" tIns="45702" rIns="91405" bIns="45702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微软雅黑" charset="0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  <a:latin typeface="Times New Roman"/>
              <a:ea typeface="微软雅黑" charset="0"/>
              <a:cs typeface="+mn-ea"/>
              <a:sym typeface="+mn-lt"/>
            </a:endParaRPr>
          </a:p>
        </p:txBody>
      </p:sp>
      <p:sp>
        <p:nvSpPr>
          <p:cNvPr id="66" name="TextBox 23">
            <a:extLst>
              <a:ext uri="{FF2B5EF4-FFF2-40B4-BE49-F238E27FC236}">
                <a16:creationId xmlns:a16="http://schemas.microsoft.com/office/drawing/2014/main" id="{F187E103-8762-4685-9788-12979B4DBAA9}"/>
              </a:ext>
            </a:extLst>
          </p:cNvPr>
          <p:cNvSpPr txBox="1"/>
          <p:nvPr/>
        </p:nvSpPr>
        <p:spPr>
          <a:xfrm>
            <a:off x="5258071" y="3484178"/>
            <a:ext cx="4976457" cy="757094"/>
          </a:xfrm>
          <a:prstGeom prst="rect">
            <a:avLst/>
          </a:prstGeom>
          <a:noFill/>
        </p:spPr>
        <p:txBody>
          <a:bodyPr wrap="square" lIns="91405" tIns="45702" rIns="91405" bIns="45702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微软雅黑" charset="0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  <a:latin typeface="Times New Roman"/>
              <a:ea typeface="微软雅黑" charset="0"/>
              <a:cs typeface="+mn-ea"/>
              <a:sym typeface="+mn-lt"/>
            </a:endParaRPr>
          </a:p>
        </p:txBody>
      </p:sp>
      <p:sp>
        <p:nvSpPr>
          <p:cNvPr id="67" name="圆角矩形 24">
            <a:extLst>
              <a:ext uri="{FF2B5EF4-FFF2-40B4-BE49-F238E27FC236}">
                <a16:creationId xmlns:a16="http://schemas.microsoft.com/office/drawing/2014/main" id="{2CB88FF8-CD42-4739-A569-C2464F7620E5}"/>
              </a:ext>
            </a:extLst>
          </p:cNvPr>
          <p:cNvSpPr/>
          <p:nvPr/>
        </p:nvSpPr>
        <p:spPr bwMode="auto">
          <a:xfrm>
            <a:off x="1542680" y="5004517"/>
            <a:ext cx="2859841" cy="1188414"/>
          </a:xfrm>
          <a:prstGeom prst="round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F1F1F1"/>
              </a:gs>
            </a:gsLst>
            <a:lin ang="2700000" scaled="1"/>
          </a:gradFill>
          <a:ln w="38100">
            <a:gradFill flip="none" rotWithShape="1">
              <a:gsLst>
                <a:gs pos="100000">
                  <a:srgbClr val="FFFFFF"/>
                </a:gs>
                <a:gs pos="0">
                  <a:srgbClr val="CECED0"/>
                </a:gs>
              </a:gsLst>
              <a:lin ang="18900000" scaled="0"/>
            </a:gradFill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EBB6C92B-519F-4056-A809-D9F0819A8853}"/>
              </a:ext>
            </a:extLst>
          </p:cNvPr>
          <p:cNvGrpSpPr/>
          <p:nvPr/>
        </p:nvGrpSpPr>
        <p:grpSpPr>
          <a:xfrm>
            <a:off x="4168815" y="5022041"/>
            <a:ext cx="2764226" cy="1132494"/>
            <a:chOff x="4304043" y="1286668"/>
            <a:chExt cx="3837944" cy="2757793"/>
          </a:xfrm>
          <a:solidFill>
            <a:srgbClr val="C00000"/>
          </a:solidFill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9" name="圆角矩形 26">
              <a:extLst>
                <a:ext uri="{FF2B5EF4-FFF2-40B4-BE49-F238E27FC236}">
                  <a16:creationId xmlns:a16="http://schemas.microsoft.com/office/drawing/2014/main" id="{1FFBC9A2-4C06-4440-81F2-9A269C76F804}"/>
                </a:ext>
              </a:extLst>
            </p:cNvPr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圆角矩形 27">
              <a:extLst>
                <a:ext uri="{FF2B5EF4-FFF2-40B4-BE49-F238E27FC236}">
                  <a16:creationId xmlns:a16="http://schemas.microsoft.com/office/drawing/2014/main" id="{75162E94-D9EE-4552-812E-3E2F1EB64AAB}"/>
                </a:ext>
              </a:extLst>
            </p:cNvPr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5717EE09-0298-47D8-935B-0EFBDA814C25}"/>
              </a:ext>
            </a:extLst>
          </p:cNvPr>
          <p:cNvGrpSpPr/>
          <p:nvPr/>
        </p:nvGrpSpPr>
        <p:grpSpPr>
          <a:xfrm>
            <a:off x="4695071" y="4941168"/>
            <a:ext cx="6081339" cy="1315779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72" name="圆角矩形 29">
              <a:extLst>
                <a:ext uri="{FF2B5EF4-FFF2-40B4-BE49-F238E27FC236}">
                  <a16:creationId xmlns:a16="http://schemas.microsoft.com/office/drawing/2014/main" id="{B4943E8C-38AF-4176-9D3A-C7C6BF5A5547}"/>
                </a:ext>
              </a:extLst>
            </p:cNvPr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圆角矩形 30">
              <a:extLst>
                <a:ext uri="{FF2B5EF4-FFF2-40B4-BE49-F238E27FC236}">
                  <a16:creationId xmlns:a16="http://schemas.microsoft.com/office/drawing/2014/main" id="{19083D19-CE84-47DA-8095-CBBA11F80979}"/>
                </a:ext>
              </a:extLst>
            </p:cNvPr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4" name="TextBox 31">
            <a:extLst>
              <a:ext uri="{FF2B5EF4-FFF2-40B4-BE49-F238E27FC236}">
                <a16:creationId xmlns:a16="http://schemas.microsoft.com/office/drawing/2014/main" id="{F9B4DFD3-0E4E-4543-9051-11DEF17F76F3}"/>
              </a:ext>
            </a:extLst>
          </p:cNvPr>
          <p:cNvSpPr txBox="1"/>
          <p:nvPr/>
        </p:nvSpPr>
        <p:spPr>
          <a:xfrm>
            <a:off x="2108505" y="5305707"/>
            <a:ext cx="1712143" cy="553961"/>
          </a:xfrm>
          <a:prstGeom prst="rect">
            <a:avLst/>
          </a:prstGeom>
          <a:noFill/>
        </p:spPr>
        <p:txBody>
          <a:bodyPr wrap="square" lIns="91405" tIns="45702" rIns="91405" bIns="45702" rtlCol="0">
            <a:spAutoFit/>
          </a:bodyPr>
          <a:lstStyle/>
          <a:p>
            <a:pPr>
              <a:buNone/>
            </a:pPr>
            <a:r>
              <a:rPr lang="zh-CN" altLang="en-US" sz="30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sym typeface="Arial" pitchFamily="34" charset="0"/>
              </a:rPr>
              <a:t>添加文本</a:t>
            </a:r>
          </a:p>
        </p:txBody>
      </p:sp>
      <p:sp>
        <p:nvSpPr>
          <p:cNvPr id="75" name="TextBox 32">
            <a:extLst>
              <a:ext uri="{FF2B5EF4-FFF2-40B4-BE49-F238E27FC236}">
                <a16:creationId xmlns:a16="http://schemas.microsoft.com/office/drawing/2014/main" id="{C8BAD5EA-C7B9-486A-8532-EDF2B1719723}"/>
              </a:ext>
            </a:extLst>
          </p:cNvPr>
          <p:cNvSpPr txBox="1"/>
          <p:nvPr/>
        </p:nvSpPr>
        <p:spPr>
          <a:xfrm>
            <a:off x="5258071" y="5224744"/>
            <a:ext cx="4976457" cy="757094"/>
          </a:xfrm>
          <a:prstGeom prst="rect">
            <a:avLst/>
          </a:prstGeom>
          <a:noFill/>
        </p:spPr>
        <p:txBody>
          <a:bodyPr wrap="square" lIns="91405" tIns="45702" rIns="91405" bIns="45702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微软雅黑" charset="0"/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  <a:latin typeface="Times New Roman"/>
              <a:ea typeface="微软雅黑" charset="0"/>
              <a:cs typeface="+mn-ea"/>
              <a:sym typeface="+mn-lt"/>
            </a:endParaRPr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65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63" grpId="0"/>
      <p:bldP spid="64" grpId="0"/>
      <p:bldP spid="65" grpId="0"/>
      <p:bldP spid="66" grpId="0"/>
      <p:bldP spid="67" grpId="0" animBg="1"/>
      <p:bldP spid="74" grpId="0"/>
      <p:bldP spid="7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直角三角形 4"/>
          <p:cNvSpPr/>
          <p:nvPr/>
        </p:nvSpPr>
        <p:spPr>
          <a:xfrm>
            <a:off x="0" y="0"/>
            <a:ext cx="4923692" cy="68580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 flipH="1">
            <a:off x="5395831" y="1464329"/>
            <a:ext cx="175881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b="1">
                <a:solidFill>
                  <a:srgbClr val="C00000"/>
                </a:solidFill>
                <a:latin typeface="Impact" pitchFamily="34" charset="0"/>
              </a:rPr>
              <a:t>03</a:t>
            </a:r>
            <a:endParaRPr lang="zh-CN" altLang="en-US" sz="11500" b="1">
              <a:solidFill>
                <a:srgbClr val="C00000"/>
              </a:solidFill>
              <a:latin typeface="Impact" pitchFamily="34" charset="0"/>
            </a:endParaRPr>
          </a:p>
        </p:txBody>
      </p:sp>
      <p:sp>
        <p:nvSpPr>
          <p:cNvPr id="10" name="文本框 34"/>
          <p:cNvSpPr>
            <a:spLocks noChangeArrowheads="1"/>
          </p:cNvSpPr>
          <p:nvPr/>
        </p:nvSpPr>
        <p:spPr bwMode="auto">
          <a:xfrm>
            <a:off x="4783860" y="3653333"/>
            <a:ext cx="326243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ts val="500"/>
              </a:spcBef>
              <a:defRPr/>
            </a:pPr>
            <a:r>
              <a:rPr lang="zh-CN" altLang="en-US" sz="6000" b="1" kern="1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胜任能力</a:t>
            </a:r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E713A4E0-8A04-4FEC-8268-82D4CF08B769}"/>
              </a:ext>
            </a:extLst>
          </p:cNvPr>
          <p:cNvSpPr/>
          <p:nvPr/>
        </p:nvSpPr>
        <p:spPr>
          <a:xfrm flipH="1" flipV="1">
            <a:off x="7626786" y="13857"/>
            <a:ext cx="4565213" cy="6844142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4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26695"/>
            <a:ext cx="1740497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核心竞争力</a:t>
            </a:r>
          </a:p>
        </p:txBody>
      </p:sp>
      <p:sp>
        <p:nvSpPr>
          <p:cNvPr id="32" name="不完整圆 31">
            <a:extLst>
              <a:ext uri="{FF2B5EF4-FFF2-40B4-BE49-F238E27FC236}">
                <a16:creationId xmlns:a16="http://schemas.microsoft.com/office/drawing/2014/main" id="{1C499BD6-890A-4EE0-B9EF-C5DC9CAB6357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Rectangle 7">
            <a:extLst>
              <a:ext uri="{FF2B5EF4-FFF2-40B4-BE49-F238E27FC236}">
                <a16:creationId xmlns:a16="http://schemas.microsoft.com/office/drawing/2014/main" id="{145F71DB-E036-4098-854F-CBC5B2619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494" y="4505046"/>
            <a:ext cx="2767357" cy="151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72555" tIns="36277" rIns="72555" bIns="36277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lvl="0">
              <a:lnSpc>
                <a:spcPct val="130000"/>
              </a:lnSpc>
              <a:defRPr/>
            </a:pPr>
            <a:r>
              <a:rPr lang="zh-CN" altLang="en-US" sz="24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添加文本</a:t>
            </a:r>
            <a:endParaRPr lang="en-US" altLang="zh-CN" sz="2400" b="1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>
              <a:lnSpc>
                <a:spcPct val="130000"/>
              </a:lnSpc>
              <a:defRPr/>
            </a:pPr>
            <a:r>
              <a:rPr lang="zh-CN" altLang="en-US" sz="160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添加适当的文字，一页的文字最好不要超过</a:t>
            </a:r>
            <a:r>
              <a:rPr lang="en-US" altLang="zh-CN" sz="160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200,</a:t>
            </a:r>
            <a:r>
              <a:rPr lang="zh-CN" altLang="en-US" sz="160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添加适当的文字</a:t>
            </a:r>
            <a:endParaRPr lang="en-US" altLang="zh-CN" sz="1867">
              <a:solidFill>
                <a:prstClr val="black">
                  <a:lumMod val="85000"/>
                  <a:lumOff val="1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FD199E11-163E-4D75-9626-687B725C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478" y="2112714"/>
            <a:ext cx="2853111" cy="151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72555" tIns="36277" rIns="72555" bIns="36277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lvl="0">
              <a:lnSpc>
                <a:spcPct val="130000"/>
              </a:lnSpc>
              <a:defRPr/>
            </a:pPr>
            <a:r>
              <a:rPr lang="zh-CN" altLang="en-US" sz="24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添加文本</a:t>
            </a:r>
            <a:endParaRPr lang="en-US" altLang="zh-CN" sz="2400" b="1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>
              <a:lnSpc>
                <a:spcPct val="130000"/>
              </a:lnSpc>
              <a:defRPr/>
            </a:pPr>
            <a:r>
              <a:rPr lang="zh-CN" altLang="en-US" sz="160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添加适当的文字，一页的文字最好不要超过</a:t>
            </a:r>
            <a:r>
              <a:rPr lang="en-US" altLang="zh-CN" sz="160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200,</a:t>
            </a:r>
            <a:r>
              <a:rPr lang="zh-CN" altLang="en-US" sz="160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添加适当的文字</a:t>
            </a:r>
            <a:endParaRPr lang="en-US" altLang="zh-CN" sz="1867">
              <a:solidFill>
                <a:prstClr val="black">
                  <a:lumMod val="85000"/>
                  <a:lumOff val="1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4EEECDF6-D1A5-427D-B392-AF406002F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3963" y="2397564"/>
            <a:ext cx="3162624" cy="1193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72555" tIns="36277" rIns="72555" bIns="36277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lvl="0">
              <a:lnSpc>
                <a:spcPct val="130000"/>
              </a:lnSpc>
              <a:defRPr/>
            </a:pPr>
            <a:r>
              <a:rPr lang="zh-CN" altLang="en-US" sz="24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添加文本</a:t>
            </a:r>
            <a:endParaRPr lang="en-US" altLang="zh-CN" sz="2400" b="1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>
              <a:lnSpc>
                <a:spcPct val="130000"/>
              </a:lnSpc>
              <a:defRPr/>
            </a:pPr>
            <a:r>
              <a:rPr lang="zh-CN" altLang="en-US" sz="160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添加适当的文字，一页的文字最好不要超过</a:t>
            </a:r>
            <a:r>
              <a:rPr lang="en-US" altLang="zh-CN" sz="160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200,</a:t>
            </a:r>
            <a:r>
              <a:rPr lang="zh-CN" altLang="en-US" sz="160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添加适当的文字</a:t>
            </a:r>
            <a:endParaRPr lang="en-US" altLang="zh-CN" sz="1867">
              <a:solidFill>
                <a:prstClr val="black">
                  <a:lumMod val="85000"/>
                  <a:lumOff val="1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Freeform 6">
            <a:extLst>
              <a:ext uri="{FF2B5EF4-FFF2-40B4-BE49-F238E27FC236}">
                <a16:creationId xmlns:a16="http://schemas.microsoft.com/office/drawing/2014/main" id="{AB601EDA-9241-4159-B231-7A28A5CB10FB}"/>
              </a:ext>
            </a:extLst>
          </p:cNvPr>
          <p:cNvSpPr>
            <a:spLocks noEditPoints="1"/>
          </p:cNvSpPr>
          <p:nvPr/>
        </p:nvSpPr>
        <p:spPr bwMode="auto">
          <a:xfrm>
            <a:off x="5904164" y="1513626"/>
            <a:ext cx="1841953" cy="1842673"/>
          </a:xfrm>
          <a:custGeom>
            <a:gdLst>
              <a:gd name="T0" fmla="*/ 997 w 1708"/>
              <a:gd name="T1" fmla="*/ 172 h 1708"/>
              <a:gd name="T2" fmla="*/ 1234 w 1708"/>
              <a:gd name="T3" fmla="*/ 270 h 1708"/>
              <a:gd name="T4" fmla="*/ 1356 w 1708"/>
              <a:gd name="T5" fmla="*/ 149 h 1708"/>
              <a:gd name="T6" fmla="*/ 1559 w 1708"/>
              <a:gd name="T7" fmla="*/ 352 h 1708"/>
              <a:gd name="T8" fmla="*/ 1437 w 1708"/>
              <a:gd name="T9" fmla="*/ 473 h 1708"/>
              <a:gd name="T10" fmla="*/ 1535 w 1708"/>
              <a:gd name="T11" fmla="*/ 710 h 1708"/>
              <a:gd name="T12" fmla="*/ 1708 w 1708"/>
              <a:gd name="T13" fmla="*/ 710 h 1708"/>
              <a:gd name="T14" fmla="*/ 1708 w 1708"/>
              <a:gd name="T15" fmla="*/ 997 h 1708"/>
              <a:gd name="T16" fmla="*/ 1535 w 1708"/>
              <a:gd name="T17" fmla="*/ 997 h 1708"/>
              <a:gd name="T18" fmla="*/ 1437 w 1708"/>
              <a:gd name="T19" fmla="*/ 1234 h 1708"/>
              <a:gd name="T20" fmla="*/ 1559 w 1708"/>
              <a:gd name="T21" fmla="*/ 1356 h 1708"/>
              <a:gd name="T22" fmla="*/ 1356 w 1708"/>
              <a:gd name="T23" fmla="*/ 1559 h 1708"/>
              <a:gd name="T24" fmla="*/ 1234 w 1708"/>
              <a:gd name="T25" fmla="*/ 1437 h 1708"/>
              <a:gd name="T26" fmla="*/ 997 w 1708"/>
              <a:gd name="T27" fmla="*/ 1535 h 1708"/>
              <a:gd name="T28" fmla="*/ 997 w 1708"/>
              <a:gd name="T29" fmla="*/ 1708 h 1708"/>
              <a:gd name="T30" fmla="*/ 710 w 1708"/>
              <a:gd name="T31" fmla="*/ 1708 h 1708"/>
              <a:gd name="T32" fmla="*/ 710 w 1708"/>
              <a:gd name="T33" fmla="*/ 1535 h 1708"/>
              <a:gd name="T34" fmla="*/ 473 w 1708"/>
              <a:gd name="T35" fmla="*/ 1437 h 1708"/>
              <a:gd name="T36" fmla="*/ 352 w 1708"/>
              <a:gd name="T37" fmla="*/ 1559 h 1708"/>
              <a:gd name="T38" fmla="*/ 149 w 1708"/>
              <a:gd name="T39" fmla="*/ 1356 h 1708"/>
              <a:gd name="T40" fmla="*/ 270 w 1708"/>
              <a:gd name="T41" fmla="*/ 1234 h 1708"/>
              <a:gd name="T42" fmla="*/ 172 w 1708"/>
              <a:gd name="T43" fmla="*/ 997 h 1708"/>
              <a:gd name="T44" fmla="*/ 0 w 1708"/>
              <a:gd name="T45" fmla="*/ 997 h 1708"/>
              <a:gd name="T46" fmla="*/ 0 w 1708"/>
              <a:gd name="T47" fmla="*/ 710 h 1708"/>
              <a:gd name="T48" fmla="*/ 172 w 1708"/>
              <a:gd name="T49" fmla="*/ 710 h 1708"/>
              <a:gd name="T50" fmla="*/ 270 w 1708"/>
              <a:gd name="T51" fmla="*/ 473 h 1708"/>
              <a:gd name="T52" fmla="*/ 149 w 1708"/>
              <a:gd name="T53" fmla="*/ 352 h 1708"/>
              <a:gd name="T54" fmla="*/ 352 w 1708"/>
              <a:gd name="T55" fmla="*/ 149 h 1708"/>
              <a:gd name="T56" fmla="*/ 473 w 1708"/>
              <a:gd name="T57" fmla="*/ 270 h 1708"/>
              <a:gd name="T58" fmla="*/ 710 w 1708"/>
              <a:gd name="T59" fmla="*/ 172 h 1708"/>
              <a:gd name="T60" fmla="*/ 710 w 1708"/>
              <a:gd name="T61" fmla="*/ 0 h 1708"/>
              <a:gd name="T62" fmla="*/ 997 w 1708"/>
              <a:gd name="T63" fmla="*/ 0 h 1708"/>
              <a:gd name="T64" fmla="*/ 997 w 1708"/>
              <a:gd name="T65" fmla="*/ 172 h 1708"/>
              <a:gd name="T66" fmla="*/ 854 w 1708"/>
              <a:gd name="T67" fmla="*/ 366 h 1708"/>
              <a:gd name="T68" fmla="*/ 1342 w 1708"/>
              <a:gd name="T69" fmla="*/ 854 h 1708"/>
              <a:gd name="T70" fmla="*/ 854 w 1708"/>
              <a:gd name="T71" fmla="*/ 1342 h 1708"/>
              <a:gd name="T72" fmla="*/ 366 w 1708"/>
              <a:gd name="T73" fmla="*/ 854 h 1708"/>
              <a:gd name="T74" fmla="*/ 854 w 1708"/>
              <a:gd name="T75" fmla="*/ 366 h 1708"/>
              <a:gd name="T76" fmla="*/ 854 w 1708"/>
              <a:gd name="T77" fmla="*/ 493 h 1708"/>
              <a:gd name="T78" fmla="*/ 1215 w 1708"/>
              <a:gd name="T79" fmla="*/ 854 h 1708"/>
              <a:gd name="T80" fmla="*/ 854 w 1708"/>
              <a:gd name="T81" fmla="*/ 1215 h 1708"/>
              <a:gd name="T82" fmla="*/ 493 w 1708"/>
              <a:gd name="T83" fmla="*/ 854 h 1708"/>
              <a:gd name="T84" fmla="*/ 854 w 1708"/>
              <a:gd name="T85" fmla="*/ 493 h 1708"/>
              <a:gd name="T86" fmla="*/ 854 w 1708"/>
              <a:gd name="T87" fmla="*/ 650 h 1708"/>
              <a:gd name="T88" fmla="*/ 1058 w 1708"/>
              <a:gd name="T89" fmla="*/ 854 h 1708"/>
              <a:gd name="T90" fmla="*/ 854 w 1708"/>
              <a:gd name="T91" fmla="*/ 1058 h 1708"/>
              <a:gd name="T92" fmla="*/ 650 w 1708"/>
              <a:gd name="T93" fmla="*/ 854 h 1708"/>
              <a:gd name="T94" fmla="*/ 854 w 1708"/>
              <a:gd name="T95" fmla="*/ 650 h 170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708" h="1708">
                <a:moveTo>
                  <a:pt x="997" y="172"/>
                </a:moveTo>
                <a:cubicBezTo>
                  <a:pt x="1083" y="190"/>
                  <a:pt x="1163" y="224"/>
                  <a:pt x="1234" y="270"/>
                </a:cubicBezTo>
                <a:lnTo>
                  <a:pt x="1356" y="149"/>
                </a:lnTo>
                <a:lnTo>
                  <a:pt x="1559" y="352"/>
                </a:lnTo>
                <a:lnTo>
                  <a:pt x="1437" y="473"/>
                </a:lnTo>
                <a:cubicBezTo>
                  <a:pt x="1484" y="544"/>
                  <a:pt x="1517" y="624"/>
                  <a:pt x="1535" y="710"/>
                </a:cubicBezTo>
                <a:lnTo>
                  <a:pt x="1708" y="710"/>
                </a:lnTo>
                <a:lnTo>
                  <a:pt x="1708" y="997"/>
                </a:lnTo>
                <a:lnTo>
                  <a:pt x="1535" y="997"/>
                </a:lnTo>
                <a:cubicBezTo>
                  <a:pt x="1517" y="1083"/>
                  <a:pt x="1484" y="1163"/>
                  <a:pt x="1437" y="1234"/>
                </a:cubicBezTo>
                <a:lnTo>
                  <a:pt x="1559" y="1356"/>
                </a:lnTo>
                <a:lnTo>
                  <a:pt x="1356" y="1559"/>
                </a:lnTo>
                <a:lnTo>
                  <a:pt x="1234" y="1437"/>
                </a:lnTo>
                <a:cubicBezTo>
                  <a:pt x="1163" y="1484"/>
                  <a:pt x="1083" y="1517"/>
                  <a:pt x="997" y="1535"/>
                </a:cubicBezTo>
                <a:lnTo>
                  <a:pt x="997" y="1708"/>
                </a:lnTo>
                <a:lnTo>
                  <a:pt x="710" y="1708"/>
                </a:lnTo>
                <a:lnTo>
                  <a:pt x="710" y="1535"/>
                </a:lnTo>
                <a:cubicBezTo>
                  <a:pt x="624" y="1517"/>
                  <a:pt x="544" y="1484"/>
                  <a:pt x="473" y="1437"/>
                </a:cubicBezTo>
                <a:lnTo>
                  <a:pt x="352" y="1559"/>
                </a:lnTo>
                <a:lnTo>
                  <a:pt x="149" y="1356"/>
                </a:lnTo>
                <a:lnTo>
                  <a:pt x="270" y="1234"/>
                </a:lnTo>
                <a:cubicBezTo>
                  <a:pt x="224" y="1163"/>
                  <a:pt x="190" y="1083"/>
                  <a:pt x="172" y="997"/>
                </a:cubicBezTo>
                <a:lnTo>
                  <a:pt x="0" y="997"/>
                </a:lnTo>
                <a:lnTo>
                  <a:pt x="0" y="710"/>
                </a:lnTo>
                <a:lnTo>
                  <a:pt x="172" y="710"/>
                </a:lnTo>
                <a:cubicBezTo>
                  <a:pt x="190" y="624"/>
                  <a:pt x="224" y="544"/>
                  <a:pt x="270" y="473"/>
                </a:cubicBezTo>
                <a:lnTo>
                  <a:pt x="149" y="352"/>
                </a:lnTo>
                <a:lnTo>
                  <a:pt x="352" y="149"/>
                </a:lnTo>
                <a:lnTo>
                  <a:pt x="473" y="270"/>
                </a:lnTo>
                <a:cubicBezTo>
                  <a:pt x="544" y="224"/>
                  <a:pt x="624" y="190"/>
                  <a:pt x="710" y="172"/>
                </a:cubicBezTo>
                <a:lnTo>
                  <a:pt x="710" y="0"/>
                </a:lnTo>
                <a:lnTo>
                  <a:pt x="997" y="0"/>
                </a:lnTo>
                <a:lnTo>
                  <a:pt x="997" y="172"/>
                </a:lnTo>
                <a:close/>
                <a:moveTo>
                  <a:pt x="854" y="366"/>
                </a:moveTo>
                <a:cubicBezTo>
                  <a:pt x="1123" y="366"/>
                  <a:pt x="1342" y="584"/>
                  <a:pt x="1342" y="854"/>
                </a:cubicBezTo>
                <a:cubicBezTo>
                  <a:pt x="1342" y="1123"/>
                  <a:pt x="1123" y="1342"/>
                  <a:pt x="854" y="1342"/>
                </a:cubicBezTo>
                <a:cubicBezTo>
                  <a:pt x="584" y="1342"/>
                  <a:pt x="366" y="1123"/>
                  <a:pt x="366" y="854"/>
                </a:cubicBezTo>
                <a:cubicBezTo>
                  <a:pt x="366" y="584"/>
                  <a:pt x="584" y="366"/>
                  <a:pt x="854" y="366"/>
                </a:cubicBezTo>
                <a:close/>
                <a:moveTo>
                  <a:pt x="854" y="493"/>
                </a:moveTo>
                <a:cubicBezTo>
                  <a:pt x="1053" y="493"/>
                  <a:pt x="1215" y="655"/>
                  <a:pt x="1215" y="854"/>
                </a:cubicBezTo>
                <a:cubicBezTo>
                  <a:pt x="1215" y="1053"/>
                  <a:pt x="1053" y="1215"/>
                  <a:pt x="854" y="1215"/>
                </a:cubicBezTo>
                <a:cubicBezTo>
                  <a:pt x="655" y="1215"/>
                  <a:pt x="493" y="1053"/>
                  <a:pt x="493" y="854"/>
                </a:cubicBezTo>
                <a:cubicBezTo>
                  <a:pt x="493" y="655"/>
                  <a:pt x="655" y="493"/>
                  <a:pt x="854" y="493"/>
                </a:cubicBezTo>
                <a:close/>
                <a:moveTo>
                  <a:pt x="854" y="650"/>
                </a:moveTo>
                <a:cubicBezTo>
                  <a:pt x="966" y="650"/>
                  <a:pt x="1058" y="741"/>
                  <a:pt x="1058" y="854"/>
                </a:cubicBezTo>
                <a:cubicBezTo>
                  <a:pt x="1058" y="966"/>
                  <a:pt x="966" y="1058"/>
                  <a:pt x="854" y="1058"/>
                </a:cubicBezTo>
                <a:cubicBezTo>
                  <a:pt x="741" y="1058"/>
                  <a:pt x="650" y="966"/>
                  <a:pt x="650" y="854"/>
                </a:cubicBezTo>
                <a:cubicBezTo>
                  <a:pt x="650" y="741"/>
                  <a:pt x="741" y="650"/>
                  <a:pt x="854" y="65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  <a:extLst/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zh-CN" altLang="en-US" sz="32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6089CDAE-1AC8-4E49-B9FA-FDDA1562118C}"/>
              </a:ext>
            </a:extLst>
          </p:cNvPr>
          <p:cNvSpPr>
            <a:spLocks noEditPoints="1"/>
          </p:cNvSpPr>
          <p:nvPr/>
        </p:nvSpPr>
        <p:spPr bwMode="auto">
          <a:xfrm>
            <a:off x="5081391" y="3233727"/>
            <a:ext cx="2534248" cy="2535239"/>
          </a:xfrm>
          <a:custGeom>
            <a:gdLst>
              <a:gd name="T0" fmla="*/ 997 w 1708"/>
              <a:gd name="T1" fmla="*/ 172 h 1708"/>
              <a:gd name="T2" fmla="*/ 1234 w 1708"/>
              <a:gd name="T3" fmla="*/ 270 h 1708"/>
              <a:gd name="T4" fmla="*/ 1356 w 1708"/>
              <a:gd name="T5" fmla="*/ 149 h 1708"/>
              <a:gd name="T6" fmla="*/ 1559 w 1708"/>
              <a:gd name="T7" fmla="*/ 352 h 1708"/>
              <a:gd name="T8" fmla="*/ 1437 w 1708"/>
              <a:gd name="T9" fmla="*/ 473 h 1708"/>
              <a:gd name="T10" fmla="*/ 1535 w 1708"/>
              <a:gd name="T11" fmla="*/ 710 h 1708"/>
              <a:gd name="T12" fmla="*/ 1708 w 1708"/>
              <a:gd name="T13" fmla="*/ 710 h 1708"/>
              <a:gd name="T14" fmla="*/ 1708 w 1708"/>
              <a:gd name="T15" fmla="*/ 997 h 1708"/>
              <a:gd name="T16" fmla="*/ 1535 w 1708"/>
              <a:gd name="T17" fmla="*/ 997 h 1708"/>
              <a:gd name="T18" fmla="*/ 1437 w 1708"/>
              <a:gd name="T19" fmla="*/ 1234 h 1708"/>
              <a:gd name="T20" fmla="*/ 1559 w 1708"/>
              <a:gd name="T21" fmla="*/ 1356 h 1708"/>
              <a:gd name="T22" fmla="*/ 1356 w 1708"/>
              <a:gd name="T23" fmla="*/ 1559 h 1708"/>
              <a:gd name="T24" fmla="*/ 1234 w 1708"/>
              <a:gd name="T25" fmla="*/ 1437 h 1708"/>
              <a:gd name="T26" fmla="*/ 997 w 1708"/>
              <a:gd name="T27" fmla="*/ 1535 h 1708"/>
              <a:gd name="T28" fmla="*/ 997 w 1708"/>
              <a:gd name="T29" fmla="*/ 1708 h 1708"/>
              <a:gd name="T30" fmla="*/ 710 w 1708"/>
              <a:gd name="T31" fmla="*/ 1708 h 1708"/>
              <a:gd name="T32" fmla="*/ 710 w 1708"/>
              <a:gd name="T33" fmla="*/ 1535 h 1708"/>
              <a:gd name="T34" fmla="*/ 473 w 1708"/>
              <a:gd name="T35" fmla="*/ 1437 h 1708"/>
              <a:gd name="T36" fmla="*/ 352 w 1708"/>
              <a:gd name="T37" fmla="*/ 1559 h 1708"/>
              <a:gd name="T38" fmla="*/ 149 w 1708"/>
              <a:gd name="T39" fmla="*/ 1356 h 1708"/>
              <a:gd name="T40" fmla="*/ 270 w 1708"/>
              <a:gd name="T41" fmla="*/ 1234 h 1708"/>
              <a:gd name="T42" fmla="*/ 172 w 1708"/>
              <a:gd name="T43" fmla="*/ 997 h 1708"/>
              <a:gd name="T44" fmla="*/ 0 w 1708"/>
              <a:gd name="T45" fmla="*/ 997 h 1708"/>
              <a:gd name="T46" fmla="*/ 0 w 1708"/>
              <a:gd name="T47" fmla="*/ 710 h 1708"/>
              <a:gd name="T48" fmla="*/ 172 w 1708"/>
              <a:gd name="T49" fmla="*/ 710 h 1708"/>
              <a:gd name="T50" fmla="*/ 270 w 1708"/>
              <a:gd name="T51" fmla="*/ 473 h 1708"/>
              <a:gd name="T52" fmla="*/ 149 w 1708"/>
              <a:gd name="T53" fmla="*/ 352 h 1708"/>
              <a:gd name="T54" fmla="*/ 352 w 1708"/>
              <a:gd name="T55" fmla="*/ 149 h 1708"/>
              <a:gd name="T56" fmla="*/ 473 w 1708"/>
              <a:gd name="T57" fmla="*/ 270 h 1708"/>
              <a:gd name="T58" fmla="*/ 710 w 1708"/>
              <a:gd name="T59" fmla="*/ 172 h 1708"/>
              <a:gd name="T60" fmla="*/ 710 w 1708"/>
              <a:gd name="T61" fmla="*/ 0 h 1708"/>
              <a:gd name="T62" fmla="*/ 997 w 1708"/>
              <a:gd name="T63" fmla="*/ 0 h 1708"/>
              <a:gd name="T64" fmla="*/ 997 w 1708"/>
              <a:gd name="T65" fmla="*/ 172 h 1708"/>
              <a:gd name="T66" fmla="*/ 854 w 1708"/>
              <a:gd name="T67" fmla="*/ 366 h 1708"/>
              <a:gd name="T68" fmla="*/ 1342 w 1708"/>
              <a:gd name="T69" fmla="*/ 854 h 1708"/>
              <a:gd name="T70" fmla="*/ 854 w 1708"/>
              <a:gd name="T71" fmla="*/ 1342 h 1708"/>
              <a:gd name="T72" fmla="*/ 366 w 1708"/>
              <a:gd name="T73" fmla="*/ 854 h 1708"/>
              <a:gd name="T74" fmla="*/ 854 w 1708"/>
              <a:gd name="T75" fmla="*/ 366 h 1708"/>
              <a:gd name="T76" fmla="*/ 854 w 1708"/>
              <a:gd name="T77" fmla="*/ 493 h 1708"/>
              <a:gd name="T78" fmla="*/ 1215 w 1708"/>
              <a:gd name="T79" fmla="*/ 854 h 1708"/>
              <a:gd name="T80" fmla="*/ 854 w 1708"/>
              <a:gd name="T81" fmla="*/ 1215 h 1708"/>
              <a:gd name="T82" fmla="*/ 493 w 1708"/>
              <a:gd name="T83" fmla="*/ 854 h 1708"/>
              <a:gd name="T84" fmla="*/ 854 w 1708"/>
              <a:gd name="T85" fmla="*/ 493 h 1708"/>
              <a:gd name="T86" fmla="*/ 854 w 1708"/>
              <a:gd name="T87" fmla="*/ 650 h 1708"/>
              <a:gd name="T88" fmla="*/ 1058 w 1708"/>
              <a:gd name="T89" fmla="*/ 854 h 1708"/>
              <a:gd name="T90" fmla="*/ 854 w 1708"/>
              <a:gd name="T91" fmla="*/ 1058 h 1708"/>
              <a:gd name="T92" fmla="*/ 650 w 1708"/>
              <a:gd name="T93" fmla="*/ 854 h 1708"/>
              <a:gd name="T94" fmla="*/ 854 w 1708"/>
              <a:gd name="T95" fmla="*/ 650 h 170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708" h="1708">
                <a:moveTo>
                  <a:pt x="997" y="172"/>
                </a:moveTo>
                <a:cubicBezTo>
                  <a:pt x="1083" y="190"/>
                  <a:pt x="1163" y="224"/>
                  <a:pt x="1234" y="270"/>
                </a:cubicBezTo>
                <a:lnTo>
                  <a:pt x="1356" y="149"/>
                </a:lnTo>
                <a:lnTo>
                  <a:pt x="1559" y="352"/>
                </a:lnTo>
                <a:lnTo>
                  <a:pt x="1437" y="473"/>
                </a:lnTo>
                <a:cubicBezTo>
                  <a:pt x="1484" y="544"/>
                  <a:pt x="1517" y="624"/>
                  <a:pt x="1535" y="710"/>
                </a:cubicBezTo>
                <a:lnTo>
                  <a:pt x="1708" y="710"/>
                </a:lnTo>
                <a:lnTo>
                  <a:pt x="1708" y="997"/>
                </a:lnTo>
                <a:lnTo>
                  <a:pt x="1535" y="997"/>
                </a:lnTo>
                <a:cubicBezTo>
                  <a:pt x="1517" y="1083"/>
                  <a:pt x="1484" y="1163"/>
                  <a:pt x="1437" y="1234"/>
                </a:cubicBezTo>
                <a:lnTo>
                  <a:pt x="1559" y="1356"/>
                </a:lnTo>
                <a:lnTo>
                  <a:pt x="1356" y="1559"/>
                </a:lnTo>
                <a:lnTo>
                  <a:pt x="1234" y="1437"/>
                </a:lnTo>
                <a:cubicBezTo>
                  <a:pt x="1163" y="1484"/>
                  <a:pt x="1083" y="1517"/>
                  <a:pt x="997" y="1535"/>
                </a:cubicBezTo>
                <a:lnTo>
                  <a:pt x="997" y="1708"/>
                </a:lnTo>
                <a:lnTo>
                  <a:pt x="710" y="1708"/>
                </a:lnTo>
                <a:lnTo>
                  <a:pt x="710" y="1535"/>
                </a:lnTo>
                <a:cubicBezTo>
                  <a:pt x="624" y="1517"/>
                  <a:pt x="544" y="1484"/>
                  <a:pt x="473" y="1437"/>
                </a:cubicBezTo>
                <a:lnTo>
                  <a:pt x="352" y="1559"/>
                </a:lnTo>
                <a:lnTo>
                  <a:pt x="149" y="1356"/>
                </a:lnTo>
                <a:lnTo>
                  <a:pt x="270" y="1234"/>
                </a:lnTo>
                <a:cubicBezTo>
                  <a:pt x="224" y="1163"/>
                  <a:pt x="190" y="1083"/>
                  <a:pt x="172" y="997"/>
                </a:cubicBezTo>
                <a:lnTo>
                  <a:pt x="0" y="997"/>
                </a:lnTo>
                <a:lnTo>
                  <a:pt x="0" y="710"/>
                </a:lnTo>
                <a:lnTo>
                  <a:pt x="172" y="710"/>
                </a:lnTo>
                <a:cubicBezTo>
                  <a:pt x="190" y="624"/>
                  <a:pt x="224" y="544"/>
                  <a:pt x="270" y="473"/>
                </a:cubicBezTo>
                <a:lnTo>
                  <a:pt x="149" y="352"/>
                </a:lnTo>
                <a:lnTo>
                  <a:pt x="352" y="149"/>
                </a:lnTo>
                <a:lnTo>
                  <a:pt x="473" y="270"/>
                </a:lnTo>
                <a:cubicBezTo>
                  <a:pt x="544" y="224"/>
                  <a:pt x="624" y="190"/>
                  <a:pt x="710" y="172"/>
                </a:cubicBezTo>
                <a:lnTo>
                  <a:pt x="710" y="0"/>
                </a:lnTo>
                <a:lnTo>
                  <a:pt x="997" y="0"/>
                </a:lnTo>
                <a:lnTo>
                  <a:pt x="997" y="172"/>
                </a:lnTo>
                <a:close/>
                <a:moveTo>
                  <a:pt x="854" y="366"/>
                </a:moveTo>
                <a:cubicBezTo>
                  <a:pt x="1123" y="366"/>
                  <a:pt x="1342" y="584"/>
                  <a:pt x="1342" y="854"/>
                </a:cubicBezTo>
                <a:cubicBezTo>
                  <a:pt x="1342" y="1123"/>
                  <a:pt x="1123" y="1342"/>
                  <a:pt x="854" y="1342"/>
                </a:cubicBezTo>
                <a:cubicBezTo>
                  <a:pt x="584" y="1342"/>
                  <a:pt x="366" y="1123"/>
                  <a:pt x="366" y="854"/>
                </a:cubicBezTo>
                <a:cubicBezTo>
                  <a:pt x="366" y="584"/>
                  <a:pt x="584" y="366"/>
                  <a:pt x="854" y="366"/>
                </a:cubicBezTo>
                <a:close/>
                <a:moveTo>
                  <a:pt x="854" y="493"/>
                </a:moveTo>
                <a:cubicBezTo>
                  <a:pt x="1053" y="493"/>
                  <a:pt x="1215" y="655"/>
                  <a:pt x="1215" y="854"/>
                </a:cubicBezTo>
                <a:cubicBezTo>
                  <a:pt x="1215" y="1053"/>
                  <a:pt x="1053" y="1215"/>
                  <a:pt x="854" y="1215"/>
                </a:cubicBezTo>
                <a:cubicBezTo>
                  <a:pt x="655" y="1215"/>
                  <a:pt x="493" y="1053"/>
                  <a:pt x="493" y="854"/>
                </a:cubicBezTo>
                <a:cubicBezTo>
                  <a:pt x="493" y="655"/>
                  <a:pt x="655" y="493"/>
                  <a:pt x="854" y="493"/>
                </a:cubicBezTo>
                <a:close/>
                <a:moveTo>
                  <a:pt x="854" y="650"/>
                </a:moveTo>
                <a:cubicBezTo>
                  <a:pt x="966" y="650"/>
                  <a:pt x="1058" y="741"/>
                  <a:pt x="1058" y="854"/>
                </a:cubicBezTo>
                <a:cubicBezTo>
                  <a:pt x="1058" y="966"/>
                  <a:pt x="966" y="1058"/>
                  <a:pt x="854" y="1058"/>
                </a:cubicBezTo>
                <a:cubicBezTo>
                  <a:pt x="741" y="1058"/>
                  <a:pt x="650" y="966"/>
                  <a:pt x="650" y="854"/>
                </a:cubicBezTo>
                <a:cubicBezTo>
                  <a:pt x="650" y="741"/>
                  <a:pt x="741" y="650"/>
                  <a:pt x="854" y="650"/>
                </a:cubicBezTo>
                <a:close/>
              </a:path>
            </a:pathLst>
          </a:custGeom>
          <a:solidFill>
            <a:srgbClr val="C00000"/>
          </a:solidFill>
          <a:ln w="3175" cap="flat" cmpd="sng">
            <a:noFill/>
            <a:bevel/>
          </a:ln>
          <a:extLst/>
        </p:spPr>
        <p:txBody>
          <a:bodyPr lIns="91416" tIns="45708" rIns="91416" bIns="45708" anchor="ctr"/>
          <a:lstStyle/>
          <a:p>
            <a:pPr algn="ctr"/>
            <a:endParaRPr lang="zh-CN" altLang="en-US" sz="3200">
              <a:solidFill>
                <a:schemeClr val="tx1">
                  <a:lumMod val="85000"/>
                  <a:lumOff val="15000"/>
                </a:schemeClr>
              </a:solidFill>
              <a:ea typeface="微软雅黑" pitchFamily="34" charset="-122"/>
            </a:endParaRPr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6ABD016A-34E0-4DDC-9EBC-F49C45012DEC}"/>
              </a:ext>
            </a:extLst>
          </p:cNvPr>
          <p:cNvSpPr>
            <a:spLocks noEditPoints="1"/>
          </p:cNvSpPr>
          <p:nvPr/>
        </p:nvSpPr>
        <p:spPr bwMode="auto">
          <a:xfrm>
            <a:off x="4396635" y="1979763"/>
            <a:ext cx="1659959" cy="1660607"/>
          </a:xfrm>
          <a:custGeom>
            <a:gdLst>
              <a:gd name="T0" fmla="*/ 997 w 1708"/>
              <a:gd name="T1" fmla="*/ 172 h 1708"/>
              <a:gd name="T2" fmla="*/ 1234 w 1708"/>
              <a:gd name="T3" fmla="*/ 270 h 1708"/>
              <a:gd name="T4" fmla="*/ 1356 w 1708"/>
              <a:gd name="T5" fmla="*/ 149 h 1708"/>
              <a:gd name="T6" fmla="*/ 1559 w 1708"/>
              <a:gd name="T7" fmla="*/ 352 h 1708"/>
              <a:gd name="T8" fmla="*/ 1437 w 1708"/>
              <a:gd name="T9" fmla="*/ 473 h 1708"/>
              <a:gd name="T10" fmla="*/ 1535 w 1708"/>
              <a:gd name="T11" fmla="*/ 710 h 1708"/>
              <a:gd name="T12" fmla="*/ 1708 w 1708"/>
              <a:gd name="T13" fmla="*/ 710 h 1708"/>
              <a:gd name="T14" fmla="*/ 1708 w 1708"/>
              <a:gd name="T15" fmla="*/ 997 h 1708"/>
              <a:gd name="T16" fmla="*/ 1535 w 1708"/>
              <a:gd name="T17" fmla="*/ 997 h 1708"/>
              <a:gd name="T18" fmla="*/ 1437 w 1708"/>
              <a:gd name="T19" fmla="*/ 1234 h 1708"/>
              <a:gd name="T20" fmla="*/ 1559 w 1708"/>
              <a:gd name="T21" fmla="*/ 1356 h 1708"/>
              <a:gd name="T22" fmla="*/ 1356 w 1708"/>
              <a:gd name="T23" fmla="*/ 1559 h 1708"/>
              <a:gd name="T24" fmla="*/ 1234 w 1708"/>
              <a:gd name="T25" fmla="*/ 1437 h 1708"/>
              <a:gd name="T26" fmla="*/ 997 w 1708"/>
              <a:gd name="T27" fmla="*/ 1535 h 1708"/>
              <a:gd name="T28" fmla="*/ 997 w 1708"/>
              <a:gd name="T29" fmla="*/ 1708 h 1708"/>
              <a:gd name="T30" fmla="*/ 710 w 1708"/>
              <a:gd name="T31" fmla="*/ 1708 h 1708"/>
              <a:gd name="T32" fmla="*/ 710 w 1708"/>
              <a:gd name="T33" fmla="*/ 1535 h 1708"/>
              <a:gd name="T34" fmla="*/ 473 w 1708"/>
              <a:gd name="T35" fmla="*/ 1437 h 1708"/>
              <a:gd name="T36" fmla="*/ 352 w 1708"/>
              <a:gd name="T37" fmla="*/ 1559 h 1708"/>
              <a:gd name="T38" fmla="*/ 149 w 1708"/>
              <a:gd name="T39" fmla="*/ 1356 h 1708"/>
              <a:gd name="T40" fmla="*/ 270 w 1708"/>
              <a:gd name="T41" fmla="*/ 1234 h 1708"/>
              <a:gd name="T42" fmla="*/ 172 w 1708"/>
              <a:gd name="T43" fmla="*/ 997 h 1708"/>
              <a:gd name="T44" fmla="*/ 0 w 1708"/>
              <a:gd name="T45" fmla="*/ 997 h 1708"/>
              <a:gd name="T46" fmla="*/ 0 w 1708"/>
              <a:gd name="T47" fmla="*/ 710 h 1708"/>
              <a:gd name="T48" fmla="*/ 172 w 1708"/>
              <a:gd name="T49" fmla="*/ 710 h 1708"/>
              <a:gd name="T50" fmla="*/ 270 w 1708"/>
              <a:gd name="T51" fmla="*/ 473 h 1708"/>
              <a:gd name="T52" fmla="*/ 149 w 1708"/>
              <a:gd name="T53" fmla="*/ 352 h 1708"/>
              <a:gd name="T54" fmla="*/ 352 w 1708"/>
              <a:gd name="T55" fmla="*/ 149 h 1708"/>
              <a:gd name="T56" fmla="*/ 473 w 1708"/>
              <a:gd name="T57" fmla="*/ 270 h 1708"/>
              <a:gd name="T58" fmla="*/ 710 w 1708"/>
              <a:gd name="T59" fmla="*/ 172 h 1708"/>
              <a:gd name="T60" fmla="*/ 710 w 1708"/>
              <a:gd name="T61" fmla="*/ 0 h 1708"/>
              <a:gd name="T62" fmla="*/ 997 w 1708"/>
              <a:gd name="T63" fmla="*/ 0 h 1708"/>
              <a:gd name="T64" fmla="*/ 997 w 1708"/>
              <a:gd name="T65" fmla="*/ 172 h 1708"/>
              <a:gd name="T66" fmla="*/ 854 w 1708"/>
              <a:gd name="T67" fmla="*/ 366 h 1708"/>
              <a:gd name="T68" fmla="*/ 1342 w 1708"/>
              <a:gd name="T69" fmla="*/ 854 h 1708"/>
              <a:gd name="T70" fmla="*/ 854 w 1708"/>
              <a:gd name="T71" fmla="*/ 1342 h 1708"/>
              <a:gd name="T72" fmla="*/ 366 w 1708"/>
              <a:gd name="T73" fmla="*/ 854 h 1708"/>
              <a:gd name="T74" fmla="*/ 854 w 1708"/>
              <a:gd name="T75" fmla="*/ 366 h 1708"/>
              <a:gd name="T76" fmla="*/ 854 w 1708"/>
              <a:gd name="T77" fmla="*/ 493 h 1708"/>
              <a:gd name="T78" fmla="*/ 1215 w 1708"/>
              <a:gd name="T79" fmla="*/ 854 h 1708"/>
              <a:gd name="T80" fmla="*/ 854 w 1708"/>
              <a:gd name="T81" fmla="*/ 1215 h 1708"/>
              <a:gd name="T82" fmla="*/ 493 w 1708"/>
              <a:gd name="T83" fmla="*/ 854 h 1708"/>
              <a:gd name="T84" fmla="*/ 854 w 1708"/>
              <a:gd name="T85" fmla="*/ 493 h 1708"/>
              <a:gd name="T86" fmla="*/ 854 w 1708"/>
              <a:gd name="T87" fmla="*/ 650 h 1708"/>
              <a:gd name="T88" fmla="*/ 1058 w 1708"/>
              <a:gd name="T89" fmla="*/ 854 h 1708"/>
              <a:gd name="T90" fmla="*/ 854 w 1708"/>
              <a:gd name="T91" fmla="*/ 1058 h 1708"/>
              <a:gd name="T92" fmla="*/ 650 w 1708"/>
              <a:gd name="T93" fmla="*/ 854 h 1708"/>
              <a:gd name="T94" fmla="*/ 854 w 1708"/>
              <a:gd name="T95" fmla="*/ 650 h 170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708" h="1708">
                <a:moveTo>
                  <a:pt x="997" y="172"/>
                </a:moveTo>
                <a:cubicBezTo>
                  <a:pt x="1083" y="190"/>
                  <a:pt x="1163" y="224"/>
                  <a:pt x="1234" y="270"/>
                </a:cubicBezTo>
                <a:lnTo>
                  <a:pt x="1356" y="149"/>
                </a:lnTo>
                <a:lnTo>
                  <a:pt x="1559" y="352"/>
                </a:lnTo>
                <a:lnTo>
                  <a:pt x="1437" y="473"/>
                </a:lnTo>
                <a:cubicBezTo>
                  <a:pt x="1484" y="544"/>
                  <a:pt x="1517" y="624"/>
                  <a:pt x="1535" y="710"/>
                </a:cubicBezTo>
                <a:lnTo>
                  <a:pt x="1708" y="710"/>
                </a:lnTo>
                <a:lnTo>
                  <a:pt x="1708" y="997"/>
                </a:lnTo>
                <a:lnTo>
                  <a:pt x="1535" y="997"/>
                </a:lnTo>
                <a:cubicBezTo>
                  <a:pt x="1517" y="1083"/>
                  <a:pt x="1484" y="1163"/>
                  <a:pt x="1437" y="1234"/>
                </a:cubicBezTo>
                <a:lnTo>
                  <a:pt x="1559" y="1356"/>
                </a:lnTo>
                <a:lnTo>
                  <a:pt x="1356" y="1559"/>
                </a:lnTo>
                <a:lnTo>
                  <a:pt x="1234" y="1437"/>
                </a:lnTo>
                <a:cubicBezTo>
                  <a:pt x="1163" y="1484"/>
                  <a:pt x="1083" y="1517"/>
                  <a:pt x="997" y="1535"/>
                </a:cubicBezTo>
                <a:lnTo>
                  <a:pt x="997" y="1708"/>
                </a:lnTo>
                <a:lnTo>
                  <a:pt x="710" y="1708"/>
                </a:lnTo>
                <a:lnTo>
                  <a:pt x="710" y="1535"/>
                </a:lnTo>
                <a:cubicBezTo>
                  <a:pt x="624" y="1517"/>
                  <a:pt x="544" y="1484"/>
                  <a:pt x="473" y="1437"/>
                </a:cubicBezTo>
                <a:lnTo>
                  <a:pt x="352" y="1559"/>
                </a:lnTo>
                <a:lnTo>
                  <a:pt x="149" y="1356"/>
                </a:lnTo>
                <a:lnTo>
                  <a:pt x="270" y="1234"/>
                </a:lnTo>
                <a:cubicBezTo>
                  <a:pt x="224" y="1163"/>
                  <a:pt x="190" y="1083"/>
                  <a:pt x="172" y="997"/>
                </a:cubicBezTo>
                <a:lnTo>
                  <a:pt x="0" y="997"/>
                </a:lnTo>
                <a:lnTo>
                  <a:pt x="0" y="710"/>
                </a:lnTo>
                <a:lnTo>
                  <a:pt x="172" y="710"/>
                </a:lnTo>
                <a:cubicBezTo>
                  <a:pt x="190" y="624"/>
                  <a:pt x="224" y="544"/>
                  <a:pt x="270" y="473"/>
                </a:cubicBezTo>
                <a:lnTo>
                  <a:pt x="149" y="352"/>
                </a:lnTo>
                <a:lnTo>
                  <a:pt x="352" y="149"/>
                </a:lnTo>
                <a:lnTo>
                  <a:pt x="473" y="270"/>
                </a:lnTo>
                <a:cubicBezTo>
                  <a:pt x="544" y="224"/>
                  <a:pt x="624" y="190"/>
                  <a:pt x="710" y="172"/>
                </a:cubicBezTo>
                <a:lnTo>
                  <a:pt x="710" y="0"/>
                </a:lnTo>
                <a:lnTo>
                  <a:pt x="997" y="0"/>
                </a:lnTo>
                <a:lnTo>
                  <a:pt x="997" y="172"/>
                </a:lnTo>
                <a:close/>
                <a:moveTo>
                  <a:pt x="854" y="366"/>
                </a:moveTo>
                <a:cubicBezTo>
                  <a:pt x="1123" y="366"/>
                  <a:pt x="1342" y="584"/>
                  <a:pt x="1342" y="854"/>
                </a:cubicBezTo>
                <a:cubicBezTo>
                  <a:pt x="1342" y="1123"/>
                  <a:pt x="1123" y="1342"/>
                  <a:pt x="854" y="1342"/>
                </a:cubicBezTo>
                <a:cubicBezTo>
                  <a:pt x="584" y="1342"/>
                  <a:pt x="366" y="1123"/>
                  <a:pt x="366" y="854"/>
                </a:cubicBezTo>
                <a:cubicBezTo>
                  <a:pt x="366" y="584"/>
                  <a:pt x="584" y="366"/>
                  <a:pt x="854" y="366"/>
                </a:cubicBezTo>
                <a:close/>
                <a:moveTo>
                  <a:pt x="854" y="493"/>
                </a:moveTo>
                <a:cubicBezTo>
                  <a:pt x="1053" y="493"/>
                  <a:pt x="1215" y="655"/>
                  <a:pt x="1215" y="854"/>
                </a:cubicBezTo>
                <a:cubicBezTo>
                  <a:pt x="1215" y="1053"/>
                  <a:pt x="1053" y="1215"/>
                  <a:pt x="854" y="1215"/>
                </a:cubicBezTo>
                <a:cubicBezTo>
                  <a:pt x="655" y="1215"/>
                  <a:pt x="493" y="1053"/>
                  <a:pt x="493" y="854"/>
                </a:cubicBezTo>
                <a:cubicBezTo>
                  <a:pt x="493" y="655"/>
                  <a:pt x="655" y="493"/>
                  <a:pt x="854" y="493"/>
                </a:cubicBezTo>
                <a:close/>
                <a:moveTo>
                  <a:pt x="854" y="650"/>
                </a:moveTo>
                <a:cubicBezTo>
                  <a:pt x="966" y="650"/>
                  <a:pt x="1058" y="741"/>
                  <a:pt x="1058" y="854"/>
                </a:cubicBezTo>
                <a:cubicBezTo>
                  <a:pt x="1058" y="966"/>
                  <a:pt x="966" y="1058"/>
                  <a:pt x="854" y="1058"/>
                </a:cubicBezTo>
                <a:cubicBezTo>
                  <a:pt x="741" y="1058"/>
                  <a:pt x="650" y="966"/>
                  <a:pt x="650" y="854"/>
                </a:cubicBezTo>
                <a:cubicBezTo>
                  <a:pt x="650" y="741"/>
                  <a:pt x="741" y="650"/>
                  <a:pt x="854" y="650"/>
                </a:cubicBezTo>
                <a:close/>
              </a:path>
            </a:pathLst>
          </a:custGeom>
          <a:solidFill>
            <a:srgbClr val="C00000"/>
          </a:solidFill>
          <a:ln w="3175" cap="flat" cmpd="sng">
            <a:noFill/>
            <a:bevel/>
          </a:ln>
          <a:extLst/>
        </p:spPr>
        <p:txBody>
          <a:bodyPr lIns="91416" tIns="45708" rIns="91416" bIns="45708" anchor="ctr"/>
          <a:lstStyle/>
          <a:p>
            <a:pPr algn="ctr"/>
            <a:endParaRPr lang="zh-CN" altLang="en-US" sz="3200">
              <a:solidFill>
                <a:schemeClr val="tx1">
                  <a:lumMod val="85000"/>
                  <a:lumOff val="15000"/>
                </a:schemeClr>
              </a:solidFill>
              <a:ea typeface="微软雅黑" pitchFamily="34" charset="-122"/>
            </a:endParaRPr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14" dur="8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1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11842"/>
            <a:ext cx="1485516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各项能力</a:t>
            </a:r>
          </a:p>
        </p:txBody>
      </p:sp>
      <p:sp>
        <p:nvSpPr>
          <p:cNvPr id="44" name="不完整圆 43">
            <a:extLst>
              <a:ext uri="{FF2B5EF4-FFF2-40B4-BE49-F238E27FC236}">
                <a16:creationId xmlns:a16="http://schemas.microsoft.com/office/drawing/2014/main" id="{13812591-AFA6-44DB-9368-4F3BE9A59EFD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右箭头 62">
            <a:extLst>
              <a:ext uri="{FF2B5EF4-FFF2-40B4-BE49-F238E27FC236}">
                <a16:creationId xmlns:a16="http://schemas.microsoft.com/office/drawing/2014/main" id="{64535CE9-E6BE-40CA-B41E-72E0A09CD600}"/>
              </a:ext>
            </a:extLst>
          </p:cNvPr>
          <p:cNvSpPr/>
          <p:nvPr/>
        </p:nvSpPr>
        <p:spPr>
          <a:xfrm>
            <a:off x="2859819" y="1434852"/>
            <a:ext cx="2656236" cy="826023"/>
          </a:xfrm>
          <a:prstGeom prst="rightArrow">
            <a:avLst>
              <a:gd name="adj1" fmla="val 72581"/>
              <a:gd name="adj2" fmla="val 46774"/>
            </a:avLst>
          </a:prstGeom>
          <a:solidFill>
            <a:schemeClr val="bg1">
              <a:lumMod val="95000"/>
            </a:schemeClr>
          </a:solidFill>
          <a:ln w="12700" cmpd="sng">
            <a:solidFill>
              <a:srgbClr val="C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05" tIns="57603" rIns="115205" bIns="57603" anchor="ctr"/>
          <a:lstStyle/>
          <a:p>
            <a:pPr algn="ctr">
              <a:defRPr/>
            </a:pPr>
            <a:endParaRPr lang="zh-CN" altLang="en-US" sz="3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右箭头 63">
            <a:extLst>
              <a:ext uri="{FF2B5EF4-FFF2-40B4-BE49-F238E27FC236}">
                <a16:creationId xmlns:a16="http://schemas.microsoft.com/office/drawing/2014/main" id="{5064B21F-8EBB-4191-AD2B-C0953C3EAC74}"/>
              </a:ext>
            </a:extLst>
          </p:cNvPr>
          <p:cNvSpPr/>
          <p:nvPr/>
        </p:nvSpPr>
        <p:spPr>
          <a:xfrm>
            <a:off x="2859819" y="2602886"/>
            <a:ext cx="2656236" cy="826023"/>
          </a:xfrm>
          <a:prstGeom prst="rightArrow">
            <a:avLst>
              <a:gd name="adj1" fmla="val 72581"/>
              <a:gd name="adj2" fmla="val 46774"/>
            </a:avLst>
          </a:prstGeom>
          <a:solidFill>
            <a:schemeClr val="bg1">
              <a:lumMod val="95000"/>
            </a:schemeClr>
          </a:solidFill>
          <a:ln w="12700" cmpd="sng">
            <a:solidFill>
              <a:srgbClr val="C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05" tIns="57603" rIns="115205" bIns="57603" anchor="ctr"/>
          <a:lstStyle/>
          <a:p>
            <a:pPr algn="ctr">
              <a:defRPr/>
            </a:pPr>
            <a:endParaRPr lang="zh-CN" altLang="en-US" sz="3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右箭头 64">
            <a:extLst>
              <a:ext uri="{FF2B5EF4-FFF2-40B4-BE49-F238E27FC236}">
                <a16:creationId xmlns:a16="http://schemas.microsoft.com/office/drawing/2014/main" id="{F9AC8741-69FC-44EB-93C4-798C2836E7C1}"/>
              </a:ext>
            </a:extLst>
          </p:cNvPr>
          <p:cNvSpPr/>
          <p:nvPr/>
        </p:nvSpPr>
        <p:spPr>
          <a:xfrm>
            <a:off x="2859819" y="3770916"/>
            <a:ext cx="2656236" cy="824021"/>
          </a:xfrm>
          <a:prstGeom prst="rightArrow">
            <a:avLst>
              <a:gd name="adj1" fmla="val 72581"/>
              <a:gd name="adj2" fmla="val 46774"/>
            </a:avLst>
          </a:prstGeom>
          <a:solidFill>
            <a:schemeClr val="bg1">
              <a:lumMod val="95000"/>
            </a:schemeClr>
          </a:solidFill>
          <a:ln w="12700" cmpd="sng">
            <a:solidFill>
              <a:srgbClr val="C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05" tIns="57603" rIns="115205" bIns="57603" anchor="ctr"/>
          <a:lstStyle/>
          <a:p>
            <a:pPr algn="ctr">
              <a:defRPr/>
            </a:pPr>
            <a:endParaRPr lang="zh-CN" altLang="en-US" sz="3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右箭头 65">
            <a:extLst>
              <a:ext uri="{FF2B5EF4-FFF2-40B4-BE49-F238E27FC236}">
                <a16:creationId xmlns:a16="http://schemas.microsoft.com/office/drawing/2014/main" id="{E2027EE1-CA5D-4D96-9E1D-328B8ED81C93}"/>
              </a:ext>
            </a:extLst>
          </p:cNvPr>
          <p:cNvSpPr/>
          <p:nvPr/>
        </p:nvSpPr>
        <p:spPr>
          <a:xfrm>
            <a:off x="2859819" y="4936948"/>
            <a:ext cx="2656236" cy="826021"/>
          </a:xfrm>
          <a:prstGeom prst="rightArrow">
            <a:avLst>
              <a:gd name="adj1" fmla="val 72581"/>
              <a:gd name="adj2" fmla="val 46774"/>
            </a:avLst>
          </a:prstGeom>
          <a:solidFill>
            <a:schemeClr val="bg1">
              <a:lumMod val="95000"/>
            </a:schemeClr>
          </a:solidFill>
          <a:ln w="12700" cmpd="sng">
            <a:solidFill>
              <a:srgbClr val="C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05" tIns="57603" rIns="115205" bIns="57603" anchor="ctr"/>
          <a:lstStyle/>
          <a:p>
            <a:pPr algn="ctr">
              <a:defRPr/>
            </a:pPr>
            <a:endParaRPr lang="zh-CN" altLang="en-US" sz="32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83AFDEF-1653-48AF-8FDA-3EC23951610D}"/>
              </a:ext>
            </a:extLst>
          </p:cNvPr>
          <p:cNvGrpSpPr/>
          <p:nvPr/>
        </p:nvGrpSpPr>
        <p:grpSpPr>
          <a:xfrm>
            <a:off x="1547706" y="1434852"/>
            <a:ext cx="2508221" cy="826023"/>
            <a:chOff x="1160779" y="1356905"/>
            <a:chExt cx="1881166" cy="619517"/>
          </a:xfr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0" name="直角三角形 49">
              <a:extLst>
                <a:ext uri="{FF2B5EF4-FFF2-40B4-BE49-F238E27FC236}">
                  <a16:creationId xmlns:a16="http://schemas.microsoft.com/office/drawing/2014/main" id="{176548C8-D1C0-49D6-B65E-BCCD6643230C}"/>
                </a:ext>
              </a:extLst>
            </p:cNvPr>
            <p:cNvSpPr/>
            <p:nvPr/>
          </p:nvSpPr>
          <p:spPr>
            <a:xfrm flipV="1">
              <a:off x="2936936" y="1880419"/>
              <a:ext cx="105009" cy="96003"/>
            </a:xfrm>
            <a:prstGeom prst="rtTriangle">
              <a:avLst/>
            </a:prstGeom>
            <a:grpFill/>
            <a:ln w="1270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endParaRPr lang="zh-CN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直角三角形 50">
              <a:extLst>
                <a:ext uri="{FF2B5EF4-FFF2-40B4-BE49-F238E27FC236}">
                  <a16:creationId xmlns:a16="http://schemas.microsoft.com/office/drawing/2014/main" id="{C022FBCC-95A5-45AA-9B9D-7E23F5E9CD7A}"/>
                </a:ext>
              </a:extLst>
            </p:cNvPr>
            <p:cNvSpPr/>
            <p:nvPr/>
          </p:nvSpPr>
          <p:spPr>
            <a:xfrm>
              <a:off x="2936936" y="1356905"/>
              <a:ext cx="105009" cy="96003"/>
            </a:xfrm>
            <a:prstGeom prst="rtTriangle">
              <a:avLst/>
            </a:prstGeom>
            <a:grpFill/>
            <a:ln w="1270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endParaRPr lang="zh-CN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98B5AC6D-09F9-4F6E-9D86-B77854A30A7D}"/>
                </a:ext>
              </a:extLst>
            </p:cNvPr>
            <p:cNvSpPr/>
            <p:nvPr/>
          </p:nvSpPr>
          <p:spPr>
            <a:xfrm>
              <a:off x="1160779" y="1356905"/>
              <a:ext cx="1776157" cy="619517"/>
            </a:xfrm>
            <a:prstGeom prst="rect">
              <a:avLst/>
            </a:prstGeom>
            <a:grpFill/>
            <a:ln w="1270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r>
                <a:rPr lang="zh-CN" altLang="en-US" sz="2533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添加文本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C24EA787-489B-4668-AF35-C9FD1BFAE6CD}"/>
              </a:ext>
            </a:extLst>
          </p:cNvPr>
          <p:cNvGrpSpPr/>
          <p:nvPr/>
        </p:nvGrpSpPr>
        <p:grpSpPr>
          <a:xfrm>
            <a:off x="1547706" y="2602884"/>
            <a:ext cx="2508221" cy="826024"/>
            <a:chOff x="1160779" y="2232929"/>
            <a:chExt cx="1881166" cy="619518"/>
          </a:xfr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4" name="直角三角形 53">
              <a:extLst>
                <a:ext uri="{FF2B5EF4-FFF2-40B4-BE49-F238E27FC236}">
                  <a16:creationId xmlns:a16="http://schemas.microsoft.com/office/drawing/2014/main" id="{3F23C3F5-FDA9-4178-97BA-CF8CAAF12DF0}"/>
                </a:ext>
              </a:extLst>
            </p:cNvPr>
            <p:cNvSpPr/>
            <p:nvPr/>
          </p:nvSpPr>
          <p:spPr>
            <a:xfrm flipV="1">
              <a:off x="2936936" y="2756444"/>
              <a:ext cx="105009" cy="96003"/>
            </a:xfrm>
            <a:prstGeom prst="rtTriangle">
              <a:avLst/>
            </a:prstGeom>
            <a:grpFill/>
            <a:ln w="1270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endParaRPr lang="zh-CN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直角三角形 54">
              <a:extLst>
                <a:ext uri="{FF2B5EF4-FFF2-40B4-BE49-F238E27FC236}">
                  <a16:creationId xmlns:a16="http://schemas.microsoft.com/office/drawing/2014/main" id="{EC668E48-6A24-4033-90CE-0E762D45E05B}"/>
                </a:ext>
              </a:extLst>
            </p:cNvPr>
            <p:cNvSpPr/>
            <p:nvPr/>
          </p:nvSpPr>
          <p:spPr>
            <a:xfrm>
              <a:off x="2936936" y="2232929"/>
              <a:ext cx="105009" cy="96003"/>
            </a:xfrm>
            <a:prstGeom prst="rtTriangle">
              <a:avLst/>
            </a:prstGeom>
            <a:grpFill/>
            <a:ln w="1270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endParaRPr lang="zh-CN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ACDD8E8B-74AC-4390-8BBD-6BC0C59CE767}"/>
                </a:ext>
              </a:extLst>
            </p:cNvPr>
            <p:cNvSpPr/>
            <p:nvPr/>
          </p:nvSpPr>
          <p:spPr>
            <a:xfrm>
              <a:off x="1160779" y="2232930"/>
              <a:ext cx="1776157" cy="619517"/>
            </a:xfrm>
            <a:prstGeom prst="rect">
              <a:avLst/>
            </a:prstGeom>
            <a:grpFill/>
            <a:ln w="1270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r>
                <a:rPr lang="zh-CN" altLang="en-US" sz="2533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添加文本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6A06F45F-A8A2-471B-89DF-B4DBEE758DF0}"/>
              </a:ext>
            </a:extLst>
          </p:cNvPr>
          <p:cNvGrpSpPr/>
          <p:nvPr/>
        </p:nvGrpSpPr>
        <p:grpSpPr>
          <a:xfrm>
            <a:off x="1547706" y="3770916"/>
            <a:ext cx="2508221" cy="824021"/>
            <a:chOff x="1160779" y="3108953"/>
            <a:chExt cx="1881166" cy="618016"/>
          </a:xfr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8" name="直角三角形 57">
              <a:extLst>
                <a:ext uri="{FF2B5EF4-FFF2-40B4-BE49-F238E27FC236}">
                  <a16:creationId xmlns:a16="http://schemas.microsoft.com/office/drawing/2014/main" id="{363CB9BE-A0E1-46CD-9E62-1B00C644EFD0}"/>
                </a:ext>
              </a:extLst>
            </p:cNvPr>
            <p:cNvSpPr/>
            <p:nvPr/>
          </p:nvSpPr>
          <p:spPr>
            <a:xfrm flipV="1">
              <a:off x="2936936" y="3630966"/>
              <a:ext cx="105009" cy="96003"/>
            </a:xfrm>
            <a:prstGeom prst="rtTriangle">
              <a:avLst/>
            </a:prstGeom>
            <a:grpFill/>
            <a:ln w="1270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endParaRPr lang="zh-CN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直角三角形 58">
              <a:extLst>
                <a:ext uri="{FF2B5EF4-FFF2-40B4-BE49-F238E27FC236}">
                  <a16:creationId xmlns:a16="http://schemas.microsoft.com/office/drawing/2014/main" id="{22EA1806-B2B6-40DE-A983-B546D29FF07E}"/>
                </a:ext>
              </a:extLst>
            </p:cNvPr>
            <p:cNvSpPr/>
            <p:nvPr/>
          </p:nvSpPr>
          <p:spPr>
            <a:xfrm>
              <a:off x="2936936" y="3108953"/>
              <a:ext cx="105009" cy="94503"/>
            </a:xfrm>
            <a:prstGeom prst="rtTriangle">
              <a:avLst/>
            </a:prstGeom>
            <a:grpFill/>
            <a:ln w="1270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endParaRPr lang="zh-CN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DB83181F-2F3E-4A90-9B07-B971A1D72ACF}"/>
                </a:ext>
              </a:extLst>
            </p:cNvPr>
            <p:cNvSpPr/>
            <p:nvPr/>
          </p:nvSpPr>
          <p:spPr>
            <a:xfrm>
              <a:off x="1160779" y="3108953"/>
              <a:ext cx="1776157" cy="618016"/>
            </a:xfrm>
            <a:prstGeom prst="rect">
              <a:avLst/>
            </a:prstGeom>
            <a:grpFill/>
            <a:ln w="1270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r>
                <a:rPr lang="zh-CN" altLang="en-US" sz="2533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添加文本</a:t>
              </a: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55E8088E-CCC2-4F50-A495-29618DB33A2A}"/>
              </a:ext>
            </a:extLst>
          </p:cNvPr>
          <p:cNvGrpSpPr/>
          <p:nvPr/>
        </p:nvGrpSpPr>
        <p:grpSpPr>
          <a:xfrm>
            <a:off x="1547706" y="4936947"/>
            <a:ext cx="2508221" cy="826023"/>
            <a:chOff x="1160779" y="3983476"/>
            <a:chExt cx="1881166" cy="619517"/>
          </a:xfr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2" name="直角三角形 61">
              <a:extLst>
                <a:ext uri="{FF2B5EF4-FFF2-40B4-BE49-F238E27FC236}">
                  <a16:creationId xmlns:a16="http://schemas.microsoft.com/office/drawing/2014/main" id="{A469F798-7CCD-465C-85C3-F77DBB160EEB}"/>
                </a:ext>
              </a:extLst>
            </p:cNvPr>
            <p:cNvSpPr/>
            <p:nvPr/>
          </p:nvSpPr>
          <p:spPr>
            <a:xfrm flipV="1">
              <a:off x="2936936" y="4506990"/>
              <a:ext cx="105009" cy="96003"/>
            </a:xfrm>
            <a:prstGeom prst="rtTriangle">
              <a:avLst/>
            </a:prstGeom>
            <a:grpFill/>
            <a:ln w="1270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endParaRPr lang="zh-CN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直角三角形 62">
              <a:extLst>
                <a:ext uri="{FF2B5EF4-FFF2-40B4-BE49-F238E27FC236}">
                  <a16:creationId xmlns:a16="http://schemas.microsoft.com/office/drawing/2014/main" id="{FC73EC72-379A-40B0-9927-A8867BA1FF0E}"/>
                </a:ext>
              </a:extLst>
            </p:cNvPr>
            <p:cNvSpPr/>
            <p:nvPr/>
          </p:nvSpPr>
          <p:spPr>
            <a:xfrm>
              <a:off x="2936936" y="3983476"/>
              <a:ext cx="105009" cy="96003"/>
            </a:xfrm>
            <a:prstGeom prst="rtTriangle">
              <a:avLst/>
            </a:prstGeom>
            <a:grpFill/>
            <a:ln w="1270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endParaRPr lang="zh-CN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CA26E8B9-CA85-4C6F-A1DB-D36D2EAFD4E4}"/>
                </a:ext>
              </a:extLst>
            </p:cNvPr>
            <p:cNvSpPr/>
            <p:nvPr/>
          </p:nvSpPr>
          <p:spPr>
            <a:xfrm>
              <a:off x="1160779" y="3983477"/>
              <a:ext cx="1776157" cy="619516"/>
            </a:xfrm>
            <a:prstGeom prst="rect">
              <a:avLst/>
            </a:prstGeom>
            <a:grpFill/>
            <a:ln w="1270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r>
                <a:rPr lang="zh-CN" altLang="en-US" sz="2533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添加文本</a:t>
              </a:r>
            </a:p>
          </p:txBody>
        </p:sp>
      </p:grpSp>
      <p:sp>
        <p:nvSpPr>
          <p:cNvPr id="65" name="文本框 17">
            <a:extLst>
              <a:ext uri="{FF2B5EF4-FFF2-40B4-BE49-F238E27FC236}">
                <a16:creationId xmlns:a16="http://schemas.microsoft.com/office/drawing/2014/main" id="{770045B8-953D-41E2-BFA1-5032535483A8}"/>
              </a:ext>
            </a:extLst>
          </p:cNvPr>
          <p:cNvSpPr txBox="1"/>
          <p:nvPr/>
        </p:nvSpPr>
        <p:spPr>
          <a:xfrm>
            <a:off x="5724074" y="1380853"/>
            <a:ext cx="5076449" cy="922025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根据自己的需要添加适当的文字，模板中的所有颜色板式均可自由编辑替换，添加适当的文字。</a:t>
            </a:r>
          </a:p>
        </p:txBody>
      </p:sp>
      <p:sp>
        <p:nvSpPr>
          <p:cNvPr id="66" name="矩形 19">
            <a:extLst>
              <a:ext uri="{FF2B5EF4-FFF2-40B4-BE49-F238E27FC236}">
                <a16:creationId xmlns:a16="http://schemas.microsoft.com/office/drawing/2014/main" id="{43137360-A4FB-4758-A18E-AC2646EF4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074" y="2544885"/>
            <a:ext cx="5076449" cy="93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/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根据自己的需要添加适当的文字，模板中的所有颜色板式均可自由编辑替换，添加适当的文字。</a:t>
            </a:r>
          </a:p>
        </p:txBody>
      </p:sp>
      <p:sp>
        <p:nvSpPr>
          <p:cNvPr id="67" name="矩形 21">
            <a:extLst>
              <a:ext uri="{FF2B5EF4-FFF2-40B4-BE49-F238E27FC236}">
                <a16:creationId xmlns:a16="http://schemas.microsoft.com/office/drawing/2014/main" id="{43864E5F-EF19-45A9-93DD-C2D3D732C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074" y="3718914"/>
            <a:ext cx="5076449" cy="818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/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根据自己的需要添加适当的文字，模板中的所有颜色板式均可自由编辑替换，添加适当的文字。</a:t>
            </a:r>
          </a:p>
        </p:txBody>
      </p:sp>
      <p:sp>
        <p:nvSpPr>
          <p:cNvPr id="68" name="矩形 23">
            <a:extLst>
              <a:ext uri="{FF2B5EF4-FFF2-40B4-BE49-F238E27FC236}">
                <a16:creationId xmlns:a16="http://schemas.microsoft.com/office/drawing/2014/main" id="{5B55D1A8-4CE7-4A1C-A05F-A3FE26E64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074" y="4704941"/>
            <a:ext cx="5076449" cy="13260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/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根据自己的需要添加适当的文字，模板中的所有颜色板式均可自由编辑替换，添加适当的文字。</a:t>
            </a:r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65" grpId="0"/>
      <p:bldP spid="66" grpId="0"/>
      <p:bldP spid="67" grpId="0"/>
      <p:bldP spid="6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26695"/>
            <a:ext cx="1360299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执行力</a:t>
            </a:r>
          </a:p>
        </p:txBody>
      </p:sp>
      <p:sp>
        <p:nvSpPr>
          <p:cNvPr id="26" name="不完整圆 25">
            <a:extLst>
              <a:ext uri="{FF2B5EF4-FFF2-40B4-BE49-F238E27FC236}">
                <a16:creationId xmlns:a16="http://schemas.microsoft.com/office/drawing/2014/main" id="{971D2208-D6B1-418D-B1C7-600C1266A73B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E2CF0EC-AC04-4048-A462-D39F2067B96B}"/>
              </a:ext>
            </a:extLst>
          </p:cNvPr>
          <p:cNvGrpSpPr/>
          <p:nvPr/>
        </p:nvGrpSpPr>
        <p:grpSpPr>
          <a:xfrm>
            <a:off x="4205288" y="3840163"/>
            <a:ext cx="1792288" cy="1789113"/>
            <a:chOff x="4205288" y="3840163"/>
            <a:chExt cx="1792288" cy="178911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955FB0E5-5323-4B67-9DE2-4194667FFFA2}"/>
                </a:ext>
              </a:extLst>
            </p:cNvPr>
            <p:cNvSpPr/>
            <p:nvPr/>
          </p:nvSpPr>
          <p:spPr bwMode="auto">
            <a:xfrm>
              <a:off x="4205288" y="3840163"/>
              <a:ext cx="1792288" cy="1789113"/>
            </a:xfrm>
            <a:custGeom>
              <a:gdLst>
                <a:gd name="T0" fmla="*/ 833 w 833"/>
                <a:gd name="T1" fmla="*/ 151 h 833"/>
                <a:gd name="T2" fmla="*/ 682 w 833"/>
                <a:gd name="T3" fmla="*/ 0 h 833"/>
                <a:gd name="T4" fmla="*/ 150 w 833"/>
                <a:gd name="T5" fmla="*/ 0 h 833"/>
                <a:gd name="T6" fmla="*/ 0 w 833"/>
                <a:gd name="T7" fmla="*/ 151 h 833"/>
                <a:gd name="T8" fmla="*/ 0 w 833"/>
                <a:gd name="T9" fmla="*/ 833 h 833"/>
                <a:gd name="T10" fmla="*/ 682 w 833"/>
                <a:gd name="T11" fmla="*/ 833 h 833"/>
                <a:gd name="T12" fmla="*/ 833 w 833"/>
                <a:gd name="T13" fmla="*/ 683 h 833"/>
                <a:gd name="T14" fmla="*/ 833 w 833"/>
                <a:gd name="T15" fmla="*/ 151 h 83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3" h="833">
                  <a:moveTo>
                    <a:pt x="833" y="151"/>
                  </a:moveTo>
                  <a:cubicBezTo>
                    <a:pt x="833" y="68"/>
                    <a:pt x="766" y="0"/>
                    <a:pt x="682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67" y="0"/>
                    <a:pt x="0" y="68"/>
                    <a:pt x="0" y="151"/>
                  </a:cubicBezTo>
                  <a:cubicBezTo>
                    <a:pt x="0" y="833"/>
                    <a:pt x="0" y="833"/>
                    <a:pt x="0" y="833"/>
                  </a:cubicBezTo>
                  <a:cubicBezTo>
                    <a:pt x="682" y="833"/>
                    <a:pt x="682" y="833"/>
                    <a:pt x="682" y="833"/>
                  </a:cubicBezTo>
                  <a:cubicBezTo>
                    <a:pt x="766" y="833"/>
                    <a:pt x="833" y="766"/>
                    <a:pt x="833" y="683"/>
                  </a:cubicBezTo>
                  <a:lnTo>
                    <a:pt x="833" y="151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CD7BEE24-7E52-490C-B6F3-722FA0B56F98}"/>
                </a:ext>
              </a:extLst>
            </p:cNvPr>
            <p:cNvGrpSpPr/>
            <p:nvPr/>
          </p:nvGrpSpPr>
          <p:grpSpPr>
            <a:xfrm>
              <a:off x="4545013" y="4184651"/>
              <a:ext cx="1119188" cy="1092200"/>
              <a:chOff x="4545013" y="4184651"/>
              <a:chExt cx="1119188" cy="109220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32" name="Freeform 9">
                <a:extLst>
                  <a:ext uri="{FF2B5EF4-FFF2-40B4-BE49-F238E27FC236}">
                    <a16:creationId xmlns:a16="http://schemas.microsoft.com/office/drawing/2014/main" id="{D7F104E8-5427-42B4-ADD0-3D01E41C093F}"/>
                  </a:ext>
                </a:extLst>
              </p:cNvPr>
              <p:cNvSpPr/>
              <p:nvPr/>
            </p:nvSpPr>
            <p:spPr bwMode="auto">
              <a:xfrm>
                <a:off x="5359401" y="4246563"/>
                <a:ext cx="115888" cy="257175"/>
              </a:xfrm>
              <a:custGeom>
                <a:gdLst>
                  <a:gd name="T0" fmla="*/ 73 w 73"/>
                  <a:gd name="T1" fmla="*/ 0 h 162"/>
                  <a:gd name="T2" fmla="*/ 0 w 73"/>
                  <a:gd name="T3" fmla="*/ 0 h 162"/>
                  <a:gd name="T4" fmla="*/ 0 w 73"/>
                  <a:gd name="T5" fmla="*/ 89 h 162"/>
                  <a:gd name="T6" fmla="*/ 73 w 73"/>
                  <a:gd name="T7" fmla="*/ 162 h 162"/>
                  <a:gd name="T8" fmla="*/ 73 w 73"/>
                  <a:gd name="T9" fmla="*/ 0 h 162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62">
                    <a:moveTo>
                      <a:pt x="73" y="0"/>
                    </a:moveTo>
                    <a:lnTo>
                      <a:pt x="0" y="0"/>
                    </a:lnTo>
                    <a:lnTo>
                      <a:pt x="0" y="89"/>
                    </a:lnTo>
                    <a:lnTo>
                      <a:pt x="73" y="162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10">
                <a:extLst>
                  <a:ext uri="{FF2B5EF4-FFF2-40B4-BE49-F238E27FC236}">
                    <a16:creationId xmlns:a16="http://schemas.microsoft.com/office/drawing/2014/main" id="{B09D9293-787E-4C3C-998D-AA40336A02B4}"/>
                  </a:ext>
                </a:extLst>
              </p:cNvPr>
              <p:cNvSpPr/>
              <p:nvPr/>
            </p:nvSpPr>
            <p:spPr bwMode="auto">
              <a:xfrm>
                <a:off x="4545013" y="4184651"/>
                <a:ext cx="1119188" cy="628650"/>
              </a:xfrm>
              <a:custGeom>
                <a:gdLst>
                  <a:gd name="T0" fmla="*/ 705 w 705"/>
                  <a:gd name="T1" fmla="*/ 351 h 396"/>
                  <a:gd name="T2" fmla="*/ 397 w 705"/>
                  <a:gd name="T3" fmla="*/ 44 h 396"/>
                  <a:gd name="T4" fmla="*/ 397 w 705"/>
                  <a:gd name="T5" fmla="*/ 44 h 396"/>
                  <a:gd name="T6" fmla="*/ 353 w 705"/>
                  <a:gd name="T7" fmla="*/ 0 h 396"/>
                  <a:gd name="T8" fmla="*/ 353 w 705"/>
                  <a:gd name="T9" fmla="*/ 0 h 396"/>
                  <a:gd name="T10" fmla="*/ 353 w 705"/>
                  <a:gd name="T11" fmla="*/ 0 h 396"/>
                  <a:gd name="T12" fmla="*/ 308 w 705"/>
                  <a:gd name="T13" fmla="*/ 44 h 396"/>
                  <a:gd name="T14" fmla="*/ 308 w 705"/>
                  <a:gd name="T15" fmla="*/ 44 h 396"/>
                  <a:gd name="T16" fmla="*/ 0 w 705"/>
                  <a:gd name="T17" fmla="*/ 351 h 396"/>
                  <a:gd name="T18" fmla="*/ 45 w 705"/>
                  <a:gd name="T19" fmla="*/ 396 h 396"/>
                  <a:gd name="T20" fmla="*/ 353 w 705"/>
                  <a:gd name="T21" fmla="*/ 89 h 396"/>
                  <a:gd name="T22" fmla="*/ 662 w 705"/>
                  <a:gd name="T23" fmla="*/ 396 h 396"/>
                  <a:gd name="T24" fmla="*/ 705 w 705"/>
                  <a:gd name="T25" fmla="*/ 351 h 39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05" h="396">
                    <a:moveTo>
                      <a:pt x="705" y="351"/>
                    </a:moveTo>
                    <a:lnTo>
                      <a:pt x="397" y="44"/>
                    </a:lnTo>
                    <a:lnTo>
                      <a:pt x="397" y="44"/>
                    </a:lnTo>
                    <a:lnTo>
                      <a:pt x="353" y="0"/>
                    </a:lnTo>
                    <a:lnTo>
                      <a:pt x="353" y="0"/>
                    </a:lnTo>
                    <a:lnTo>
                      <a:pt x="353" y="0"/>
                    </a:lnTo>
                    <a:lnTo>
                      <a:pt x="308" y="44"/>
                    </a:lnTo>
                    <a:lnTo>
                      <a:pt x="308" y="44"/>
                    </a:lnTo>
                    <a:lnTo>
                      <a:pt x="0" y="351"/>
                    </a:lnTo>
                    <a:lnTo>
                      <a:pt x="45" y="396"/>
                    </a:lnTo>
                    <a:lnTo>
                      <a:pt x="353" y="89"/>
                    </a:lnTo>
                    <a:lnTo>
                      <a:pt x="662" y="396"/>
                    </a:lnTo>
                    <a:lnTo>
                      <a:pt x="705" y="3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11">
                <a:extLst>
                  <a:ext uri="{FF2B5EF4-FFF2-40B4-BE49-F238E27FC236}">
                    <a16:creationId xmlns:a16="http://schemas.microsoft.com/office/drawing/2014/main" id="{B48AD94D-D782-4128-BF39-D96C0B60B57E}"/>
                  </a:ext>
                </a:extLst>
              </p:cNvPr>
              <p:cNvSpPr/>
              <p:nvPr/>
            </p:nvSpPr>
            <p:spPr bwMode="auto">
              <a:xfrm>
                <a:off x="4676776" y="4397376"/>
                <a:ext cx="855663" cy="879475"/>
              </a:xfrm>
              <a:custGeom>
                <a:gdLst>
                  <a:gd name="T0" fmla="*/ 270 w 539"/>
                  <a:gd name="T1" fmla="*/ 0 h 554"/>
                  <a:gd name="T2" fmla="*/ 0 w 539"/>
                  <a:gd name="T3" fmla="*/ 269 h 554"/>
                  <a:gd name="T4" fmla="*/ 0 w 539"/>
                  <a:gd name="T5" fmla="*/ 269 h 554"/>
                  <a:gd name="T6" fmla="*/ 0 w 539"/>
                  <a:gd name="T7" fmla="*/ 554 h 554"/>
                  <a:gd name="T8" fmla="*/ 206 w 539"/>
                  <a:gd name="T9" fmla="*/ 554 h 554"/>
                  <a:gd name="T10" fmla="*/ 206 w 539"/>
                  <a:gd name="T11" fmla="*/ 370 h 554"/>
                  <a:gd name="T12" fmla="*/ 333 w 539"/>
                  <a:gd name="T13" fmla="*/ 370 h 554"/>
                  <a:gd name="T14" fmla="*/ 333 w 539"/>
                  <a:gd name="T15" fmla="*/ 554 h 554"/>
                  <a:gd name="T16" fmla="*/ 539 w 539"/>
                  <a:gd name="T17" fmla="*/ 554 h 554"/>
                  <a:gd name="T18" fmla="*/ 539 w 539"/>
                  <a:gd name="T19" fmla="*/ 269 h 554"/>
                  <a:gd name="T20" fmla="*/ 270 w 539"/>
                  <a:gd name="T21" fmla="*/ 0 h 554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9" h="554">
                    <a:moveTo>
                      <a:pt x="270" y="0"/>
                    </a:moveTo>
                    <a:lnTo>
                      <a:pt x="0" y="269"/>
                    </a:lnTo>
                    <a:lnTo>
                      <a:pt x="0" y="269"/>
                    </a:lnTo>
                    <a:lnTo>
                      <a:pt x="0" y="554"/>
                    </a:lnTo>
                    <a:lnTo>
                      <a:pt x="206" y="554"/>
                    </a:lnTo>
                    <a:lnTo>
                      <a:pt x="206" y="370"/>
                    </a:lnTo>
                    <a:lnTo>
                      <a:pt x="333" y="370"/>
                    </a:lnTo>
                    <a:lnTo>
                      <a:pt x="333" y="554"/>
                    </a:lnTo>
                    <a:lnTo>
                      <a:pt x="539" y="554"/>
                    </a:lnTo>
                    <a:lnTo>
                      <a:pt x="539" y="269"/>
                    </a:lnTo>
                    <a:lnTo>
                      <a:pt x="27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0BAB206-B411-4F7A-B489-FA108E5A227C}"/>
              </a:ext>
            </a:extLst>
          </p:cNvPr>
          <p:cNvGrpSpPr/>
          <p:nvPr/>
        </p:nvGrpSpPr>
        <p:grpSpPr>
          <a:xfrm>
            <a:off x="4205288" y="1862138"/>
            <a:ext cx="1792288" cy="1789113"/>
            <a:chOff x="4205288" y="1862138"/>
            <a:chExt cx="1792288" cy="1789113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3396B5BD-C8FD-4E05-AAD6-55208DC991AF}"/>
                </a:ext>
              </a:extLst>
            </p:cNvPr>
            <p:cNvSpPr/>
            <p:nvPr/>
          </p:nvSpPr>
          <p:spPr bwMode="auto">
            <a:xfrm>
              <a:off x="4205288" y="1862138"/>
              <a:ext cx="1792288" cy="1789113"/>
            </a:xfrm>
            <a:custGeom>
              <a:gdLst>
                <a:gd name="T0" fmla="*/ 833 w 833"/>
                <a:gd name="T1" fmla="*/ 682 h 833"/>
                <a:gd name="T2" fmla="*/ 682 w 833"/>
                <a:gd name="T3" fmla="*/ 833 h 833"/>
                <a:gd name="T4" fmla="*/ 150 w 833"/>
                <a:gd name="T5" fmla="*/ 833 h 833"/>
                <a:gd name="T6" fmla="*/ 0 w 833"/>
                <a:gd name="T7" fmla="*/ 682 h 833"/>
                <a:gd name="T8" fmla="*/ 0 w 833"/>
                <a:gd name="T9" fmla="*/ 0 h 833"/>
                <a:gd name="T10" fmla="*/ 682 w 833"/>
                <a:gd name="T11" fmla="*/ 0 h 833"/>
                <a:gd name="T12" fmla="*/ 833 w 833"/>
                <a:gd name="T13" fmla="*/ 150 h 833"/>
                <a:gd name="T14" fmla="*/ 833 w 833"/>
                <a:gd name="T15" fmla="*/ 682 h 83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3" h="833">
                  <a:moveTo>
                    <a:pt x="833" y="682"/>
                  </a:moveTo>
                  <a:cubicBezTo>
                    <a:pt x="833" y="765"/>
                    <a:pt x="766" y="833"/>
                    <a:pt x="682" y="833"/>
                  </a:cubicBezTo>
                  <a:cubicBezTo>
                    <a:pt x="150" y="833"/>
                    <a:pt x="150" y="833"/>
                    <a:pt x="150" y="833"/>
                  </a:cubicBezTo>
                  <a:cubicBezTo>
                    <a:pt x="67" y="833"/>
                    <a:pt x="0" y="765"/>
                    <a:pt x="0" y="68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82" y="0"/>
                    <a:pt x="682" y="0"/>
                    <a:pt x="682" y="0"/>
                  </a:cubicBezTo>
                  <a:cubicBezTo>
                    <a:pt x="766" y="0"/>
                    <a:pt x="833" y="67"/>
                    <a:pt x="833" y="150"/>
                  </a:cubicBezTo>
                  <a:lnTo>
                    <a:pt x="833" y="68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B3CEFAC7-E04B-4E00-88BD-A908659C383C}"/>
                </a:ext>
              </a:extLst>
            </p:cNvPr>
            <p:cNvGrpSpPr/>
            <p:nvPr/>
          </p:nvGrpSpPr>
          <p:grpSpPr>
            <a:xfrm>
              <a:off x="4694238" y="2208213"/>
              <a:ext cx="822325" cy="1095375"/>
              <a:chOff x="4694238" y="2208213"/>
              <a:chExt cx="822325" cy="1095375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Oval 12">
                <a:extLst>
                  <a:ext uri="{FF2B5EF4-FFF2-40B4-BE49-F238E27FC236}">
                    <a16:creationId xmlns:a16="http://schemas.microsoft.com/office/drawing/2014/main" id="{426E9A2B-DC3E-4A71-8A15-DCBF03C1A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1" y="2208213"/>
                <a:ext cx="481013" cy="4810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13">
                <a:extLst>
                  <a:ext uri="{FF2B5EF4-FFF2-40B4-BE49-F238E27FC236}">
                    <a16:creationId xmlns:a16="http://schemas.microsoft.com/office/drawing/2014/main" id="{9D87674B-5EA5-49C1-A41C-B7F9F073B174}"/>
                  </a:ext>
                </a:extLst>
              </p:cNvPr>
              <p:cNvSpPr/>
              <p:nvPr/>
            </p:nvSpPr>
            <p:spPr bwMode="auto">
              <a:xfrm>
                <a:off x="4694238" y="2744788"/>
                <a:ext cx="822325" cy="558800"/>
              </a:xfrm>
              <a:custGeom>
                <a:gdLst>
                  <a:gd name="T0" fmla="*/ 379 w 382"/>
                  <a:gd name="T1" fmla="*/ 143 h 260"/>
                  <a:gd name="T2" fmla="*/ 271 w 382"/>
                  <a:gd name="T3" fmla="*/ 2 h 260"/>
                  <a:gd name="T4" fmla="*/ 111 w 382"/>
                  <a:gd name="T5" fmla="*/ 2 h 260"/>
                  <a:gd name="T6" fmla="*/ 0 w 382"/>
                  <a:gd name="T7" fmla="*/ 174 h 260"/>
                  <a:gd name="T8" fmla="*/ 0 w 382"/>
                  <a:gd name="T9" fmla="*/ 260 h 260"/>
                  <a:gd name="T10" fmla="*/ 382 w 382"/>
                  <a:gd name="T11" fmla="*/ 260 h 260"/>
                  <a:gd name="T12" fmla="*/ 382 w 382"/>
                  <a:gd name="T13" fmla="*/ 259 h 260"/>
                  <a:gd name="T14" fmla="*/ 382 w 382"/>
                  <a:gd name="T15" fmla="*/ 176 h 260"/>
                  <a:gd name="T16" fmla="*/ 379 w 382"/>
                  <a:gd name="T17" fmla="*/ 143 h 260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260">
                    <a:moveTo>
                      <a:pt x="379" y="143"/>
                    </a:moveTo>
                    <a:cubicBezTo>
                      <a:pt x="369" y="80"/>
                      <a:pt x="327" y="28"/>
                      <a:pt x="271" y="2"/>
                    </a:cubicBezTo>
                    <a:cubicBezTo>
                      <a:pt x="261" y="0"/>
                      <a:pt x="121" y="0"/>
                      <a:pt x="111" y="2"/>
                    </a:cubicBezTo>
                    <a:cubicBezTo>
                      <a:pt x="46" y="33"/>
                      <a:pt x="1" y="98"/>
                      <a:pt x="0" y="174"/>
                    </a:cubicBezTo>
                    <a:cubicBezTo>
                      <a:pt x="0" y="175"/>
                      <a:pt x="0" y="260"/>
                      <a:pt x="0" y="260"/>
                    </a:cubicBezTo>
                    <a:cubicBezTo>
                      <a:pt x="382" y="260"/>
                      <a:pt x="382" y="260"/>
                      <a:pt x="382" y="260"/>
                    </a:cubicBezTo>
                    <a:cubicBezTo>
                      <a:pt x="382" y="259"/>
                      <a:pt x="382" y="259"/>
                      <a:pt x="382" y="259"/>
                    </a:cubicBezTo>
                    <a:cubicBezTo>
                      <a:pt x="382" y="176"/>
                      <a:pt x="382" y="176"/>
                      <a:pt x="382" y="176"/>
                    </a:cubicBezTo>
                    <a:cubicBezTo>
                      <a:pt x="382" y="165"/>
                      <a:pt x="381" y="154"/>
                      <a:pt x="379" y="14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A3A5705-07B1-4B8F-A4A0-5F14224081D3}"/>
              </a:ext>
            </a:extLst>
          </p:cNvPr>
          <p:cNvGrpSpPr/>
          <p:nvPr/>
        </p:nvGrpSpPr>
        <p:grpSpPr>
          <a:xfrm>
            <a:off x="6188076" y="1862138"/>
            <a:ext cx="1795463" cy="1789113"/>
            <a:chOff x="6188076" y="1862138"/>
            <a:chExt cx="1795463" cy="1789113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BE52B037-FAB9-48C3-A8DD-7CFAAFCBA5BF}"/>
                </a:ext>
              </a:extLst>
            </p:cNvPr>
            <p:cNvSpPr/>
            <p:nvPr/>
          </p:nvSpPr>
          <p:spPr bwMode="auto">
            <a:xfrm>
              <a:off x="6188076" y="1862138"/>
              <a:ext cx="1795463" cy="1789113"/>
            </a:xfrm>
            <a:custGeom>
              <a:gdLst>
                <a:gd name="T0" fmla="*/ 0 w 834"/>
                <a:gd name="T1" fmla="*/ 682 h 833"/>
                <a:gd name="T2" fmla="*/ 151 w 834"/>
                <a:gd name="T3" fmla="*/ 833 h 833"/>
                <a:gd name="T4" fmla="*/ 683 w 834"/>
                <a:gd name="T5" fmla="*/ 833 h 833"/>
                <a:gd name="T6" fmla="*/ 834 w 834"/>
                <a:gd name="T7" fmla="*/ 682 h 833"/>
                <a:gd name="T8" fmla="*/ 834 w 834"/>
                <a:gd name="T9" fmla="*/ 0 h 833"/>
                <a:gd name="T10" fmla="*/ 151 w 834"/>
                <a:gd name="T11" fmla="*/ 0 h 833"/>
                <a:gd name="T12" fmla="*/ 0 w 834"/>
                <a:gd name="T13" fmla="*/ 150 h 833"/>
                <a:gd name="T14" fmla="*/ 0 w 834"/>
                <a:gd name="T15" fmla="*/ 682 h 83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4" h="833">
                  <a:moveTo>
                    <a:pt x="0" y="682"/>
                  </a:moveTo>
                  <a:cubicBezTo>
                    <a:pt x="0" y="765"/>
                    <a:pt x="68" y="833"/>
                    <a:pt x="151" y="833"/>
                  </a:cubicBezTo>
                  <a:cubicBezTo>
                    <a:pt x="683" y="833"/>
                    <a:pt x="683" y="833"/>
                    <a:pt x="683" y="833"/>
                  </a:cubicBezTo>
                  <a:cubicBezTo>
                    <a:pt x="766" y="833"/>
                    <a:pt x="834" y="765"/>
                    <a:pt x="834" y="682"/>
                  </a:cubicBezTo>
                  <a:cubicBezTo>
                    <a:pt x="834" y="0"/>
                    <a:pt x="834" y="0"/>
                    <a:pt x="834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68" y="0"/>
                    <a:pt x="0" y="67"/>
                    <a:pt x="0" y="150"/>
                  </a:cubicBezTo>
                  <a:lnTo>
                    <a:pt x="0" y="68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14">
              <a:extLst>
                <a:ext uri="{FF2B5EF4-FFF2-40B4-BE49-F238E27FC236}">
                  <a16:creationId xmlns:a16="http://schemas.microsoft.com/office/drawing/2014/main" id="{67A9FF51-C136-4638-B93A-D3B38EBE8E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35738" y="2208213"/>
              <a:ext cx="1096963" cy="1093788"/>
            </a:xfrm>
            <a:custGeom>
              <a:gdLst>
                <a:gd name="T0" fmla="*/ 503 w 509"/>
                <a:gd name="T1" fmla="*/ 197 h 509"/>
                <a:gd name="T2" fmla="*/ 435 w 509"/>
                <a:gd name="T3" fmla="*/ 74 h 509"/>
                <a:gd name="T4" fmla="*/ 312 w 509"/>
                <a:gd name="T5" fmla="*/ 6 h 509"/>
                <a:gd name="T6" fmla="*/ 256 w 509"/>
                <a:gd name="T7" fmla="*/ 0 h 509"/>
                <a:gd name="T8" fmla="*/ 198 w 509"/>
                <a:gd name="T9" fmla="*/ 6 h 509"/>
                <a:gd name="T10" fmla="*/ 75 w 509"/>
                <a:gd name="T11" fmla="*/ 74 h 509"/>
                <a:gd name="T12" fmla="*/ 6 w 509"/>
                <a:gd name="T13" fmla="*/ 197 h 509"/>
                <a:gd name="T14" fmla="*/ 0 w 509"/>
                <a:gd name="T15" fmla="*/ 254 h 509"/>
                <a:gd name="T16" fmla="*/ 6 w 509"/>
                <a:gd name="T17" fmla="*/ 311 h 509"/>
                <a:gd name="T18" fmla="*/ 75 w 509"/>
                <a:gd name="T19" fmla="*/ 435 h 509"/>
                <a:gd name="T20" fmla="*/ 198 w 509"/>
                <a:gd name="T21" fmla="*/ 503 h 509"/>
                <a:gd name="T22" fmla="*/ 254 w 509"/>
                <a:gd name="T23" fmla="*/ 509 h 509"/>
                <a:gd name="T24" fmla="*/ 312 w 509"/>
                <a:gd name="T25" fmla="*/ 503 h 509"/>
                <a:gd name="T26" fmla="*/ 435 w 509"/>
                <a:gd name="T27" fmla="*/ 435 h 509"/>
                <a:gd name="T28" fmla="*/ 503 w 509"/>
                <a:gd name="T29" fmla="*/ 311 h 509"/>
                <a:gd name="T30" fmla="*/ 509 w 509"/>
                <a:gd name="T31" fmla="*/ 255 h 509"/>
                <a:gd name="T32" fmla="*/ 472 w 509"/>
                <a:gd name="T33" fmla="*/ 236 h 509"/>
                <a:gd name="T34" fmla="*/ 398 w 509"/>
                <a:gd name="T35" fmla="*/ 173 h 509"/>
                <a:gd name="T36" fmla="*/ 453 w 509"/>
                <a:gd name="T37" fmla="*/ 163 h 509"/>
                <a:gd name="T38" fmla="*/ 472 w 509"/>
                <a:gd name="T39" fmla="*/ 236 h 509"/>
                <a:gd name="T40" fmla="*/ 466 w 509"/>
                <a:gd name="T41" fmla="*/ 308 h 509"/>
                <a:gd name="T42" fmla="*/ 394 w 509"/>
                <a:gd name="T43" fmla="*/ 346 h 509"/>
                <a:gd name="T44" fmla="*/ 408 w 509"/>
                <a:gd name="T45" fmla="*/ 273 h 509"/>
                <a:gd name="T46" fmla="*/ 273 w 509"/>
                <a:gd name="T47" fmla="*/ 236 h 509"/>
                <a:gd name="T48" fmla="*/ 355 w 509"/>
                <a:gd name="T49" fmla="*/ 163 h 509"/>
                <a:gd name="T50" fmla="*/ 273 w 509"/>
                <a:gd name="T51" fmla="*/ 236 h 509"/>
                <a:gd name="T52" fmla="*/ 324 w 509"/>
                <a:gd name="T53" fmla="*/ 49 h 509"/>
                <a:gd name="T54" fmla="*/ 431 w 509"/>
                <a:gd name="T55" fmla="*/ 126 h 509"/>
                <a:gd name="T56" fmla="*/ 273 w 509"/>
                <a:gd name="T57" fmla="*/ 126 h 509"/>
                <a:gd name="T58" fmla="*/ 332 w 509"/>
                <a:gd name="T59" fmla="*/ 117 h 509"/>
                <a:gd name="T60" fmla="*/ 273 w 509"/>
                <a:gd name="T61" fmla="*/ 126 h 509"/>
                <a:gd name="T62" fmla="*/ 273 w 509"/>
                <a:gd name="T63" fmla="*/ 273 h 509"/>
                <a:gd name="T64" fmla="*/ 355 w 509"/>
                <a:gd name="T65" fmla="*/ 346 h 509"/>
                <a:gd name="T66" fmla="*/ 431 w 509"/>
                <a:gd name="T67" fmla="*/ 383 h 509"/>
                <a:gd name="T68" fmla="*/ 324 w 509"/>
                <a:gd name="T69" fmla="*/ 460 h 509"/>
                <a:gd name="T70" fmla="*/ 431 w 509"/>
                <a:gd name="T71" fmla="*/ 383 h 509"/>
                <a:gd name="T72" fmla="*/ 273 w 509"/>
                <a:gd name="T73" fmla="*/ 383 h 509"/>
                <a:gd name="T74" fmla="*/ 332 w 509"/>
                <a:gd name="T75" fmla="*/ 392 h 509"/>
                <a:gd name="T76" fmla="*/ 130 w 509"/>
                <a:gd name="T77" fmla="*/ 383 h 509"/>
                <a:gd name="T78" fmla="*/ 187 w 509"/>
                <a:gd name="T79" fmla="*/ 462 h 509"/>
                <a:gd name="T80" fmla="*/ 130 w 509"/>
                <a:gd name="T81" fmla="*/ 383 h 509"/>
                <a:gd name="T82" fmla="*/ 236 w 509"/>
                <a:gd name="T83" fmla="*/ 456 h 509"/>
                <a:gd name="T84" fmla="*/ 171 w 509"/>
                <a:gd name="T85" fmla="*/ 383 h 509"/>
                <a:gd name="T86" fmla="*/ 236 w 509"/>
                <a:gd name="T87" fmla="*/ 273 h 509"/>
                <a:gd name="T88" fmla="*/ 154 w 509"/>
                <a:gd name="T89" fmla="*/ 346 h 509"/>
                <a:gd name="T90" fmla="*/ 236 w 509"/>
                <a:gd name="T91" fmla="*/ 273 h 509"/>
                <a:gd name="T92" fmla="*/ 236 w 509"/>
                <a:gd name="T93" fmla="*/ 126 h 509"/>
                <a:gd name="T94" fmla="*/ 177 w 509"/>
                <a:gd name="T95" fmla="*/ 117 h 509"/>
                <a:gd name="T96" fmla="*/ 78 w 509"/>
                <a:gd name="T97" fmla="*/ 126 h 509"/>
                <a:gd name="T98" fmla="*/ 185 w 509"/>
                <a:gd name="T99" fmla="*/ 49 h 509"/>
                <a:gd name="T100" fmla="*/ 78 w 509"/>
                <a:gd name="T101" fmla="*/ 126 h 509"/>
                <a:gd name="T102" fmla="*/ 236 w 509"/>
                <a:gd name="T103" fmla="*/ 236 h 509"/>
                <a:gd name="T104" fmla="*/ 154 w 509"/>
                <a:gd name="T105" fmla="*/ 163 h 509"/>
                <a:gd name="T106" fmla="*/ 37 w 509"/>
                <a:gd name="T107" fmla="*/ 236 h 509"/>
                <a:gd name="T108" fmla="*/ 57 w 509"/>
                <a:gd name="T109" fmla="*/ 163 h 509"/>
                <a:gd name="T110" fmla="*/ 112 w 509"/>
                <a:gd name="T111" fmla="*/ 173 h 509"/>
                <a:gd name="T112" fmla="*/ 37 w 509"/>
                <a:gd name="T113" fmla="*/ 236 h 509"/>
                <a:gd name="T114" fmla="*/ 57 w 509"/>
                <a:gd name="T115" fmla="*/ 346 h 509"/>
                <a:gd name="T116" fmla="*/ 37 w 509"/>
                <a:gd name="T117" fmla="*/ 273 h 509"/>
                <a:gd name="T118" fmla="*/ 112 w 509"/>
                <a:gd name="T119" fmla="*/ 336 h 50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9" h="509">
                  <a:moveTo>
                    <a:pt x="509" y="251"/>
                  </a:moveTo>
                  <a:cubicBezTo>
                    <a:pt x="509" y="233"/>
                    <a:pt x="507" y="215"/>
                    <a:pt x="503" y="197"/>
                  </a:cubicBezTo>
                  <a:cubicBezTo>
                    <a:pt x="500" y="183"/>
                    <a:pt x="495" y="169"/>
                    <a:pt x="489" y="155"/>
                  </a:cubicBezTo>
                  <a:cubicBezTo>
                    <a:pt x="476" y="125"/>
                    <a:pt x="458" y="98"/>
                    <a:pt x="435" y="74"/>
                  </a:cubicBezTo>
                  <a:cubicBezTo>
                    <a:pt x="411" y="51"/>
                    <a:pt x="384" y="33"/>
                    <a:pt x="354" y="20"/>
                  </a:cubicBezTo>
                  <a:cubicBezTo>
                    <a:pt x="340" y="14"/>
                    <a:pt x="326" y="10"/>
                    <a:pt x="312" y="6"/>
                  </a:cubicBezTo>
                  <a:cubicBezTo>
                    <a:pt x="294" y="2"/>
                    <a:pt x="276" y="0"/>
                    <a:pt x="258" y="0"/>
                  </a:cubicBezTo>
                  <a:cubicBezTo>
                    <a:pt x="256" y="0"/>
                    <a:pt x="256" y="0"/>
                    <a:pt x="256" y="0"/>
                  </a:cubicBezTo>
                  <a:cubicBezTo>
                    <a:pt x="255" y="0"/>
                    <a:pt x="253" y="0"/>
                    <a:pt x="252" y="0"/>
                  </a:cubicBezTo>
                  <a:cubicBezTo>
                    <a:pt x="233" y="0"/>
                    <a:pt x="215" y="2"/>
                    <a:pt x="198" y="6"/>
                  </a:cubicBezTo>
                  <a:cubicBezTo>
                    <a:pt x="183" y="10"/>
                    <a:pt x="169" y="14"/>
                    <a:pt x="156" y="20"/>
                  </a:cubicBezTo>
                  <a:cubicBezTo>
                    <a:pt x="125" y="33"/>
                    <a:pt x="98" y="51"/>
                    <a:pt x="75" y="74"/>
                  </a:cubicBezTo>
                  <a:cubicBezTo>
                    <a:pt x="51" y="98"/>
                    <a:pt x="33" y="125"/>
                    <a:pt x="20" y="155"/>
                  </a:cubicBezTo>
                  <a:cubicBezTo>
                    <a:pt x="14" y="169"/>
                    <a:pt x="10" y="183"/>
                    <a:pt x="6" y="197"/>
                  </a:cubicBezTo>
                  <a:cubicBezTo>
                    <a:pt x="2" y="215"/>
                    <a:pt x="0" y="233"/>
                    <a:pt x="0" y="251"/>
                  </a:cubicBezTo>
                  <a:cubicBezTo>
                    <a:pt x="0" y="253"/>
                    <a:pt x="0" y="254"/>
                    <a:pt x="0" y="254"/>
                  </a:cubicBezTo>
                  <a:cubicBezTo>
                    <a:pt x="0" y="255"/>
                    <a:pt x="0" y="256"/>
                    <a:pt x="0" y="258"/>
                  </a:cubicBezTo>
                  <a:cubicBezTo>
                    <a:pt x="0" y="276"/>
                    <a:pt x="2" y="294"/>
                    <a:pt x="6" y="311"/>
                  </a:cubicBezTo>
                  <a:cubicBezTo>
                    <a:pt x="10" y="326"/>
                    <a:pt x="14" y="340"/>
                    <a:pt x="20" y="354"/>
                  </a:cubicBezTo>
                  <a:cubicBezTo>
                    <a:pt x="33" y="384"/>
                    <a:pt x="51" y="411"/>
                    <a:pt x="75" y="435"/>
                  </a:cubicBezTo>
                  <a:cubicBezTo>
                    <a:pt x="98" y="458"/>
                    <a:pt x="125" y="476"/>
                    <a:pt x="156" y="489"/>
                  </a:cubicBezTo>
                  <a:cubicBezTo>
                    <a:pt x="169" y="495"/>
                    <a:pt x="183" y="499"/>
                    <a:pt x="198" y="503"/>
                  </a:cubicBezTo>
                  <a:cubicBezTo>
                    <a:pt x="215" y="507"/>
                    <a:pt x="233" y="509"/>
                    <a:pt x="252" y="509"/>
                  </a:cubicBezTo>
                  <a:cubicBezTo>
                    <a:pt x="254" y="509"/>
                    <a:pt x="254" y="509"/>
                    <a:pt x="254" y="509"/>
                  </a:cubicBezTo>
                  <a:cubicBezTo>
                    <a:pt x="258" y="509"/>
                    <a:pt x="258" y="509"/>
                    <a:pt x="258" y="509"/>
                  </a:cubicBezTo>
                  <a:cubicBezTo>
                    <a:pt x="276" y="509"/>
                    <a:pt x="294" y="507"/>
                    <a:pt x="312" y="503"/>
                  </a:cubicBezTo>
                  <a:cubicBezTo>
                    <a:pt x="326" y="499"/>
                    <a:pt x="340" y="495"/>
                    <a:pt x="354" y="489"/>
                  </a:cubicBezTo>
                  <a:cubicBezTo>
                    <a:pt x="384" y="476"/>
                    <a:pt x="411" y="458"/>
                    <a:pt x="435" y="435"/>
                  </a:cubicBezTo>
                  <a:cubicBezTo>
                    <a:pt x="458" y="411"/>
                    <a:pt x="476" y="384"/>
                    <a:pt x="489" y="354"/>
                  </a:cubicBezTo>
                  <a:cubicBezTo>
                    <a:pt x="495" y="340"/>
                    <a:pt x="500" y="326"/>
                    <a:pt x="503" y="311"/>
                  </a:cubicBezTo>
                  <a:cubicBezTo>
                    <a:pt x="507" y="294"/>
                    <a:pt x="509" y="276"/>
                    <a:pt x="509" y="258"/>
                  </a:cubicBezTo>
                  <a:cubicBezTo>
                    <a:pt x="509" y="255"/>
                    <a:pt x="509" y="255"/>
                    <a:pt x="509" y="255"/>
                  </a:cubicBezTo>
                  <a:cubicBezTo>
                    <a:pt x="509" y="254"/>
                    <a:pt x="509" y="253"/>
                    <a:pt x="509" y="251"/>
                  </a:cubicBezTo>
                  <a:close/>
                  <a:moveTo>
                    <a:pt x="472" y="236"/>
                  </a:moveTo>
                  <a:cubicBezTo>
                    <a:pt x="408" y="236"/>
                    <a:pt x="408" y="236"/>
                    <a:pt x="408" y="236"/>
                  </a:cubicBezTo>
                  <a:cubicBezTo>
                    <a:pt x="407" y="215"/>
                    <a:pt x="404" y="194"/>
                    <a:pt x="398" y="173"/>
                  </a:cubicBezTo>
                  <a:cubicBezTo>
                    <a:pt x="397" y="170"/>
                    <a:pt x="395" y="166"/>
                    <a:pt x="394" y="163"/>
                  </a:cubicBezTo>
                  <a:cubicBezTo>
                    <a:pt x="453" y="163"/>
                    <a:pt x="453" y="163"/>
                    <a:pt x="453" y="163"/>
                  </a:cubicBezTo>
                  <a:cubicBezTo>
                    <a:pt x="458" y="175"/>
                    <a:pt x="463" y="188"/>
                    <a:pt x="466" y="201"/>
                  </a:cubicBezTo>
                  <a:cubicBezTo>
                    <a:pt x="469" y="213"/>
                    <a:pt x="471" y="224"/>
                    <a:pt x="472" y="236"/>
                  </a:cubicBezTo>
                  <a:close/>
                  <a:moveTo>
                    <a:pt x="472" y="273"/>
                  </a:moveTo>
                  <a:cubicBezTo>
                    <a:pt x="471" y="285"/>
                    <a:pt x="469" y="296"/>
                    <a:pt x="466" y="308"/>
                  </a:cubicBezTo>
                  <a:cubicBezTo>
                    <a:pt x="463" y="321"/>
                    <a:pt x="458" y="334"/>
                    <a:pt x="453" y="346"/>
                  </a:cubicBezTo>
                  <a:cubicBezTo>
                    <a:pt x="394" y="346"/>
                    <a:pt x="394" y="346"/>
                    <a:pt x="394" y="346"/>
                  </a:cubicBezTo>
                  <a:cubicBezTo>
                    <a:pt x="395" y="343"/>
                    <a:pt x="397" y="339"/>
                    <a:pt x="398" y="336"/>
                  </a:cubicBezTo>
                  <a:cubicBezTo>
                    <a:pt x="404" y="315"/>
                    <a:pt x="407" y="294"/>
                    <a:pt x="408" y="273"/>
                  </a:cubicBezTo>
                  <a:lnTo>
                    <a:pt x="472" y="273"/>
                  </a:lnTo>
                  <a:close/>
                  <a:moveTo>
                    <a:pt x="273" y="236"/>
                  </a:moveTo>
                  <a:cubicBezTo>
                    <a:pt x="273" y="163"/>
                    <a:pt x="273" y="163"/>
                    <a:pt x="273" y="163"/>
                  </a:cubicBezTo>
                  <a:cubicBezTo>
                    <a:pt x="355" y="163"/>
                    <a:pt x="355" y="163"/>
                    <a:pt x="355" y="163"/>
                  </a:cubicBezTo>
                  <a:cubicBezTo>
                    <a:pt x="365" y="186"/>
                    <a:pt x="370" y="211"/>
                    <a:pt x="372" y="236"/>
                  </a:cubicBezTo>
                  <a:lnTo>
                    <a:pt x="273" y="236"/>
                  </a:lnTo>
                  <a:close/>
                  <a:moveTo>
                    <a:pt x="379" y="126"/>
                  </a:moveTo>
                  <a:cubicBezTo>
                    <a:pt x="365" y="98"/>
                    <a:pt x="347" y="72"/>
                    <a:pt x="324" y="49"/>
                  </a:cubicBezTo>
                  <a:cubicBezTo>
                    <a:pt x="323" y="48"/>
                    <a:pt x="323" y="48"/>
                    <a:pt x="322" y="47"/>
                  </a:cubicBezTo>
                  <a:cubicBezTo>
                    <a:pt x="366" y="61"/>
                    <a:pt x="404" y="89"/>
                    <a:pt x="431" y="126"/>
                  </a:cubicBezTo>
                  <a:lnTo>
                    <a:pt x="379" y="126"/>
                  </a:lnTo>
                  <a:close/>
                  <a:moveTo>
                    <a:pt x="273" y="126"/>
                  </a:moveTo>
                  <a:cubicBezTo>
                    <a:pt x="273" y="53"/>
                    <a:pt x="273" y="53"/>
                    <a:pt x="273" y="53"/>
                  </a:cubicBezTo>
                  <a:cubicBezTo>
                    <a:pt x="296" y="71"/>
                    <a:pt x="316" y="92"/>
                    <a:pt x="332" y="117"/>
                  </a:cubicBezTo>
                  <a:cubicBezTo>
                    <a:pt x="334" y="120"/>
                    <a:pt x="336" y="123"/>
                    <a:pt x="338" y="126"/>
                  </a:cubicBezTo>
                  <a:lnTo>
                    <a:pt x="273" y="126"/>
                  </a:lnTo>
                  <a:close/>
                  <a:moveTo>
                    <a:pt x="273" y="346"/>
                  </a:moveTo>
                  <a:cubicBezTo>
                    <a:pt x="273" y="273"/>
                    <a:pt x="273" y="273"/>
                    <a:pt x="273" y="273"/>
                  </a:cubicBezTo>
                  <a:cubicBezTo>
                    <a:pt x="372" y="273"/>
                    <a:pt x="372" y="273"/>
                    <a:pt x="372" y="273"/>
                  </a:cubicBezTo>
                  <a:cubicBezTo>
                    <a:pt x="370" y="298"/>
                    <a:pt x="365" y="323"/>
                    <a:pt x="355" y="346"/>
                  </a:cubicBezTo>
                  <a:lnTo>
                    <a:pt x="273" y="346"/>
                  </a:lnTo>
                  <a:close/>
                  <a:moveTo>
                    <a:pt x="431" y="383"/>
                  </a:moveTo>
                  <a:cubicBezTo>
                    <a:pt x="404" y="420"/>
                    <a:pt x="366" y="448"/>
                    <a:pt x="322" y="462"/>
                  </a:cubicBezTo>
                  <a:cubicBezTo>
                    <a:pt x="323" y="461"/>
                    <a:pt x="323" y="461"/>
                    <a:pt x="324" y="460"/>
                  </a:cubicBezTo>
                  <a:cubicBezTo>
                    <a:pt x="347" y="437"/>
                    <a:pt x="365" y="411"/>
                    <a:pt x="379" y="383"/>
                  </a:cubicBezTo>
                  <a:lnTo>
                    <a:pt x="431" y="383"/>
                  </a:lnTo>
                  <a:close/>
                  <a:moveTo>
                    <a:pt x="273" y="456"/>
                  </a:moveTo>
                  <a:cubicBezTo>
                    <a:pt x="273" y="383"/>
                    <a:pt x="273" y="383"/>
                    <a:pt x="273" y="383"/>
                  </a:cubicBezTo>
                  <a:cubicBezTo>
                    <a:pt x="338" y="383"/>
                    <a:pt x="338" y="383"/>
                    <a:pt x="338" y="383"/>
                  </a:cubicBezTo>
                  <a:cubicBezTo>
                    <a:pt x="336" y="386"/>
                    <a:pt x="334" y="389"/>
                    <a:pt x="332" y="392"/>
                  </a:cubicBezTo>
                  <a:cubicBezTo>
                    <a:pt x="316" y="417"/>
                    <a:pt x="296" y="438"/>
                    <a:pt x="273" y="456"/>
                  </a:cubicBezTo>
                  <a:close/>
                  <a:moveTo>
                    <a:pt x="130" y="383"/>
                  </a:moveTo>
                  <a:cubicBezTo>
                    <a:pt x="144" y="411"/>
                    <a:pt x="163" y="437"/>
                    <a:pt x="185" y="460"/>
                  </a:cubicBezTo>
                  <a:cubicBezTo>
                    <a:pt x="186" y="461"/>
                    <a:pt x="187" y="461"/>
                    <a:pt x="187" y="462"/>
                  </a:cubicBezTo>
                  <a:cubicBezTo>
                    <a:pt x="144" y="448"/>
                    <a:pt x="105" y="420"/>
                    <a:pt x="78" y="383"/>
                  </a:cubicBezTo>
                  <a:lnTo>
                    <a:pt x="130" y="383"/>
                  </a:lnTo>
                  <a:close/>
                  <a:moveTo>
                    <a:pt x="236" y="383"/>
                  </a:moveTo>
                  <a:cubicBezTo>
                    <a:pt x="236" y="456"/>
                    <a:pt x="236" y="456"/>
                    <a:pt x="236" y="456"/>
                  </a:cubicBezTo>
                  <a:cubicBezTo>
                    <a:pt x="213" y="438"/>
                    <a:pt x="193" y="417"/>
                    <a:pt x="177" y="392"/>
                  </a:cubicBezTo>
                  <a:cubicBezTo>
                    <a:pt x="175" y="389"/>
                    <a:pt x="173" y="386"/>
                    <a:pt x="171" y="383"/>
                  </a:cubicBezTo>
                  <a:lnTo>
                    <a:pt x="236" y="383"/>
                  </a:lnTo>
                  <a:close/>
                  <a:moveTo>
                    <a:pt x="236" y="273"/>
                  </a:moveTo>
                  <a:cubicBezTo>
                    <a:pt x="236" y="346"/>
                    <a:pt x="236" y="346"/>
                    <a:pt x="236" y="346"/>
                  </a:cubicBezTo>
                  <a:cubicBezTo>
                    <a:pt x="154" y="346"/>
                    <a:pt x="154" y="346"/>
                    <a:pt x="154" y="346"/>
                  </a:cubicBezTo>
                  <a:cubicBezTo>
                    <a:pt x="145" y="323"/>
                    <a:pt x="139" y="298"/>
                    <a:pt x="137" y="273"/>
                  </a:cubicBezTo>
                  <a:lnTo>
                    <a:pt x="236" y="273"/>
                  </a:lnTo>
                  <a:close/>
                  <a:moveTo>
                    <a:pt x="236" y="53"/>
                  </a:moveTo>
                  <a:cubicBezTo>
                    <a:pt x="236" y="126"/>
                    <a:pt x="236" y="126"/>
                    <a:pt x="236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3" y="123"/>
                    <a:pt x="175" y="120"/>
                    <a:pt x="177" y="117"/>
                  </a:cubicBezTo>
                  <a:cubicBezTo>
                    <a:pt x="193" y="92"/>
                    <a:pt x="213" y="71"/>
                    <a:pt x="236" y="53"/>
                  </a:cubicBezTo>
                  <a:close/>
                  <a:moveTo>
                    <a:pt x="78" y="126"/>
                  </a:moveTo>
                  <a:cubicBezTo>
                    <a:pt x="106" y="89"/>
                    <a:pt x="144" y="61"/>
                    <a:pt x="187" y="47"/>
                  </a:cubicBezTo>
                  <a:cubicBezTo>
                    <a:pt x="187" y="48"/>
                    <a:pt x="186" y="48"/>
                    <a:pt x="185" y="49"/>
                  </a:cubicBezTo>
                  <a:cubicBezTo>
                    <a:pt x="163" y="72"/>
                    <a:pt x="144" y="98"/>
                    <a:pt x="130" y="126"/>
                  </a:cubicBezTo>
                  <a:lnTo>
                    <a:pt x="78" y="126"/>
                  </a:lnTo>
                  <a:close/>
                  <a:moveTo>
                    <a:pt x="236" y="163"/>
                  </a:moveTo>
                  <a:cubicBezTo>
                    <a:pt x="236" y="236"/>
                    <a:pt x="236" y="236"/>
                    <a:pt x="236" y="236"/>
                  </a:cubicBezTo>
                  <a:cubicBezTo>
                    <a:pt x="137" y="236"/>
                    <a:pt x="137" y="236"/>
                    <a:pt x="137" y="236"/>
                  </a:cubicBezTo>
                  <a:cubicBezTo>
                    <a:pt x="139" y="211"/>
                    <a:pt x="145" y="186"/>
                    <a:pt x="154" y="163"/>
                  </a:cubicBezTo>
                  <a:lnTo>
                    <a:pt x="236" y="163"/>
                  </a:lnTo>
                  <a:close/>
                  <a:moveTo>
                    <a:pt x="37" y="236"/>
                  </a:moveTo>
                  <a:cubicBezTo>
                    <a:pt x="38" y="224"/>
                    <a:pt x="40" y="213"/>
                    <a:pt x="43" y="201"/>
                  </a:cubicBezTo>
                  <a:cubicBezTo>
                    <a:pt x="46" y="188"/>
                    <a:pt x="51" y="175"/>
                    <a:pt x="57" y="163"/>
                  </a:cubicBezTo>
                  <a:cubicBezTo>
                    <a:pt x="115" y="163"/>
                    <a:pt x="115" y="163"/>
                    <a:pt x="115" y="163"/>
                  </a:cubicBezTo>
                  <a:cubicBezTo>
                    <a:pt x="114" y="166"/>
                    <a:pt x="113" y="170"/>
                    <a:pt x="112" y="173"/>
                  </a:cubicBezTo>
                  <a:cubicBezTo>
                    <a:pt x="106" y="194"/>
                    <a:pt x="102" y="215"/>
                    <a:pt x="101" y="236"/>
                  </a:cubicBezTo>
                  <a:lnTo>
                    <a:pt x="37" y="236"/>
                  </a:lnTo>
                  <a:close/>
                  <a:moveTo>
                    <a:pt x="115" y="346"/>
                  </a:moveTo>
                  <a:cubicBezTo>
                    <a:pt x="57" y="346"/>
                    <a:pt x="57" y="346"/>
                    <a:pt x="57" y="346"/>
                  </a:cubicBezTo>
                  <a:cubicBezTo>
                    <a:pt x="51" y="334"/>
                    <a:pt x="46" y="321"/>
                    <a:pt x="43" y="308"/>
                  </a:cubicBezTo>
                  <a:cubicBezTo>
                    <a:pt x="40" y="296"/>
                    <a:pt x="38" y="285"/>
                    <a:pt x="37" y="273"/>
                  </a:cubicBezTo>
                  <a:cubicBezTo>
                    <a:pt x="101" y="273"/>
                    <a:pt x="101" y="273"/>
                    <a:pt x="101" y="273"/>
                  </a:cubicBezTo>
                  <a:cubicBezTo>
                    <a:pt x="102" y="294"/>
                    <a:pt x="106" y="315"/>
                    <a:pt x="112" y="336"/>
                  </a:cubicBezTo>
                  <a:cubicBezTo>
                    <a:pt x="113" y="339"/>
                    <a:pt x="114" y="343"/>
                    <a:pt x="115" y="3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B56C7E4-3E18-4DC5-B283-0B3CCBA5A8B0}"/>
              </a:ext>
            </a:extLst>
          </p:cNvPr>
          <p:cNvGrpSpPr/>
          <p:nvPr/>
        </p:nvGrpSpPr>
        <p:grpSpPr>
          <a:xfrm>
            <a:off x="6188076" y="3840163"/>
            <a:ext cx="1795463" cy="1789113"/>
            <a:chOff x="6188076" y="3840163"/>
            <a:chExt cx="1795463" cy="1789113"/>
          </a:xfrm>
        </p:grpSpPr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E6936685-8DC8-4E34-98DE-3E7C79E75C67}"/>
                </a:ext>
              </a:extLst>
            </p:cNvPr>
            <p:cNvSpPr/>
            <p:nvPr/>
          </p:nvSpPr>
          <p:spPr bwMode="auto">
            <a:xfrm>
              <a:off x="6188076" y="3840163"/>
              <a:ext cx="1795463" cy="1789113"/>
            </a:xfrm>
            <a:custGeom>
              <a:gdLst>
                <a:gd name="T0" fmla="*/ 0 w 834"/>
                <a:gd name="T1" fmla="*/ 151 h 833"/>
                <a:gd name="T2" fmla="*/ 151 w 834"/>
                <a:gd name="T3" fmla="*/ 0 h 833"/>
                <a:gd name="T4" fmla="*/ 683 w 834"/>
                <a:gd name="T5" fmla="*/ 0 h 833"/>
                <a:gd name="T6" fmla="*/ 834 w 834"/>
                <a:gd name="T7" fmla="*/ 151 h 833"/>
                <a:gd name="T8" fmla="*/ 834 w 834"/>
                <a:gd name="T9" fmla="*/ 833 h 833"/>
                <a:gd name="T10" fmla="*/ 151 w 834"/>
                <a:gd name="T11" fmla="*/ 833 h 833"/>
                <a:gd name="T12" fmla="*/ 0 w 834"/>
                <a:gd name="T13" fmla="*/ 683 h 833"/>
                <a:gd name="T14" fmla="*/ 0 w 834"/>
                <a:gd name="T15" fmla="*/ 151 h 83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4" h="833">
                  <a:moveTo>
                    <a:pt x="0" y="151"/>
                  </a:moveTo>
                  <a:cubicBezTo>
                    <a:pt x="0" y="68"/>
                    <a:pt x="68" y="0"/>
                    <a:pt x="151" y="0"/>
                  </a:cubicBezTo>
                  <a:cubicBezTo>
                    <a:pt x="683" y="0"/>
                    <a:pt x="683" y="0"/>
                    <a:pt x="683" y="0"/>
                  </a:cubicBezTo>
                  <a:cubicBezTo>
                    <a:pt x="766" y="0"/>
                    <a:pt x="834" y="68"/>
                    <a:pt x="834" y="151"/>
                  </a:cubicBezTo>
                  <a:cubicBezTo>
                    <a:pt x="834" y="833"/>
                    <a:pt x="834" y="833"/>
                    <a:pt x="834" y="833"/>
                  </a:cubicBezTo>
                  <a:cubicBezTo>
                    <a:pt x="151" y="833"/>
                    <a:pt x="151" y="833"/>
                    <a:pt x="151" y="833"/>
                  </a:cubicBezTo>
                  <a:cubicBezTo>
                    <a:pt x="68" y="833"/>
                    <a:pt x="0" y="766"/>
                    <a:pt x="0" y="683"/>
                  </a:cubicBezTo>
                  <a:lnTo>
                    <a:pt x="0" y="151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5">
              <a:extLst>
                <a:ext uri="{FF2B5EF4-FFF2-40B4-BE49-F238E27FC236}">
                  <a16:creationId xmlns:a16="http://schemas.microsoft.com/office/drawing/2014/main" id="{AA115E94-5CD2-4BAC-8928-5332EFB8D7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76" y="4197351"/>
              <a:ext cx="798513" cy="1077913"/>
            </a:xfrm>
            <a:custGeom>
              <a:gdLst>
                <a:gd name="T0" fmla="*/ 351 w 371"/>
                <a:gd name="T1" fmla="*/ 97 h 502"/>
                <a:gd name="T2" fmla="*/ 285 w 371"/>
                <a:gd name="T3" fmla="*/ 27 h 502"/>
                <a:gd name="T4" fmla="*/ 186 w 371"/>
                <a:gd name="T5" fmla="*/ 0 h 502"/>
                <a:gd name="T6" fmla="*/ 64 w 371"/>
                <a:gd name="T7" fmla="*/ 44 h 502"/>
                <a:gd name="T8" fmla="*/ 5 w 371"/>
                <a:gd name="T9" fmla="*/ 152 h 502"/>
                <a:gd name="T10" fmla="*/ 35 w 371"/>
                <a:gd name="T11" fmla="*/ 268 h 502"/>
                <a:gd name="T12" fmla="*/ 97 w 371"/>
                <a:gd name="T13" fmla="*/ 379 h 502"/>
                <a:gd name="T14" fmla="*/ 186 w 371"/>
                <a:gd name="T15" fmla="*/ 502 h 502"/>
                <a:gd name="T16" fmla="*/ 281 w 371"/>
                <a:gd name="T17" fmla="*/ 369 h 502"/>
                <a:gd name="T18" fmla="*/ 340 w 371"/>
                <a:gd name="T19" fmla="*/ 261 h 502"/>
                <a:gd name="T20" fmla="*/ 367 w 371"/>
                <a:gd name="T21" fmla="*/ 183 h 502"/>
                <a:gd name="T22" fmla="*/ 351 w 371"/>
                <a:gd name="T23" fmla="*/ 97 h 502"/>
                <a:gd name="T24" fmla="*/ 186 w 371"/>
                <a:gd name="T25" fmla="*/ 216 h 502"/>
                <a:gd name="T26" fmla="*/ 127 w 371"/>
                <a:gd name="T27" fmla="*/ 157 h 502"/>
                <a:gd name="T28" fmla="*/ 186 w 371"/>
                <a:gd name="T29" fmla="*/ 97 h 502"/>
                <a:gd name="T30" fmla="*/ 245 w 371"/>
                <a:gd name="T31" fmla="*/ 157 h 502"/>
                <a:gd name="T32" fmla="*/ 186 w 371"/>
                <a:gd name="T33" fmla="*/ 216 h 50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1" h="502">
                  <a:moveTo>
                    <a:pt x="351" y="97"/>
                  </a:moveTo>
                  <a:cubicBezTo>
                    <a:pt x="336" y="68"/>
                    <a:pt x="313" y="44"/>
                    <a:pt x="285" y="27"/>
                  </a:cubicBezTo>
                  <a:cubicBezTo>
                    <a:pt x="255" y="9"/>
                    <a:pt x="221" y="0"/>
                    <a:pt x="186" y="0"/>
                  </a:cubicBezTo>
                  <a:cubicBezTo>
                    <a:pt x="142" y="0"/>
                    <a:pt x="98" y="15"/>
                    <a:pt x="64" y="44"/>
                  </a:cubicBezTo>
                  <a:cubicBezTo>
                    <a:pt x="31" y="71"/>
                    <a:pt x="9" y="110"/>
                    <a:pt x="5" y="152"/>
                  </a:cubicBezTo>
                  <a:cubicBezTo>
                    <a:pt x="0" y="193"/>
                    <a:pt x="17" y="232"/>
                    <a:pt x="35" y="268"/>
                  </a:cubicBezTo>
                  <a:cubicBezTo>
                    <a:pt x="53" y="307"/>
                    <a:pt x="74" y="344"/>
                    <a:pt x="97" y="379"/>
                  </a:cubicBezTo>
                  <a:cubicBezTo>
                    <a:pt x="125" y="421"/>
                    <a:pt x="156" y="461"/>
                    <a:pt x="186" y="502"/>
                  </a:cubicBezTo>
                  <a:cubicBezTo>
                    <a:pt x="219" y="459"/>
                    <a:pt x="252" y="415"/>
                    <a:pt x="281" y="369"/>
                  </a:cubicBezTo>
                  <a:cubicBezTo>
                    <a:pt x="302" y="334"/>
                    <a:pt x="323" y="298"/>
                    <a:pt x="340" y="261"/>
                  </a:cubicBezTo>
                  <a:cubicBezTo>
                    <a:pt x="352" y="236"/>
                    <a:pt x="363" y="210"/>
                    <a:pt x="367" y="183"/>
                  </a:cubicBezTo>
                  <a:cubicBezTo>
                    <a:pt x="371" y="154"/>
                    <a:pt x="364" y="123"/>
                    <a:pt x="351" y="97"/>
                  </a:cubicBezTo>
                  <a:close/>
                  <a:moveTo>
                    <a:pt x="186" y="216"/>
                  </a:moveTo>
                  <a:cubicBezTo>
                    <a:pt x="153" y="216"/>
                    <a:pt x="127" y="190"/>
                    <a:pt x="127" y="157"/>
                  </a:cubicBezTo>
                  <a:cubicBezTo>
                    <a:pt x="127" y="124"/>
                    <a:pt x="153" y="97"/>
                    <a:pt x="186" y="97"/>
                  </a:cubicBezTo>
                  <a:cubicBezTo>
                    <a:pt x="219" y="97"/>
                    <a:pt x="245" y="124"/>
                    <a:pt x="245" y="157"/>
                  </a:cubicBezTo>
                  <a:cubicBezTo>
                    <a:pt x="245" y="190"/>
                    <a:pt x="219" y="216"/>
                    <a:pt x="186" y="2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A2DDB679-7016-425C-BD55-F881EDD1794B}"/>
              </a:ext>
            </a:extLst>
          </p:cNvPr>
          <p:cNvGrpSpPr/>
          <p:nvPr/>
        </p:nvGrpSpPr>
        <p:grpSpPr>
          <a:xfrm>
            <a:off x="1254258" y="2012900"/>
            <a:ext cx="2252663" cy="1353845"/>
            <a:chOff x="1254258" y="2012900"/>
            <a:chExt cx="2252663" cy="1353845"/>
          </a:xfrm>
        </p:grpSpPr>
        <p:sp>
          <p:nvSpPr>
            <p:cNvPr id="41" name="Title 20">
              <a:extLst>
                <a:ext uri="{FF2B5EF4-FFF2-40B4-BE49-F238E27FC236}">
                  <a16:creationId xmlns:a16="http://schemas.microsoft.com/office/drawing/2014/main" id="{E7778EE4-E0B2-46E4-A431-24134284001F}"/>
                </a:ext>
              </a:extLst>
            </p:cNvPr>
            <p:cNvSpPr txBox="1"/>
            <p:nvPr/>
          </p:nvSpPr>
          <p:spPr bwMode="auto">
            <a:xfrm>
              <a:off x="1254258" y="2332616"/>
              <a:ext cx="2252663" cy="1034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lvl="0">
                <a:lnSpc>
                  <a:spcPct val="120000"/>
                </a:lnSpc>
              </a:pPr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/>
                  <a:ea typeface="微软雅黑" charset="0"/>
                  <a:cs typeface="+mn-ea"/>
                  <a:sym typeface="+mn-lt"/>
                </a:rPr>
                <a:t>您的内容打在这里，或者通过复制您的文本后，在此框中选择粘贴，并选择只保留文字。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微软雅黑" charset="0"/>
                <a:cs typeface="+mn-ea"/>
                <a:sym typeface="+mn-lt"/>
              </a:endParaRPr>
            </a:p>
          </p:txBody>
        </p:sp>
        <p:sp>
          <p:nvSpPr>
            <p:cNvPr id="42" name="Title 20">
              <a:extLst>
                <a:ext uri="{FF2B5EF4-FFF2-40B4-BE49-F238E27FC236}">
                  <a16:creationId xmlns:a16="http://schemas.microsoft.com/office/drawing/2014/main" id="{3A83CCB1-3357-47F7-8448-7B335D1902C3}"/>
                </a:ext>
              </a:extLst>
            </p:cNvPr>
            <p:cNvSpPr txBox="1"/>
            <p:nvPr/>
          </p:nvSpPr>
          <p:spPr bwMode="auto">
            <a:xfrm>
              <a:off x="1689644" y="2012900"/>
              <a:ext cx="181727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r"/>
              <a:r>
                <a:rPr lang="zh-CN" altLang="en-US" sz="1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49A588D-C84C-4151-B836-97045517C0CC}"/>
              </a:ext>
            </a:extLst>
          </p:cNvPr>
          <p:cNvGrpSpPr/>
          <p:nvPr/>
        </p:nvGrpSpPr>
        <p:grpSpPr>
          <a:xfrm>
            <a:off x="8685080" y="2012900"/>
            <a:ext cx="2252663" cy="1392344"/>
            <a:chOff x="8685080" y="2012900"/>
            <a:chExt cx="2252663" cy="1392344"/>
          </a:xfrm>
        </p:grpSpPr>
        <p:sp>
          <p:nvSpPr>
            <p:cNvPr id="44" name="Title 20">
              <a:extLst>
                <a:ext uri="{FF2B5EF4-FFF2-40B4-BE49-F238E27FC236}">
                  <a16:creationId xmlns:a16="http://schemas.microsoft.com/office/drawing/2014/main" id="{41B61A5E-C3F0-43B2-9CA2-D21B80748660}"/>
                </a:ext>
              </a:extLst>
            </p:cNvPr>
            <p:cNvSpPr txBox="1"/>
            <p:nvPr/>
          </p:nvSpPr>
          <p:spPr bwMode="auto">
            <a:xfrm>
              <a:off x="8685080" y="2371115"/>
              <a:ext cx="2252663" cy="1034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lvl="0">
                <a:lnSpc>
                  <a:spcPct val="120000"/>
                </a:lnSpc>
              </a:pPr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/>
                  <a:ea typeface="微软雅黑" charset="0"/>
                  <a:cs typeface="+mn-ea"/>
                  <a:sym typeface="+mn-lt"/>
                </a:rPr>
                <a:t>您的内容打在这里，或者通过复制您的文本后，在此框中选择粘贴，并选择只保留文字。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微软雅黑" charset="0"/>
                <a:cs typeface="+mn-ea"/>
                <a:sym typeface="+mn-lt"/>
              </a:endParaRPr>
            </a:p>
          </p:txBody>
        </p:sp>
        <p:sp>
          <p:nvSpPr>
            <p:cNvPr id="45" name="Title 20">
              <a:extLst>
                <a:ext uri="{FF2B5EF4-FFF2-40B4-BE49-F238E27FC236}">
                  <a16:creationId xmlns:a16="http://schemas.microsoft.com/office/drawing/2014/main" id="{943D6E11-5109-405F-BEE2-9AECE6701989}"/>
                </a:ext>
              </a:extLst>
            </p:cNvPr>
            <p:cNvSpPr txBox="1"/>
            <p:nvPr/>
          </p:nvSpPr>
          <p:spPr bwMode="auto">
            <a:xfrm>
              <a:off x="8685080" y="2012900"/>
              <a:ext cx="181727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99EBC2D-C63B-44EC-9A17-224592FFF18B}"/>
              </a:ext>
            </a:extLst>
          </p:cNvPr>
          <p:cNvGrpSpPr/>
          <p:nvPr/>
        </p:nvGrpSpPr>
        <p:grpSpPr>
          <a:xfrm>
            <a:off x="8685080" y="4469851"/>
            <a:ext cx="2252663" cy="1450098"/>
            <a:chOff x="8685080" y="4469851"/>
            <a:chExt cx="2252663" cy="1450098"/>
          </a:xfrm>
        </p:grpSpPr>
        <p:sp>
          <p:nvSpPr>
            <p:cNvPr id="47" name="Title 20">
              <a:extLst>
                <a:ext uri="{FF2B5EF4-FFF2-40B4-BE49-F238E27FC236}">
                  <a16:creationId xmlns:a16="http://schemas.microsoft.com/office/drawing/2014/main" id="{72A1F7E7-6266-4383-AD36-839BE0EF8B5E}"/>
                </a:ext>
              </a:extLst>
            </p:cNvPr>
            <p:cNvSpPr txBox="1"/>
            <p:nvPr/>
          </p:nvSpPr>
          <p:spPr bwMode="auto">
            <a:xfrm>
              <a:off x="8685080" y="4885820"/>
              <a:ext cx="2252663" cy="1034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lvl="0">
                <a:lnSpc>
                  <a:spcPct val="120000"/>
                </a:lnSpc>
              </a:pPr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/>
                  <a:ea typeface="微软雅黑" charset="0"/>
                  <a:cs typeface="+mn-ea"/>
                  <a:sym typeface="+mn-lt"/>
                </a:rPr>
                <a:t>您的内容打在这里，或者通过复制您的文本后，在此框中选择粘贴，并选择只保留文字。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微软雅黑" charset="0"/>
                <a:cs typeface="+mn-ea"/>
                <a:sym typeface="+mn-lt"/>
              </a:endParaRPr>
            </a:p>
          </p:txBody>
        </p:sp>
        <p:sp>
          <p:nvSpPr>
            <p:cNvPr id="48" name="Title 20">
              <a:extLst>
                <a:ext uri="{FF2B5EF4-FFF2-40B4-BE49-F238E27FC236}">
                  <a16:creationId xmlns:a16="http://schemas.microsoft.com/office/drawing/2014/main" id="{20BED0D1-95A8-45C2-96C3-8A9D88684712}"/>
                </a:ext>
              </a:extLst>
            </p:cNvPr>
            <p:cNvSpPr txBox="1"/>
            <p:nvPr/>
          </p:nvSpPr>
          <p:spPr bwMode="auto">
            <a:xfrm>
              <a:off x="8685080" y="4469851"/>
              <a:ext cx="181727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CE59C48-EA7E-46EF-A392-001564445342}"/>
              </a:ext>
            </a:extLst>
          </p:cNvPr>
          <p:cNvGrpSpPr/>
          <p:nvPr/>
        </p:nvGrpSpPr>
        <p:grpSpPr>
          <a:xfrm>
            <a:off x="1254258" y="4469851"/>
            <a:ext cx="2252663" cy="1411597"/>
            <a:chOff x="1254258" y="4469851"/>
            <a:chExt cx="2252663" cy="1411597"/>
          </a:xfrm>
        </p:grpSpPr>
        <p:sp>
          <p:nvSpPr>
            <p:cNvPr id="50" name="Title 20">
              <a:extLst>
                <a:ext uri="{FF2B5EF4-FFF2-40B4-BE49-F238E27FC236}">
                  <a16:creationId xmlns:a16="http://schemas.microsoft.com/office/drawing/2014/main" id="{08A01243-6A15-48B9-806C-A2C2D1E6F17A}"/>
                </a:ext>
              </a:extLst>
            </p:cNvPr>
            <p:cNvSpPr txBox="1"/>
            <p:nvPr/>
          </p:nvSpPr>
          <p:spPr bwMode="auto">
            <a:xfrm>
              <a:off x="1254258" y="4847319"/>
              <a:ext cx="2252663" cy="1034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lvl="0">
                <a:lnSpc>
                  <a:spcPct val="120000"/>
                </a:lnSpc>
              </a:pPr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/>
                  <a:ea typeface="微软雅黑" charset="0"/>
                  <a:cs typeface="+mn-ea"/>
                  <a:sym typeface="+mn-lt"/>
                </a:rPr>
                <a:t>您的内容打在这里，或者通过复制您的文本后，在此框中选择粘贴，并选择只保留文字。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微软雅黑" charset="0"/>
                <a:cs typeface="+mn-ea"/>
                <a:sym typeface="+mn-lt"/>
              </a:endParaRPr>
            </a:p>
          </p:txBody>
        </p:sp>
        <p:sp>
          <p:nvSpPr>
            <p:cNvPr id="51" name="Title 20">
              <a:extLst>
                <a:ext uri="{FF2B5EF4-FFF2-40B4-BE49-F238E27FC236}">
                  <a16:creationId xmlns:a16="http://schemas.microsoft.com/office/drawing/2014/main" id="{A4B91DB3-1B1B-4BD5-90A8-689DC15DEE9A}"/>
                </a:ext>
              </a:extLst>
            </p:cNvPr>
            <p:cNvSpPr txBox="1"/>
            <p:nvPr/>
          </p:nvSpPr>
          <p:spPr bwMode="auto">
            <a:xfrm>
              <a:off x="1689644" y="4469851"/>
              <a:ext cx="181727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r"/>
              <a:r>
                <a:rPr lang="zh-CN" altLang="en-US" sz="1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2" accel="5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accel="5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accel="5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accel="5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528187" y="126695"/>
            <a:ext cx="1414288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团队合作</a:t>
            </a:r>
          </a:p>
        </p:txBody>
      </p:sp>
      <p:sp>
        <p:nvSpPr>
          <p:cNvPr id="8" name="TextBox 24"/>
          <p:cNvSpPr txBox="1"/>
          <p:nvPr/>
        </p:nvSpPr>
        <p:spPr>
          <a:xfrm>
            <a:off x="1946510" y="4159780"/>
            <a:ext cx="8383631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>
                <a:latin typeface="微软雅黑 Light" pitchFamily="34" charset="-122"/>
                <a:ea typeface="微软雅黑 Light" pitchFamily="34" charset="-122"/>
              </a:rPr>
              <a:t>点击输入简要文字内容，文字内容需概括精炼，不用多余的文字修饰，言简意赅的说明分项内容。点击输入简要文字内容，文字内容需概括精炼，言简意赅的说明分项内容</a:t>
            </a:r>
            <a:r>
              <a:rPr lang="en-US" altLang="zh-CN" sz="2000">
                <a:latin typeface="微软雅黑 Light" pitchFamily="34" charset="-122"/>
                <a:ea typeface="微软雅黑 Light" pitchFamily="34" charset="-122"/>
              </a:rPr>
              <a:t>……</a:t>
            </a:r>
          </a:p>
        </p:txBody>
      </p:sp>
      <p:sp>
        <p:nvSpPr>
          <p:cNvPr id="10" name="矩形 9"/>
          <p:cNvSpPr/>
          <p:nvPr/>
        </p:nvSpPr>
        <p:spPr>
          <a:xfrm>
            <a:off x="1138968" y="3916173"/>
            <a:ext cx="9998712" cy="1872208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矩形 11"/>
          <p:cNvSpPr/>
          <p:nvPr/>
        </p:nvSpPr>
        <p:spPr>
          <a:xfrm>
            <a:off x="1065945" y="4146981"/>
            <a:ext cx="140655" cy="1437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/>
          </a:p>
        </p:txBody>
      </p:sp>
      <p:sp>
        <p:nvSpPr>
          <p:cNvPr id="13" name="矩形 12"/>
          <p:cNvSpPr/>
          <p:nvPr/>
        </p:nvSpPr>
        <p:spPr>
          <a:xfrm>
            <a:off x="11060845" y="4146981"/>
            <a:ext cx="140655" cy="1437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/>
          </a:p>
        </p:txBody>
      </p:sp>
      <p:grpSp>
        <p:nvGrpSpPr>
          <p:cNvPr id="14" name="组合 13"/>
          <p:cNvGrpSpPr/>
          <p:nvPr/>
        </p:nvGrpSpPr>
        <p:grpSpPr>
          <a:xfrm>
            <a:off x="962528" y="1408598"/>
            <a:ext cx="2527408" cy="2278744"/>
            <a:chOff x="920204" y="1521455"/>
            <a:chExt cx="2527408" cy="2278744"/>
          </a:xfrm>
        </p:grpSpPr>
        <p:sp>
          <p:nvSpPr>
            <p:cNvPr id="15" name="Freeform 5"/>
            <p:cNvSpPr/>
            <p:nvPr/>
          </p:nvSpPr>
          <p:spPr bwMode="auto">
            <a:xfrm>
              <a:off x="920204" y="1521455"/>
              <a:ext cx="2527408" cy="2278744"/>
            </a:xfrm>
            <a:custGeom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/>
            </a:p>
          </p:txBody>
        </p:sp>
        <p:sp>
          <p:nvSpPr>
            <p:cNvPr id="16" name="TextBox 3"/>
            <p:cNvSpPr txBox="1"/>
            <p:nvPr/>
          </p:nvSpPr>
          <p:spPr>
            <a:xfrm>
              <a:off x="1500662" y="2070569"/>
              <a:ext cx="1514099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表达与沟通</a:t>
              </a:r>
              <a:endParaRPr lang="en-US" altLang="zh-CN" sz="3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828020" y="1408598"/>
            <a:ext cx="2527408" cy="2278745"/>
            <a:chOff x="8785696" y="1521455"/>
            <a:chExt cx="2527408" cy="2278744"/>
          </a:xfrm>
        </p:grpSpPr>
        <p:sp>
          <p:nvSpPr>
            <p:cNvPr id="18" name="Freeform 5"/>
            <p:cNvSpPr/>
            <p:nvPr/>
          </p:nvSpPr>
          <p:spPr bwMode="auto">
            <a:xfrm>
              <a:off x="8785696" y="1521455"/>
              <a:ext cx="2527408" cy="2278744"/>
            </a:xfrm>
            <a:custGeom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/>
            </a:p>
          </p:txBody>
        </p:sp>
        <p:sp>
          <p:nvSpPr>
            <p:cNvPr id="20" name="TextBox 3"/>
            <p:cNvSpPr txBox="1"/>
            <p:nvPr/>
          </p:nvSpPr>
          <p:spPr>
            <a:xfrm>
              <a:off x="9640333" y="2106828"/>
              <a:ext cx="134820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互帮互助</a:t>
              </a:r>
              <a:endParaRPr lang="en-US" altLang="zh-CN" sz="3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584359" y="1408598"/>
            <a:ext cx="2527408" cy="2278744"/>
            <a:chOff x="3542035" y="1521455"/>
            <a:chExt cx="2527408" cy="2278744"/>
          </a:xfrm>
        </p:grpSpPr>
        <p:sp>
          <p:nvSpPr>
            <p:cNvPr id="22" name="Freeform 5"/>
            <p:cNvSpPr/>
            <p:nvPr/>
          </p:nvSpPr>
          <p:spPr bwMode="auto">
            <a:xfrm>
              <a:off x="3542035" y="1521455"/>
              <a:ext cx="2527408" cy="2278744"/>
            </a:xfrm>
            <a:custGeom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/>
            </a:p>
          </p:txBody>
        </p:sp>
        <p:sp>
          <p:nvSpPr>
            <p:cNvPr id="23" name="TextBox 3"/>
            <p:cNvSpPr txBox="1"/>
            <p:nvPr/>
          </p:nvSpPr>
          <p:spPr>
            <a:xfrm>
              <a:off x="4380342" y="2058417"/>
              <a:ext cx="1305623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做事主动</a:t>
              </a:r>
              <a:endParaRPr lang="en-US" altLang="zh-CN" sz="3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206191" y="1408598"/>
            <a:ext cx="2527408" cy="2278745"/>
            <a:chOff x="6163866" y="1521455"/>
            <a:chExt cx="2527408" cy="2278744"/>
          </a:xfrm>
        </p:grpSpPr>
        <p:sp>
          <p:nvSpPr>
            <p:cNvPr id="25" name="Freeform 5"/>
            <p:cNvSpPr/>
            <p:nvPr/>
          </p:nvSpPr>
          <p:spPr bwMode="auto">
            <a:xfrm>
              <a:off x="6163866" y="1521455"/>
              <a:ext cx="2527408" cy="2278744"/>
            </a:xfrm>
            <a:custGeom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/>
            </a:p>
          </p:txBody>
        </p:sp>
        <p:sp>
          <p:nvSpPr>
            <p:cNvPr id="26" name="TextBox 3"/>
            <p:cNvSpPr txBox="1"/>
            <p:nvPr/>
          </p:nvSpPr>
          <p:spPr>
            <a:xfrm>
              <a:off x="6818708" y="2073407"/>
              <a:ext cx="1454822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敬业的品质</a:t>
              </a:r>
              <a:endParaRPr lang="en-US" altLang="zh-CN" sz="3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7" name="Freeform 5"/>
          <p:cNvSpPr/>
          <p:nvPr/>
        </p:nvSpPr>
        <p:spPr bwMode="auto">
          <a:xfrm>
            <a:off x="1069263" y="1504832"/>
            <a:ext cx="2313940" cy="2086279"/>
          </a:xfrm>
          <a:custGeom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/>
          </a:p>
        </p:txBody>
      </p:sp>
      <p:sp>
        <p:nvSpPr>
          <p:cNvPr id="28" name="Freeform 5"/>
          <p:cNvSpPr/>
          <p:nvPr/>
        </p:nvSpPr>
        <p:spPr bwMode="auto">
          <a:xfrm>
            <a:off x="3691094" y="1504832"/>
            <a:ext cx="2313940" cy="2086279"/>
          </a:xfrm>
          <a:custGeom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/>
          </a:p>
        </p:txBody>
      </p:sp>
      <p:sp>
        <p:nvSpPr>
          <p:cNvPr id="29" name="Freeform 5"/>
          <p:cNvSpPr/>
          <p:nvPr/>
        </p:nvSpPr>
        <p:spPr bwMode="auto">
          <a:xfrm>
            <a:off x="6312925" y="1504832"/>
            <a:ext cx="2313940" cy="2086279"/>
          </a:xfrm>
          <a:custGeom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/>
          </a:p>
        </p:txBody>
      </p:sp>
      <p:sp>
        <p:nvSpPr>
          <p:cNvPr id="30" name="Freeform 5"/>
          <p:cNvSpPr/>
          <p:nvPr/>
        </p:nvSpPr>
        <p:spPr bwMode="auto">
          <a:xfrm>
            <a:off x="8934755" y="1504832"/>
            <a:ext cx="2313940" cy="2086279"/>
          </a:xfrm>
          <a:custGeom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/>
          </a:p>
        </p:txBody>
      </p:sp>
      <p:grpSp>
        <p:nvGrpSpPr>
          <p:cNvPr id="31" name="组合 30"/>
          <p:cNvGrpSpPr/>
          <p:nvPr/>
        </p:nvGrpSpPr>
        <p:grpSpPr>
          <a:xfrm>
            <a:off x="3088941" y="2463492"/>
            <a:ext cx="8839817" cy="168955"/>
            <a:chOff x="3005398" y="2593891"/>
            <a:chExt cx="8267227" cy="158010"/>
          </a:xfrm>
        </p:grpSpPr>
        <p:grpSp>
          <p:nvGrpSpPr>
            <p:cNvPr id="32" name="组合 31"/>
            <p:cNvGrpSpPr/>
            <p:nvPr/>
          </p:nvGrpSpPr>
          <p:grpSpPr>
            <a:xfrm rot="5400000">
              <a:off x="3005399" y="2593890"/>
              <a:ext cx="158010" cy="158012"/>
              <a:chOff x="4486616" y="3001075"/>
              <a:chExt cx="274695" cy="274699"/>
            </a:xfrm>
          </p:grpSpPr>
          <p:sp>
            <p:nvSpPr>
              <p:cNvPr id="39" name="椭圆 38"/>
              <p:cNvSpPr/>
              <p:nvPr/>
            </p:nvSpPr>
            <p:spPr>
              <a:xfrm rot="16200000">
                <a:off x="4486614" y="3001077"/>
                <a:ext cx="274699" cy="274695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 rot="16200000">
                <a:off x="4511585" y="3026055"/>
                <a:ext cx="224753" cy="224751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 rot="5400000">
              <a:off x="7389749" y="-1130976"/>
              <a:ext cx="158010" cy="7607743"/>
              <a:chOff x="4486616" y="-9950053"/>
              <a:chExt cx="274695" cy="13225827"/>
            </a:xfrm>
          </p:grpSpPr>
          <p:sp>
            <p:nvSpPr>
              <p:cNvPr id="37" name="椭圆 36"/>
              <p:cNvSpPr/>
              <p:nvPr/>
            </p:nvSpPr>
            <p:spPr>
              <a:xfrm rot="16200000">
                <a:off x="4486614" y="3001077"/>
                <a:ext cx="274699" cy="274695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 rot="16200000">
                <a:off x="4511593" y="-9950052"/>
                <a:ext cx="224753" cy="224752"/>
              </a:xfrm>
              <a:prstGeom prst="ellipse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 rot="16200000">
              <a:off x="3384091" y="2354714"/>
              <a:ext cx="67821" cy="636364"/>
              <a:chOff x="1235365" y="2098390"/>
              <a:chExt cx="67821" cy="384317"/>
            </a:xfrm>
          </p:grpSpPr>
          <p:sp>
            <p:nvSpPr>
              <p:cNvPr id="35" name="圆角矩形 34"/>
              <p:cNvSpPr/>
              <p:nvPr/>
            </p:nvSpPr>
            <p:spPr>
              <a:xfrm rot="10800000">
                <a:off x="1274386" y="2098391"/>
                <a:ext cx="28800" cy="38431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9525">
                <a:noFill/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0800000">
                <a:off x="1235365" y="2098390"/>
                <a:ext cx="28800" cy="38431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9525">
                <a:noFill/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5717047" y="2463492"/>
            <a:ext cx="874116" cy="168955"/>
            <a:chOff x="3005398" y="2593891"/>
            <a:chExt cx="817496" cy="158010"/>
          </a:xfrm>
        </p:grpSpPr>
        <p:grpSp>
          <p:nvGrpSpPr>
            <p:cNvPr id="42" name="组合 41"/>
            <p:cNvGrpSpPr/>
            <p:nvPr/>
          </p:nvGrpSpPr>
          <p:grpSpPr>
            <a:xfrm rot="5400000">
              <a:off x="3005399" y="2593890"/>
              <a:ext cx="158010" cy="158012"/>
              <a:chOff x="4486616" y="3001075"/>
              <a:chExt cx="274695" cy="274699"/>
            </a:xfrm>
          </p:grpSpPr>
          <p:sp>
            <p:nvSpPr>
              <p:cNvPr id="50" name="椭圆 49"/>
              <p:cNvSpPr/>
              <p:nvPr/>
            </p:nvSpPr>
            <p:spPr>
              <a:xfrm rot="16200000">
                <a:off x="4486614" y="3001077"/>
                <a:ext cx="274699" cy="274695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 rot="16200000">
                <a:off x="4511585" y="3026055"/>
                <a:ext cx="224753" cy="224751"/>
              </a:xfrm>
              <a:prstGeom prst="ellipse">
                <a:avLst/>
              </a:prstGeom>
              <a:solidFill>
                <a:srgbClr val="FFFEF5"/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 rot="5400000">
              <a:off x="3664883" y="2593890"/>
              <a:ext cx="158010" cy="158012"/>
              <a:chOff x="4486616" y="3001075"/>
              <a:chExt cx="274695" cy="274699"/>
            </a:xfrm>
          </p:grpSpPr>
          <p:sp>
            <p:nvSpPr>
              <p:cNvPr id="48" name="椭圆 47"/>
              <p:cNvSpPr/>
              <p:nvPr/>
            </p:nvSpPr>
            <p:spPr>
              <a:xfrm rot="16200000">
                <a:off x="4486614" y="3001077"/>
                <a:ext cx="274699" cy="274695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 rot="16200000">
                <a:off x="4511585" y="3026055"/>
                <a:ext cx="224753" cy="224751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 rot="16200000">
              <a:off x="3384091" y="2354714"/>
              <a:ext cx="67821" cy="636364"/>
              <a:chOff x="1235365" y="2098390"/>
              <a:chExt cx="67821" cy="384317"/>
            </a:xfrm>
          </p:grpSpPr>
          <p:sp>
            <p:nvSpPr>
              <p:cNvPr id="46" name="圆角矩形 45"/>
              <p:cNvSpPr/>
              <p:nvPr/>
            </p:nvSpPr>
            <p:spPr>
              <a:xfrm rot="10800000">
                <a:off x="1274386" y="2098391"/>
                <a:ext cx="28800" cy="38431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9525">
                <a:noFill/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圆角矩形 46"/>
              <p:cNvSpPr/>
              <p:nvPr/>
            </p:nvSpPr>
            <p:spPr>
              <a:xfrm rot="10800000">
                <a:off x="1235365" y="2098390"/>
                <a:ext cx="28800" cy="38431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9525">
                <a:noFill/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8331218" y="2463489"/>
            <a:ext cx="874120" cy="168957"/>
            <a:chOff x="3005398" y="2593891"/>
            <a:chExt cx="817500" cy="158012"/>
          </a:xfrm>
        </p:grpSpPr>
        <p:grpSp>
          <p:nvGrpSpPr>
            <p:cNvPr id="53" name="组合 52"/>
            <p:cNvGrpSpPr/>
            <p:nvPr/>
          </p:nvGrpSpPr>
          <p:grpSpPr>
            <a:xfrm rot="5400000">
              <a:off x="3005399" y="2593890"/>
              <a:ext cx="158010" cy="158012"/>
              <a:chOff x="4486616" y="3001075"/>
              <a:chExt cx="274695" cy="274699"/>
            </a:xfrm>
          </p:grpSpPr>
          <p:sp>
            <p:nvSpPr>
              <p:cNvPr id="60" name="椭圆 59"/>
              <p:cNvSpPr/>
              <p:nvPr/>
            </p:nvSpPr>
            <p:spPr>
              <a:xfrm rot="16200000">
                <a:off x="4486614" y="3001077"/>
                <a:ext cx="274699" cy="274695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>
              <a:xfrm rot="16200000">
                <a:off x="4511585" y="3026055"/>
                <a:ext cx="224753" cy="224751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 rot="5400000">
              <a:off x="3664886" y="2593892"/>
              <a:ext cx="158011" cy="158012"/>
              <a:chOff x="4486623" y="3001070"/>
              <a:chExt cx="274697" cy="274699"/>
            </a:xfrm>
          </p:grpSpPr>
          <p:sp>
            <p:nvSpPr>
              <p:cNvPr id="58" name="椭圆 57"/>
              <p:cNvSpPr/>
              <p:nvPr/>
            </p:nvSpPr>
            <p:spPr>
              <a:xfrm rot="16200000">
                <a:off x="4486622" y="3001071"/>
                <a:ext cx="274699" cy="274697"/>
              </a:xfrm>
              <a:prstGeom prst="ellipse">
                <a:avLst/>
              </a:prstGeom>
              <a:solidFill>
                <a:srgbClr val="FFFEF5"/>
              </a:soli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 rot="16200000">
                <a:off x="4511585" y="3026055"/>
                <a:ext cx="224753" cy="224751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 rot="16200000">
              <a:off x="3384091" y="2354714"/>
              <a:ext cx="67821" cy="636364"/>
              <a:chOff x="1235365" y="2098390"/>
              <a:chExt cx="67821" cy="384317"/>
            </a:xfrm>
          </p:grpSpPr>
          <p:sp>
            <p:nvSpPr>
              <p:cNvPr id="56" name="圆角矩形 55"/>
              <p:cNvSpPr/>
              <p:nvPr/>
            </p:nvSpPr>
            <p:spPr>
              <a:xfrm rot="10800000">
                <a:off x="1274386" y="2098391"/>
                <a:ext cx="28800" cy="38431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9525">
                <a:noFill/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圆角矩形 56"/>
              <p:cNvSpPr/>
              <p:nvPr/>
            </p:nvSpPr>
            <p:spPr>
              <a:xfrm rot="10800000">
                <a:off x="1235365" y="2098390"/>
                <a:ext cx="28800" cy="38431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9525">
                <a:noFill/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62" name="不完整圆 61">
            <a:extLst>
              <a:ext uri="{FF2B5EF4-FFF2-40B4-BE49-F238E27FC236}">
                <a16:creationId xmlns:a16="http://schemas.microsoft.com/office/drawing/2014/main" id="{1E5C3EE9-540E-4837-81F4-B3DF398AC144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6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7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7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8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2" grpId="0" animBg="1"/>
      <p:bldP spid="13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26695"/>
            <a:ext cx="1361543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竞聘宣言</a:t>
            </a:r>
          </a:p>
        </p:txBody>
      </p:sp>
      <p:sp>
        <p:nvSpPr>
          <p:cNvPr id="27" name="不完整圆 26">
            <a:extLst>
              <a:ext uri="{FF2B5EF4-FFF2-40B4-BE49-F238E27FC236}">
                <a16:creationId xmlns:a16="http://schemas.microsoft.com/office/drawing/2014/main" id="{B9880C3C-CCA6-4605-B6CB-AB52F5927855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A0D4A8DB-7D86-4668-B3EC-23A995CBD381}"/>
              </a:ext>
            </a:extLst>
          </p:cNvPr>
          <p:cNvSpPr/>
          <p:nvPr/>
        </p:nvSpPr>
        <p:spPr bwMode="auto">
          <a:xfrm>
            <a:off x="1945583" y="2802494"/>
            <a:ext cx="1375138" cy="1375137"/>
          </a:xfrm>
          <a:custGeom>
            <a:gdLst>
              <a:gd name="T0" fmla="*/ 443 w 524"/>
              <a:gd name="T1" fmla="*/ 524 h 524"/>
              <a:gd name="T2" fmla="*/ 81 w 524"/>
              <a:gd name="T3" fmla="*/ 524 h 524"/>
              <a:gd name="T4" fmla="*/ 0 w 524"/>
              <a:gd name="T5" fmla="*/ 443 h 524"/>
              <a:gd name="T6" fmla="*/ 0 w 524"/>
              <a:gd name="T7" fmla="*/ 81 h 524"/>
              <a:gd name="T8" fmla="*/ 81 w 524"/>
              <a:gd name="T9" fmla="*/ 0 h 524"/>
              <a:gd name="T10" fmla="*/ 443 w 524"/>
              <a:gd name="T11" fmla="*/ 0 h 524"/>
              <a:gd name="T12" fmla="*/ 524 w 524"/>
              <a:gd name="T13" fmla="*/ 81 h 524"/>
              <a:gd name="T14" fmla="*/ 524 w 524"/>
              <a:gd name="T15" fmla="*/ 443 h 524"/>
              <a:gd name="T16" fmla="*/ 443 w 524"/>
              <a:gd name="T17" fmla="*/ 524 h 524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4" h="524">
                <a:moveTo>
                  <a:pt x="443" y="524"/>
                </a:moveTo>
                <a:cubicBezTo>
                  <a:pt x="81" y="524"/>
                  <a:pt x="81" y="524"/>
                  <a:pt x="81" y="524"/>
                </a:cubicBezTo>
                <a:cubicBezTo>
                  <a:pt x="36" y="524"/>
                  <a:pt x="0" y="488"/>
                  <a:pt x="0" y="443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36"/>
                  <a:pt x="36" y="0"/>
                  <a:pt x="81" y="0"/>
                </a:cubicBezTo>
                <a:cubicBezTo>
                  <a:pt x="443" y="0"/>
                  <a:pt x="443" y="0"/>
                  <a:pt x="443" y="0"/>
                </a:cubicBezTo>
                <a:cubicBezTo>
                  <a:pt x="488" y="0"/>
                  <a:pt x="524" y="36"/>
                  <a:pt x="524" y="81"/>
                </a:cubicBezTo>
                <a:cubicBezTo>
                  <a:pt x="524" y="443"/>
                  <a:pt x="524" y="443"/>
                  <a:pt x="524" y="443"/>
                </a:cubicBezTo>
                <a:cubicBezTo>
                  <a:pt x="524" y="488"/>
                  <a:pt x="488" y="524"/>
                  <a:pt x="443" y="524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Freeform 6">
            <a:extLst>
              <a:ext uri="{FF2B5EF4-FFF2-40B4-BE49-F238E27FC236}">
                <a16:creationId xmlns:a16="http://schemas.microsoft.com/office/drawing/2014/main" id="{A61AA9E5-87C8-4813-A8E6-81E296235A6D}"/>
              </a:ext>
            </a:extLst>
          </p:cNvPr>
          <p:cNvSpPr/>
          <p:nvPr/>
        </p:nvSpPr>
        <p:spPr bwMode="auto">
          <a:xfrm>
            <a:off x="4252329" y="2802494"/>
            <a:ext cx="1377075" cy="1375137"/>
          </a:xfrm>
          <a:custGeom>
            <a:gdLst>
              <a:gd name="T0" fmla="*/ 443 w 524"/>
              <a:gd name="T1" fmla="*/ 524 h 524"/>
              <a:gd name="T2" fmla="*/ 81 w 524"/>
              <a:gd name="T3" fmla="*/ 524 h 524"/>
              <a:gd name="T4" fmla="*/ 0 w 524"/>
              <a:gd name="T5" fmla="*/ 443 h 524"/>
              <a:gd name="T6" fmla="*/ 0 w 524"/>
              <a:gd name="T7" fmla="*/ 81 h 524"/>
              <a:gd name="T8" fmla="*/ 81 w 524"/>
              <a:gd name="T9" fmla="*/ 0 h 524"/>
              <a:gd name="T10" fmla="*/ 443 w 524"/>
              <a:gd name="T11" fmla="*/ 0 h 524"/>
              <a:gd name="T12" fmla="*/ 524 w 524"/>
              <a:gd name="T13" fmla="*/ 81 h 524"/>
              <a:gd name="T14" fmla="*/ 524 w 524"/>
              <a:gd name="T15" fmla="*/ 443 h 524"/>
              <a:gd name="T16" fmla="*/ 443 w 524"/>
              <a:gd name="T17" fmla="*/ 524 h 524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4" h="524">
                <a:moveTo>
                  <a:pt x="443" y="524"/>
                </a:moveTo>
                <a:cubicBezTo>
                  <a:pt x="81" y="524"/>
                  <a:pt x="81" y="524"/>
                  <a:pt x="81" y="524"/>
                </a:cubicBezTo>
                <a:cubicBezTo>
                  <a:pt x="36" y="524"/>
                  <a:pt x="0" y="488"/>
                  <a:pt x="0" y="443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36"/>
                  <a:pt x="36" y="0"/>
                  <a:pt x="81" y="0"/>
                </a:cubicBezTo>
                <a:cubicBezTo>
                  <a:pt x="443" y="0"/>
                  <a:pt x="443" y="0"/>
                  <a:pt x="443" y="0"/>
                </a:cubicBezTo>
                <a:cubicBezTo>
                  <a:pt x="488" y="0"/>
                  <a:pt x="524" y="36"/>
                  <a:pt x="524" y="81"/>
                </a:cubicBezTo>
                <a:cubicBezTo>
                  <a:pt x="524" y="443"/>
                  <a:pt x="524" y="443"/>
                  <a:pt x="524" y="443"/>
                </a:cubicBezTo>
                <a:cubicBezTo>
                  <a:pt x="524" y="488"/>
                  <a:pt x="488" y="524"/>
                  <a:pt x="443" y="524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0E9AB370-F7C8-410D-8074-54C64C9F29A6}"/>
              </a:ext>
            </a:extLst>
          </p:cNvPr>
          <p:cNvSpPr/>
          <p:nvPr/>
        </p:nvSpPr>
        <p:spPr bwMode="auto">
          <a:xfrm>
            <a:off x="6561011" y="2802494"/>
            <a:ext cx="1375138" cy="1375137"/>
          </a:xfrm>
          <a:custGeom>
            <a:gdLst>
              <a:gd name="T0" fmla="*/ 443 w 524"/>
              <a:gd name="T1" fmla="*/ 524 h 524"/>
              <a:gd name="T2" fmla="*/ 81 w 524"/>
              <a:gd name="T3" fmla="*/ 524 h 524"/>
              <a:gd name="T4" fmla="*/ 0 w 524"/>
              <a:gd name="T5" fmla="*/ 443 h 524"/>
              <a:gd name="T6" fmla="*/ 0 w 524"/>
              <a:gd name="T7" fmla="*/ 81 h 524"/>
              <a:gd name="T8" fmla="*/ 81 w 524"/>
              <a:gd name="T9" fmla="*/ 0 h 524"/>
              <a:gd name="T10" fmla="*/ 443 w 524"/>
              <a:gd name="T11" fmla="*/ 0 h 524"/>
              <a:gd name="T12" fmla="*/ 524 w 524"/>
              <a:gd name="T13" fmla="*/ 81 h 524"/>
              <a:gd name="T14" fmla="*/ 524 w 524"/>
              <a:gd name="T15" fmla="*/ 443 h 524"/>
              <a:gd name="T16" fmla="*/ 443 w 524"/>
              <a:gd name="T17" fmla="*/ 524 h 524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4" h="524">
                <a:moveTo>
                  <a:pt x="443" y="524"/>
                </a:moveTo>
                <a:cubicBezTo>
                  <a:pt x="81" y="524"/>
                  <a:pt x="81" y="524"/>
                  <a:pt x="81" y="524"/>
                </a:cubicBezTo>
                <a:cubicBezTo>
                  <a:pt x="36" y="524"/>
                  <a:pt x="0" y="488"/>
                  <a:pt x="0" y="443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36"/>
                  <a:pt x="36" y="0"/>
                  <a:pt x="81" y="0"/>
                </a:cubicBezTo>
                <a:cubicBezTo>
                  <a:pt x="443" y="0"/>
                  <a:pt x="443" y="0"/>
                  <a:pt x="443" y="0"/>
                </a:cubicBezTo>
                <a:cubicBezTo>
                  <a:pt x="488" y="0"/>
                  <a:pt x="524" y="36"/>
                  <a:pt x="524" y="81"/>
                </a:cubicBezTo>
                <a:cubicBezTo>
                  <a:pt x="524" y="443"/>
                  <a:pt x="524" y="443"/>
                  <a:pt x="524" y="443"/>
                </a:cubicBezTo>
                <a:cubicBezTo>
                  <a:pt x="524" y="488"/>
                  <a:pt x="488" y="524"/>
                  <a:pt x="443" y="524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Freeform 8">
            <a:extLst>
              <a:ext uri="{FF2B5EF4-FFF2-40B4-BE49-F238E27FC236}">
                <a16:creationId xmlns:a16="http://schemas.microsoft.com/office/drawing/2014/main" id="{D24361D2-A8A5-4C9F-B5B5-23667D4A717E}"/>
              </a:ext>
            </a:extLst>
          </p:cNvPr>
          <p:cNvSpPr/>
          <p:nvPr/>
        </p:nvSpPr>
        <p:spPr bwMode="auto">
          <a:xfrm>
            <a:off x="8867756" y="2802494"/>
            <a:ext cx="1377075" cy="1375137"/>
          </a:xfrm>
          <a:custGeom>
            <a:gdLst>
              <a:gd name="T0" fmla="*/ 442 w 524"/>
              <a:gd name="T1" fmla="*/ 524 h 524"/>
              <a:gd name="T2" fmla="*/ 81 w 524"/>
              <a:gd name="T3" fmla="*/ 524 h 524"/>
              <a:gd name="T4" fmla="*/ 0 w 524"/>
              <a:gd name="T5" fmla="*/ 443 h 524"/>
              <a:gd name="T6" fmla="*/ 0 w 524"/>
              <a:gd name="T7" fmla="*/ 81 h 524"/>
              <a:gd name="T8" fmla="*/ 81 w 524"/>
              <a:gd name="T9" fmla="*/ 0 h 524"/>
              <a:gd name="T10" fmla="*/ 442 w 524"/>
              <a:gd name="T11" fmla="*/ 0 h 524"/>
              <a:gd name="T12" fmla="*/ 524 w 524"/>
              <a:gd name="T13" fmla="*/ 81 h 524"/>
              <a:gd name="T14" fmla="*/ 524 w 524"/>
              <a:gd name="T15" fmla="*/ 443 h 524"/>
              <a:gd name="T16" fmla="*/ 442 w 524"/>
              <a:gd name="T17" fmla="*/ 524 h 524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4" h="524">
                <a:moveTo>
                  <a:pt x="442" y="524"/>
                </a:moveTo>
                <a:cubicBezTo>
                  <a:pt x="81" y="524"/>
                  <a:pt x="81" y="524"/>
                  <a:pt x="81" y="524"/>
                </a:cubicBezTo>
                <a:cubicBezTo>
                  <a:pt x="36" y="524"/>
                  <a:pt x="0" y="488"/>
                  <a:pt x="0" y="443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36"/>
                  <a:pt x="36" y="0"/>
                  <a:pt x="81" y="0"/>
                </a:cubicBezTo>
                <a:cubicBezTo>
                  <a:pt x="442" y="0"/>
                  <a:pt x="442" y="0"/>
                  <a:pt x="442" y="0"/>
                </a:cubicBezTo>
                <a:cubicBezTo>
                  <a:pt x="488" y="0"/>
                  <a:pt x="524" y="36"/>
                  <a:pt x="524" y="81"/>
                </a:cubicBezTo>
                <a:cubicBezTo>
                  <a:pt x="524" y="443"/>
                  <a:pt x="524" y="443"/>
                  <a:pt x="524" y="443"/>
                </a:cubicBezTo>
                <a:cubicBezTo>
                  <a:pt x="524" y="488"/>
                  <a:pt x="488" y="524"/>
                  <a:pt x="442" y="524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90AFAFB-C571-4ECF-9B51-1F688C318E7B}"/>
              </a:ext>
            </a:extLst>
          </p:cNvPr>
          <p:cNvGrpSpPr/>
          <p:nvPr/>
        </p:nvGrpSpPr>
        <p:grpSpPr>
          <a:xfrm>
            <a:off x="9189267" y="3031038"/>
            <a:ext cx="827020" cy="825084"/>
            <a:chOff x="8631238" y="3741738"/>
            <a:chExt cx="677863" cy="67627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870FF6C6-929B-459A-BEE2-045B0EFBDFEC}"/>
                </a:ext>
              </a:extLst>
            </p:cNvPr>
            <p:cNvSpPr/>
            <p:nvPr/>
          </p:nvSpPr>
          <p:spPr bwMode="auto">
            <a:xfrm>
              <a:off x="8766176" y="3935413"/>
              <a:ext cx="349250" cy="347663"/>
            </a:xfrm>
            <a:custGeom>
              <a:gdLst>
                <a:gd name="T0" fmla="*/ 136 w 162"/>
                <a:gd name="T1" fmla="*/ 81 h 162"/>
                <a:gd name="T2" fmla="*/ 81 w 162"/>
                <a:gd name="T3" fmla="*/ 136 h 162"/>
                <a:gd name="T4" fmla="*/ 25 w 162"/>
                <a:gd name="T5" fmla="*/ 81 h 162"/>
                <a:gd name="T6" fmla="*/ 81 w 162"/>
                <a:gd name="T7" fmla="*/ 26 h 162"/>
                <a:gd name="T8" fmla="*/ 110 w 162"/>
                <a:gd name="T9" fmla="*/ 34 h 162"/>
                <a:gd name="T10" fmla="*/ 128 w 162"/>
                <a:gd name="T11" fmla="*/ 15 h 162"/>
                <a:gd name="T12" fmla="*/ 81 w 162"/>
                <a:gd name="T13" fmla="*/ 0 h 162"/>
                <a:gd name="T14" fmla="*/ 0 w 162"/>
                <a:gd name="T15" fmla="*/ 81 h 162"/>
                <a:gd name="T16" fmla="*/ 81 w 162"/>
                <a:gd name="T17" fmla="*/ 162 h 162"/>
                <a:gd name="T18" fmla="*/ 162 w 162"/>
                <a:gd name="T19" fmla="*/ 81 h 162"/>
                <a:gd name="T20" fmla="*/ 147 w 162"/>
                <a:gd name="T21" fmla="*/ 33 h 162"/>
                <a:gd name="T22" fmla="*/ 128 w 162"/>
                <a:gd name="T23" fmla="*/ 52 h 162"/>
                <a:gd name="T24" fmla="*/ 136 w 162"/>
                <a:gd name="T25" fmla="*/ 81 h 16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2" h="162">
                  <a:moveTo>
                    <a:pt x="136" y="81"/>
                  </a:moveTo>
                  <a:cubicBezTo>
                    <a:pt x="136" y="111"/>
                    <a:pt x="111" y="136"/>
                    <a:pt x="81" y="136"/>
                  </a:cubicBezTo>
                  <a:cubicBezTo>
                    <a:pt x="50" y="136"/>
                    <a:pt x="25" y="111"/>
                    <a:pt x="25" y="81"/>
                  </a:cubicBezTo>
                  <a:cubicBezTo>
                    <a:pt x="25" y="50"/>
                    <a:pt x="50" y="26"/>
                    <a:pt x="81" y="26"/>
                  </a:cubicBezTo>
                  <a:cubicBezTo>
                    <a:pt x="91" y="26"/>
                    <a:pt x="101" y="29"/>
                    <a:pt x="110" y="34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15" y="5"/>
                    <a:pt x="99" y="0"/>
                    <a:pt x="81" y="0"/>
                  </a:cubicBezTo>
                  <a:cubicBezTo>
                    <a:pt x="36" y="0"/>
                    <a:pt x="0" y="36"/>
                    <a:pt x="0" y="81"/>
                  </a:cubicBezTo>
                  <a:cubicBezTo>
                    <a:pt x="0" y="126"/>
                    <a:pt x="36" y="162"/>
                    <a:pt x="81" y="162"/>
                  </a:cubicBezTo>
                  <a:cubicBezTo>
                    <a:pt x="126" y="162"/>
                    <a:pt x="162" y="126"/>
                    <a:pt x="162" y="81"/>
                  </a:cubicBezTo>
                  <a:cubicBezTo>
                    <a:pt x="162" y="63"/>
                    <a:pt x="156" y="47"/>
                    <a:pt x="147" y="33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33" y="60"/>
                    <a:pt x="136" y="70"/>
                    <a:pt x="136" y="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080AB33D-8974-4733-A7BD-EAC3FB9A6A4D}"/>
                </a:ext>
              </a:extLst>
            </p:cNvPr>
            <p:cNvSpPr/>
            <p:nvPr/>
          </p:nvSpPr>
          <p:spPr bwMode="auto">
            <a:xfrm>
              <a:off x="8885238" y="4052888"/>
              <a:ext cx="111125" cy="112713"/>
            </a:xfrm>
            <a:custGeom>
              <a:gdLst>
                <a:gd name="T0" fmla="*/ 35 w 52"/>
                <a:gd name="T1" fmla="*/ 2 h 52"/>
                <a:gd name="T2" fmla="*/ 26 w 52"/>
                <a:gd name="T3" fmla="*/ 0 h 52"/>
                <a:gd name="T4" fmla="*/ 0 w 52"/>
                <a:gd name="T5" fmla="*/ 26 h 52"/>
                <a:gd name="T6" fmla="*/ 26 w 52"/>
                <a:gd name="T7" fmla="*/ 52 h 52"/>
                <a:gd name="T8" fmla="*/ 52 w 52"/>
                <a:gd name="T9" fmla="*/ 26 h 52"/>
                <a:gd name="T10" fmla="*/ 50 w 52"/>
                <a:gd name="T11" fmla="*/ 17 h 52"/>
                <a:gd name="T12" fmla="*/ 25 w 52"/>
                <a:gd name="T13" fmla="*/ 27 h 52"/>
                <a:gd name="T14" fmla="*/ 35 w 52"/>
                <a:gd name="T15" fmla="*/ 2 h 5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52">
                  <a:moveTo>
                    <a:pt x="35" y="2"/>
                  </a:moveTo>
                  <a:cubicBezTo>
                    <a:pt x="32" y="1"/>
                    <a:pt x="29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0"/>
                    <a:pt x="12" y="52"/>
                    <a:pt x="26" y="52"/>
                  </a:cubicBezTo>
                  <a:cubicBezTo>
                    <a:pt x="40" y="52"/>
                    <a:pt x="52" y="40"/>
                    <a:pt x="52" y="26"/>
                  </a:cubicBezTo>
                  <a:cubicBezTo>
                    <a:pt x="52" y="23"/>
                    <a:pt x="51" y="20"/>
                    <a:pt x="50" y="17"/>
                  </a:cubicBezTo>
                  <a:cubicBezTo>
                    <a:pt x="25" y="27"/>
                    <a:pt x="25" y="27"/>
                    <a:pt x="25" y="27"/>
                  </a:cubicBezTo>
                  <a:lnTo>
                    <a:pt x="35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E7A20DEC-98A7-4E9D-B26E-C00D6ED64F9F}"/>
                </a:ext>
              </a:extLst>
            </p:cNvPr>
            <p:cNvSpPr/>
            <p:nvPr/>
          </p:nvSpPr>
          <p:spPr bwMode="auto">
            <a:xfrm>
              <a:off x="8631238" y="3800476"/>
              <a:ext cx="619125" cy="617538"/>
            </a:xfrm>
            <a:custGeom>
              <a:gdLst>
                <a:gd name="T0" fmla="*/ 241 w 288"/>
                <a:gd name="T1" fmla="*/ 65 h 288"/>
                <a:gd name="T2" fmla="*/ 236 w 288"/>
                <a:gd name="T3" fmla="*/ 70 h 288"/>
                <a:gd name="T4" fmla="*/ 262 w 288"/>
                <a:gd name="T5" fmla="*/ 144 h 288"/>
                <a:gd name="T6" fmla="*/ 144 w 288"/>
                <a:gd name="T7" fmla="*/ 262 h 288"/>
                <a:gd name="T8" fmla="*/ 26 w 288"/>
                <a:gd name="T9" fmla="*/ 144 h 288"/>
                <a:gd name="T10" fmla="*/ 144 w 288"/>
                <a:gd name="T11" fmla="*/ 26 h 288"/>
                <a:gd name="T12" fmla="*/ 218 w 288"/>
                <a:gd name="T13" fmla="*/ 52 h 288"/>
                <a:gd name="T14" fmla="*/ 223 w 288"/>
                <a:gd name="T15" fmla="*/ 47 h 288"/>
                <a:gd name="T16" fmla="*/ 224 w 288"/>
                <a:gd name="T17" fmla="*/ 24 h 288"/>
                <a:gd name="T18" fmla="*/ 144 w 288"/>
                <a:gd name="T19" fmla="*/ 0 h 288"/>
                <a:gd name="T20" fmla="*/ 0 w 288"/>
                <a:gd name="T21" fmla="*/ 144 h 288"/>
                <a:gd name="T22" fmla="*/ 144 w 288"/>
                <a:gd name="T23" fmla="*/ 288 h 288"/>
                <a:gd name="T24" fmla="*/ 288 w 288"/>
                <a:gd name="T25" fmla="*/ 144 h 288"/>
                <a:gd name="T26" fmla="*/ 263 w 288"/>
                <a:gd name="T27" fmla="*/ 64 h 288"/>
                <a:gd name="T28" fmla="*/ 241 w 288"/>
                <a:gd name="T29" fmla="*/ 65 h 28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288">
                  <a:moveTo>
                    <a:pt x="241" y="65"/>
                  </a:moveTo>
                  <a:cubicBezTo>
                    <a:pt x="236" y="70"/>
                    <a:pt x="236" y="70"/>
                    <a:pt x="236" y="70"/>
                  </a:cubicBezTo>
                  <a:cubicBezTo>
                    <a:pt x="252" y="90"/>
                    <a:pt x="262" y="116"/>
                    <a:pt x="262" y="144"/>
                  </a:cubicBezTo>
                  <a:cubicBezTo>
                    <a:pt x="262" y="209"/>
                    <a:pt x="209" y="262"/>
                    <a:pt x="144" y="262"/>
                  </a:cubicBezTo>
                  <a:cubicBezTo>
                    <a:pt x="79" y="262"/>
                    <a:pt x="26" y="209"/>
                    <a:pt x="26" y="144"/>
                  </a:cubicBezTo>
                  <a:cubicBezTo>
                    <a:pt x="26" y="79"/>
                    <a:pt x="79" y="26"/>
                    <a:pt x="144" y="26"/>
                  </a:cubicBezTo>
                  <a:cubicBezTo>
                    <a:pt x="172" y="26"/>
                    <a:pt x="197" y="36"/>
                    <a:pt x="218" y="52"/>
                  </a:cubicBezTo>
                  <a:cubicBezTo>
                    <a:pt x="223" y="47"/>
                    <a:pt x="223" y="47"/>
                    <a:pt x="223" y="47"/>
                  </a:cubicBezTo>
                  <a:cubicBezTo>
                    <a:pt x="224" y="24"/>
                    <a:pt x="224" y="24"/>
                    <a:pt x="224" y="24"/>
                  </a:cubicBezTo>
                  <a:cubicBezTo>
                    <a:pt x="201" y="9"/>
                    <a:pt x="173" y="0"/>
                    <a:pt x="144" y="0"/>
                  </a:cubicBezTo>
                  <a:cubicBezTo>
                    <a:pt x="65" y="0"/>
                    <a:pt x="0" y="65"/>
                    <a:pt x="0" y="144"/>
                  </a:cubicBezTo>
                  <a:cubicBezTo>
                    <a:pt x="0" y="223"/>
                    <a:pt x="65" y="288"/>
                    <a:pt x="144" y="288"/>
                  </a:cubicBezTo>
                  <a:cubicBezTo>
                    <a:pt x="223" y="288"/>
                    <a:pt x="288" y="223"/>
                    <a:pt x="288" y="144"/>
                  </a:cubicBezTo>
                  <a:cubicBezTo>
                    <a:pt x="288" y="114"/>
                    <a:pt x="279" y="87"/>
                    <a:pt x="263" y="64"/>
                  </a:cubicBezTo>
                  <a:lnTo>
                    <a:pt x="241" y="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Freeform 12">
              <a:extLst>
                <a:ext uri="{FF2B5EF4-FFF2-40B4-BE49-F238E27FC236}">
                  <a16:creationId xmlns:a16="http://schemas.microsoft.com/office/drawing/2014/main" id="{B623F32E-73B4-41B0-9856-CB55EE0FE60B}"/>
                </a:ext>
              </a:extLst>
            </p:cNvPr>
            <p:cNvSpPr/>
            <p:nvPr/>
          </p:nvSpPr>
          <p:spPr bwMode="auto">
            <a:xfrm>
              <a:off x="8940801" y="3741738"/>
              <a:ext cx="368300" cy="368300"/>
            </a:xfrm>
            <a:custGeom>
              <a:gdLst>
                <a:gd name="T0" fmla="*/ 176 w 232"/>
                <a:gd name="T1" fmla="*/ 56 h 232"/>
                <a:gd name="T2" fmla="*/ 179 w 232"/>
                <a:gd name="T3" fmla="*/ 0 h 232"/>
                <a:gd name="T4" fmla="*/ 148 w 232"/>
                <a:gd name="T5" fmla="*/ 30 h 232"/>
                <a:gd name="T6" fmla="*/ 118 w 232"/>
                <a:gd name="T7" fmla="*/ 60 h 232"/>
                <a:gd name="T8" fmla="*/ 117 w 232"/>
                <a:gd name="T9" fmla="*/ 104 h 232"/>
                <a:gd name="T10" fmla="*/ 66 w 232"/>
                <a:gd name="T11" fmla="*/ 154 h 232"/>
                <a:gd name="T12" fmla="*/ 23 w 232"/>
                <a:gd name="T13" fmla="*/ 198 h 232"/>
                <a:gd name="T14" fmla="*/ 0 w 232"/>
                <a:gd name="T15" fmla="*/ 232 h 232"/>
                <a:gd name="T16" fmla="*/ 34 w 232"/>
                <a:gd name="T17" fmla="*/ 209 h 232"/>
                <a:gd name="T18" fmla="*/ 77 w 232"/>
                <a:gd name="T19" fmla="*/ 164 h 232"/>
                <a:gd name="T20" fmla="*/ 127 w 232"/>
                <a:gd name="T21" fmla="*/ 115 h 232"/>
                <a:gd name="T22" fmla="*/ 171 w 232"/>
                <a:gd name="T23" fmla="*/ 114 h 232"/>
                <a:gd name="T24" fmla="*/ 201 w 232"/>
                <a:gd name="T25" fmla="*/ 83 h 232"/>
                <a:gd name="T26" fmla="*/ 232 w 232"/>
                <a:gd name="T27" fmla="*/ 53 h 232"/>
                <a:gd name="T28" fmla="*/ 176 w 232"/>
                <a:gd name="T29" fmla="*/ 56 h 23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1" h="231">
                  <a:moveTo>
                    <a:pt x="176" y="56"/>
                  </a:moveTo>
                  <a:lnTo>
                    <a:pt x="179" y="0"/>
                  </a:lnTo>
                  <a:lnTo>
                    <a:pt x="148" y="30"/>
                  </a:lnTo>
                  <a:lnTo>
                    <a:pt x="118" y="60"/>
                  </a:lnTo>
                  <a:lnTo>
                    <a:pt x="117" y="104"/>
                  </a:lnTo>
                  <a:lnTo>
                    <a:pt x="66" y="154"/>
                  </a:lnTo>
                  <a:lnTo>
                    <a:pt x="23" y="198"/>
                  </a:lnTo>
                  <a:lnTo>
                    <a:pt x="0" y="232"/>
                  </a:lnTo>
                  <a:lnTo>
                    <a:pt x="34" y="209"/>
                  </a:lnTo>
                  <a:lnTo>
                    <a:pt x="77" y="164"/>
                  </a:lnTo>
                  <a:lnTo>
                    <a:pt x="127" y="115"/>
                  </a:lnTo>
                  <a:lnTo>
                    <a:pt x="171" y="114"/>
                  </a:lnTo>
                  <a:lnTo>
                    <a:pt x="201" y="83"/>
                  </a:lnTo>
                  <a:lnTo>
                    <a:pt x="232" y="53"/>
                  </a:lnTo>
                  <a:lnTo>
                    <a:pt x="176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7" name="Freeform 13">
            <a:extLst>
              <a:ext uri="{FF2B5EF4-FFF2-40B4-BE49-F238E27FC236}">
                <a16:creationId xmlns:a16="http://schemas.microsoft.com/office/drawing/2014/main" id="{A9A54339-3332-41C8-B26B-17B8973058BE}"/>
              </a:ext>
            </a:extLst>
          </p:cNvPr>
          <p:cNvSpPr>
            <a:spLocks noEditPoints="1"/>
          </p:cNvSpPr>
          <p:nvPr/>
        </p:nvSpPr>
        <p:spPr bwMode="auto">
          <a:xfrm>
            <a:off x="6836039" y="3077521"/>
            <a:ext cx="825083" cy="825082"/>
          </a:xfrm>
          <a:custGeom>
            <a:gdLst>
              <a:gd name="T0" fmla="*/ 0 w 314"/>
              <a:gd name="T1" fmla="*/ 157 h 314"/>
              <a:gd name="T2" fmla="*/ 314 w 314"/>
              <a:gd name="T3" fmla="*/ 157 h 314"/>
              <a:gd name="T4" fmla="*/ 165 w 314"/>
              <a:gd name="T5" fmla="*/ 297 h 314"/>
              <a:gd name="T6" fmla="*/ 165 w 314"/>
              <a:gd name="T7" fmla="*/ 232 h 314"/>
              <a:gd name="T8" fmla="*/ 99 w 314"/>
              <a:gd name="T9" fmla="*/ 244 h 314"/>
              <a:gd name="T10" fmla="*/ 149 w 314"/>
              <a:gd name="T11" fmla="*/ 232 h 314"/>
              <a:gd name="T12" fmla="*/ 230 w 314"/>
              <a:gd name="T13" fmla="*/ 252 h 314"/>
              <a:gd name="T14" fmla="*/ 248 w 314"/>
              <a:gd name="T15" fmla="*/ 265 h 314"/>
              <a:gd name="T16" fmla="*/ 66 w 314"/>
              <a:gd name="T17" fmla="*/ 265 h 314"/>
              <a:gd name="T18" fmla="*/ 84 w 314"/>
              <a:gd name="T19" fmla="*/ 252 h 314"/>
              <a:gd name="T20" fmla="*/ 236 w 314"/>
              <a:gd name="T21" fmla="*/ 236 h 314"/>
              <a:gd name="T22" fmla="*/ 297 w 314"/>
              <a:gd name="T23" fmla="*/ 165 h 314"/>
              <a:gd name="T24" fmla="*/ 236 w 314"/>
              <a:gd name="T25" fmla="*/ 236 h 314"/>
              <a:gd name="T26" fmla="*/ 54 w 314"/>
              <a:gd name="T27" fmla="*/ 253 h 314"/>
              <a:gd name="T28" fmla="*/ 66 w 314"/>
              <a:gd name="T29" fmla="*/ 165 h 314"/>
              <a:gd name="T30" fmla="*/ 165 w 314"/>
              <a:gd name="T31" fmla="*/ 215 h 314"/>
              <a:gd name="T32" fmla="*/ 231 w 314"/>
              <a:gd name="T33" fmla="*/ 165 h 314"/>
              <a:gd name="T34" fmla="*/ 165 w 314"/>
              <a:gd name="T35" fmla="*/ 215 h 314"/>
              <a:gd name="T36" fmla="*/ 93 w 314"/>
              <a:gd name="T37" fmla="*/ 228 h 314"/>
              <a:gd name="T38" fmla="*/ 149 w 314"/>
              <a:gd name="T39" fmla="*/ 165 h 314"/>
              <a:gd name="T40" fmla="*/ 297 w 314"/>
              <a:gd name="T41" fmla="*/ 149 h 314"/>
              <a:gd name="T42" fmla="*/ 236 w 314"/>
              <a:gd name="T43" fmla="*/ 78 h 314"/>
              <a:gd name="T44" fmla="*/ 297 w 314"/>
              <a:gd name="T45" fmla="*/ 149 h 314"/>
              <a:gd name="T46" fmla="*/ 221 w 314"/>
              <a:gd name="T47" fmla="*/ 85 h 314"/>
              <a:gd name="T48" fmla="*/ 165 w 314"/>
              <a:gd name="T49" fmla="*/ 149 h 314"/>
              <a:gd name="T50" fmla="*/ 149 w 314"/>
              <a:gd name="T51" fmla="*/ 149 h 314"/>
              <a:gd name="T52" fmla="*/ 93 w 314"/>
              <a:gd name="T53" fmla="*/ 85 h 314"/>
              <a:gd name="T54" fmla="*/ 149 w 314"/>
              <a:gd name="T55" fmla="*/ 149 h 314"/>
              <a:gd name="T56" fmla="*/ 78 w 314"/>
              <a:gd name="T57" fmla="*/ 78 h 314"/>
              <a:gd name="T58" fmla="*/ 16 w 314"/>
              <a:gd name="T59" fmla="*/ 149 h 314"/>
              <a:gd name="T60" fmla="*/ 165 w 314"/>
              <a:gd name="T61" fmla="*/ 82 h 314"/>
              <a:gd name="T62" fmla="*/ 165 w 314"/>
              <a:gd name="T63" fmla="*/ 17 h 314"/>
              <a:gd name="T64" fmla="*/ 99 w 314"/>
              <a:gd name="T65" fmla="*/ 70 h 314"/>
              <a:gd name="T66" fmla="*/ 149 w 314"/>
              <a:gd name="T67" fmla="*/ 17 h 314"/>
              <a:gd name="T68" fmla="*/ 207 w 314"/>
              <a:gd name="T69" fmla="*/ 25 h 314"/>
              <a:gd name="T70" fmla="*/ 248 w 314"/>
              <a:gd name="T71" fmla="*/ 49 h 314"/>
              <a:gd name="T72" fmla="*/ 66 w 314"/>
              <a:gd name="T73" fmla="*/ 49 h 314"/>
              <a:gd name="T74" fmla="*/ 107 w 314"/>
              <a:gd name="T75" fmla="*/ 25 h 314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14" h="314">
                <a:moveTo>
                  <a:pt x="157" y="314"/>
                </a:moveTo>
                <a:cubicBezTo>
                  <a:pt x="70" y="314"/>
                  <a:pt x="0" y="244"/>
                  <a:pt x="0" y="157"/>
                </a:cubicBezTo>
                <a:cubicBezTo>
                  <a:pt x="0" y="70"/>
                  <a:pt x="70" y="0"/>
                  <a:pt x="157" y="0"/>
                </a:cubicBezTo>
                <a:cubicBezTo>
                  <a:pt x="244" y="0"/>
                  <a:pt x="314" y="70"/>
                  <a:pt x="314" y="157"/>
                </a:cubicBezTo>
                <a:cubicBezTo>
                  <a:pt x="314" y="244"/>
                  <a:pt x="244" y="314"/>
                  <a:pt x="157" y="314"/>
                </a:cubicBezTo>
                <a:close/>
                <a:moveTo>
                  <a:pt x="165" y="297"/>
                </a:moveTo>
                <a:cubicBezTo>
                  <a:pt x="184" y="292"/>
                  <a:pt x="202" y="273"/>
                  <a:pt x="215" y="244"/>
                </a:cubicBezTo>
                <a:cubicBezTo>
                  <a:pt x="199" y="237"/>
                  <a:pt x="182" y="233"/>
                  <a:pt x="165" y="232"/>
                </a:cubicBezTo>
                <a:lnTo>
                  <a:pt x="165" y="297"/>
                </a:lnTo>
                <a:close/>
                <a:moveTo>
                  <a:pt x="99" y="244"/>
                </a:moveTo>
                <a:cubicBezTo>
                  <a:pt x="112" y="273"/>
                  <a:pt x="129" y="292"/>
                  <a:pt x="149" y="297"/>
                </a:cubicBezTo>
                <a:cubicBezTo>
                  <a:pt x="149" y="232"/>
                  <a:pt x="149" y="232"/>
                  <a:pt x="149" y="232"/>
                </a:cubicBezTo>
                <a:cubicBezTo>
                  <a:pt x="131" y="233"/>
                  <a:pt x="115" y="237"/>
                  <a:pt x="99" y="244"/>
                </a:cubicBezTo>
                <a:close/>
                <a:moveTo>
                  <a:pt x="230" y="252"/>
                </a:moveTo>
                <a:cubicBezTo>
                  <a:pt x="223" y="266"/>
                  <a:pt x="216" y="279"/>
                  <a:pt x="207" y="288"/>
                </a:cubicBezTo>
                <a:cubicBezTo>
                  <a:pt x="222" y="283"/>
                  <a:pt x="235" y="275"/>
                  <a:pt x="248" y="265"/>
                </a:cubicBezTo>
                <a:cubicBezTo>
                  <a:pt x="242" y="260"/>
                  <a:pt x="236" y="256"/>
                  <a:pt x="230" y="252"/>
                </a:cubicBezTo>
                <a:close/>
                <a:moveTo>
                  <a:pt x="66" y="265"/>
                </a:moveTo>
                <a:cubicBezTo>
                  <a:pt x="78" y="275"/>
                  <a:pt x="92" y="283"/>
                  <a:pt x="107" y="288"/>
                </a:cubicBezTo>
                <a:cubicBezTo>
                  <a:pt x="98" y="279"/>
                  <a:pt x="90" y="266"/>
                  <a:pt x="84" y="252"/>
                </a:cubicBezTo>
                <a:cubicBezTo>
                  <a:pt x="78" y="256"/>
                  <a:pt x="72" y="260"/>
                  <a:pt x="66" y="265"/>
                </a:cubicBezTo>
                <a:close/>
                <a:moveTo>
                  <a:pt x="236" y="236"/>
                </a:moveTo>
                <a:cubicBezTo>
                  <a:pt x="244" y="241"/>
                  <a:pt x="252" y="247"/>
                  <a:pt x="260" y="253"/>
                </a:cubicBezTo>
                <a:cubicBezTo>
                  <a:pt x="282" y="229"/>
                  <a:pt x="295" y="198"/>
                  <a:pt x="297" y="165"/>
                </a:cubicBezTo>
                <a:cubicBezTo>
                  <a:pt x="248" y="165"/>
                  <a:pt x="248" y="165"/>
                  <a:pt x="248" y="165"/>
                </a:cubicBezTo>
                <a:cubicBezTo>
                  <a:pt x="247" y="190"/>
                  <a:pt x="243" y="215"/>
                  <a:pt x="236" y="236"/>
                </a:cubicBezTo>
                <a:close/>
                <a:moveTo>
                  <a:pt x="16" y="165"/>
                </a:moveTo>
                <a:cubicBezTo>
                  <a:pt x="18" y="198"/>
                  <a:pt x="32" y="229"/>
                  <a:pt x="54" y="253"/>
                </a:cubicBezTo>
                <a:cubicBezTo>
                  <a:pt x="62" y="247"/>
                  <a:pt x="70" y="241"/>
                  <a:pt x="78" y="236"/>
                </a:cubicBezTo>
                <a:cubicBezTo>
                  <a:pt x="71" y="215"/>
                  <a:pt x="67" y="190"/>
                  <a:pt x="66" y="165"/>
                </a:cubicBezTo>
                <a:lnTo>
                  <a:pt x="16" y="165"/>
                </a:lnTo>
                <a:close/>
                <a:moveTo>
                  <a:pt x="165" y="215"/>
                </a:moveTo>
                <a:cubicBezTo>
                  <a:pt x="184" y="216"/>
                  <a:pt x="203" y="221"/>
                  <a:pt x="221" y="228"/>
                </a:cubicBezTo>
                <a:cubicBezTo>
                  <a:pt x="227" y="209"/>
                  <a:pt x="231" y="187"/>
                  <a:pt x="231" y="165"/>
                </a:cubicBezTo>
                <a:cubicBezTo>
                  <a:pt x="165" y="165"/>
                  <a:pt x="165" y="165"/>
                  <a:pt x="165" y="165"/>
                </a:cubicBezTo>
                <a:lnTo>
                  <a:pt x="165" y="215"/>
                </a:lnTo>
                <a:close/>
                <a:moveTo>
                  <a:pt x="83" y="165"/>
                </a:moveTo>
                <a:cubicBezTo>
                  <a:pt x="83" y="187"/>
                  <a:pt x="87" y="209"/>
                  <a:pt x="93" y="228"/>
                </a:cubicBezTo>
                <a:cubicBezTo>
                  <a:pt x="111" y="221"/>
                  <a:pt x="129" y="216"/>
                  <a:pt x="149" y="215"/>
                </a:cubicBezTo>
                <a:cubicBezTo>
                  <a:pt x="149" y="165"/>
                  <a:pt x="149" y="165"/>
                  <a:pt x="149" y="165"/>
                </a:cubicBezTo>
                <a:lnTo>
                  <a:pt x="83" y="165"/>
                </a:lnTo>
                <a:close/>
                <a:moveTo>
                  <a:pt x="297" y="149"/>
                </a:moveTo>
                <a:cubicBezTo>
                  <a:pt x="295" y="116"/>
                  <a:pt x="282" y="85"/>
                  <a:pt x="260" y="61"/>
                </a:cubicBezTo>
                <a:cubicBezTo>
                  <a:pt x="252" y="67"/>
                  <a:pt x="244" y="73"/>
                  <a:pt x="236" y="78"/>
                </a:cubicBezTo>
                <a:cubicBezTo>
                  <a:pt x="243" y="99"/>
                  <a:pt x="247" y="124"/>
                  <a:pt x="248" y="149"/>
                </a:cubicBezTo>
                <a:lnTo>
                  <a:pt x="297" y="149"/>
                </a:lnTo>
                <a:close/>
                <a:moveTo>
                  <a:pt x="231" y="149"/>
                </a:moveTo>
                <a:cubicBezTo>
                  <a:pt x="231" y="127"/>
                  <a:pt x="227" y="105"/>
                  <a:pt x="221" y="85"/>
                </a:cubicBezTo>
                <a:cubicBezTo>
                  <a:pt x="203" y="93"/>
                  <a:pt x="184" y="98"/>
                  <a:pt x="165" y="99"/>
                </a:cubicBezTo>
                <a:cubicBezTo>
                  <a:pt x="165" y="149"/>
                  <a:pt x="165" y="149"/>
                  <a:pt x="165" y="149"/>
                </a:cubicBezTo>
                <a:lnTo>
                  <a:pt x="231" y="149"/>
                </a:lnTo>
                <a:close/>
                <a:moveTo>
                  <a:pt x="149" y="149"/>
                </a:moveTo>
                <a:cubicBezTo>
                  <a:pt x="149" y="99"/>
                  <a:pt x="149" y="99"/>
                  <a:pt x="149" y="99"/>
                </a:cubicBezTo>
                <a:cubicBezTo>
                  <a:pt x="129" y="98"/>
                  <a:pt x="111" y="93"/>
                  <a:pt x="93" y="85"/>
                </a:cubicBezTo>
                <a:cubicBezTo>
                  <a:pt x="87" y="105"/>
                  <a:pt x="83" y="127"/>
                  <a:pt x="83" y="149"/>
                </a:cubicBezTo>
                <a:lnTo>
                  <a:pt x="149" y="149"/>
                </a:lnTo>
                <a:close/>
                <a:moveTo>
                  <a:pt x="66" y="149"/>
                </a:moveTo>
                <a:cubicBezTo>
                  <a:pt x="67" y="124"/>
                  <a:pt x="71" y="99"/>
                  <a:pt x="78" y="78"/>
                </a:cubicBezTo>
                <a:cubicBezTo>
                  <a:pt x="70" y="73"/>
                  <a:pt x="62" y="67"/>
                  <a:pt x="54" y="61"/>
                </a:cubicBezTo>
                <a:cubicBezTo>
                  <a:pt x="32" y="85"/>
                  <a:pt x="18" y="116"/>
                  <a:pt x="16" y="149"/>
                </a:cubicBezTo>
                <a:lnTo>
                  <a:pt x="66" y="149"/>
                </a:lnTo>
                <a:close/>
                <a:moveTo>
                  <a:pt x="165" y="82"/>
                </a:moveTo>
                <a:cubicBezTo>
                  <a:pt x="182" y="81"/>
                  <a:pt x="199" y="77"/>
                  <a:pt x="215" y="70"/>
                </a:cubicBezTo>
                <a:cubicBezTo>
                  <a:pt x="202" y="40"/>
                  <a:pt x="184" y="21"/>
                  <a:pt x="165" y="17"/>
                </a:cubicBezTo>
                <a:lnTo>
                  <a:pt x="165" y="82"/>
                </a:lnTo>
                <a:close/>
                <a:moveTo>
                  <a:pt x="99" y="70"/>
                </a:moveTo>
                <a:cubicBezTo>
                  <a:pt x="115" y="77"/>
                  <a:pt x="131" y="81"/>
                  <a:pt x="149" y="82"/>
                </a:cubicBezTo>
                <a:cubicBezTo>
                  <a:pt x="149" y="17"/>
                  <a:pt x="149" y="17"/>
                  <a:pt x="149" y="17"/>
                </a:cubicBezTo>
                <a:cubicBezTo>
                  <a:pt x="129" y="21"/>
                  <a:pt x="112" y="40"/>
                  <a:pt x="99" y="70"/>
                </a:cubicBezTo>
                <a:close/>
                <a:moveTo>
                  <a:pt x="207" y="25"/>
                </a:moveTo>
                <a:cubicBezTo>
                  <a:pt x="216" y="35"/>
                  <a:pt x="223" y="48"/>
                  <a:pt x="230" y="62"/>
                </a:cubicBezTo>
                <a:cubicBezTo>
                  <a:pt x="236" y="58"/>
                  <a:pt x="242" y="54"/>
                  <a:pt x="248" y="49"/>
                </a:cubicBezTo>
                <a:cubicBezTo>
                  <a:pt x="235" y="39"/>
                  <a:pt x="222" y="31"/>
                  <a:pt x="207" y="25"/>
                </a:cubicBezTo>
                <a:close/>
                <a:moveTo>
                  <a:pt x="66" y="49"/>
                </a:moveTo>
                <a:cubicBezTo>
                  <a:pt x="72" y="54"/>
                  <a:pt x="78" y="58"/>
                  <a:pt x="84" y="62"/>
                </a:cubicBezTo>
                <a:cubicBezTo>
                  <a:pt x="90" y="48"/>
                  <a:pt x="98" y="35"/>
                  <a:pt x="107" y="25"/>
                </a:cubicBezTo>
                <a:cubicBezTo>
                  <a:pt x="92" y="31"/>
                  <a:pt x="78" y="39"/>
                  <a:pt x="66" y="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9E71CCB-881A-4987-8C4A-540F7DA8DD80}"/>
              </a:ext>
            </a:extLst>
          </p:cNvPr>
          <p:cNvGrpSpPr/>
          <p:nvPr/>
        </p:nvGrpSpPr>
        <p:grpSpPr>
          <a:xfrm>
            <a:off x="4523483" y="3054279"/>
            <a:ext cx="858009" cy="850262"/>
            <a:chOff x="4806951" y="3760788"/>
            <a:chExt cx="703263" cy="6969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CB54B8D4-7C9C-49E8-9AAD-0A2268347FD6}"/>
                </a:ext>
              </a:extLst>
            </p:cNvPr>
            <p:cNvSpPr/>
            <p:nvPr/>
          </p:nvSpPr>
          <p:spPr bwMode="auto">
            <a:xfrm>
              <a:off x="5110163" y="3825875"/>
              <a:ext cx="323850" cy="196850"/>
            </a:xfrm>
            <a:custGeom>
              <a:gdLst>
                <a:gd name="T0" fmla="*/ 24 w 150"/>
                <a:gd name="T1" fmla="*/ 55 h 92"/>
                <a:gd name="T2" fmla="*/ 126 w 150"/>
                <a:gd name="T3" fmla="*/ 55 h 92"/>
                <a:gd name="T4" fmla="*/ 145 w 150"/>
                <a:gd name="T5" fmla="*/ 92 h 92"/>
                <a:gd name="T6" fmla="*/ 126 w 150"/>
                <a:gd name="T7" fmla="*/ 28 h 92"/>
                <a:gd name="T8" fmla="*/ 24 w 150"/>
                <a:gd name="T9" fmla="*/ 28 h 92"/>
                <a:gd name="T10" fmla="*/ 5 w 150"/>
                <a:gd name="T11" fmla="*/ 92 h 92"/>
                <a:gd name="T12" fmla="*/ 24 w 150"/>
                <a:gd name="T13" fmla="*/ 55 h 9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92">
                  <a:moveTo>
                    <a:pt x="24" y="55"/>
                  </a:moveTo>
                  <a:cubicBezTo>
                    <a:pt x="52" y="27"/>
                    <a:pt x="98" y="27"/>
                    <a:pt x="126" y="55"/>
                  </a:cubicBezTo>
                  <a:cubicBezTo>
                    <a:pt x="136" y="66"/>
                    <a:pt x="143" y="79"/>
                    <a:pt x="145" y="92"/>
                  </a:cubicBezTo>
                  <a:cubicBezTo>
                    <a:pt x="150" y="70"/>
                    <a:pt x="143" y="45"/>
                    <a:pt x="126" y="28"/>
                  </a:cubicBezTo>
                  <a:cubicBezTo>
                    <a:pt x="98" y="0"/>
                    <a:pt x="52" y="0"/>
                    <a:pt x="24" y="28"/>
                  </a:cubicBezTo>
                  <a:cubicBezTo>
                    <a:pt x="7" y="45"/>
                    <a:pt x="0" y="70"/>
                    <a:pt x="5" y="92"/>
                  </a:cubicBezTo>
                  <a:cubicBezTo>
                    <a:pt x="7" y="79"/>
                    <a:pt x="14" y="66"/>
                    <a:pt x="24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1FA0E1EE-5641-4664-B68E-9DF0FB42E44A}"/>
                </a:ext>
              </a:extLst>
            </p:cNvPr>
            <p:cNvSpPr/>
            <p:nvPr/>
          </p:nvSpPr>
          <p:spPr bwMode="auto">
            <a:xfrm>
              <a:off x="5151438" y="4089401"/>
              <a:ext cx="219075" cy="73025"/>
            </a:xfrm>
            <a:custGeom>
              <a:gdLst>
                <a:gd name="T0" fmla="*/ 0 w 102"/>
                <a:gd name="T1" fmla="*/ 0 h 34"/>
                <a:gd name="T2" fmla="*/ 5 w 102"/>
                <a:gd name="T3" fmla="*/ 6 h 34"/>
                <a:gd name="T4" fmla="*/ 102 w 102"/>
                <a:gd name="T5" fmla="*/ 11 h 34"/>
                <a:gd name="T6" fmla="*/ 0 w 102"/>
                <a:gd name="T7" fmla="*/ 0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2" h="34">
                  <a:moveTo>
                    <a:pt x="0" y="0"/>
                  </a:moveTo>
                  <a:cubicBezTo>
                    <a:pt x="1" y="2"/>
                    <a:pt x="3" y="4"/>
                    <a:pt x="5" y="6"/>
                  </a:cubicBezTo>
                  <a:cubicBezTo>
                    <a:pt x="32" y="33"/>
                    <a:pt x="74" y="34"/>
                    <a:pt x="102" y="11"/>
                  </a:cubicBezTo>
                  <a:cubicBezTo>
                    <a:pt x="69" y="27"/>
                    <a:pt x="29" y="2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7DE11F53-9F55-485C-B54B-9A4E1576B2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6951" y="3760788"/>
              <a:ext cx="703263" cy="696913"/>
            </a:xfrm>
            <a:custGeom>
              <a:gdLst>
                <a:gd name="T0" fmla="*/ 287 w 327"/>
                <a:gd name="T1" fmla="*/ 180 h 324"/>
                <a:gd name="T2" fmla="*/ 283 w 327"/>
                <a:gd name="T3" fmla="*/ 34 h 324"/>
                <a:gd name="T4" fmla="*/ 151 w 327"/>
                <a:gd name="T5" fmla="*/ 33 h 324"/>
                <a:gd name="T6" fmla="*/ 140 w 327"/>
                <a:gd name="T7" fmla="*/ 174 h 324"/>
                <a:gd name="T8" fmla="*/ 123 w 327"/>
                <a:gd name="T9" fmla="*/ 191 h 324"/>
                <a:gd name="T10" fmla="*/ 120 w 327"/>
                <a:gd name="T11" fmla="*/ 188 h 324"/>
                <a:gd name="T12" fmla="*/ 5 w 327"/>
                <a:gd name="T13" fmla="*/ 303 h 324"/>
                <a:gd name="T14" fmla="*/ 5 w 327"/>
                <a:gd name="T15" fmla="*/ 320 h 324"/>
                <a:gd name="T16" fmla="*/ 5 w 327"/>
                <a:gd name="T17" fmla="*/ 320 h 324"/>
                <a:gd name="T18" fmla="*/ 22 w 327"/>
                <a:gd name="T19" fmla="*/ 320 h 324"/>
                <a:gd name="T20" fmla="*/ 137 w 327"/>
                <a:gd name="T21" fmla="*/ 205 h 324"/>
                <a:gd name="T22" fmla="*/ 133 w 327"/>
                <a:gd name="T23" fmla="*/ 202 h 324"/>
                <a:gd name="T24" fmla="*/ 150 w 327"/>
                <a:gd name="T25" fmla="*/ 184 h 324"/>
                <a:gd name="T26" fmla="*/ 287 w 327"/>
                <a:gd name="T27" fmla="*/ 180 h 324"/>
                <a:gd name="T28" fmla="*/ 159 w 327"/>
                <a:gd name="T29" fmla="*/ 51 h 324"/>
                <a:gd name="T30" fmla="*/ 273 w 327"/>
                <a:gd name="T31" fmla="*/ 51 h 324"/>
                <a:gd name="T32" fmla="*/ 273 w 327"/>
                <a:gd name="T33" fmla="*/ 166 h 324"/>
                <a:gd name="T34" fmla="*/ 159 w 327"/>
                <a:gd name="T35" fmla="*/ 166 h 324"/>
                <a:gd name="T36" fmla="*/ 159 w 327"/>
                <a:gd name="T37" fmla="*/ 51 h 32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7" h="324">
                  <a:moveTo>
                    <a:pt x="287" y="180"/>
                  </a:moveTo>
                  <a:cubicBezTo>
                    <a:pt x="327" y="139"/>
                    <a:pt x="326" y="73"/>
                    <a:pt x="283" y="34"/>
                  </a:cubicBezTo>
                  <a:cubicBezTo>
                    <a:pt x="246" y="1"/>
                    <a:pt x="188" y="0"/>
                    <a:pt x="151" y="33"/>
                  </a:cubicBezTo>
                  <a:cubicBezTo>
                    <a:pt x="108" y="70"/>
                    <a:pt x="105" y="133"/>
                    <a:pt x="140" y="174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0" y="188"/>
                    <a:pt x="120" y="188"/>
                    <a:pt x="120" y="188"/>
                  </a:cubicBezTo>
                  <a:cubicBezTo>
                    <a:pt x="5" y="303"/>
                    <a:pt x="5" y="303"/>
                    <a:pt x="5" y="303"/>
                  </a:cubicBezTo>
                  <a:cubicBezTo>
                    <a:pt x="0" y="307"/>
                    <a:pt x="0" y="315"/>
                    <a:pt x="5" y="320"/>
                  </a:cubicBezTo>
                  <a:cubicBezTo>
                    <a:pt x="5" y="320"/>
                    <a:pt x="5" y="320"/>
                    <a:pt x="5" y="320"/>
                  </a:cubicBezTo>
                  <a:cubicBezTo>
                    <a:pt x="10" y="324"/>
                    <a:pt x="17" y="324"/>
                    <a:pt x="22" y="320"/>
                  </a:cubicBezTo>
                  <a:cubicBezTo>
                    <a:pt x="137" y="205"/>
                    <a:pt x="137" y="205"/>
                    <a:pt x="137" y="205"/>
                  </a:cubicBezTo>
                  <a:cubicBezTo>
                    <a:pt x="133" y="202"/>
                    <a:pt x="133" y="202"/>
                    <a:pt x="133" y="202"/>
                  </a:cubicBezTo>
                  <a:cubicBezTo>
                    <a:pt x="150" y="184"/>
                    <a:pt x="150" y="184"/>
                    <a:pt x="150" y="184"/>
                  </a:cubicBezTo>
                  <a:cubicBezTo>
                    <a:pt x="190" y="219"/>
                    <a:pt x="250" y="217"/>
                    <a:pt x="287" y="180"/>
                  </a:cubicBezTo>
                  <a:close/>
                  <a:moveTo>
                    <a:pt x="159" y="51"/>
                  </a:moveTo>
                  <a:cubicBezTo>
                    <a:pt x="190" y="20"/>
                    <a:pt x="242" y="20"/>
                    <a:pt x="273" y="51"/>
                  </a:cubicBezTo>
                  <a:cubicBezTo>
                    <a:pt x="305" y="83"/>
                    <a:pt x="305" y="134"/>
                    <a:pt x="273" y="166"/>
                  </a:cubicBezTo>
                  <a:cubicBezTo>
                    <a:pt x="242" y="198"/>
                    <a:pt x="190" y="198"/>
                    <a:pt x="159" y="166"/>
                  </a:cubicBezTo>
                  <a:cubicBezTo>
                    <a:pt x="127" y="134"/>
                    <a:pt x="127" y="83"/>
                    <a:pt x="159" y="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C0F33BE5-7279-4525-B62A-715C4E913C30}"/>
              </a:ext>
            </a:extLst>
          </p:cNvPr>
          <p:cNvGrpSpPr/>
          <p:nvPr/>
        </p:nvGrpSpPr>
        <p:grpSpPr>
          <a:xfrm>
            <a:off x="2220611" y="3085268"/>
            <a:ext cx="825083" cy="807652"/>
            <a:chOff x="2919413" y="3786188"/>
            <a:chExt cx="676275" cy="66198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75D2B2E8-32F6-4309-91CA-225C8A6B65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6088" y="3867151"/>
              <a:ext cx="542925" cy="581025"/>
            </a:xfrm>
            <a:custGeom>
              <a:gdLst>
                <a:gd name="T0" fmla="*/ 126 w 252"/>
                <a:gd name="T1" fmla="*/ 0 h 271"/>
                <a:gd name="T2" fmla="*/ 0 w 252"/>
                <a:gd name="T3" fmla="*/ 95 h 271"/>
                <a:gd name="T4" fmla="*/ 0 w 252"/>
                <a:gd name="T5" fmla="*/ 271 h 271"/>
                <a:gd name="T6" fmla="*/ 252 w 252"/>
                <a:gd name="T7" fmla="*/ 271 h 271"/>
                <a:gd name="T8" fmla="*/ 252 w 252"/>
                <a:gd name="T9" fmla="*/ 95 h 271"/>
                <a:gd name="T10" fmla="*/ 126 w 252"/>
                <a:gd name="T11" fmla="*/ 0 h 271"/>
                <a:gd name="T12" fmla="*/ 126 w 252"/>
                <a:gd name="T13" fmla="*/ 38 h 271"/>
                <a:gd name="T14" fmla="*/ 145 w 252"/>
                <a:gd name="T15" fmla="*/ 57 h 271"/>
                <a:gd name="T16" fmla="*/ 126 w 252"/>
                <a:gd name="T17" fmla="*/ 76 h 271"/>
                <a:gd name="T18" fmla="*/ 107 w 252"/>
                <a:gd name="T19" fmla="*/ 57 h 271"/>
                <a:gd name="T20" fmla="*/ 126 w 252"/>
                <a:gd name="T21" fmla="*/ 38 h 271"/>
                <a:gd name="T22" fmla="*/ 170 w 252"/>
                <a:gd name="T23" fmla="*/ 214 h 271"/>
                <a:gd name="T24" fmla="*/ 82 w 252"/>
                <a:gd name="T25" fmla="*/ 214 h 271"/>
                <a:gd name="T26" fmla="*/ 82 w 252"/>
                <a:gd name="T27" fmla="*/ 126 h 271"/>
                <a:gd name="T28" fmla="*/ 170 w 252"/>
                <a:gd name="T29" fmla="*/ 126 h 271"/>
                <a:gd name="T30" fmla="*/ 170 w 252"/>
                <a:gd name="T31" fmla="*/ 214 h 27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1" h="271">
                  <a:moveTo>
                    <a:pt x="126" y="0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271"/>
                    <a:pt x="0" y="271"/>
                    <a:pt x="0" y="271"/>
                  </a:cubicBezTo>
                  <a:cubicBezTo>
                    <a:pt x="252" y="271"/>
                    <a:pt x="252" y="271"/>
                    <a:pt x="252" y="271"/>
                  </a:cubicBezTo>
                  <a:cubicBezTo>
                    <a:pt x="252" y="95"/>
                    <a:pt x="252" y="95"/>
                    <a:pt x="252" y="95"/>
                  </a:cubicBezTo>
                  <a:lnTo>
                    <a:pt x="126" y="0"/>
                  </a:lnTo>
                  <a:close/>
                  <a:moveTo>
                    <a:pt x="126" y="38"/>
                  </a:moveTo>
                  <a:cubicBezTo>
                    <a:pt x="136" y="38"/>
                    <a:pt x="145" y="47"/>
                    <a:pt x="145" y="57"/>
                  </a:cubicBezTo>
                  <a:cubicBezTo>
                    <a:pt x="145" y="68"/>
                    <a:pt x="136" y="76"/>
                    <a:pt x="126" y="76"/>
                  </a:cubicBezTo>
                  <a:cubicBezTo>
                    <a:pt x="116" y="76"/>
                    <a:pt x="107" y="68"/>
                    <a:pt x="107" y="57"/>
                  </a:cubicBezTo>
                  <a:cubicBezTo>
                    <a:pt x="107" y="47"/>
                    <a:pt x="116" y="38"/>
                    <a:pt x="126" y="38"/>
                  </a:cubicBezTo>
                  <a:close/>
                  <a:moveTo>
                    <a:pt x="170" y="214"/>
                  </a:moveTo>
                  <a:cubicBezTo>
                    <a:pt x="82" y="214"/>
                    <a:pt x="82" y="214"/>
                    <a:pt x="82" y="214"/>
                  </a:cubicBezTo>
                  <a:cubicBezTo>
                    <a:pt x="82" y="126"/>
                    <a:pt x="82" y="126"/>
                    <a:pt x="82" y="126"/>
                  </a:cubicBezTo>
                  <a:cubicBezTo>
                    <a:pt x="170" y="126"/>
                    <a:pt x="170" y="126"/>
                    <a:pt x="170" y="126"/>
                  </a:cubicBezTo>
                  <a:lnTo>
                    <a:pt x="170" y="2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Rectangle 18">
              <a:extLst>
                <a:ext uri="{FF2B5EF4-FFF2-40B4-BE49-F238E27FC236}">
                  <a16:creationId xmlns:a16="http://schemas.microsoft.com/office/drawing/2014/main" id="{E2C0F87D-247D-47B3-BE9B-6DD2EE732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851" y="4137026"/>
              <a:ext cx="25400" cy="1889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Rectangle 19">
              <a:extLst>
                <a:ext uri="{FF2B5EF4-FFF2-40B4-BE49-F238E27FC236}">
                  <a16:creationId xmlns:a16="http://schemas.microsoft.com/office/drawing/2014/main" id="{7CE4A919-97BC-4AEA-86B8-252283CC3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2301" y="4219576"/>
              <a:ext cx="190500" cy="269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25B3A9F2-85C7-4464-A317-4C4CFEEA2853}"/>
                </a:ext>
              </a:extLst>
            </p:cNvPr>
            <p:cNvSpPr/>
            <p:nvPr/>
          </p:nvSpPr>
          <p:spPr bwMode="auto">
            <a:xfrm>
              <a:off x="2919413" y="3786188"/>
              <a:ext cx="676275" cy="293688"/>
            </a:xfrm>
            <a:custGeom>
              <a:gdLst>
                <a:gd name="T0" fmla="*/ 310 w 314"/>
                <a:gd name="T1" fmla="*/ 115 h 136"/>
                <a:gd name="T2" fmla="*/ 283 w 314"/>
                <a:gd name="T3" fmla="*/ 94 h 136"/>
                <a:gd name="T4" fmla="*/ 157 w 314"/>
                <a:gd name="T5" fmla="*/ 0 h 136"/>
                <a:gd name="T6" fmla="*/ 100 w 314"/>
                <a:gd name="T7" fmla="*/ 42 h 136"/>
                <a:gd name="T8" fmla="*/ 100 w 314"/>
                <a:gd name="T9" fmla="*/ 20 h 136"/>
                <a:gd name="T10" fmla="*/ 93 w 314"/>
                <a:gd name="T11" fmla="*/ 12 h 136"/>
                <a:gd name="T12" fmla="*/ 89 w 314"/>
                <a:gd name="T13" fmla="*/ 12 h 136"/>
                <a:gd name="T14" fmla="*/ 82 w 314"/>
                <a:gd name="T15" fmla="*/ 20 h 136"/>
                <a:gd name="T16" fmla="*/ 82 w 314"/>
                <a:gd name="T17" fmla="*/ 56 h 136"/>
                <a:gd name="T18" fmla="*/ 31 w 314"/>
                <a:gd name="T19" fmla="*/ 94 h 136"/>
                <a:gd name="T20" fmla="*/ 4 w 314"/>
                <a:gd name="T21" fmla="*/ 115 h 136"/>
                <a:gd name="T22" fmla="*/ 0 w 314"/>
                <a:gd name="T23" fmla="*/ 123 h 136"/>
                <a:gd name="T24" fmla="*/ 0 w 314"/>
                <a:gd name="T25" fmla="*/ 123 h 136"/>
                <a:gd name="T26" fmla="*/ 16 w 314"/>
                <a:gd name="T27" fmla="*/ 131 h 136"/>
                <a:gd name="T28" fmla="*/ 31 w 314"/>
                <a:gd name="T29" fmla="*/ 119 h 136"/>
                <a:gd name="T30" fmla="*/ 157 w 314"/>
                <a:gd name="T31" fmla="*/ 25 h 136"/>
                <a:gd name="T32" fmla="*/ 283 w 314"/>
                <a:gd name="T33" fmla="*/ 119 h 136"/>
                <a:gd name="T34" fmla="*/ 298 w 314"/>
                <a:gd name="T35" fmla="*/ 131 h 136"/>
                <a:gd name="T36" fmla="*/ 314 w 314"/>
                <a:gd name="T37" fmla="*/ 123 h 136"/>
                <a:gd name="T38" fmla="*/ 314 w 314"/>
                <a:gd name="T39" fmla="*/ 123 h 136"/>
                <a:gd name="T40" fmla="*/ 310 w 314"/>
                <a:gd name="T41" fmla="*/ 115 h 13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4" h="136">
                  <a:moveTo>
                    <a:pt x="310" y="115"/>
                  </a:moveTo>
                  <a:cubicBezTo>
                    <a:pt x="283" y="94"/>
                    <a:pt x="283" y="94"/>
                    <a:pt x="283" y="94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16"/>
                    <a:pt x="97" y="12"/>
                    <a:pt x="93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5" y="12"/>
                    <a:pt x="82" y="16"/>
                    <a:pt x="82" y="20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4" y="115"/>
                    <a:pt x="4" y="115"/>
                    <a:pt x="4" y="115"/>
                  </a:cubicBezTo>
                  <a:cubicBezTo>
                    <a:pt x="1" y="117"/>
                    <a:pt x="0" y="120"/>
                    <a:pt x="0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1"/>
                    <a:pt x="9" y="136"/>
                    <a:pt x="16" y="131"/>
                  </a:cubicBezTo>
                  <a:cubicBezTo>
                    <a:pt x="31" y="119"/>
                    <a:pt x="31" y="119"/>
                    <a:pt x="31" y="119"/>
                  </a:cubicBezTo>
                  <a:cubicBezTo>
                    <a:pt x="157" y="25"/>
                    <a:pt x="157" y="25"/>
                    <a:pt x="157" y="25"/>
                  </a:cubicBezTo>
                  <a:cubicBezTo>
                    <a:pt x="283" y="119"/>
                    <a:pt x="283" y="119"/>
                    <a:pt x="283" y="119"/>
                  </a:cubicBezTo>
                  <a:cubicBezTo>
                    <a:pt x="298" y="131"/>
                    <a:pt x="298" y="131"/>
                    <a:pt x="298" y="131"/>
                  </a:cubicBezTo>
                  <a:cubicBezTo>
                    <a:pt x="305" y="136"/>
                    <a:pt x="314" y="131"/>
                    <a:pt x="314" y="123"/>
                  </a:cubicBezTo>
                  <a:cubicBezTo>
                    <a:pt x="314" y="123"/>
                    <a:pt x="314" y="123"/>
                    <a:pt x="314" y="123"/>
                  </a:cubicBezTo>
                  <a:cubicBezTo>
                    <a:pt x="314" y="120"/>
                    <a:pt x="313" y="117"/>
                    <a:pt x="310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B08FA270-F9F5-4806-B671-8A79AFED545F}"/>
              </a:ext>
            </a:extLst>
          </p:cNvPr>
          <p:cNvGrpSpPr/>
          <p:nvPr/>
        </p:nvGrpSpPr>
        <p:grpSpPr>
          <a:xfrm>
            <a:off x="2623468" y="1605374"/>
            <a:ext cx="6943478" cy="1138538"/>
            <a:chOff x="2623468" y="1903758"/>
            <a:chExt cx="6943478" cy="1138538"/>
          </a:xfrm>
        </p:grpSpPr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CD26349C-4294-4B49-8318-888E360A3A18}"/>
                </a:ext>
              </a:extLst>
            </p:cNvPr>
            <p:cNvSpPr/>
            <p:nvPr/>
          </p:nvSpPr>
          <p:spPr bwMode="auto">
            <a:xfrm>
              <a:off x="6082617" y="1903758"/>
              <a:ext cx="23242" cy="180000"/>
            </a:xfrm>
            <a:custGeom>
              <a:gdLst>
                <a:gd name="T0" fmla="*/ 5 w 9"/>
                <a:gd name="T1" fmla="*/ 191 h 191"/>
                <a:gd name="T2" fmla="*/ 0 w 9"/>
                <a:gd name="T3" fmla="*/ 187 h 191"/>
                <a:gd name="T4" fmla="*/ 0 w 9"/>
                <a:gd name="T5" fmla="*/ 5 h 191"/>
                <a:gd name="T6" fmla="*/ 5 w 9"/>
                <a:gd name="T7" fmla="*/ 0 h 191"/>
                <a:gd name="T8" fmla="*/ 9 w 9"/>
                <a:gd name="T9" fmla="*/ 5 h 191"/>
                <a:gd name="T10" fmla="*/ 9 w 9"/>
                <a:gd name="T11" fmla="*/ 187 h 191"/>
                <a:gd name="T12" fmla="*/ 5 w 9"/>
                <a:gd name="T13" fmla="*/ 191 h 19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91">
                  <a:moveTo>
                    <a:pt x="5" y="191"/>
                  </a:moveTo>
                  <a:cubicBezTo>
                    <a:pt x="2" y="191"/>
                    <a:pt x="0" y="189"/>
                    <a:pt x="0" y="18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2"/>
                    <a:pt x="9" y="5"/>
                  </a:cubicBezTo>
                  <a:cubicBezTo>
                    <a:pt x="9" y="187"/>
                    <a:pt x="9" y="187"/>
                    <a:pt x="9" y="187"/>
                  </a:cubicBezTo>
                  <a:cubicBezTo>
                    <a:pt x="9" y="189"/>
                    <a:pt x="7" y="191"/>
                    <a:pt x="5" y="191"/>
                  </a:cubicBezTo>
                  <a:close/>
                </a:path>
              </a:pathLst>
            </a:custGeom>
            <a:solidFill>
              <a:srgbClr val="8D8D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63818017-C8B0-4A30-899A-2737FA49EFB5}"/>
                </a:ext>
              </a:extLst>
            </p:cNvPr>
            <p:cNvSpPr/>
            <p:nvPr/>
          </p:nvSpPr>
          <p:spPr bwMode="auto">
            <a:xfrm>
              <a:off x="2623468" y="2862296"/>
              <a:ext cx="25200" cy="180000"/>
            </a:xfrm>
            <a:custGeom>
              <a:gdLst>
                <a:gd name="T0" fmla="*/ 4 w 8"/>
                <a:gd name="T1" fmla="*/ 120 h 120"/>
                <a:gd name="T2" fmla="*/ 0 w 8"/>
                <a:gd name="T3" fmla="*/ 116 h 120"/>
                <a:gd name="T4" fmla="*/ 0 w 8"/>
                <a:gd name="T5" fmla="*/ 4 h 120"/>
                <a:gd name="T6" fmla="*/ 4 w 8"/>
                <a:gd name="T7" fmla="*/ 0 h 120"/>
                <a:gd name="T8" fmla="*/ 8 w 8"/>
                <a:gd name="T9" fmla="*/ 4 h 120"/>
                <a:gd name="T10" fmla="*/ 8 w 8"/>
                <a:gd name="T11" fmla="*/ 116 h 120"/>
                <a:gd name="T12" fmla="*/ 4 w 8"/>
                <a:gd name="T13" fmla="*/ 120 h 1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20">
                  <a:moveTo>
                    <a:pt x="4" y="120"/>
                  </a:moveTo>
                  <a:cubicBezTo>
                    <a:pt x="2" y="120"/>
                    <a:pt x="0" y="118"/>
                    <a:pt x="0" y="11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8"/>
                    <a:pt x="6" y="120"/>
                    <a:pt x="4" y="120"/>
                  </a:cubicBezTo>
                  <a:close/>
                </a:path>
              </a:pathLst>
            </a:custGeom>
            <a:solidFill>
              <a:srgbClr val="8D8D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1FC38DDF-891B-4BB6-BFCA-3F357C46BF88}"/>
                </a:ext>
              </a:extLst>
            </p:cNvPr>
            <p:cNvSpPr/>
            <p:nvPr/>
          </p:nvSpPr>
          <p:spPr bwMode="auto">
            <a:xfrm>
              <a:off x="4930214" y="2862296"/>
              <a:ext cx="21306" cy="180000"/>
            </a:xfrm>
            <a:custGeom>
              <a:gdLst>
                <a:gd name="T0" fmla="*/ 4 w 8"/>
                <a:gd name="T1" fmla="*/ 120 h 120"/>
                <a:gd name="T2" fmla="*/ 0 w 8"/>
                <a:gd name="T3" fmla="*/ 116 h 120"/>
                <a:gd name="T4" fmla="*/ 0 w 8"/>
                <a:gd name="T5" fmla="*/ 4 h 120"/>
                <a:gd name="T6" fmla="*/ 4 w 8"/>
                <a:gd name="T7" fmla="*/ 0 h 120"/>
                <a:gd name="T8" fmla="*/ 8 w 8"/>
                <a:gd name="T9" fmla="*/ 4 h 120"/>
                <a:gd name="T10" fmla="*/ 8 w 8"/>
                <a:gd name="T11" fmla="*/ 116 h 120"/>
                <a:gd name="T12" fmla="*/ 4 w 8"/>
                <a:gd name="T13" fmla="*/ 120 h 1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20">
                  <a:moveTo>
                    <a:pt x="4" y="120"/>
                  </a:moveTo>
                  <a:cubicBezTo>
                    <a:pt x="2" y="120"/>
                    <a:pt x="0" y="118"/>
                    <a:pt x="0" y="11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8"/>
                    <a:pt x="6" y="120"/>
                    <a:pt x="4" y="120"/>
                  </a:cubicBezTo>
                  <a:close/>
                </a:path>
              </a:pathLst>
            </a:custGeom>
            <a:solidFill>
              <a:srgbClr val="8D8D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Freeform 24">
              <a:extLst>
                <a:ext uri="{FF2B5EF4-FFF2-40B4-BE49-F238E27FC236}">
                  <a16:creationId xmlns:a16="http://schemas.microsoft.com/office/drawing/2014/main" id="{7744D77D-A75E-4C06-B048-9EF2C9FB53B3}"/>
                </a:ext>
              </a:extLst>
            </p:cNvPr>
            <p:cNvSpPr/>
            <p:nvPr/>
          </p:nvSpPr>
          <p:spPr bwMode="auto">
            <a:xfrm>
              <a:off x="7238896" y="2862296"/>
              <a:ext cx="21600" cy="180000"/>
            </a:xfrm>
            <a:custGeom>
              <a:gdLst>
                <a:gd name="T0" fmla="*/ 4 w 8"/>
                <a:gd name="T1" fmla="*/ 120 h 120"/>
                <a:gd name="T2" fmla="*/ 0 w 8"/>
                <a:gd name="T3" fmla="*/ 116 h 120"/>
                <a:gd name="T4" fmla="*/ 0 w 8"/>
                <a:gd name="T5" fmla="*/ 4 h 120"/>
                <a:gd name="T6" fmla="*/ 4 w 8"/>
                <a:gd name="T7" fmla="*/ 0 h 120"/>
                <a:gd name="T8" fmla="*/ 8 w 8"/>
                <a:gd name="T9" fmla="*/ 4 h 120"/>
                <a:gd name="T10" fmla="*/ 8 w 8"/>
                <a:gd name="T11" fmla="*/ 116 h 120"/>
                <a:gd name="T12" fmla="*/ 4 w 8"/>
                <a:gd name="T13" fmla="*/ 120 h 1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20">
                  <a:moveTo>
                    <a:pt x="4" y="120"/>
                  </a:moveTo>
                  <a:cubicBezTo>
                    <a:pt x="1" y="120"/>
                    <a:pt x="0" y="118"/>
                    <a:pt x="0" y="11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8"/>
                    <a:pt x="6" y="120"/>
                    <a:pt x="4" y="120"/>
                  </a:cubicBezTo>
                  <a:close/>
                </a:path>
              </a:pathLst>
            </a:custGeom>
            <a:solidFill>
              <a:srgbClr val="8D8D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34DAD549-F249-4272-B899-E2DC66D5AE5C}"/>
                </a:ext>
              </a:extLst>
            </p:cNvPr>
            <p:cNvSpPr/>
            <p:nvPr/>
          </p:nvSpPr>
          <p:spPr bwMode="auto">
            <a:xfrm>
              <a:off x="9543704" y="2862296"/>
              <a:ext cx="23242" cy="180000"/>
            </a:xfrm>
            <a:custGeom>
              <a:gdLst>
                <a:gd name="T0" fmla="*/ 5 w 9"/>
                <a:gd name="T1" fmla="*/ 120 h 120"/>
                <a:gd name="T2" fmla="*/ 0 w 9"/>
                <a:gd name="T3" fmla="*/ 116 h 120"/>
                <a:gd name="T4" fmla="*/ 0 w 9"/>
                <a:gd name="T5" fmla="*/ 4 h 120"/>
                <a:gd name="T6" fmla="*/ 5 w 9"/>
                <a:gd name="T7" fmla="*/ 0 h 120"/>
                <a:gd name="T8" fmla="*/ 9 w 9"/>
                <a:gd name="T9" fmla="*/ 4 h 120"/>
                <a:gd name="T10" fmla="*/ 9 w 9"/>
                <a:gd name="T11" fmla="*/ 116 h 120"/>
                <a:gd name="T12" fmla="*/ 5 w 9"/>
                <a:gd name="T13" fmla="*/ 120 h 1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20">
                  <a:moveTo>
                    <a:pt x="5" y="120"/>
                  </a:moveTo>
                  <a:cubicBezTo>
                    <a:pt x="2" y="120"/>
                    <a:pt x="0" y="118"/>
                    <a:pt x="0" y="11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9" y="118"/>
                    <a:pt x="7" y="120"/>
                    <a:pt x="5" y="120"/>
                  </a:cubicBezTo>
                  <a:close/>
                </a:path>
              </a:pathLst>
            </a:custGeom>
            <a:solidFill>
              <a:srgbClr val="8D8D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Freeform 26">
              <a:extLst>
                <a:ext uri="{FF2B5EF4-FFF2-40B4-BE49-F238E27FC236}">
                  <a16:creationId xmlns:a16="http://schemas.microsoft.com/office/drawing/2014/main" id="{2057D356-DD80-4E7A-BF33-9E44C47037BB}"/>
                </a:ext>
              </a:extLst>
            </p:cNvPr>
            <p:cNvSpPr/>
            <p:nvPr/>
          </p:nvSpPr>
          <p:spPr bwMode="auto">
            <a:xfrm>
              <a:off x="6839912" y="2463313"/>
              <a:ext cx="418352" cy="418352"/>
            </a:xfrm>
            <a:custGeom>
              <a:gdLst>
                <a:gd name="T0" fmla="*/ 156 w 160"/>
                <a:gd name="T1" fmla="*/ 160 h 160"/>
                <a:gd name="T2" fmla="*/ 152 w 160"/>
                <a:gd name="T3" fmla="*/ 156 h 160"/>
                <a:gd name="T4" fmla="*/ 4 w 160"/>
                <a:gd name="T5" fmla="*/ 9 h 160"/>
                <a:gd name="T6" fmla="*/ 0 w 160"/>
                <a:gd name="T7" fmla="*/ 4 h 160"/>
                <a:gd name="T8" fmla="*/ 4 w 160"/>
                <a:gd name="T9" fmla="*/ 0 h 160"/>
                <a:gd name="T10" fmla="*/ 160 w 160"/>
                <a:gd name="T11" fmla="*/ 156 h 160"/>
                <a:gd name="T12" fmla="*/ 156 w 160"/>
                <a:gd name="T13" fmla="*/ 160 h 16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" h="160">
                  <a:moveTo>
                    <a:pt x="156" y="160"/>
                  </a:moveTo>
                  <a:cubicBezTo>
                    <a:pt x="153" y="160"/>
                    <a:pt x="152" y="158"/>
                    <a:pt x="152" y="156"/>
                  </a:cubicBezTo>
                  <a:cubicBezTo>
                    <a:pt x="152" y="75"/>
                    <a:pt x="86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90" y="0"/>
                    <a:pt x="160" y="70"/>
                    <a:pt x="160" y="156"/>
                  </a:cubicBezTo>
                  <a:cubicBezTo>
                    <a:pt x="160" y="158"/>
                    <a:pt x="158" y="160"/>
                    <a:pt x="156" y="160"/>
                  </a:cubicBezTo>
                  <a:close/>
                </a:path>
              </a:pathLst>
            </a:custGeom>
            <a:solidFill>
              <a:srgbClr val="8D8D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Freeform 27">
              <a:extLst>
                <a:ext uri="{FF2B5EF4-FFF2-40B4-BE49-F238E27FC236}">
                  <a16:creationId xmlns:a16="http://schemas.microsoft.com/office/drawing/2014/main" id="{1AACB04A-8400-4AC5-8298-C852C892DED2}"/>
                </a:ext>
              </a:extLst>
            </p:cNvPr>
            <p:cNvSpPr/>
            <p:nvPr/>
          </p:nvSpPr>
          <p:spPr bwMode="auto">
            <a:xfrm>
              <a:off x="6082617" y="2066267"/>
              <a:ext cx="3484329" cy="815399"/>
            </a:xfrm>
            <a:custGeom>
              <a:gdLst>
                <a:gd name="T0" fmla="*/ 1323 w 1327"/>
                <a:gd name="T1" fmla="*/ 311 h 311"/>
                <a:gd name="T2" fmla="*/ 1318 w 1327"/>
                <a:gd name="T3" fmla="*/ 307 h 311"/>
                <a:gd name="T4" fmla="*/ 1171 w 1327"/>
                <a:gd name="T5" fmla="*/ 160 h 311"/>
                <a:gd name="T6" fmla="*/ 156 w 1327"/>
                <a:gd name="T7" fmla="*/ 160 h 311"/>
                <a:gd name="T8" fmla="*/ 0 w 1327"/>
                <a:gd name="T9" fmla="*/ 4 h 311"/>
                <a:gd name="T10" fmla="*/ 5 w 1327"/>
                <a:gd name="T11" fmla="*/ 0 h 311"/>
                <a:gd name="T12" fmla="*/ 9 w 1327"/>
                <a:gd name="T13" fmla="*/ 4 h 311"/>
                <a:gd name="T14" fmla="*/ 156 w 1327"/>
                <a:gd name="T15" fmla="*/ 151 h 311"/>
                <a:gd name="T16" fmla="*/ 1171 w 1327"/>
                <a:gd name="T17" fmla="*/ 151 h 311"/>
                <a:gd name="T18" fmla="*/ 1327 w 1327"/>
                <a:gd name="T19" fmla="*/ 307 h 311"/>
                <a:gd name="T20" fmla="*/ 1323 w 1327"/>
                <a:gd name="T21" fmla="*/ 311 h 3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27" h="311">
                  <a:moveTo>
                    <a:pt x="1323" y="311"/>
                  </a:moveTo>
                  <a:cubicBezTo>
                    <a:pt x="1320" y="311"/>
                    <a:pt x="1318" y="309"/>
                    <a:pt x="1318" y="307"/>
                  </a:cubicBezTo>
                  <a:cubicBezTo>
                    <a:pt x="1318" y="226"/>
                    <a:pt x="1252" y="160"/>
                    <a:pt x="1171" y="160"/>
                  </a:cubicBezTo>
                  <a:cubicBezTo>
                    <a:pt x="156" y="160"/>
                    <a:pt x="156" y="160"/>
                    <a:pt x="156" y="160"/>
                  </a:cubicBezTo>
                  <a:cubicBezTo>
                    <a:pt x="70" y="160"/>
                    <a:pt x="0" y="90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85"/>
                    <a:pt x="75" y="151"/>
                    <a:pt x="156" y="151"/>
                  </a:cubicBezTo>
                  <a:cubicBezTo>
                    <a:pt x="1171" y="151"/>
                    <a:pt x="1171" y="151"/>
                    <a:pt x="1171" y="151"/>
                  </a:cubicBezTo>
                  <a:cubicBezTo>
                    <a:pt x="1257" y="151"/>
                    <a:pt x="1327" y="221"/>
                    <a:pt x="1327" y="307"/>
                  </a:cubicBezTo>
                  <a:cubicBezTo>
                    <a:pt x="1327" y="309"/>
                    <a:pt x="1325" y="311"/>
                    <a:pt x="1323" y="311"/>
                  </a:cubicBezTo>
                  <a:close/>
                </a:path>
              </a:pathLst>
            </a:custGeom>
            <a:solidFill>
              <a:srgbClr val="8D8D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Freeform 28">
              <a:extLst>
                <a:ext uri="{FF2B5EF4-FFF2-40B4-BE49-F238E27FC236}">
                  <a16:creationId xmlns:a16="http://schemas.microsoft.com/office/drawing/2014/main" id="{5DE1236F-DD5B-44D9-9642-185477022F73}"/>
                </a:ext>
              </a:extLst>
            </p:cNvPr>
            <p:cNvSpPr/>
            <p:nvPr/>
          </p:nvSpPr>
          <p:spPr bwMode="auto">
            <a:xfrm>
              <a:off x="4930214" y="2463313"/>
              <a:ext cx="420289" cy="418352"/>
            </a:xfrm>
            <a:custGeom>
              <a:gdLst>
                <a:gd name="T0" fmla="*/ 4 w 160"/>
                <a:gd name="T1" fmla="*/ 160 h 160"/>
                <a:gd name="T2" fmla="*/ 0 w 160"/>
                <a:gd name="T3" fmla="*/ 156 h 160"/>
                <a:gd name="T4" fmla="*/ 155 w 160"/>
                <a:gd name="T5" fmla="*/ 0 h 160"/>
                <a:gd name="T6" fmla="*/ 160 w 160"/>
                <a:gd name="T7" fmla="*/ 4 h 160"/>
                <a:gd name="T8" fmla="*/ 155 w 160"/>
                <a:gd name="T9" fmla="*/ 9 h 160"/>
                <a:gd name="T10" fmla="*/ 8 w 160"/>
                <a:gd name="T11" fmla="*/ 156 h 160"/>
                <a:gd name="T12" fmla="*/ 4 w 160"/>
                <a:gd name="T13" fmla="*/ 160 h 16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" h="160">
                  <a:moveTo>
                    <a:pt x="4" y="160"/>
                  </a:moveTo>
                  <a:cubicBezTo>
                    <a:pt x="2" y="160"/>
                    <a:pt x="0" y="158"/>
                    <a:pt x="0" y="156"/>
                  </a:cubicBezTo>
                  <a:cubicBezTo>
                    <a:pt x="0" y="70"/>
                    <a:pt x="69" y="0"/>
                    <a:pt x="155" y="0"/>
                  </a:cubicBezTo>
                  <a:cubicBezTo>
                    <a:pt x="158" y="0"/>
                    <a:pt x="160" y="2"/>
                    <a:pt x="160" y="4"/>
                  </a:cubicBezTo>
                  <a:cubicBezTo>
                    <a:pt x="160" y="7"/>
                    <a:pt x="158" y="9"/>
                    <a:pt x="155" y="9"/>
                  </a:cubicBezTo>
                  <a:cubicBezTo>
                    <a:pt x="74" y="9"/>
                    <a:pt x="8" y="75"/>
                    <a:pt x="8" y="156"/>
                  </a:cubicBezTo>
                  <a:cubicBezTo>
                    <a:pt x="8" y="158"/>
                    <a:pt x="6" y="160"/>
                    <a:pt x="4" y="160"/>
                  </a:cubicBezTo>
                  <a:close/>
                </a:path>
              </a:pathLst>
            </a:custGeom>
            <a:solidFill>
              <a:srgbClr val="8D8D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D681CC7E-4730-4475-92C4-56714AE71499}"/>
                </a:ext>
              </a:extLst>
            </p:cNvPr>
            <p:cNvSpPr/>
            <p:nvPr/>
          </p:nvSpPr>
          <p:spPr bwMode="auto">
            <a:xfrm>
              <a:off x="2623468" y="2066267"/>
              <a:ext cx="3482391" cy="815399"/>
            </a:xfrm>
            <a:custGeom>
              <a:gdLst>
                <a:gd name="T0" fmla="*/ 4 w 1327"/>
                <a:gd name="T1" fmla="*/ 311 h 311"/>
                <a:gd name="T2" fmla="*/ 0 w 1327"/>
                <a:gd name="T3" fmla="*/ 307 h 311"/>
                <a:gd name="T4" fmla="*/ 155 w 1327"/>
                <a:gd name="T5" fmla="*/ 151 h 311"/>
                <a:gd name="T6" fmla="*/ 1171 w 1327"/>
                <a:gd name="T7" fmla="*/ 151 h 311"/>
                <a:gd name="T8" fmla="*/ 1318 w 1327"/>
                <a:gd name="T9" fmla="*/ 4 h 311"/>
                <a:gd name="T10" fmla="*/ 1323 w 1327"/>
                <a:gd name="T11" fmla="*/ 0 h 311"/>
                <a:gd name="T12" fmla="*/ 1327 w 1327"/>
                <a:gd name="T13" fmla="*/ 4 h 311"/>
                <a:gd name="T14" fmla="*/ 1171 w 1327"/>
                <a:gd name="T15" fmla="*/ 160 h 311"/>
                <a:gd name="T16" fmla="*/ 155 w 1327"/>
                <a:gd name="T17" fmla="*/ 160 h 311"/>
                <a:gd name="T18" fmla="*/ 8 w 1327"/>
                <a:gd name="T19" fmla="*/ 307 h 311"/>
                <a:gd name="T20" fmla="*/ 4 w 1327"/>
                <a:gd name="T21" fmla="*/ 311 h 3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27" h="311">
                  <a:moveTo>
                    <a:pt x="4" y="311"/>
                  </a:moveTo>
                  <a:cubicBezTo>
                    <a:pt x="2" y="311"/>
                    <a:pt x="0" y="309"/>
                    <a:pt x="0" y="307"/>
                  </a:cubicBezTo>
                  <a:cubicBezTo>
                    <a:pt x="0" y="221"/>
                    <a:pt x="70" y="151"/>
                    <a:pt x="155" y="151"/>
                  </a:cubicBezTo>
                  <a:cubicBezTo>
                    <a:pt x="1171" y="151"/>
                    <a:pt x="1171" y="151"/>
                    <a:pt x="1171" y="151"/>
                  </a:cubicBezTo>
                  <a:cubicBezTo>
                    <a:pt x="1252" y="151"/>
                    <a:pt x="1318" y="85"/>
                    <a:pt x="1318" y="4"/>
                  </a:cubicBezTo>
                  <a:cubicBezTo>
                    <a:pt x="1318" y="2"/>
                    <a:pt x="1320" y="0"/>
                    <a:pt x="1323" y="0"/>
                  </a:cubicBezTo>
                  <a:cubicBezTo>
                    <a:pt x="1325" y="0"/>
                    <a:pt x="1327" y="2"/>
                    <a:pt x="1327" y="4"/>
                  </a:cubicBezTo>
                  <a:cubicBezTo>
                    <a:pt x="1327" y="90"/>
                    <a:pt x="1257" y="160"/>
                    <a:pt x="1171" y="160"/>
                  </a:cubicBezTo>
                  <a:cubicBezTo>
                    <a:pt x="155" y="160"/>
                    <a:pt x="155" y="160"/>
                    <a:pt x="155" y="160"/>
                  </a:cubicBezTo>
                  <a:cubicBezTo>
                    <a:pt x="74" y="160"/>
                    <a:pt x="8" y="226"/>
                    <a:pt x="8" y="307"/>
                  </a:cubicBezTo>
                  <a:cubicBezTo>
                    <a:pt x="8" y="309"/>
                    <a:pt x="6" y="311"/>
                    <a:pt x="4" y="311"/>
                  </a:cubicBezTo>
                  <a:close/>
                </a:path>
              </a:pathLst>
            </a:custGeom>
            <a:solidFill>
              <a:srgbClr val="8D8D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3441B69E-55A9-401C-A613-D95CF0870831}"/>
              </a:ext>
            </a:extLst>
          </p:cNvPr>
          <p:cNvSpPr txBox="1"/>
          <p:nvPr/>
        </p:nvSpPr>
        <p:spPr>
          <a:xfrm>
            <a:off x="4125934" y="1118623"/>
            <a:ext cx="391336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单击此处添加标题</a:t>
            </a:r>
            <a:endParaRPr lang="en-US" altLang="zh-CN" sz="2400" b="1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F94F2264-7AD2-4F64-8668-265E8D48EFA4}"/>
              </a:ext>
            </a:extLst>
          </p:cNvPr>
          <p:cNvGrpSpPr/>
          <p:nvPr/>
        </p:nvGrpSpPr>
        <p:grpSpPr>
          <a:xfrm>
            <a:off x="1647712" y="4276409"/>
            <a:ext cx="1941541" cy="1625651"/>
            <a:chOff x="1647712" y="4574793"/>
            <a:chExt cx="1941541" cy="1625651"/>
          </a:xfrm>
        </p:grpSpPr>
        <p:sp>
          <p:nvSpPr>
            <p:cNvPr id="60" name="Title 20">
              <a:extLst>
                <a:ext uri="{FF2B5EF4-FFF2-40B4-BE49-F238E27FC236}">
                  <a16:creationId xmlns:a16="http://schemas.microsoft.com/office/drawing/2014/main" id="{B332E4E2-5880-423B-9673-242B87C695A0}"/>
                </a:ext>
              </a:extLst>
            </p:cNvPr>
            <p:cNvSpPr txBox="1"/>
            <p:nvPr/>
          </p:nvSpPr>
          <p:spPr bwMode="auto">
            <a:xfrm>
              <a:off x="1647712" y="5123226"/>
              <a:ext cx="1941541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根据自己的需要添加适当的文字，模板中的所有颜色板式均可自由编辑替换，添加适当的文字。</a:t>
              </a:r>
            </a:p>
          </p:txBody>
        </p:sp>
        <p:sp>
          <p:nvSpPr>
            <p:cNvPr id="61" name="Title 20">
              <a:extLst>
                <a:ext uri="{FF2B5EF4-FFF2-40B4-BE49-F238E27FC236}">
                  <a16:creationId xmlns:a16="http://schemas.microsoft.com/office/drawing/2014/main" id="{814A8E04-E01A-471C-85EA-2526DE0F0917}"/>
                </a:ext>
              </a:extLst>
            </p:cNvPr>
            <p:cNvSpPr txBox="1"/>
            <p:nvPr/>
          </p:nvSpPr>
          <p:spPr bwMode="auto">
            <a:xfrm>
              <a:off x="1709844" y="4574793"/>
              <a:ext cx="1817277" cy="4127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2211D14-9E95-42BC-B1AE-B4BEF847A399}"/>
              </a:ext>
            </a:extLst>
          </p:cNvPr>
          <p:cNvGrpSpPr/>
          <p:nvPr/>
        </p:nvGrpSpPr>
        <p:grpSpPr>
          <a:xfrm>
            <a:off x="3958752" y="4276409"/>
            <a:ext cx="1941541" cy="1596768"/>
            <a:chOff x="3958752" y="4574793"/>
            <a:chExt cx="1941541" cy="1596768"/>
          </a:xfrm>
        </p:grpSpPr>
        <p:sp>
          <p:nvSpPr>
            <p:cNvPr id="63" name="Title 20">
              <a:extLst>
                <a:ext uri="{FF2B5EF4-FFF2-40B4-BE49-F238E27FC236}">
                  <a16:creationId xmlns:a16="http://schemas.microsoft.com/office/drawing/2014/main" id="{8A1CA387-3B8E-4DDA-B6FF-CE542E3027A0}"/>
                </a:ext>
              </a:extLst>
            </p:cNvPr>
            <p:cNvSpPr txBox="1"/>
            <p:nvPr/>
          </p:nvSpPr>
          <p:spPr bwMode="auto">
            <a:xfrm>
              <a:off x="3958752" y="5094343"/>
              <a:ext cx="1941541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根据自己的需要添加适当的文字，模板中的所有颜色板式均可自由编辑替换，添加适当的文字。</a:t>
              </a:r>
            </a:p>
          </p:txBody>
        </p:sp>
        <p:sp>
          <p:nvSpPr>
            <p:cNvPr id="64" name="Title 20">
              <a:extLst>
                <a:ext uri="{FF2B5EF4-FFF2-40B4-BE49-F238E27FC236}">
                  <a16:creationId xmlns:a16="http://schemas.microsoft.com/office/drawing/2014/main" id="{B6D38FD7-5183-4072-BB5C-95A4955995A0}"/>
                </a:ext>
              </a:extLst>
            </p:cNvPr>
            <p:cNvSpPr txBox="1"/>
            <p:nvPr/>
          </p:nvSpPr>
          <p:spPr bwMode="auto">
            <a:xfrm>
              <a:off x="4020884" y="4574793"/>
              <a:ext cx="1817277" cy="4127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3248736B-3196-40D4-A515-0D205EBDB2AC}"/>
              </a:ext>
            </a:extLst>
          </p:cNvPr>
          <p:cNvGrpSpPr/>
          <p:nvPr/>
        </p:nvGrpSpPr>
        <p:grpSpPr>
          <a:xfrm>
            <a:off x="6269792" y="4276409"/>
            <a:ext cx="1941541" cy="1587140"/>
            <a:chOff x="6269792" y="4574793"/>
            <a:chExt cx="1941541" cy="1587140"/>
          </a:xfrm>
        </p:grpSpPr>
        <p:sp>
          <p:nvSpPr>
            <p:cNvPr id="66" name="Title 20">
              <a:extLst>
                <a:ext uri="{FF2B5EF4-FFF2-40B4-BE49-F238E27FC236}">
                  <a16:creationId xmlns:a16="http://schemas.microsoft.com/office/drawing/2014/main" id="{D1F402BA-350C-4BB9-80FE-EE5CE0009C6D}"/>
                </a:ext>
              </a:extLst>
            </p:cNvPr>
            <p:cNvSpPr txBox="1"/>
            <p:nvPr/>
          </p:nvSpPr>
          <p:spPr bwMode="auto">
            <a:xfrm>
              <a:off x="6269792" y="5084715"/>
              <a:ext cx="1941541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just"/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根据自己的需要添加适当的文字，模板中的所有颜色板式均可自由编辑替换，添加适当的文字。</a:t>
              </a:r>
            </a:p>
          </p:txBody>
        </p:sp>
        <p:sp>
          <p:nvSpPr>
            <p:cNvPr id="67" name="Title 20">
              <a:extLst>
                <a:ext uri="{FF2B5EF4-FFF2-40B4-BE49-F238E27FC236}">
                  <a16:creationId xmlns:a16="http://schemas.microsoft.com/office/drawing/2014/main" id="{F0299720-2ACC-4F2A-AFBD-EC6E06F0E965}"/>
                </a:ext>
              </a:extLst>
            </p:cNvPr>
            <p:cNvSpPr txBox="1"/>
            <p:nvPr/>
          </p:nvSpPr>
          <p:spPr bwMode="auto">
            <a:xfrm>
              <a:off x="6331924" y="4574793"/>
              <a:ext cx="1817277" cy="4127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D458031-109A-43C0-9F06-CCDABE36DCC1}"/>
              </a:ext>
            </a:extLst>
          </p:cNvPr>
          <p:cNvGrpSpPr/>
          <p:nvPr/>
        </p:nvGrpSpPr>
        <p:grpSpPr>
          <a:xfrm>
            <a:off x="8580833" y="4276409"/>
            <a:ext cx="1941541" cy="1616022"/>
            <a:chOff x="8580833" y="4574793"/>
            <a:chExt cx="1941541" cy="1616022"/>
          </a:xfrm>
        </p:grpSpPr>
        <p:sp>
          <p:nvSpPr>
            <p:cNvPr id="69" name="Title 20">
              <a:extLst>
                <a:ext uri="{FF2B5EF4-FFF2-40B4-BE49-F238E27FC236}">
                  <a16:creationId xmlns:a16="http://schemas.microsoft.com/office/drawing/2014/main" id="{BF883C3E-3C08-4133-8104-E7CE04329012}"/>
                </a:ext>
              </a:extLst>
            </p:cNvPr>
            <p:cNvSpPr txBox="1"/>
            <p:nvPr/>
          </p:nvSpPr>
          <p:spPr bwMode="auto">
            <a:xfrm>
              <a:off x="8580833" y="5113597"/>
              <a:ext cx="1941541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根据自己的需要添加适当的文字，模板中的所有颜色板式均可自由编辑替换，添加适当的文字。</a:t>
              </a:r>
            </a:p>
          </p:txBody>
        </p:sp>
        <p:sp>
          <p:nvSpPr>
            <p:cNvPr id="70" name="Title 20">
              <a:extLst>
                <a:ext uri="{FF2B5EF4-FFF2-40B4-BE49-F238E27FC236}">
                  <a16:creationId xmlns:a16="http://schemas.microsoft.com/office/drawing/2014/main" id="{50B3C5E7-52D6-4DE2-8FC1-65FBAC6C5BE0}"/>
                </a:ext>
              </a:extLst>
            </p:cNvPr>
            <p:cNvSpPr txBox="1"/>
            <p:nvPr/>
          </p:nvSpPr>
          <p:spPr bwMode="auto">
            <a:xfrm>
              <a:off x="8642965" y="4574793"/>
              <a:ext cx="1817277" cy="4127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7" grpId="0" animBg="1"/>
      <p:bldP spid="5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50343"/>
            <a:ext cx="1409670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自我评价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452159" y="1626823"/>
            <a:ext cx="5249757" cy="1584178"/>
            <a:chOff x="695327" y="1340768"/>
            <a:chExt cx="5249757" cy="1584178"/>
          </a:xfrm>
        </p:grpSpPr>
        <p:grpSp>
          <p:nvGrpSpPr>
            <p:cNvPr id="10" name="组合 9"/>
            <p:cNvGrpSpPr/>
            <p:nvPr/>
          </p:nvGrpSpPr>
          <p:grpSpPr>
            <a:xfrm>
              <a:off x="695327" y="1340768"/>
              <a:ext cx="5249757" cy="1584178"/>
              <a:chOff x="695327" y="1340768"/>
              <a:chExt cx="5249757" cy="1584178"/>
            </a:xfrm>
          </p:grpSpPr>
          <p:sp>
            <p:nvSpPr>
              <p:cNvPr id="15" name="任意多边形 14"/>
              <p:cNvSpPr/>
              <p:nvPr/>
            </p:nvSpPr>
            <p:spPr>
              <a:xfrm rot="5400000">
                <a:off x="3652066" y="631927"/>
                <a:ext cx="1584175" cy="3001860"/>
              </a:xfrm>
              <a:custGeom>
                <a:gdLst>
                  <a:gd name="connsiteX0" fmla="*/ 0 w 1584175"/>
                  <a:gd name="connsiteY0" fmla="*/ 3001860 h 3001860"/>
                  <a:gd name="connsiteX1" fmla="*/ 0 w 1584175"/>
                  <a:gd name="connsiteY1" fmla="*/ 168778 h 3001860"/>
                  <a:gd name="connsiteX2" fmla="*/ 168778 w 1584175"/>
                  <a:gd name="connsiteY2" fmla="*/ 0 h 3001860"/>
                  <a:gd name="connsiteX3" fmla="*/ 1415397 w 1584175"/>
                  <a:gd name="connsiteY3" fmla="*/ 0 h 3001860"/>
                  <a:gd name="connsiteX4" fmla="*/ 1584175 w 1584175"/>
                  <a:gd name="connsiteY4" fmla="*/ 168778 h 3001860"/>
                  <a:gd name="connsiteX5" fmla="*/ 1584175 w 1584175"/>
                  <a:gd name="connsiteY5" fmla="*/ 3001860 h 3001860"/>
                  <a:gd name="connsiteX6" fmla="*/ 931060 w 1584175"/>
                  <a:gd name="connsiteY6" fmla="*/ 3001860 h 3001860"/>
                  <a:gd name="connsiteX7" fmla="*/ 792087 w 1584175"/>
                  <a:gd name="connsiteY7" fmla="*/ 2793401 h 3001860"/>
                  <a:gd name="connsiteX8" fmla="*/ 653114 w 1584175"/>
                  <a:gd name="connsiteY8" fmla="*/ 3001860 h 300186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84175" h="3001860">
                    <a:moveTo>
                      <a:pt x="0" y="3001860"/>
                    </a:moveTo>
                    <a:lnTo>
                      <a:pt x="0" y="168778"/>
                    </a:lnTo>
                    <a:cubicBezTo>
                      <a:pt x="0" y="75564"/>
                      <a:pt x="75564" y="0"/>
                      <a:pt x="168778" y="0"/>
                    </a:cubicBezTo>
                    <a:lnTo>
                      <a:pt x="1415397" y="0"/>
                    </a:lnTo>
                    <a:cubicBezTo>
                      <a:pt x="1508611" y="0"/>
                      <a:pt x="1584175" y="75564"/>
                      <a:pt x="1584175" y="168778"/>
                    </a:cubicBezTo>
                    <a:lnTo>
                      <a:pt x="1584175" y="3001860"/>
                    </a:lnTo>
                    <a:lnTo>
                      <a:pt x="931060" y="3001860"/>
                    </a:lnTo>
                    <a:lnTo>
                      <a:pt x="792087" y="2793401"/>
                    </a:lnTo>
                    <a:lnTo>
                      <a:pt x="653114" y="300186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grpSp>
            <p:nvGrpSpPr>
              <p:cNvPr id="16" name="组合 15"/>
              <p:cNvGrpSpPr/>
              <p:nvPr/>
            </p:nvGrpSpPr>
            <p:grpSpPr>
              <a:xfrm>
                <a:off x="695327" y="1340768"/>
                <a:ext cx="2429687" cy="1584178"/>
                <a:chOff x="695327" y="1340768"/>
                <a:chExt cx="2429687" cy="1584178"/>
              </a:xfrm>
            </p:grpSpPr>
            <p:sp>
              <p:nvSpPr>
                <p:cNvPr id="17" name="同侧圆角矩形 16"/>
                <p:cNvSpPr/>
                <p:nvPr/>
              </p:nvSpPr>
              <p:spPr>
                <a:xfrm rot="16200000">
                  <a:off x="1019399" y="1016696"/>
                  <a:ext cx="1584178" cy="2232321"/>
                </a:xfrm>
                <a:prstGeom prst="round2SameRect">
                  <a:avLst/>
                </a:prstGeom>
                <a:solidFill>
                  <a:srgbClr val="4040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18" name="等腰三角形 17"/>
                <p:cNvSpPr/>
                <p:nvPr/>
              </p:nvSpPr>
              <p:spPr>
                <a:xfrm rot="5400000">
                  <a:off x="2872986" y="2024844"/>
                  <a:ext cx="288032" cy="216024"/>
                </a:xfrm>
                <a:prstGeom prst="triangle">
                  <a:avLst/>
                </a:prstGeom>
                <a:solidFill>
                  <a:srgbClr val="4040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</p:grpSp>
        </p:grpSp>
        <p:sp>
          <p:nvSpPr>
            <p:cNvPr id="12" name="TextBox 26"/>
            <p:cNvSpPr txBox="1"/>
            <p:nvPr/>
          </p:nvSpPr>
          <p:spPr>
            <a:xfrm>
              <a:off x="1072789" y="1711841"/>
              <a:ext cx="1739044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ct val="0"/>
                </a:spcBef>
                <a:buFont typeface="Arial"/>
                <a:buNone/>
              </a:pPr>
              <a:r>
                <a:rPr lang="en-US" altLang="zh-CN" sz="2800" b="1">
                  <a:solidFill>
                    <a:schemeClr val="bg1"/>
                  </a:solidFill>
                  <a:latin typeface="方正兰亭黑简体" pitchFamily="2" charset="-122"/>
                  <a:ea typeface="方正兰亭黑简体" pitchFamily="2" charset="-122"/>
                  <a:cs typeface="Arial" pitchFamily="34" charset="0"/>
                </a:rPr>
                <a:t>95%</a:t>
              </a:r>
              <a:r>
                <a:rPr lang="zh-CN" altLang="en-US" sz="2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辛勤     汗水</a:t>
              </a:r>
            </a:p>
          </p:txBody>
        </p:sp>
        <p:sp>
          <p:nvSpPr>
            <p:cNvPr id="13" name="TextBox 29"/>
            <p:cNvSpPr txBox="1"/>
            <p:nvPr/>
          </p:nvSpPr>
          <p:spPr>
            <a:xfrm>
              <a:off x="3503713" y="1711841"/>
              <a:ext cx="865579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/>
              <a:endPara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TextBox 29"/>
            <p:cNvSpPr txBox="1"/>
            <p:nvPr/>
          </p:nvSpPr>
          <p:spPr>
            <a:xfrm>
              <a:off x="3281882" y="1726398"/>
              <a:ext cx="2594821" cy="8402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右键点击图片选择设置图片格式可直接替换图片，在此录入上述图表的描述说明。</a:t>
              </a:r>
              <a:endParaRPr lang="en-US" altLang="zh-CN" sz="1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452160" y="3934954"/>
            <a:ext cx="5249756" cy="1584179"/>
            <a:chOff x="695328" y="3080719"/>
            <a:chExt cx="5249756" cy="1584178"/>
          </a:xfrm>
        </p:grpSpPr>
        <p:grpSp>
          <p:nvGrpSpPr>
            <p:cNvPr id="21" name="组合 20"/>
            <p:cNvGrpSpPr/>
            <p:nvPr/>
          </p:nvGrpSpPr>
          <p:grpSpPr>
            <a:xfrm>
              <a:off x="695328" y="3080719"/>
              <a:ext cx="5249756" cy="1584178"/>
              <a:chOff x="695328" y="3080719"/>
              <a:chExt cx="5249756" cy="1584178"/>
            </a:xfrm>
          </p:grpSpPr>
          <p:sp>
            <p:nvSpPr>
              <p:cNvPr id="24" name="任意多边形 23"/>
              <p:cNvSpPr/>
              <p:nvPr/>
            </p:nvSpPr>
            <p:spPr>
              <a:xfrm rot="5400000">
                <a:off x="3652066" y="2371878"/>
                <a:ext cx="1584175" cy="3001860"/>
              </a:xfrm>
              <a:custGeom>
                <a:gdLst>
                  <a:gd name="connsiteX0" fmla="*/ 0 w 1584175"/>
                  <a:gd name="connsiteY0" fmla="*/ 3001860 h 3001860"/>
                  <a:gd name="connsiteX1" fmla="*/ 0 w 1584175"/>
                  <a:gd name="connsiteY1" fmla="*/ 168778 h 3001860"/>
                  <a:gd name="connsiteX2" fmla="*/ 168778 w 1584175"/>
                  <a:gd name="connsiteY2" fmla="*/ 0 h 3001860"/>
                  <a:gd name="connsiteX3" fmla="*/ 1415397 w 1584175"/>
                  <a:gd name="connsiteY3" fmla="*/ 0 h 3001860"/>
                  <a:gd name="connsiteX4" fmla="*/ 1584175 w 1584175"/>
                  <a:gd name="connsiteY4" fmla="*/ 168778 h 3001860"/>
                  <a:gd name="connsiteX5" fmla="*/ 1584175 w 1584175"/>
                  <a:gd name="connsiteY5" fmla="*/ 3001860 h 3001860"/>
                  <a:gd name="connsiteX6" fmla="*/ 931060 w 1584175"/>
                  <a:gd name="connsiteY6" fmla="*/ 3001860 h 3001860"/>
                  <a:gd name="connsiteX7" fmla="*/ 792087 w 1584175"/>
                  <a:gd name="connsiteY7" fmla="*/ 2793401 h 3001860"/>
                  <a:gd name="connsiteX8" fmla="*/ 653114 w 1584175"/>
                  <a:gd name="connsiteY8" fmla="*/ 3001860 h 300186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84175" h="3001860">
                    <a:moveTo>
                      <a:pt x="0" y="3001860"/>
                    </a:moveTo>
                    <a:lnTo>
                      <a:pt x="0" y="168778"/>
                    </a:lnTo>
                    <a:cubicBezTo>
                      <a:pt x="0" y="75564"/>
                      <a:pt x="75564" y="0"/>
                      <a:pt x="168778" y="0"/>
                    </a:cubicBezTo>
                    <a:lnTo>
                      <a:pt x="1415397" y="0"/>
                    </a:lnTo>
                    <a:cubicBezTo>
                      <a:pt x="1508611" y="0"/>
                      <a:pt x="1584175" y="75564"/>
                      <a:pt x="1584175" y="168778"/>
                    </a:cubicBezTo>
                    <a:lnTo>
                      <a:pt x="1584175" y="3001860"/>
                    </a:lnTo>
                    <a:lnTo>
                      <a:pt x="931060" y="3001860"/>
                    </a:lnTo>
                    <a:lnTo>
                      <a:pt x="792087" y="2793401"/>
                    </a:lnTo>
                    <a:lnTo>
                      <a:pt x="653114" y="300186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695328" y="3080719"/>
                <a:ext cx="2429686" cy="1584178"/>
                <a:chOff x="695328" y="3080719"/>
                <a:chExt cx="2429686" cy="1584178"/>
              </a:xfrm>
            </p:grpSpPr>
            <p:sp>
              <p:nvSpPr>
                <p:cNvPr id="26" name="同侧圆角矩形 25"/>
                <p:cNvSpPr/>
                <p:nvPr/>
              </p:nvSpPr>
              <p:spPr>
                <a:xfrm rot="16200000">
                  <a:off x="1019401" y="2756646"/>
                  <a:ext cx="1584178" cy="2232324"/>
                </a:xfrm>
                <a:prstGeom prst="round2SameRect">
                  <a:avLst/>
                </a:prstGeom>
                <a:solidFill>
                  <a:srgbClr val="4040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7" name="等腰三角形 26"/>
                <p:cNvSpPr/>
                <p:nvPr/>
              </p:nvSpPr>
              <p:spPr>
                <a:xfrm rot="5400000">
                  <a:off x="2872986" y="3764795"/>
                  <a:ext cx="288032" cy="216024"/>
                </a:xfrm>
                <a:prstGeom prst="triangle">
                  <a:avLst/>
                </a:prstGeom>
                <a:solidFill>
                  <a:srgbClr val="4040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</p:grpSp>
        </p:grpSp>
        <p:sp>
          <p:nvSpPr>
            <p:cNvPr id="22" name="TextBox 26"/>
            <p:cNvSpPr txBox="1"/>
            <p:nvPr/>
          </p:nvSpPr>
          <p:spPr>
            <a:xfrm>
              <a:off x="1056443" y="3464094"/>
              <a:ext cx="1739044" cy="8617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ct val="0"/>
                </a:spcBef>
                <a:buFont typeface="Arial"/>
                <a:buNone/>
              </a:pPr>
              <a:r>
                <a:rPr lang="en-US" altLang="zh-CN" sz="2800" b="1">
                  <a:solidFill>
                    <a:schemeClr val="bg1"/>
                  </a:solidFill>
                  <a:latin typeface="方正兰亭黑简体" pitchFamily="2" charset="-122"/>
                  <a:ea typeface="方正兰亭黑简体" pitchFamily="2" charset="-122"/>
                  <a:cs typeface="Arial" pitchFamily="34" charset="0"/>
                </a:rPr>
                <a:t>5%</a:t>
              </a:r>
              <a:r>
                <a:rPr lang="zh-CN" altLang="en-US" sz="2800" b="1">
                  <a:solidFill>
                    <a:schemeClr val="bg1"/>
                  </a:solidFill>
                  <a:latin typeface="方正兰亭黑简体" pitchFamily="2" charset="-122"/>
                  <a:ea typeface="方正兰亭黑简体" pitchFamily="2" charset="-122"/>
                  <a:cs typeface="Arial" pitchFamily="34" charset="0"/>
                </a:rPr>
                <a:t>天赋和</a:t>
              </a:r>
              <a:r>
                <a:rPr lang="zh-CN" altLang="en-US" sz="2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运气</a:t>
              </a:r>
            </a:p>
          </p:txBody>
        </p:sp>
        <p:sp>
          <p:nvSpPr>
            <p:cNvPr id="23" name="TextBox 29"/>
            <p:cNvSpPr txBox="1"/>
            <p:nvPr/>
          </p:nvSpPr>
          <p:spPr>
            <a:xfrm>
              <a:off x="3281882" y="3466349"/>
              <a:ext cx="2594821" cy="8402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右键点击图片选择设置图片格式可直接替换图片，在此录入上述图表的描述说明。</a:t>
              </a:r>
              <a:endParaRPr lang="en-US" altLang="zh-CN" sz="1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28" name="任意多边形 27"/>
          <p:cNvSpPr/>
          <p:nvPr/>
        </p:nvSpPr>
        <p:spPr>
          <a:xfrm>
            <a:off x="1289599" y="1552694"/>
            <a:ext cx="2974392" cy="3847078"/>
          </a:xfrm>
          <a:custGeom>
            <a:gdLst>
              <a:gd name="connsiteX0" fmla="*/ 397979 w 4308702"/>
              <a:gd name="connsiteY0" fmla="*/ 0 h 3887516"/>
              <a:gd name="connsiteX1" fmla="*/ 3910723 w 4308702"/>
              <a:gd name="connsiteY1" fmla="*/ 0 h 3887516"/>
              <a:gd name="connsiteX2" fmla="*/ 3990922 w 4308702"/>
              <a:gd name="connsiteY2" fmla="*/ 8085 h 3887516"/>
              <a:gd name="connsiteX3" fmla="*/ 4308702 w 4308702"/>
              <a:gd name="connsiteY3" fmla="*/ 397988 h 3887516"/>
              <a:gd name="connsiteX4" fmla="*/ 4308702 w 4308702"/>
              <a:gd name="connsiteY4" fmla="*/ 3494320 h 3887516"/>
              <a:gd name="connsiteX5" fmla="*/ 3990922 w 4308702"/>
              <a:gd name="connsiteY5" fmla="*/ 3884224 h 3887516"/>
              <a:gd name="connsiteX6" fmla="*/ 3958259 w 4308702"/>
              <a:gd name="connsiteY6" fmla="*/ 3887516 h 3887516"/>
              <a:gd name="connsiteX7" fmla="*/ 350444 w 4308702"/>
              <a:gd name="connsiteY7" fmla="*/ 3887516 h 3887516"/>
              <a:gd name="connsiteX8" fmla="*/ 317781 w 4308702"/>
              <a:gd name="connsiteY8" fmla="*/ 3884224 h 3887516"/>
              <a:gd name="connsiteX9" fmla="*/ 0 w 4308702"/>
              <a:gd name="connsiteY9" fmla="*/ 3494320 h 3887516"/>
              <a:gd name="connsiteX10" fmla="*/ 0 w 4308702"/>
              <a:gd name="connsiteY10" fmla="*/ 397988 h 3887516"/>
              <a:gd name="connsiteX11" fmla="*/ 317781 w 4308702"/>
              <a:gd name="connsiteY11" fmla="*/ 8085 h 388751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08702" h="3887515">
                <a:moveTo>
                  <a:pt x="397979" y="0"/>
                </a:moveTo>
                <a:lnTo>
                  <a:pt x="3910723" y="0"/>
                </a:lnTo>
                <a:lnTo>
                  <a:pt x="3990922" y="8085"/>
                </a:lnTo>
                <a:cubicBezTo>
                  <a:pt x="4172279" y="45196"/>
                  <a:pt x="4308702" y="205661"/>
                  <a:pt x="4308702" y="397988"/>
                </a:cubicBezTo>
                <a:lnTo>
                  <a:pt x="4308702" y="3494320"/>
                </a:lnTo>
                <a:cubicBezTo>
                  <a:pt x="4308702" y="3686648"/>
                  <a:pt x="4172279" y="3847112"/>
                  <a:pt x="3990922" y="3884224"/>
                </a:cubicBezTo>
                <a:lnTo>
                  <a:pt x="3958259" y="3887516"/>
                </a:lnTo>
                <a:lnTo>
                  <a:pt x="350444" y="3887516"/>
                </a:lnTo>
                <a:lnTo>
                  <a:pt x="317781" y="3884224"/>
                </a:lnTo>
                <a:cubicBezTo>
                  <a:pt x="136424" y="3847112"/>
                  <a:pt x="0" y="3686648"/>
                  <a:pt x="0" y="3494320"/>
                </a:cubicBezTo>
                <a:lnTo>
                  <a:pt x="0" y="397988"/>
                </a:lnTo>
                <a:cubicBezTo>
                  <a:pt x="0" y="205661"/>
                  <a:pt x="136424" y="45196"/>
                  <a:pt x="317781" y="8085"/>
                </a:cubicBez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rgbClr val="C00000"/>
            </a:solidFill>
          </a:ln>
          <a:effectLst>
            <a:reflection blurRad="6350" stA="50000" endA="275" endPos="40000" dist="1016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不完整圆 28">
            <a:extLst>
              <a:ext uri="{FF2B5EF4-FFF2-40B4-BE49-F238E27FC236}">
                <a16:creationId xmlns:a16="http://schemas.microsoft.com/office/drawing/2014/main" id="{18DAC6CF-740C-4A21-91FE-564BA494FE27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直角三角形 4"/>
          <p:cNvSpPr/>
          <p:nvPr/>
        </p:nvSpPr>
        <p:spPr>
          <a:xfrm>
            <a:off x="0" y="0"/>
            <a:ext cx="4923692" cy="68580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 flipH="1">
            <a:off x="5395831" y="1566952"/>
            <a:ext cx="175881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b="1">
                <a:solidFill>
                  <a:srgbClr val="C00000"/>
                </a:solidFill>
                <a:latin typeface="Impact" pitchFamily="34" charset="0"/>
              </a:rPr>
              <a:t>04</a:t>
            </a:r>
            <a:endParaRPr lang="zh-CN" altLang="en-US" sz="11500" b="1">
              <a:solidFill>
                <a:srgbClr val="C00000"/>
              </a:solidFill>
              <a:latin typeface="Impact" pitchFamily="34" charset="0"/>
            </a:endParaRPr>
          </a:p>
        </p:txBody>
      </p:sp>
      <p:sp>
        <p:nvSpPr>
          <p:cNvPr id="10" name="文本框 34"/>
          <p:cNvSpPr>
            <a:spLocks noChangeArrowheads="1"/>
          </p:cNvSpPr>
          <p:nvPr/>
        </p:nvSpPr>
        <p:spPr bwMode="auto">
          <a:xfrm>
            <a:off x="4644023" y="3626371"/>
            <a:ext cx="326243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ts val="500"/>
              </a:spcBef>
              <a:defRPr/>
            </a:pPr>
            <a:r>
              <a:rPr lang="zh-CN" altLang="en-US" sz="6000" b="1" kern="1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目标规划</a:t>
            </a:r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38BE76F0-A391-491B-96A1-798144A0C27D}"/>
              </a:ext>
            </a:extLst>
          </p:cNvPr>
          <p:cNvSpPr/>
          <p:nvPr/>
        </p:nvSpPr>
        <p:spPr>
          <a:xfrm flipH="1" flipV="1">
            <a:off x="7626786" y="13857"/>
            <a:ext cx="4565213" cy="6844142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4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501796" y="176237"/>
            <a:ext cx="1421855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五年计划</a:t>
            </a:r>
          </a:p>
        </p:txBody>
      </p:sp>
      <p:sp>
        <p:nvSpPr>
          <p:cNvPr id="8" name="文本框 7" descr="e7d195523061f1c0deeec63e560781cfd59afb0ea006f2a87ABB68BF51EA6619813959095094C18C62A12F549504892A4AAA8C1554C6663626E05CA27F281A14E6983772AFC3FB97135759321DEA3D709AACD122C08E6ED11241DF15C09E2C12DE3EE5ECBBE029142E78393D8F92674E12A8C0A9F7AD0B15E89D8F4F76499D0DF899BB6FF5AC3B6D"/>
          <p:cNvSpPr txBox="1"/>
          <p:nvPr/>
        </p:nvSpPr>
        <p:spPr>
          <a:xfrm>
            <a:off x="390963" y="2077268"/>
            <a:ext cx="2339102" cy="126188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单击此处输入标题</a:t>
            </a:r>
            <a:endParaRPr lang="en-US" altLang="zh-CN" sz="200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请在这里输入您的主要叙述内容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请在这里输入您的主要叙述内容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3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文本框 9" descr="e7d195523061f1c0deeec63e560781cfd59afb0ea006f2a87ABB68BF51EA6619813959095094C18C62A12F549504892A4AAA8C1554C6663626E05CA27F281A14E6983772AFC3FB97135759321DEA3D709AACD122C08E6ED11241DF15C09E2C12DE3EE5ECBBE029142E78393D8F92674E12A8C0A9F7AD0B15E89D8F4F76499D0DF899BB6FF5AC3B6D"/>
          <p:cNvSpPr txBox="1"/>
          <p:nvPr/>
        </p:nvSpPr>
        <p:spPr>
          <a:xfrm>
            <a:off x="4987200" y="2117489"/>
            <a:ext cx="2339102" cy="126188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单击此处输入标题</a:t>
            </a:r>
            <a:endParaRPr lang="en-US" altLang="zh-CN" sz="200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请在这里输入您的主要叙述内容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请在这里输入您的主要叙述内容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3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 descr="e7d195523061f1c0deeec63e560781cfd59afb0ea006f2a87ABB68BF51EA6619813959095094C18C62A12F549504892A4AAA8C1554C6663626E05CA27F281A14E6983772AFC3FB97135759321DEA3D709AACD122C08E6ED11241DF15C09E2C12DE3EE5ECBBE029142E78393D8F92674E12A8C0A9F7AD0B15E89D8F4F76499D0DF899BB6FF5AC3B6D"/>
          <p:cNvSpPr txBox="1"/>
          <p:nvPr/>
        </p:nvSpPr>
        <p:spPr>
          <a:xfrm>
            <a:off x="9514922" y="2117489"/>
            <a:ext cx="2339102" cy="126188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单击此处输入标题</a:t>
            </a:r>
            <a:endParaRPr lang="en-US" altLang="zh-CN" sz="200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请在这里输入您的主要叙述内容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请在这里输入您的主要叙述内容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3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 descr="e7d195523061f1c0deeec63e560781cfd59afb0ea006f2a87ABB68BF51EA6619813959095094C18C62A12F549504892A4AAA8C1554C6663626E05CA27F281A14E6983772AFC3FB97135759321DEA3D709AACD122C08E6ED11241DF15C09E2C12DE3EE5ECBBE029142E78393D8F92674E12A8C0A9F7AD0B15E89D8F4F76499D0DF899BB6FF5AC3B6D"/>
          <p:cNvSpPr txBox="1"/>
          <p:nvPr/>
        </p:nvSpPr>
        <p:spPr>
          <a:xfrm>
            <a:off x="2937783" y="5581338"/>
            <a:ext cx="2339102" cy="126188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单击此处输入标题</a:t>
            </a:r>
            <a:endParaRPr lang="en-US" altLang="zh-CN" sz="200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请在这里输入您的主要叙述内容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请在这里输入您的主要叙述内容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3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文本框 13" descr="e7d195523061f1c0deeec63e560781cfd59afb0ea006f2a87ABB68BF51EA6619813959095094C18C62A12F549504892A4AAA8C1554C6663626E05CA27F281A14E6983772AFC3FB97135759321DEA3D709AACD122C08E6ED11241DF15C09E2C12DE3EE5ECBBE029142E78393D8F92674E12A8C0A9F7AD0B15E89D8F4F76499D0DF899BB6FF5AC3B6D"/>
          <p:cNvSpPr txBox="1"/>
          <p:nvPr/>
        </p:nvSpPr>
        <p:spPr>
          <a:xfrm>
            <a:off x="7521485" y="5581338"/>
            <a:ext cx="2339102" cy="126188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单击此处输入标题</a:t>
            </a:r>
            <a:endParaRPr lang="en-US" altLang="zh-CN" sz="200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请在这里输入您的主要叙述内容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请在这里输入您的主要叙述内容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320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/>
          <p:cNvGrpSpPr/>
          <p:nvPr/>
        </p:nvGrpSpPr>
        <p:grpSpPr>
          <a:xfrm>
            <a:off x="2707931" y="3704507"/>
            <a:ext cx="2319068" cy="1039840"/>
            <a:chOff x="2707931" y="3719285"/>
            <a:chExt cx="2319068" cy="1039840"/>
          </a:xfrm>
          <a:solidFill>
            <a:srgbClr val="404040"/>
          </a:solidFill>
        </p:grpSpPr>
        <p:sp>
          <p:nvSpPr>
            <p:cNvPr id="16" name="Freeform 6"/>
            <p:cNvSpPr/>
            <p:nvPr/>
          </p:nvSpPr>
          <p:spPr bwMode="auto">
            <a:xfrm>
              <a:off x="2707931" y="3719285"/>
              <a:ext cx="2319068" cy="1039840"/>
            </a:xfrm>
            <a:custGeom>
              <a:gdLst>
                <a:gd name="T0" fmla="*/ 75 w 467"/>
                <a:gd name="T1" fmla="*/ 125 h 131"/>
                <a:gd name="T2" fmla="*/ 5 w 467"/>
                <a:gd name="T3" fmla="*/ 18 h 131"/>
                <a:gd name="T4" fmla="*/ 14 w 467"/>
                <a:gd name="T5" fmla="*/ 0 h 131"/>
                <a:gd name="T6" fmla="*/ 382 w 467"/>
                <a:gd name="T7" fmla="*/ 0 h 131"/>
                <a:gd name="T8" fmla="*/ 392 w 467"/>
                <a:gd name="T9" fmla="*/ 6 h 131"/>
                <a:gd name="T10" fmla="*/ 462 w 467"/>
                <a:gd name="T11" fmla="*/ 113 h 131"/>
                <a:gd name="T12" fmla="*/ 453 w 467"/>
                <a:gd name="T13" fmla="*/ 131 h 131"/>
                <a:gd name="T14" fmla="*/ 85 w 467"/>
                <a:gd name="T15" fmla="*/ 131 h 131"/>
                <a:gd name="T16" fmla="*/ 75 w 467"/>
                <a:gd name="T17" fmla="*/ 125 h 1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7" h="131">
                  <a:moveTo>
                    <a:pt x="75" y="125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0" y="10"/>
                    <a:pt x="5" y="0"/>
                    <a:pt x="14" y="0"/>
                  </a:cubicBezTo>
                  <a:cubicBezTo>
                    <a:pt x="382" y="0"/>
                    <a:pt x="382" y="0"/>
                    <a:pt x="382" y="0"/>
                  </a:cubicBezTo>
                  <a:cubicBezTo>
                    <a:pt x="386" y="0"/>
                    <a:pt x="390" y="2"/>
                    <a:pt x="392" y="6"/>
                  </a:cubicBezTo>
                  <a:cubicBezTo>
                    <a:pt x="462" y="113"/>
                    <a:pt x="462" y="113"/>
                    <a:pt x="462" y="113"/>
                  </a:cubicBezTo>
                  <a:cubicBezTo>
                    <a:pt x="467" y="121"/>
                    <a:pt x="462" y="131"/>
                    <a:pt x="453" y="131"/>
                  </a:cubicBezTo>
                  <a:cubicBezTo>
                    <a:pt x="85" y="131"/>
                    <a:pt x="85" y="131"/>
                    <a:pt x="85" y="131"/>
                  </a:cubicBezTo>
                  <a:cubicBezTo>
                    <a:pt x="81" y="131"/>
                    <a:pt x="77" y="129"/>
                    <a:pt x="75" y="12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91439" tIns="45719" rIns="91439" bIns="45719" numCol="1" anchor="t" anchorCtr="0" compatLnSpc="1"/>
            <a:lstStyle/>
            <a:p>
              <a:endParaRPr lang="en-US" sz="2400"/>
            </a:p>
          </p:txBody>
        </p:sp>
        <p:sp>
          <p:nvSpPr>
            <p:cNvPr id="17" name="Freeform 32"/>
            <p:cNvSpPr>
              <a:spLocks noEditPoints="1"/>
            </p:cNvSpPr>
            <p:nvPr/>
          </p:nvSpPr>
          <p:spPr bwMode="auto">
            <a:xfrm>
              <a:off x="3529694" y="3963017"/>
              <a:ext cx="675545" cy="552376"/>
            </a:xfrm>
            <a:custGeom>
              <a:cxnLst>
                <a:cxn ang="0">
                  <a:pos x="254" y="0"/>
                </a:cxn>
                <a:cxn ang="0">
                  <a:pos x="239" y="2"/>
                </a:cxn>
                <a:cxn ang="0">
                  <a:pos x="210" y="15"/>
                </a:cxn>
                <a:cxn ang="0">
                  <a:pos x="74" y="149"/>
                </a:cxn>
                <a:cxn ang="0">
                  <a:pos x="69" y="154"/>
                </a:cxn>
                <a:cxn ang="0">
                  <a:pos x="65" y="165"/>
                </a:cxn>
                <a:cxn ang="0">
                  <a:pos x="65" y="178"/>
                </a:cxn>
                <a:cxn ang="0">
                  <a:pos x="69" y="189"/>
                </a:cxn>
                <a:cxn ang="0">
                  <a:pos x="167" y="288"/>
                </a:cxn>
                <a:cxn ang="0">
                  <a:pos x="172" y="292"/>
                </a:cxn>
                <a:cxn ang="0">
                  <a:pos x="183" y="297"/>
                </a:cxn>
                <a:cxn ang="0">
                  <a:pos x="196" y="297"/>
                </a:cxn>
                <a:cxn ang="0">
                  <a:pos x="208" y="292"/>
                </a:cxn>
                <a:cxn ang="0">
                  <a:pos x="339" y="162"/>
                </a:cxn>
                <a:cxn ang="0">
                  <a:pos x="348" y="151"/>
                </a:cxn>
                <a:cxn ang="0">
                  <a:pos x="359" y="122"/>
                </a:cxn>
                <a:cxn ang="0">
                  <a:pos x="361" y="33"/>
                </a:cxn>
                <a:cxn ang="0">
                  <a:pos x="361" y="26"/>
                </a:cxn>
                <a:cxn ang="0">
                  <a:pos x="355" y="15"/>
                </a:cxn>
                <a:cxn ang="0">
                  <a:pos x="346" y="6"/>
                </a:cxn>
                <a:cxn ang="0">
                  <a:pos x="335" y="2"/>
                </a:cxn>
                <a:cxn ang="0">
                  <a:pos x="330" y="0"/>
                </a:cxn>
                <a:cxn ang="0">
                  <a:pos x="286" y="107"/>
                </a:cxn>
                <a:cxn ang="0">
                  <a:pos x="274" y="105"/>
                </a:cxn>
                <a:cxn ang="0">
                  <a:pos x="263" y="98"/>
                </a:cxn>
                <a:cxn ang="0">
                  <a:pos x="257" y="87"/>
                </a:cxn>
                <a:cxn ang="0">
                  <a:pos x="254" y="74"/>
                </a:cxn>
                <a:cxn ang="0">
                  <a:pos x="256" y="69"/>
                </a:cxn>
                <a:cxn ang="0">
                  <a:pos x="259" y="58"/>
                </a:cxn>
                <a:cxn ang="0">
                  <a:pos x="268" y="49"/>
                </a:cxn>
                <a:cxn ang="0">
                  <a:pos x="279" y="44"/>
                </a:cxn>
                <a:cxn ang="0">
                  <a:pos x="286" y="44"/>
                </a:cxn>
                <a:cxn ang="0">
                  <a:pos x="299" y="45"/>
                </a:cxn>
                <a:cxn ang="0">
                  <a:pos x="308" y="53"/>
                </a:cxn>
                <a:cxn ang="0">
                  <a:pos x="315" y="64"/>
                </a:cxn>
                <a:cxn ang="0">
                  <a:pos x="319" y="74"/>
                </a:cxn>
                <a:cxn ang="0">
                  <a:pos x="317" y="82"/>
                </a:cxn>
                <a:cxn ang="0">
                  <a:pos x="314" y="93"/>
                </a:cxn>
                <a:cxn ang="0">
                  <a:pos x="304" y="102"/>
                </a:cxn>
                <a:cxn ang="0">
                  <a:pos x="292" y="107"/>
                </a:cxn>
                <a:cxn ang="0">
                  <a:pos x="286" y="107"/>
                </a:cxn>
                <a:cxn ang="0">
                  <a:pos x="141" y="294"/>
                </a:cxn>
                <a:cxn ang="0">
                  <a:pos x="130" y="297"/>
                </a:cxn>
                <a:cxn ang="0">
                  <a:pos x="112" y="294"/>
                </a:cxn>
                <a:cxn ang="0">
                  <a:pos x="9" y="194"/>
                </a:cxn>
                <a:cxn ang="0">
                  <a:pos x="5" y="189"/>
                </a:cxn>
                <a:cxn ang="0">
                  <a:pos x="0" y="178"/>
                </a:cxn>
                <a:cxn ang="0">
                  <a:pos x="0" y="165"/>
                </a:cxn>
                <a:cxn ang="0">
                  <a:pos x="5" y="154"/>
                </a:cxn>
                <a:cxn ang="0">
                  <a:pos x="136" y="24"/>
                </a:cxn>
                <a:cxn ang="0">
                  <a:pos x="147" y="15"/>
                </a:cxn>
                <a:cxn ang="0">
                  <a:pos x="176" y="2"/>
                </a:cxn>
                <a:cxn ang="0">
                  <a:pos x="27" y="163"/>
                </a:cxn>
                <a:cxn ang="0">
                  <a:pos x="23" y="167"/>
                </a:cxn>
                <a:cxn ang="0">
                  <a:pos x="23" y="176"/>
                </a:cxn>
                <a:cxn ang="0">
                  <a:pos x="27" y="180"/>
                </a:cxn>
              </a:cxnLst>
              <a:rect l="0" t="0" r="r" b="b"/>
              <a:pathLst>
                <a:path w="361" h="297">
                  <a:moveTo>
                    <a:pt x="330" y="0"/>
                  </a:moveTo>
                  <a:lnTo>
                    <a:pt x="254" y="0"/>
                  </a:lnTo>
                  <a:lnTo>
                    <a:pt x="254" y="0"/>
                  </a:lnTo>
                  <a:lnTo>
                    <a:pt x="239" y="2"/>
                  </a:lnTo>
                  <a:lnTo>
                    <a:pt x="225" y="7"/>
                  </a:lnTo>
                  <a:lnTo>
                    <a:pt x="210" y="15"/>
                  </a:lnTo>
                  <a:lnTo>
                    <a:pt x="199" y="24"/>
                  </a:lnTo>
                  <a:lnTo>
                    <a:pt x="74" y="149"/>
                  </a:lnTo>
                  <a:lnTo>
                    <a:pt x="74" y="149"/>
                  </a:lnTo>
                  <a:lnTo>
                    <a:pt x="69" y="154"/>
                  </a:lnTo>
                  <a:lnTo>
                    <a:pt x="67" y="160"/>
                  </a:lnTo>
                  <a:lnTo>
                    <a:pt x="65" y="165"/>
                  </a:lnTo>
                  <a:lnTo>
                    <a:pt x="63" y="172"/>
                  </a:lnTo>
                  <a:lnTo>
                    <a:pt x="65" y="178"/>
                  </a:lnTo>
                  <a:lnTo>
                    <a:pt x="67" y="183"/>
                  </a:lnTo>
                  <a:lnTo>
                    <a:pt x="69" y="189"/>
                  </a:lnTo>
                  <a:lnTo>
                    <a:pt x="74" y="194"/>
                  </a:lnTo>
                  <a:lnTo>
                    <a:pt x="167" y="288"/>
                  </a:lnTo>
                  <a:lnTo>
                    <a:pt x="167" y="288"/>
                  </a:lnTo>
                  <a:lnTo>
                    <a:pt x="172" y="292"/>
                  </a:lnTo>
                  <a:lnTo>
                    <a:pt x="178" y="296"/>
                  </a:lnTo>
                  <a:lnTo>
                    <a:pt x="183" y="297"/>
                  </a:lnTo>
                  <a:lnTo>
                    <a:pt x="190" y="297"/>
                  </a:lnTo>
                  <a:lnTo>
                    <a:pt x="196" y="297"/>
                  </a:lnTo>
                  <a:lnTo>
                    <a:pt x="201" y="296"/>
                  </a:lnTo>
                  <a:lnTo>
                    <a:pt x="208" y="292"/>
                  </a:lnTo>
                  <a:lnTo>
                    <a:pt x="212" y="288"/>
                  </a:lnTo>
                  <a:lnTo>
                    <a:pt x="339" y="162"/>
                  </a:lnTo>
                  <a:lnTo>
                    <a:pt x="339" y="162"/>
                  </a:lnTo>
                  <a:lnTo>
                    <a:pt x="348" y="151"/>
                  </a:lnTo>
                  <a:lnTo>
                    <a:pt x="355" y="136"/>
                  </a:lnTo>
                  <a:lnTo>
                    <a:pt x="359" y="122"/>
                  </a:lnTo>
                  <a:lnTo>
                    <a:pt x="361" y="107"/>
                  </a:lnTo>
                  <a:lnTo>
                    <a:pt x="361" y="33"/>
                  </a:lnTo>
                  <a:lnTo>
                    <a:pt x="361" y="33"/>
                  </a:lnTo>
                  <a:lnTo>
                    <a:pt x="361" y="26"/>
                  </a:lnTo>
                  <a:lnTo>
                    <a:pt x="359" y="20"/>
                  </a:lnTo>
                  <a:lnTo>
                    <a:pt x="355" y="15"/>
                  </a:lnTo>
                  <a:lnTo>
                    <a:pt x="352" y="9"/>
                  </a:lnTo>
                  <a:lnTo>
                    <a:pt x="346" y="6"/>
                  </a:lnTo>
                  <a:lnTo>
                    <a:pt x="341" y="4"/>
                  </a:lnTo>
                  <a:lnTo>
                    <a:pt x="335" y="2"/>
                  </a:lnTo>
                  <a:lnTo>
                    <a:pt x="330" y="0"/>
                  </a:lnTo>
                  <a:lnTo>
                    <a:pt x="330" y="0"/>
                  </a:lnTo>
                  <a:close/>
                  <a:moveTo>
                    <a:pt x="286" y="107"/>
                  </a:moveTo>
                  <a:lnTo>
                    <a:pt x="286" y="107"/>
                  </a:lnTo>
                  <a:lnTo>
                    <a:pt x="279" y="107"/>
                  </a:lnTo>
                  <a:lnTo>
                    <a:pt x="274" y="105"/>
                  </a:lnTo>
                  <a:lnTo>
                    <a:pt x="268" y="102"/>
                  </a:lnTo>
                  <a:lnTo>
                    <a:pt x="263" y="98"/>
                  </a:lnTo>
                  <a:lnTo>
                    <a:pt x="259" y="93"/>
                  </a:lnTo>
                  <a:lnTo>
                    <a:pt x="257" y="87"/>
                  </a:lnTo>
                  <a:lnTo>
                    <a:pt x="256" y="82"/>
                  </a:lnTo>
                  <a:lnTo>
                    <a:pt x="254" y="74"/>
                  </a:lnTo>
                  <a:lnTo>
                    <a:pt x="254" y="74"/>
                  </a:lnTo>
                  <a:lnTo>
                    <a:pt x="256" y="69"/>
                  </a:lnTo>
                  <a:lnTo>
                    <a:pt x="257" y="64"/>
                  </a:lnTo>
                  <a:lnTo>
                    <a:pt x="259" y="58"/>
                  </a:lnTo>
                  <a:lnTo>
                    <a:pt x="263" y="53"/>
                  </a:lnTo>
                  <a:lnTo>
                    <a:pt x="268" y="49"/>
                  </a:lnTo>
                  <a:lnTo>
                    <a:pt x="274" y="45"/>
                  </a:lnTo>
                  <a:lnTo>
                    <a:pt x="279" y="44"/>
                  </a:lnTo>
                  <a:lnTo>
                    <a:pt x="286" y="44"/>
                  </a:lnTo>
                  <a:lnTo>
                    <a:pt x="286" y="44"/>
                  </a:lnTo>
                  <a:lnTo>
                    <a:pt x="292" y="44"/>
                  </a:lnTo>
                  <a:lnTo>
                    <a:pt x="299" y="45"/>
                  </a:lnTo>
                  <a:lnTo>
                    <a:pt x="304" y="49"/>
                  </a:lnTo>
                  <a:lnTo>
                    <a:pt x="308" y="53"/>
                  </a:lnTo>
                  <a:lnTo>
                    <a:pt x="314" y="58"/>
                  </a:lnTo>
                  <a:lnTo>
                    <a:pt x="315" y="64"/>
                  </a:lnTo>
                  <a:lnTo>
                    <a:pt x="317" y="69"/>
                  </a:lnTo>
                  <a:lnTo>
                    <a:pt x="319" y="74"/>
                  </a:lnTo>
                  <a:lnTo>
                    <a:pt x="319" y="74"/>
                  </a:lnTo>
                  <a:lnTo>
                    <a:pt x="317" y="82"/>
                  </a:lnTo>
                  <a:lnTo>
                    <a:pt x="315" y="87"/>
                  </a:lnTo>
                  <a:lnTo>
                    <a:pt x="314" y="93"/>
                  </a:lnTo>
                  <a:lnTo>
                    <a:pt x="308" y="98"/>
                  </a:lnTo>
                  <a:lnTo>
                    <a:pt x="304" y="102"/>
                  </a:lnTo>
                  <a:lnTo>
                    <a:pt x="299" y="105"/>
                  </a:lnTo>
                  <a:lnTo>
                    <a:pt x="292" y="107"/>
                  </a:lnTo>
                  <a:lnTo>
                    <a:pt x="286" y="107"/>
                  </a:lnTo>
                  <a:lnTo>
                    <a:pt x="286" y="107"/>
                  </a:lnTo>
                  <a:close/>
                  <a:moveTo>
                    <a:pt x="27" y="180"/>
                  </a:moveTo>
                  <a:lnTo>
                    <a:pt x="141" y="294"/>
                  </a:lnTo>
                  <a:lnTo>
                    <a:pt x="141" y="294"/>
                  </a:lnTo>
                  <a:lnTo>
                    <a:pt x="130" y="297"/>
                  </a:lnTo>
                  <a:lnTo>
                    <a:pt x="121" y="297"/>
                  </a:lnTo>
                  <a:lnTo>
                    <a:pt x="112" y="294"/>
                  </a:lnTo>
                  <a:lnTo>
                    <a:pt x="103" y="288"/>
                  </a:lnTo>
                  <a:lnTo>
                    <a:pt x="9" y="194"/>
                  </a:lnTo>
                  <a:lnTo>
                    <a:pt x="9" y="194"/>
                  </a:lnTo>
                  <a:lnTo>
                    <a:pt x="5" y="189"/>
                  </a:lnTo>
                  <a:lnTo>
                    <a:pt x="2" y="183"/>
                  </a:lnTo>
                  <a:lnTo>
                    <a:pt x="0" y="178"/>
                  </a:lnTo>
                  <a:lnTo>
                    <a:pt x="0" y="172"/>
                  </a:lnTo>
                  <a:lnTo>
                    <a:pt x="0" y="165"/>
                  </a:lnTo>
                  <a:lnTo>
                    <a:pt x="2" y="160"/>
                  </a:lnTo>
                  <a:lnTo>
                    <a:pt x="5" y="154"/>
                  </a:lnTo>
                  <a:lnTo>
                    <a:pt x="9" y="149"/>
                  </a:lnTo>
                  <a:lnTo>
                    <a:pt x="136" y="24"/>
                  </a:lnTo>
                  <a:lnTo>
                    <a:pt x="136" y="24"/>
                  </a:lnTo>
                  <a:lnTo>
                    <a:pt x="147" y="15"/>
                  </a:lnTo>
                  <a:lnTo>
                    <a:pt x="161" y="7"/>
                  </a:lnTo>
                  <a:lnTo>
                    <a:pt x="176" y="2"/>
                  </a:lnTo>
                  <a:lnTo>
                    <a:pt x="190" y="0"/>
                  </a:lnTo>
                  <a:lnTo>
                    <a:pt x="27" y="163"/>
                  </a:lnTo>
                  <a:lnTo>
                    <a:pt x="27" y="163"/>
                  </a:lnTo>
                  <a:lnTo>
                    <a:pt x="23" y="167"/>
                  </a:lnTo>
                  <a:lnTo>
                    <a:pt x="23" y="172"/>
                  </a:lnTo>
                  <a:lnTo>
                    <a:pt x="23" y="176"/>
                  </a:lnTo>
                  <a:lnTo>
                    <a:pt x="27" y="180"/>
                  </a:lnTo>
                  <a:lnTo>
                    <a:pt x="27" y="18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17" tIns="60959" rIns="121917" bIns="60959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18" name="组合 17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/>
          <p:cNvGrpSpPr/>
          <p:nvPr/>
        </p:nvGrpSpPr>
        <p:grpSpPr>
          <a:xfrm>
            <a:off x="5027001" y="3704507"/>
            <a:ext cx="2316969" cy="1039840"/>
            <a:chOff x="5027001" y="3719285"/>
            <a:chExt cx="2316969" cy="1039840"/>
          </a:xfrm>
          <a:solidFill>
            <a:srgbClr val="C00000"/>
          </a:solidFill>
        </p:grpSpPr>
        <p:sp>
          <p:nvSpPr>
            <p:cNvPr id="20" name="Freeform 7"/>
            <p:cNvSpPr/>
            <p:nvPr/>
          </p:nvSpPr>
          <p:spPr bwMode="auto">
            <a:xfrm>
              <a:off x="5027001" y="3719285"/>
              <a:ext cx="2316969" cy="1039840"/>
            </a:xfrm>
            <a:custGeom>
              <a:gdLst>
                <a:gd name="T0" fmla="*/ 75 w 467"/>
                <a:gd name="T1" fmla="*/ 125 h 131"/>
                <a:gd name="T2" fmla="*/ 5 w 467"/>
                <a:gd name="T3" fmla="*/ 18 h 131"/>
                <a:gd name="T4" fmla="*/ 14 w 467"/>
                <a:gd name="T5" fmla="*/ 0 h 131"/>
                <a:gd name="T6" fmla="*/ 382 w 467"/>
                <a:gd name="T7" fmla="*/ 0 h 131"/>
                <a:gd name="T8" fmla="*/ 392 w 467"/>
                <a:gd name="T9" fmla="*/ 6 h 131"/>
                <a:gd name="T10" fmla="*/ 462 w 467"/>
                <a:gd name="T11" fmla="*/ 113 h 131"/>
                <a:gd name="T12" fmla="*/ 453 w 467"/>
                <a:gd name="T13" fmla="*/ 131 h 131"/>
                <a:gd name="T14" fmla="*/ 85 w 467"/>
                <a:gd name="T15" fmla="*/ 131 h 131"/>
                <a:gd name="T16" fmla="*/ 75 w 467"/>
                <a:gd name="T17" fmla="*/ 125 h 1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7" h="131">
                  <a:moveTo>
                    <a:pt x="75" y="125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0" y="10"/>
                    <a:pt x="5" y="0"/>
                    <a:pt x="14" y="0"/>
                  </a:cubicBezTo>
                  <a:cubicBezTo>
                    <a:pt x="382" y="0"/>
                    <a:pt x="382" y="0"/>
                    <a:pt x="382" y="0"/>
                  </a:cubicBezTo>
                  <a:cubicBezTo>
                    <a:pt x="386" y="0"/>
                    <a:pt x="390" y="2"/>
                    <a:pt x="392" y="6"/>
                  </a:cubicBezTo>
                  <a:cubicBezTo>
                    <a:pt x="462" y="113"/>
                    <a:pt x="462" y="113"/>
                    <a:pt x="462" y="113"/>
                  </a:cubicBezTo>
                  <a:cubicBezTo>
                    <a:pt x="467" y="121"/>
                    <a:pt x="462" y="131"/>
                    <a:pt x="453" y="131"/>
                  </a:cubicBezTo>
                  <a:cubicBezTo>
                    <a:pt x="85" y="131"/>
                    <a:pt x="85" y="131"/>
                    <a:pt x="85" y="131"/>
                  </a:cubicBezTo>
                  <a:cubicBezTo>
                    <a:pt x="81" y="131"/>
                    <a:pt x="77" y="129"/>
                    <a:pt x="75" y="12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91439" tIns="45719" rIns="91439" bIns="45719" numCol="1" anchor="t" anchorCtr="0" compatLnSpc="1"/>
            <a:lstStyle/>
            <a:p>
              <a:endParaRPr lang="en-US" sz="2400"/>
            </a:p>
          </p:txBody>
        </p:sp>
        <p:grpSp>
          <p:nvGrpSpPr>
            <p:cNvPr id="21" name="Group 77"/>
            <p:cNvGrpSpPr/>
            <p:nvPr/>
          </p:nvGrpSpPr>
          <p:grpSpPr>
            <a:xfrm>
              <a:off x="5869058" y="3989143"/>
              <a:ext cx="653147" cy="500124"/>
              <a:chOff x="5552261" y="1554043"/>
              <a:chExt cx="363359" cy="278229"/>
            </a:xfrm>
            <a:grpFill/>
          </p:grpSpPr>
          <p:sp>
            <p:nvSpPr>
              <p:cNvPr id="22" name="Freeform 96"/>
              <p:cNvSpPr/>
              <p:nvPr/>
            </p:nvSpPr>
            <p:spPr bwMode="auto">
              <a:xfrm>
                <a:off x="5552261" y="1715997"/>
                <a:ext cx="363359" cy="116275"/>
              </a:xfrm>
              <a:custGeom>
                <a:cxnLst>
                  <a:cxn ang="0">
                    <a:pos x="211" y="31"/>
                  </a:cxn>
                  <a:cxn ang="0">
                    <a:pos x="140" y="31"/>
                  </a:cxn>
                  <a:cxn ang="0">
                    <a:pos x="140" y="0"/>
                  </a:cxn>
                  <a:cxn ang="0">
                    <a:pos x="0" y="0"/>
                  </a:cxn>
                  <a:cxn ang="0">
                    <a:pos x="0" y="96"/>
                  </a:cxn>
                  <a:cxn ang="0">
                    <a:pos x="0" y="96"/>
                  </a:cxn>
                  <a:cxn ang="0">
                    <a:pos x="2" y="102"/>
                  </a:cxn>
                  <a:cxn ang="0">
                    <a:pos x="4" y="107"/>
                  </a:cxn>
                  <a:cxn ang="0">
                    <a:pos x="9" y="111"/>
                  </a:cxn>
                  <a:cxn ang="0">
                    <a:pos x="17" y="112"/>
                  </a:cxn>
                  <a:cxn ang="0">
                    <a:pos x="334" y="112"/>
                  </a:cxn>
                  <a:cxn ang="0">
                    <a:pos x="334" y="112"/>
                  </a:cxn>
                  <a:cxn ang="0">
                    <a:pos x="341" y="111"/>
                  </a:cxn>
                  <a:cxn ang="0">
                    <a:pos x="347" y="107"/>
                  </a:cxn>
                  <a:cxn ang="0">
                    <a:pos x="350" y="102"/>
                  </a:cxn>
                  <a:cxn ang="0">
                    <a:pos x="350" y="96"/>
                  </a:cxn>
                  <a:cxn ang="0">
                    <a:pos x="350" y="0"/>
                  </a:cxn>
                  <a:cxn ang="0">
                    <a:pos x="211" y="0"/>
                  </a:cxn>
                  <a:cxn ang="0">
                    <a:pos x="211" y="31"/>
                  </a:cxn>
                </a:cxnLst>
                <a:rect l="0" t="0" r="r" b="b"/>
                <a:pathLst>
                  <a:path w="350" h="112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62560" tIns="81280" rIns="162560" bIns="81280" numCol="1" anchor="t" anchorCtr="0" compatLnSpc="1"/>
              <a:lstStyle/>
              <a:p>
                <a:endParaRPr lang="en-US" sz="2400"/>
              </a:p>
            </p:txBody>
          </p:sp>
          <p:sp>
            <p:nvSpPr>
              <p:cNvPr id="23" name="Freeform 97"/>
              <p:cNvSpPr>
                <a:spLocks noEditPoints="1"/>
              </p:cNvSpPr>
              <p:nvPr/>
            </p:nvSpPr>
            <p:spPr bwMode="auto">
              <a:xfrm>
                <a:off x="5552261" y="1554043"/>
                <a:ext cx="363359" cy="137038"/>
              </a:xfrm>
              <a:custGeom>
                <a:cxnLst>
                  <a:cxn ang="0">
                    <a:pos x="334" y="42"/>
                  </a:cxn>
                  <a:cxn ang="0">
                    <a:pos x="225" y="42"/>
                  </a:cxn>
                  <a:cxn ang="0">
                    <a:pos x="225" y="42"/>
                  </a:cxn>
                  <a:cxn ang="0">
                    <a:pos x="225" y="5"/>
                  </a:cxn>
                  <a:cxn ang="0">
                    <a:pos x="225" y="5"/>
                  </a:cxn>
                  <a:cxn ang="0">
                    <a:pos x="225" y="2"/>
                  </a:cxn>
                  <a:cxn ang="0">
                    <a:pos x="223" y="0"/>
                  </a:cxn>
                  <a:cxn ang="0">
                    <a:pos x="222" y="0"/>
                  </a:cxn>
                  <a:cxn ang="0">
                    <a:pos x="120" y="0"/>
                  </a:cxn>
                  <a:cxn ang="0">
                    <a:pos x="120" y="0"/>
                  </a:cxn>
                  <a:cxn ang="0">
                    <a:pos x="118" y="2"/>
                  </a:cxn>
                  <a:cxn ang="0">
                    <a:pos x="116" y="4"/>
                  </a:cxn>
                  <a:cxn ang="0">
                    <a:pos x="115" y="5"/>
                  </a:cxn>
                  <a:cxn ang="0">
                    <a:pos x="115" y="5"/>
                  </a:cxn>
                  <a:cxn ang="0">
                    <a:pos x="115" y="42"/>
                  </a:cxn>
                  <a:cxn ang="0">
                    <a:pos x="17" y="42"/>
                  </a:cxn>
                  <a:cxn ang="0">
                    <a:pos x="17" y="42"/>
                  </a:cxn>
                  <a:cxn ang="0">
                    <a:pos x="9" y="42"/>
                  </a:cxn>
                  <a:cxn ang="0">
                    <a:pos x="4" y="45"/>
                  </a:cxn>
                  <a:cxn ang="0">
                    <a:pos x="2" y="51"/>
                  </a:cxn>
                  <a:cxn ang="0">
                    <a:pos x="0" y="58"/>
                  </a:cxn>
                  <a:cxn ang="0">
                    <a:pos x="0" y="130"/>
                  </a:cxn>
                  <a:cxn ang="0">
                    <a:pos x="350" y="130"/>
                  </a:cxn>
                  <a:cxn ang="0">
                    <a:pos x="350" y="58"/>
                  </a:cxn>
                  <a:cxn ang="0">
                    <a:pos x="350" y="58"/>
                  </a:cxn>
                  <a:cxn ang="0">
                    <a:pos x="350" y="51"/>
                  </a:cxn>
                  <a:cxn ang="0">
                    <a:pos x="347" y="45"/>
                  </a:cxn>
                  <a:cxn ang="0">
                    <a:pos x="341" y="42"/>
                  </a:cxn>
                  <a:cxn ang="0">
                    <a:pos x="334" y="42"/>
                  </a:cxn>
                  <a:cxn ang="0">
                    <a:pos x="334" y="42"/>
                  </a:cxn>
                  <a:cxn ang="0">
                    <a:pos x="133" y="42"/>
                  </a:cxn>
                  <a:cxn ang="0">
                    <a:pos x="133" y="13"/>
                  </a:cxn>
                  <a:cxn ang="0">
                    <a:pos x="209" y="13"/>
                  </a:cxn>
                  <a:cxn ang="0">
                    <a:pos x="209" y="42"/>
                  </a:cxn>
                  <a:cxn ang="0">
                    <a:pos x="133" y="42"/>
                  </a:cxn>
                </a:cxnLst>
                <a:rect l="0" t="0" r="r" b="b"/>
                <a:pathLst>
                  <a:path w="350" h="13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62560" tIns="81280" rIns="162560" bIns="81280" numCol="1" anchor="t" anchorCtr="0" compatLnSpc="1"/>
              <a:lstStyle/>
              <a:p>
                <a:endParaRPr lang="en-US" sz="2400"/>
              </a:p>
            </p:txBody>
          </p:sp>
          <p:sp>
            <p:nvSpPr>
              <p:cNvPr id="24" name="Rectangle 98"/>
              <p:cNvSpPr>
                <a:spLocks noChangeArrowheads="1"/>
              </p:cNvSpPr>
              <p:nvPr/>
            </p:nvSpPr>
            <p:spPr bwMode="auto">
              <a:xfrm>
                <a:off x="5710062" y="1715997"/>
                <a:ext cx="45679" cy="18688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vert="horz" wrap="square" lIns="162560" tIns="81280" rIns="162560" bIns="81280" numCol="1" anchor="t" anchorCtr="0" compatLnSpc="1"/>
              <a:lstStyle/>
              <a:p>
                <a:endParaRPr lang="en-US" sz="2400"/>
              </a:p>
            </p:txBody>
          </p:sp>
        </p:grpSp>
      </p:grpSp>
      <p:grpSp>
        <p:nvGrpSpPr>
          <p:cNvPr id="25" name="组合 24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/>
          <p:cNvGrpSpPr/>
          <p:nvPr/>
        </p:nvGrpSpPr>
        <p:grpSpPr>
          <a:xfrm>
            <a:off x="7343970" y="3704507"/>
            <a:ext cx="2316969" cy="1039840"/>
            <a:chOff x="7343970" y="3719285"/>
            <a:chExt cx="2316969" cy="1039840"/>
          </a:xfrm>
          <a:solidFill>
            <a:srgbClr val="404040"/>
          </a:solidFill>
        </p:grpSpPr>
        <p:sp>
          <p:nvSpPr>
            <p:cNvPr id="26" name="Freeform 8"/>
            <p:cNvSpPr/>
            <p:nvPr/>
          </p:nvSpPr>
          <p:spPr bwMode="auto">
            <a:xfrm>
              <a:off x="7343970" y="3719285"/>
              <a:ext cx="2316969" cy="1039840"/>
            </a:xfrm>
            <a:custGeom>
              <a:gdLst>
                <a:gd name="T0" fmla="*/ 75 w 467"/>
                <a:gd name="T1" fmla="*/ 125 h 131"/>
                <a:gd name="T2" fmla="*/ 5 w 467"/>
                <a:gd name="T3" fmla="*/ 18 h 131"/>
                <a:gd name="T4" fmla="*/ 14 w 467"/>
                <a:gd name="T5" fmla="*/ 0 h 131"/>
                <a:gd name="T6" fmla="*/ 382 w 467"/>
                <a:gd name="T7" fmla="*/ 0 h 131"/>
                <a:gd name="T8" fmla="*/ 392 w 467"/>
                <a:gd name="T9" fmla="*/ 6 h 131"/>
                <a:gd name="T10" fmla="*/ 462 w 467"/>
                <a:gd name="T11" fmla="*/ 113 h 131"/>
                <a:gd name="T12" fmla="*/ 453 w 467"/>
                <a:gd name="T13" fmla="*/ 131 h 131"/>
                <a:gd name="T14" fmla="*/ 85 w 467"/>
                <a:gd name="T15" fmla="*/ 131 h 131"/>
                <a:gd name="T16" fmla="*/ 75 w 467"/>
                <a:gd name="T17" fmla="*/ 125 h 1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7" h="131">
                  <a:moveTo>
                    <a:pt x="75" y="125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0" y="10"/>
                    <a:pt x="5" y="0"/>
                    <a:pt x="14" y="0"/>
                  </a:cubicBezTo>
                  <a:cubicBezTo>
                    <a:pt x="382" y="0"/>
                    <a:pt x="382" y="0"/>
                    <a:pt x="382" y="0"/>
                  </a:cubicBezTo>
                  <a:cubicBezTo>
                    <a:pt x="386" y="0"/>
                    <a:pt x="390" y="2"/>
                    <a:pt x="392" y="6"/>
                  </a:cubicBezTo>
                  <a:cubicBezTo>
                    <a:pt x="462" y="113"/>
                    <a:pt x="462" y="113"/>
                    <a:pt x="462" y="113"/>
                  </a:cubicBezTo>
                  <a:cubicBezTo>
                    <a:pt x="467" y="121"/>
                    <a:pt x="462" y="131"/>
                    <a:pt x="453" y="131"/>
                  </a:cubicBezTo>
                  <a:cubicBezTo>
                    <a:pt x="85" y="131"/>
                    <a:pt x="85" y="131"/>
                    <a:pt x="85" y="131"/>
                  </a:cubicBezTo>
                  <a:cubicBezTo>
                    <a:pt x="81" y="131"/>
                    <a:pt x="77" y="129"/>
                    <a:pt x="75" y="12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91439" tIns="45719" rIns="91439" bIns="45719" numCol="1" anchor="t" anchorCtr="0" compatLnSpc="1"/>
            <a:lstStyle/>
            <a:p>
              <a:endParaRPr lang="en-US" sz="2400"/>
            </a:p>
          </p:txBody>
        </p:sp>
        <p:sp>
          <p:nvSpPr>
            <p:cNvPr id="27" name="Freeform 104"/>
            <p:cNvSpPr>
              <a:spLocks noEditPoints="1"/>
            </p:cNvSpPr>
            <p:nvPr/>
          </p:nvSpPr>
          <p:spPr bwMode="auto">
            <a:xfrm>
              <a:off x="8213200" y="3925693"/>
              <a:ext cx="578504" cy="563577"/>
            </a:xfrm>
            <a:custGeom>
              <a:cxnLst>
                <a:cxn ang="0">
                  <a:pos x="243" y="45"/>
                </a:cxn>
                <a:cxn ang="0">
                  <a:pos x="243" y="20"/>
                </a:cxn>
                <a:cxn ang="0">
                  <a:pos x="238" y="6"/>
                </a:cxn>
                <a:cxn ang="0">
                  <a:pos x="221" y="0"/>
                </a:cxn>
                <a:cxn ang="0">
                  <a:pos x="214" y="2"/>
                </a:cxn>
                <a:cxn ang="0">
                  <a:pos x="203" y="13"/>
                </a:cxn>
                <a:cxn ang="0">
                  <a:pos x="202" y="45"/>
                </a:cxn>
                <a:cxn ang="0">
                  <a:pos x="109" y="20"/>
                </a:cxn>
                <a:cxn ang="0">
                  <a:pos x="107" y="13"/>
                </a:cxn>
                <a:cxn ang="0">
                  <a:pos x="96" y="2"/>
                </a:cxn>
                <a:cxn ang="0">
                  <a:pos x="87" y="0"/>
                </a:cxn>
                <a:cxn ang="0">
                  <a:pos x="73" y="6"/>
                </a:cxn>
                <a:cxn ang="0">
                  <a:pos x="67" y="20"/>
                </a:cxn>
                <a:cxn ang="0">
                  <a:pos x="17" y="45"/>
                </a:cxn>
                <a:cxn ang="0">
                  <a:pos x="9" y="47"/>
                </a:cxn>
                <a:cxn ang="0">
                  <a:pos x="2" y="54"/>
                </a:cxn>
                <a:cxn ang="0">
                  <a:pos x="0" y="287"/>
                </a:cxn>
                <a:cxn ang="0">
                  <a:pos x="2" y="292"/>
                </a:cxn>
                <a:cxn ang="0">
                  <a:pos x="9" y="301"/>
                </a:cxn>
                <a:cxn ang="0">
                  <a:pos x="294" y="301"/>
                </a:cxn>
                <a:cxn ang="0">
                  <a:pos x="301" y="301"/>
                </a:cxn>
                <a:cxn ang="0">
                  <a:pos x="308" y="292"/>
                </a:cxn>
                <a:cxn ang="0">
                  <a:pos x="310" y="62"/>
                </a:cxn>
                <a:cxn ang="0">
                  <a:pos x="308" y="54"/>
                </a:cxn>
                <a:cxn ang="0">
                  <a:pos x="301" y="47"/>
                </a:cxn>
                <a:cxn ang="0">
                  <a:pos x="294" y="45"/>
                </a:cxn>
                <a:cxn ang="0">
                  <a:pos x="145" y="156"/>
                </a:cxn>
                <a:cxn ang="0">
                  <a:pos x="96" y="114"/>
                </a:cxn>
                <a:cxn ang="0">
                  <a:pos x="165" y="114"/>
                </a:cxn>
                <a:cxn ang="0">
                  <a:pos x="214" y="156"/>
                </a:cxn>
                <a:cxn ang="0">
                  <a:pos x="165" y="114"/>
                </a:cxn>
                <a:cxn ang="0">
                  <a:pos x="75" y="156"/>
                </a:cxn>
                <a:cxn ang="0">
                  <a:pos x="31" y="114"/>
                </a:cxn>
                <a:cxn ang="0">
                  <a:pos x="75" y="178"/>
                </a:cxn>
                <a:cxn ang="0">
                  <a:pos x="31" y="209"/>
                </a:cxn>
                <a:cxn ang="0">
                  <a:pos x="75" y="178"/>
                </a:cxn>
                <a:cxn ang="0">
                  <a:pos x="145" y="178"/>
                </a:cxn>
                <a:cxn ang="0">
                  <a:pos x="96" y="209"/>
                </a:cxn>
                <a:cxn ang="0">
                  <a:pos x="145" y="229"/>
                </a:cxn>
                <a:cxn ang="0">
                  <a:pos x="96" y="270"/>
                </a:cxn>
                <a:cxn ang="0">
                  <a:pos x="145" y="229"/>
                </a:cxn>
                <a:cxn ang="0">
                  <a:pos x="214" y="229"/>
                </a:cxn>
                <a:cxn ang="0">
                  <a:pos x="165" y="270"/>
                </a:cxn>
                <a:cxn ang="0">
                  <a:pos x="165" y="209"/>
                </a:cxn>
                <a:cxn ang="0">
                  <a:pos x="214" y="178"/>
                </a:cxn>
                <a:cxn ang="0">
                  <a:pos x="165" y="209"/>
                </a:cxn>
                <a:cxn ang="0">
                  <a:pos x="279" y="178"/>
                </a:cxn>
                <a:cxn ang="0">
                  <a:pos x="236" y="209"/>
                </a:cxn>
                <a:cxn ang="0">
                  <a:pos x="236" y="156"/>
                </a:cxn>
                <a:cxn ang="0">
                  <a:pos x="279" y="114"/>
                </a:cxn>
                <a:cxn ang="0">
                  <a:pos x="236" y="156"/>
                </a:cxn>
                <a:cxn ang="0">
                  <a:pos x="75" y="229"/>
                </a:cxn>
                <a:cxn ang="0">
                  <a:pos x="31" y="270"/>
                </a:cxn>
                <a:cxn ang="0">
                  <a:pos x="236" y="270"/>
                </a:cxn>
                <a:cxn ang="0">
                  <a:pos x="279" y="229"/>
                </a:cxn>
                <a:cxn ang="0">
                  <a:pos x="236" y="270"/>
                </a:cxn>
              </a:cxnLst>
              <a:rect l="0" t="0" r="r" b="b"/>
              <a:pathLst>
                <a:path w="310" h="301">
                  <a:moveTo>
                    <a:pt x="294" y="45"/>
                  </a:moveTo>
                  <a:lnTo>
                    <a:pt x="243" y="45"/>
                  </a:lnTo>
                  <a:lnTo>
                    <a:pt x="243" y="20"/>
                  </a:lnTo>
                  <a:lnTo>
                    <a:pt x="243" y="20"/>
                  </a:lnTo>
                  <a:lnTo>
                    <a:pt x="241" y="13"/>
                  </a:lnTo>
                  <a:lnTo>
                    <a:pt x="238" y="6"/>
                  </a:lnTo>
                  <a:lnTo>
                    <a:pt x="231" y="2"/>
                  </a:lnTo>
                  <a:lnTo>
                    <a:pt x="221" y="0"/>
                  </a:lnTo>
                  <a:lnTo>
                    <a:pt x="221" y="0"/>
                  </a:lnTo>
                  <a:lnTo>
                    <a:pt x="214" y="2"/>
                  </a:lnTo>
                  <a:lnTo>
                    <a:pt x="207" y="6"/>
                  </a:lnTo>
                  <a:lnTo>
                    <a:pt x="203" y="13"/>
                  </a:lnTo>
                  <a:lnTo>
                    <a:pt x="202" y="20"/>
                  </a:lnTo>
                  <a:lnTo>
                    <a:pt x="202" y="45"/>
                  </a:lnTo>
                  <a:lnTo>
                    <a:pt x="109" y="45"/>
                  </a:lnTo>
                  <a:lnTo>
                    <a:pt x="109" y="20"/>
                  </a:lnTo>
                  <a:lnTo>
                    <a:pt x="109" y="20"/>
                  </a:lnTo>
                  <a:lnTo>
                    <a:pt x="107" y="13"/>
                  </a:lnTo>
                  <a:lnTo>
                    <a:pt x="102" y="6"/>
                  </a:lnTo>
                  <a:lnTo>
                    <a:pt x="96" y="2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0" y="2"/>
                  </a:lnTo>
                  <a:lnTo>
                    <a:pt x="73" y="6"/>
                  </a:lnTo>
                  <a:lnTo>
                    <a:pt x="69" y="13"/>
                  </a:lnTo>
                  <a:lnTo>
                    <a:pt x="67" y="20"/>
                  </a:lnTo>
                  <a:lnTo>
                    <a:pt x="67" y="45"/>
                  </a:lnTo>
                  <a:lnTo>
                    <a:pt x="17" y="45"/>
                  </a:lnTo>
                  <a:lnTo>
                    <a:pt x="17" y="45"/>
                  </a:lnTo>
                  <a:lnTo>
                    <a:pt x="9" y="47"/>
                  </a:lnTo>
                  <a:lnTo>
                    <a:pt x="4" y="51"/>
                  </a:lnTo>
                  <a:lnTo>
                    <a:pt x="2" y="54"/>
                  </a:lnTo>
                  <a:lnTo>
                    <a:pt x="0" y="62"/>
                  </a:lnTo>
                  <a:lnTo>
                    <a:pt x="0" y="287"/>
                  </a:lnTo>
                  <a:lnTo>
                    <a:pt x="0" y="287"/>
                  </a:lnTo>
                  <a:lnTo>
                    <a:pt x="2" y="292"/>
                  </a:lnTo>
                  <a:lnTo>
                    <a:pt x="4" y="297"/>
                  </a:lnTo>
                  <a:lnTo>
                    <a:pt x="9" y="301"/>
                  </a:lnTo>
                  <a:lnTo>
                    <a:pt x="17" y="301"/>
                  </a:lnTo>
                  <a:lnTo>
                    <a:pt x="294" y="301"/>
                  </a:lnTo>
                  <a:lnTo>
                    <a:pt x="294" y="301"/>
                  </a:lnTo>
                  <a:lnTo>
                    <a:pt x="301" y="301"/>
                  </a:lnTo>
                  <a:lnTo>
                    <a:pt x="305" y="297"/>
                  </a:lnTo>
                  <a:lnTo>
                    <a:pt x="308" y="292"/>
                  </a:lnTo>
                  <a:lnTo>
                    <a:pt x="310" y="287"/>
                  </a:lnTo>
                  <a:lnTo>
                    <a:pt x="310" y="62"/>
                  </a:lnTo>
                  <a:lnTo>
                    <a:pt x="310" y="62"/>
                  </a:lnTo>
                  <a:lnTo>
                    <a:pt x="308" y="54"/>
                  </a:lnTo>
                  <a:lnTo>
                    <a:pt x="305" y="51"/>
                  </a:lnTo>
                  <a:lnTo>
                    <a:pt x="301" y="47"/>
                  </a:lnTo>
                  <a:lnTo>
                    <a:pt x="294" y="45"/>
                  </a:lnTo>
                  <a:lnTo>
                    <a:pt x="294" y="45"/>
                  </a:lnTo>
                  <a:close/>
                  <a:moveTo>
                    <a:pt x="145" y="114"/>
                  </a:moveTo>
                  <a:lnTo>
                    <a:pt x="145" y="156"/>
                  </a:lnTo>
                  <a:lnTo>
                    <a:pt x="96" y="156"/>
                  </a:lnTo>
                  <a:lnTo>
                    <a:pt x="96" y="114"/>
                  </a:lnTo>
                  <a:lnTo>
                    <a:pt x="145" y="114"/>
                  </a:lnTo>
                  <a:close/>
                  <a:moveTo>
                    <a:pt x="165" y="114"/>
                  </a:moveTo>
                  <a:lnTo>
                    <a:pt x="214" y="114"/>
                  </a:lnTo>
                  <a:lnTo>
                    <a:pt x="214" y="156"/>
                  </a:lnTo>
                  <a:lnTo>
                    <a:pt x="165" y="156"/>
                  </a:lnTo>
                  <a:lnTo>
                    <a:pt x="165" y="114"/>
                  </a:lnTo>
                  <a:close/>
                  <a:moveTo>
                    <a:pt x="75" y="114"/>
                  </a:moveTo>
                  <a:lnTo>
                    <a:pt x="75" y="156"/>
                  </a:lnTo>
                  <a:lnTo>
                    <a:pt x="31" y="156"/>
                  </a:lnTo>
                  <a:lnTo>
                    <a:pt x="31" y="114"/>
                  </a:lnTo>
                  <a:lnTo>
                    <a:pt x="75" y="114"/>
                  </a:lnTo>
                  <a:close/>
                  <a:moveTo>
                    <a:pt x="75" y="178"/>
                  </a:moveTo>
                  <a:lnTo>
                    <a:pt x="75" y="209"/>
                  </a:lnTo>
                  <a:lnTo>
                    <a:pt x="31" y="209"/>
                  </a:lnTo>
                  <a:lnTo>
                    <a:pt x="31" y="178"/>
                  </a:lnTo>
                  <a:lnTo>
                    <a:pt x="75" y="178"/>
                  </a:lnTo>
                  <a:close/>
                  <a:moveTo>
                    <a:pt x="96" y="178"/>
                  </a:moveTo>
                  <a:lnTo>
                    <a:pt x="145" y="178"/>
                  </a:lnTo>
                  <a:lnTo>
                    <a:pt x="145" y="209"/>
                  </a:lnTo>
                  <a:lnTo>
                    <a:pt x="96" y="209"/>
                  </a:lnTo>
                  <a:lnTo>
                    <a:pt x="96" y="178"/>
                  </a:lnTo>
                  <a:close/>
                  <a:moveTo>
                    <a:pt x="145" y="229"/>
                  </a:moveTo>
                  <a:lnTo>
                    <a:pt x="145" y="270"/>
                  </a:lnTo>
                  <a:lnTo>
                    <a:pt x="96" y="270"/>
                  </a:lnTo>
                  <a:lnTo>
                    <a:pt x="96" y="229"/>
                  </a:lnTo>
                  <a:lnTo>
                    <a:pt x="145" y="229"/>
                  </a:lnTo>
                  <a:close/>
                  <a:moveTo>
                    <a:pt x="165" y="229"/>
                  </a:moveTo>
                  <a:lnTo>
                    <a:pt x="214" y="229"/>
                  </a:lnTo>
                  <a:lnTo>
                    <a:pt x="214" y="270"/>
                  </a:lnTo>
                  <a:lnTo>
                    <a:pt x="165" y="270"/>
                  </a:lnTo>
                  <a:lnTo>
                    <a:pt x="165" y="229"/>
                  </a:lnTo>
                  <a:close/>
                  <a:moveTo>
                    <a:pt x="165" y="209"/>
                  </a:moveTo>
                  <a:lnTo>
                    <a:pt x="165" y="178"/>
                  </a:lnTo>
                  <a:lnTo>
                    <a:pt x="214" y="178"/>
                  </a:lnTo>
                  <a:lnTo>
                    <a:pt x="214" y="209"/>
                  </a:lnTo>
                  <a:lnTo>
                    <a:pt x="165" y="209"/>
                  </a:lnTo>
                  <a:close/>
                  <a:moveTo>
                    <a:pt x="236" y="178"/>
                  </a:moveTo>
                  <a:lnTo>
                    <a:pt x="279" y="178"/>
                  </a:lnTo>
                  <a:lnTo>
                    <a:pt x="279" y="209"/>
                  </a:lnTo>
                  <a:lnTo>
                    <a:pt x="236" y="209"/>
                  </a:lnTo>
                  <a:lnTo>
                    <a:pt x="236" y="178"/>
                  </a:lnTo>
                  <a:close/>
                  <a:moveTo>
                    <a:pt x="236" y="156"/>
                  </a:moveTo>
                  <a:lnTo>
                    <a:pt x="236" y="114"/>
                  </a:lnTo>
                  <a:lnTo>
                    <a:pt x="279" y="114"/>
                  </a:lnTo>
                  <a:lnTo>
                    <a:pt x="279" y="156"/>
                  </a:lnTo>
                  <a:lnTo>
                    <a:pt x="236" y="156"/>
                  </a:lnTo>
                  <a:close/>
                  <a:moveTo>
                    <a:pt x="31" y="229"/>
                  </a:moveTo>
                  <a:lnTo>
                    <a:pt x="75" y="229"/>
                  </a:lnTo>
                  <a:lnTo>
                    <a:pt x="75" y="270"/>
                  </a:lnTo>
                  <a:lnTo>
                    <a:pt x="31" y="270"/>
                  </a:lnTo>
                  <a:lnTo>
                    <a:pt x="31" y="229"/>
                  </a:lnTo>
                  <a:close/>
                  <a:moveTo>
                    <a:pt x="236" y="270"/>
                  </a:moveTo>
                  <a:lnTo>
                    <a:pt x="236" y="229"/>
                  </a:lnTo>
                  <a:lnTo>
                    <a:pt x="279" y="229"/>
                  </a:lnTo>
                  <a:lnTo>
                    <a:pt x="279" y="270"/>
                  </a:lnTo>
                  <a:lnTo>
                    <a:pt x="236" y="27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17" tIns="60959" rIns="121917" bIns="60959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28" name="组合 27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/>
          <p:cNvGrpSpPr/>
          <p:nvPr/>
        </p:nvGrpSpPr>
        <p:grpSpPr>
          <a:xfrm>
            <a:off x="390963" y="3718477"/>
            <a:ext cx="2316969" cy="1039840"/>
            <a:chOff x="390963" y="3719285"/>
            <a:chExt cx="2316969" cy="1039840"/>
          </a:xfrm>
          <a:solidFill>
            <a:srgbClr val="C00000"/>
          </a:solidFill>
        </p:grpSpPr>
        <p:sp>
          <p:nvSpPr>
            <p:cNvPr id="29" name="Freeform 5"/>
            <p:cNvSpPr/>
            <p:nvPr/>
          </p:nvSpPr>
          <p:spPr bwMode="auto">
            <a:xfrm>
              <a:off x="390963" y="3719285"/>
              <a:ext cx="2316969" cy="1039840"/>
            </a:xfrm>
            <a:custGeom>
              <a:gdLst>
                <a:gd name="T0" fmla="*/ 75 w 467"/>
                <a:gd name="T1" fmla="*/ 125 h 131"/>
                <a:gd name="T2" fmla="*/ 5 w 467"/>
                <a:gd name="T3" fmla="*/ 18 h 131"/>
                <a:gd name="T4" fmla="*/ 14 w 467"/>
                <a:gd name="T5" fmla="*/ 0 h 131"/>
                <a:gd name="T6" fmla="*/ 382 w 467"/>
                <a:gd name="T7" fmla="*/ 0 h 131"/>
                <a:gd name="T8" fmla="*/ 392 w 467"/>
                <a:gd name="T9" fmla="*/ 6 h 131"/>
                <a:gd name="T10" fmla="*/ 462 w 467"/>
                <a:gd name="T11" fmla="*/ 113 h 131"/>
                <a:gd name="T12" fmla="*/ 453 w 467"/>
                <a:gd name="T13" fmla="*/ 131 h 131"/>
                <a:gd name="T14" fmla="*/ 85 w 467"/>
                <a:gd name="T15" fmla="*/ 131 h 131"/>
                <a:gd name="T16" fmla="*/ 75 w 467"/>
                <a:gd name="T17" fmla="*/ 125 h 1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7" h="131">
                  <a:moveTo>
                    <a:pt x="75" y="125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0" y="10"/>
                    <a:pt x="5" y="0"/>
                    <a:pt x="14" y="0"/>
                  </a:cubicBezTo>
                  <a:cubicBezTo>
                    <a:pt x="382" y="0"/>
                    <a:pt x="382" y="0"/>
                    <a:pt x="382" y="0"/>
                  </a:cubicBezTo>
                  <a:cubicBezTo>
                    <a:pt x="386" y="0"/>
                    <a:pt x="390" y="2"/>
                    <a:pt x="392" y="6"/>
                  </a:cubicBezTo>
                  <a:cubicBezTo>
                    <a:pt x="462" y="113"/>
                    <a:pt x="462" y="113"/>
                    <a:pt x="462" y="113"/>
                  </a:cubicBezTo>
                  <a:cubicBezTo>
                    <a:pt x="467" y="121"/>
                    <a:pt x="462" y="131"/>
                    <a:pt x="453" y="131"/>
                  </a:cubicBezTo>
                  <a:cubicBezTo>
                    <a:pt x="85" y="131"/>
                    <a:pt x="85" y="131"/>
                    <a:pt x="85" y="131"/>
                  </a:cubicBezTo>
                  <a:cubicBezTo>
                    <a:pt x="81" y="131"/>
                    <a:pt x="77" y="129"/>
                    <a:pt x="75" y="12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91439" tIns="45719" rIns="91439" bIns="45719" numCol="1" anchor="t" anchorCtr="0" compatLnSpc="1"/>
            <a:lstStyle/>
            <a:p>
              <a:pPr algn="ctr"/>
              <a:endParaRPr lang="en-US" sz="2400"/>
            </a:p>
          </p:txBody>
        </p:sp>
        <p:grpSp>
          <p:nvGrpSpPr>
            <p:cNvPr id="30" name="Group 40"/>
            <p:cNvGrpSpPr/>
            <p:nvPr/>
          </p:nvGrpSpPr>
          <p:grpSpPr>
            <a:xfrm>
              <a:off x="1212724" y="3976077"/>
              <a:ext cx="684405" cy="539203"/>
              <a:chOff x="1058564" y="1781841"/>
              <a:chExt cx="649993" cy="512092"/>
            </a:xfrm>
            <a:grpFill/>
          </p:grpSpPr>
          <p:sp>
            <p:nvSpPr>
              <p:cNvPr id="31" name="Freeform 31"/>
              <p:cNvSpPr/>
              <p:nvPr/>
            </p:nvSpPr>
            <p:spPr bwMode="auto">
              <a:xfrm>
                <a:off x="1058564" y="1823776"/>
                <a:ext cx="457253" cy="470157"/>
              </a:xfrm>
              <a:custGeom>
                <a:gdLst>
                  <a:gd name="T0" fmla="*/ 191 w 240"/>
                  <a:gd name="T1" fmla="*/ 0 h 247"/>
                  <a:gd name="T2" fmla="*/ 49 w 240"/>
                  <a:gd name="T3" fmla="*/ 0 h 247"/>
                  <a:gd name="T4" fmla="*/ 0 w 240"/>
                  <a:gd name="T5" fmla="*/ 49 h 247"/>
                  <a:gd name="T6" fmla="*/ 0 w 240"/>
                  <a:gd name="T7" fmla="*/ 129 h 247"/>
                  <a:gd name="T8" fmla="*/ 49 w 240"/>
                  <a:gd name="T9" fmla="*/ 178 h 247"/>
                  <a:gd name="T10" fmla="*/ 57 w 240"/>
                  <a:gd name="T11" fmla="*/ 178 h 247"/>
                  <a:gd name="T12" fmla="*/ 32 w 240"/>
                  <a:gd name="T13" fmla="*/ 245 h 247"/>
                  <a:gd name="T14" fmla="*/ 121 w 240"/>
                  <a:gd name="T15" fmla="*/ 178 h 247"/>
                  <a:gd name="T16" fmla="*/ 191 w 240"/>
                  <a:gd name="T17" fmla="*/ 178 h 247"/>
                  <a:gd name="T18" fmla="*/ 240 w 240"/>
                  <a:gd name="T19" fmla="*/ 129 h 247"/>
                  <a:gd name="T20" fmla="*/ 240 w 240"/>
                  <a:gd name="T21" fmla="*/ 49 h 247"/>
                  <a:gd name="T22" fmla="*/ 191 w 240"/>
                  <a:gd name="T23" fmla="*/ 0 h 24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0" h="246">
                    <a:moveTo>
                      <a:pt x="191" y="0"/>
                    </a:moveTo>
                    <a:cubicBezTo>
                      <a:pt x="49" y="0"/>
                      <a:pt x="49" y="0"/>
                      <a:pt x="49" y="0"/>
                    </a:cubicBezTo>
                    <a:cubicBezTo>
                      <a:pt x="22" y="0"/>
                      <a:pt x="0" y="22"/>
                      <a:pt x="0" y="49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0" y="156"/>
                      <a:pt x="22" y="178"/>
                      <a:pt x="49" y="178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49" y="198"/>
                      <a:pt x="31" y="247"/>
                      <a:pt x="32" y="245"/>
                    </a:cubicBezTo>
                    <a:cubicBezTo>
                      <a:pt x="32" y="244"/>
                      <a:pt x="97" y="196"/>
                      <a:pt x="121" y="178"/>
                    </a:cubicBezTo>
                    <a:cubicBezTo>
                      <a:pt x="191" y="178"/>
                      <a:pt x="191" y="178"/>
                      <a:pt x="191" y="178"/>
                    </a:cubicBezTo>
                    <a:cubicBezTo>
                      <a:pt x="218" y="178"/>
                      <a:pt x="240" y="156"/>
                      <a:pt x="240" y="129"/>
                    </a:cubicBezTo>
                    <a:cubicBezTo>
                      <a:pt x="240" y="49"/>
                      <a:pt x="240" y="49"/>
                      <a:pt x="240" y="49"/>
                    </a:cubicBezTo>
                    <a:cubicBezTo>
                      <a:pt x="240" y="22"/>
                      <a:pt x="218" y="0"/>
                      <a:pt x="19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/>
              <a:lstStyle/>
              <a:p>
                <a:endParaRPr lang="en-US" sz="2400"/>
              </a:p>
            </p:txBody>
          </p:sp>
          <p:sp>
            <p:nvSpPr>
              <p:cNvPr id="32" name="Freeform 32"/>
              <p:cNvSpPr/>
              <p:nvPr/>
            </p:nvSpPr>
            <p:spPr bwMode="auto">
              <a:xfrm>
                <a:off x="1378722" y="1781841"/>
                <a:ext cx="329835" cy="384674"/>
              </a:xfrm>
              <a:custGeom>
                <a:gdLst>
                  <a:gd name="T0" fmla="*/ 133 w 173"/>
                  <a:gd name="T1" fmla="*/ 0 h 202"/>
                  <a:gd name="T2" fmla="*/ 18 w 173"/>
                  <a:gd name="T3" fmla="*/ 0 h 202"/>
                  <a:gd name="T4" fmla="*/ 0 w 173"/>
                  <a:gd name="T5" fmla="*/ 5 h 202"/>
                  <a:gd name="T6" fmla="*/ 33 w 173"/>
                  <a:gd name="T7" fmla="*/ 5 h 202"/>
                  <a:gd name="T8" fmla="*/ 89 w 173"/>
                  <a:gd name="T9" fmla="*/ 61 h 202"/>
                  <a:gd name="T10" fmla="*/ 89 w 173"/>
                  <a:gd name="T11" fmla="*/ 151 h 202"/>
                  <a:gd name="T12" fmla="*/ 89 w 173"/>
                  <a:gd name="T13" fmla="*/ 156 h 202"/>
                  <a:gd name="T14" fmla="*/ 148 w 173"/>
                  <a:gd name="T15" fmla="*/ 201 h 202"/>
                  <a:gd name="T16" fmla="*/ 127 w 173"/>
                  <a:gd name="T17" fmla="*/ 145 h 202"/>
                  <a:gd name="T18" fmla="*/ 133 w 173"/>
                  <a:gd name="T19" fmla="*/ 145 h 202"/>
                  <a:gd name="T20" fmla="*/ 173 w 173"/>
                  <a:gd name="T21" fmla="*/ 105 h 202"/>
                  <a:gd name="T22" fmla="*/ 173 w 173"/>
                  <a:gd name="T23" fmla="*/ 41 h 202"/>
                  <a:gd name="T24" fmla="*/ 133 w 173"/>
                  <a:gd name="T25" fmla="*/ 0 h 202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3" h="201">
                    <a:moveTo>
                      <a:pt x="133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1" y="0"/>
                      <a:pt x="5" y="2"/>
                      <a:pt x="0" y="5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64" y="5"/>
                      <a:pt x="89" y="30"/>
                      <a:pt x="89" y="61"/>
                    </a:cubicBezTo>
                    <a:cubicBezTo>
                      <a:pt x="89" y="151"/>
                      <a:pt x="89" y="151"/>
                      <a:pt x="89" y="151"/>
                    </a:cubicBezTo>
                    <a:cubicBezTo>
                      <a:pt x="89" y="153"/>
                      <a:pt x="89" y="154"/>
                      <a:pt x="89" y="156"/>
                    </a:cubicBezTo>
                    <a:cubicBezTo>
                      <a:pt x="113" y="174"/>
                      <a:pt x="148" y="200"/>
                      <a:pt x="148" y="201"/>
                    </a:cubicBezTo>
                    <a:cubicBezTo>
                      <a:pt x="148" y="202"/>
                      <a:pt x="133" y="162"/>
                      <a:pt x="127" y="145"/>
                    </a:cubicBezTo>
                    <a:cubicBezTo>
                      <a:pt x="133" y="145"/>
                      <a:pt x="133" y="145"/>
                      <a:pt x="133" y="145"/>
                    </a:cubicBezTo>
                    <a:cubicBezTo>
                      <a:pt x="155" y="145"/>
                      <a:pt x="173" y="127"/>
                      <a:pt x="173" y="105"/>
                    </a:cubicBezTo>
                    <a:cubicBezTo>
                      <a:pt x="173" y="41"/>
                      <a:pt x="173" y="41"/>
                      <a:pt x="173" y="41"/>
                    </a:cubicBezTo>
                    <a:cubicBezTo>
                      <a:pt x="173" y="18"/>
                      <a:pt x="155" y="0"/>
                      <a:pt x="1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/>
              <a:lstStyle/>
              <a:p>
                <a:endParaRPr lang="en-US" sz="2400"/>
              </a:p>
            </p:txBody>
          </p:sp>
        </p:grpSp>
      </p:grpSp>
      <p:grpSp>
        <p:nvGrpSpPr>
          <p:cNvPr id="33" name="组合 32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/>
          <p:cNvGrpSpPr/>
          <p:nvPr/>
        </p:nvGrpSpPr>
        <p:grpSpPr>
          <a:xfrm>
            <a:off x="9660939" y="3704507"/>
            <a:ext cx="2316969" cy="1039840"/>
            <a:chOff x="9660939" y="3719285"/>
            <a:chExt cx="2316969" cy="1039840"/>
          </a:xfrm>
          <a:solidFill>
            <a:srgbClr val="C00000"/>
          </a:solidFill>
        </p:grpSpPr>
        <p:sp>
          <p:nvSpPr>
            <p:cNvPr id="34" name="Freeform 9"/>
            <p:cNvSpPr/>
            <p:nvPr/>
          </p:nvSpPr>
          <p:spPr bwMode="auto">
            <a:xfrm>
              <a:off x="9660939" y="3719285"/>
              <a:ext cx="2316969" cy="1039840"/>
            </a:xfrm>
            <a:custGeom>
              <a:gdLst>
                <a:gd name="T0" fmla="*/ 75 w 467"/>
                <a:gd name="T1" fmla="*/ 125 h 131"/>
                <a:gd name="T2" fmla="*/ 5 w 467"/>
                <a:gd name="T3" fmla="*/ 18 h 131"/>
                <a:gd name="T4" fmla="*/ 14 w 467"/>
                <a:gd name="T5" fmla="*/ 0 h 131"/>
                <a:gd name="T6" fmla="*/ 382 w 467"/>
                <a:gd name="T7" fmla="*/ 0 h 131"/>
                <a:gd name="T8" fmla="*/ 392 w 467"/>
                <a:gd name="T9" fmla="*/ 6 h 131"/>
                <a:gd name="T10" fmla="*/ 462 w 467"/>
                <a:gd name="T11" fmla="*/ 113 h 131"/>
                <a:gd name="T12" fmla="*/ 453 w 467"/>
                <a:gd name="T13" fmla="*/ 131 h 131"/>
                <a:gd name="T14" fmla="*/ 85 w 467"/>
                <a:gd name="T15" fmla="*/ 131 h 131"/>
                <a:gd name="T16" fmla="*/ 75 w 467"/>
                <a:gd name="T17" fmla="*/ 125 h 1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7" h="131">
                  <a:moveTo>
                    <a:pt x="75" y="125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0" y="10"/>
                    <a:pt x="5" y="0"/>
                    <a:pt x="14" y="0"/>
                  </a:cubicBezTo>
                  <a:cubicBezTo>
                    <a:pt x="382" y="0"/>
                    <a:pt x="382" y="0"/>
                    <a:pt x="382" y="0"/>
                  </a:cubicBezTo>
                  <a:cubicBezTo>
                    <a:pt x="386" y="0"/>
                    <a:pt x="390" y="2"/>
                    <a:pt x="392" y="6"/>
                  </a:cubicBezTo>
                  <a:cubicBezTo>
                    <a:pt x="462" y="113"/>
                    <a:pt x="462" y="113"/>
                    <a:pt x="462" y="113"/>
                  </a:cubicBezTo>
                  <a:cubicBezTo>
                    <a:pt x="467" y="121"/>
                    <a:pt x="462" y="131"/>
                    <a:pt x="453" y="131"/>
                  </a:cubicBezTo>
                  <a:cubicBezTo>
                    <a:pt x="85" y="131"/>
                    <a:pt x="85" y="131"/>
                    <a:pt x="85" y="131"/>
                  </a:cubicBezTo>
                  <a:cubicBezTo>
                    <a:pt x="81" y="131"/>
                    <a:pt x="77" y="129"/>
                    <a:pt x="75" y="12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91439" tIns="45719" rIns="91439" bIns="45719" numCol="1" anchor="t" anchorCtr="0" compatLnSpc="1"/>
            <a:lstStyle/>
            <a:p>
              <a:endParaRPr lang="en-US" sz="2400"/>
            </a:p>
          </p:txBody>
        </p:sp>
        <p:sp>
          <p:nvSpPr>
            <p:cNvPr id="35" name="Freeform 147"/>
            <p:cNvSpPr>
              <a:spLocks noEditPoints="1"/>
            </p:cNvSpPr>
            <p:nvPr/>
          </p:nvSpPr>
          <p:spPr bwMode="auto">
            <a:xfrm>
              <a:off x="10632760" y="3883803"/>
              <a:ext cx="373320" cy="589591"/>
            </a:xfrm>
            <a:custGeom>
              <a:gdLst>
                <a:gd name="T0" fmla="*/ 57 w 67"/>
                <a:gd name="T1" fmla="*/ 10 h 106"/>
                <a:gd name="T2" fmla="*/ 62 w 67"/>
                <a:gd name="T3" fmla="*/ 51 h 106"/>
                <a:gd name="T4" fmla="*/ 51 w 67"/>
                <a:gd name="T5" fmla="*/ 66 h 106"/>
                <a:gd name="T6" fmla="*/ 55 w 67"/>
                <a:gd name="T7" fmla="*/ 65 h 106"/>
                <a:gd name="T8" fmla="*/ 57 w 67"/>
                <a:gd name="T9" fmla="*/ 73 h 106"/>
                <a:gd name="T10" fmla="*/ 56 w 67"/>
                <a:gd name="T11" fmla="*/ 80 h 106"/>
                <a:gd name="T12" fmla="*/ 57 w 67"/>
                <a:gd name="T13" fmla="*/ 86 h 106"/>
                <a:gd name="T14" fmla="*/ 55 w 67"/>
                <a:gd name="T15" fmla="*/ 93 h 106"/>
                <a:gd name="T16" fmla="*/ 15 w 67"/>
                <a:gd name="T17" fmla="*/ 97 h 106"/>
                <a:gd name="T18" fmla="*/ 12 w 67"/>
                <a:gd name="T19" fmla="*/ 95 h 106"/>
                <a:gd name="T20" fmla="*/ 12 w 67"/>
                <a:gd name="T21" fmla="*/ 83 h 106"/>
                <a:gd name="T22" fmla="*/ 12 w 67"/>
                <a:gd name="T23" fmla="*/ 82 h 106"/>
                <a:gd name="T24" fmla="*/ 12 w 67"/>
                <a:gd name="T25" fmla="*/ 71 h 106"/>
                <a:gd name="T26" fmla="*/ 15 w 67"/>
                <a:gd name="T27" fmla="*/ 69 h 106"/>
                <a:gd name="T28" fmla="*/ 16 w 67"/>
                <a:gd name="T29" fmla="*/ 63 h 106"/>
                <a:gd name="T30" fmla="*/ 0 w 67"/>
                <a:gd name="T31" fmla="*/ 34 h 106"/>
                <a:gd name="T32" fmla="*/ 33 w 67"/>
                <a:gd name="T33" fmla="*/ 0 h 106"/>
                <a:gd name="T34" fmla="*/ 28 w 67"/>
                <a:gd name="T35" fmla="*/ 41 h 106"/>
                <a:gd name="T36" fmla="*/ 30 w 67"/>
                <a:gd name="T37" fmla="*/ 39 h 106"/>
                <a:gd name="T38" fmla="*/ 33 w 67"/>
                <a:gd name="T39" fmla="*/ 41 h 106"/>
                <a:gd name="T40" fmla="*/ 36 w 67"/>
                <a:gd name="T41" fmla="*/ 39 h 106"/>
                <a:gd name="T42" fmla="*/ 39 w 67"/>
                <a:gd name="T43" fmla="*/ 41 h 106"/>
                <a:gd name="T44" fmla="*/ 43 w 67"/>
                <a:gd name="T45" fmla="*/ 38 h 106"/>
                <a:gd name="T46" fmla="*/ 39 w 67"/>
                <a:gd name="T47" fmla="*/ 52 h 106"/>
                <a:gd name="T48" fmla="*/ 44 w 67"/>
                <a:gd name="T49" fmla="*/ 66 h 106"/>
                <a:gd name="T50" fmla="*/ 44 w 67"/>
                <a:gd name="T51" fmla="*/ 58 h 106"/>
                <a:gd name="T52" fmla="*/ 56 w 67"/>
                <a:gd name="T53" fmla="*/ 47 h 106"/>
                <a:gd name="T54" fmla="*/ 52 w 67"/>
                <a:gd name="T55" fmla="*/ 15 h 106"/>
                <a:gd name="T56" fmla="*/ 15 w 67"/>
                <a:gd name="T57" fmla="*/ 15 h 106"/>
                <a:gd name="T58" fmla="*/ 11 w 67"/>
                <a:gd name="T59" fmla="*/ 48 h 106"/>
                <a:gd name="T60" fmla="*/ 23 w 67"/>
                <a:gd name="T61" fmla="*/ 59 h 106"/>
                <a:gd name="T62" fmla="*/ 23 w 67"/>
                <a:gd name="T63" fmla="*/ 67 h 106"/>
                <a:gd name="T64" fmla="*/ 29 w 67"/>
                <a:gd name="T65" fmla="*/ 52 h 106"/>
                <a:gd name="T66" fmla="*/ 25 w 67"/>
                <a:gd name="T67" fmla="*/ 38 h 106"/>
                <a:gd name="T68" fmla="*/ 40 w 67"/>
                <a:gd name="T69" fmla="*/ 43 h 106"/>
                <a:gd name="T70" fmla="*/ 36 w 67"/>
                <a:gd name="T71" fmla="*/ 42 h 106"/>
                <a:gd name="T72" fmla="*/ 30 w 67"/>
                <a:gd name="T73" fmla="*/ 42 h 106"/>
                <a:gd name="T74" fmla="*/ 27 w 67"/>
                <a:gd name="T75" fmla="*/ 42 h 106"/>
                <a:gd name="T76" fmla="*/ 32 w 67"/>
                <a:gd name="T77" fmla="*/ 51 h 106"/>
                <a:gd name="T78" fmla="*/ 32 w 67"/>
                <a:gd name="T79" fmla="*/ 67 h 106"/>
                <a:gd name="T80" fmla="*/ 35 w 67"/>
                <a:gd name="T81" fmla="*/ 51 h 106"/>
                <a:gd name="T82" fmla="*/ 35 w 67"/>
                <a:gd name="T83" fmla="*/ 50 h 106"/>
                <a:gd name="T84" fmla="*/ 43 w 67"/>
                <a:gd name="T85" fmla="*/ 96 h 106"/>
                <a:gd name="T86" fmla="*/ 34 w 67"/>
                <a:gd name="T87" fmla="*/ 106 h 106"/>
                <a:gd name="T88" fmla="*/ 43 w 67"/>
                <a:gd name="T89" fmla="*/ 96 h 106"/>
                <a:gd name="T90" fmla="*/ 17 w 67"/>
                <a:gd name="T91" fmla="*/ 88 h 106"/>
                <a:gd name="T92" fmla="*/ 17 w 67"/>
                <a:gd name="T93" fmla="*/ 90 h 106"/>
                <a:gd name="T94" fmla="*/ 50 w 67"/>
                <a:gd name="T95" fmla="*/ 86 h 106"/>
                <a:gd name="T96" fmla="*/ 50 w 67"/>
                <a:gd name="T97" fmla="*/ 73 h 106"/>
                <a:gd name="T98" fmla="*/ 17 w 67"/>
                <a:gd name="T99" fmla="*/ 77 h 106"/>
                <a:gd name="T100" fmla="*/ 50 w 67"/>
                <a:gd name="T101" fmla="*/ 74 h 106"/>
                <a:gd name="T102" fmla="*/ 50 w 67"/>
                <a:gd name="T103" fmla="*/ 73 h 10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7" h="105">
                  <a:moveTo>
                    <a:pt x="33" y="0"/>
                  </a:moveTo>
                  <a:cubicBezTo>
                    <a:pt x="43" y="0"/>
                    <a:pt x="51" y="4"/>
                    <a:pt x="57" y="10"/>
                  </a:cubicBezTo>
                  <a:cubicBezTo>
                    <a:pt x="63" y="16"/>
                    <a:pt x="67" y="25"/>
                    <a:pt x="67" y="34"/>
                  </a:cubicBezTo>
                  <a:cubicBezTo>
                    <a:pt x="67" y="40"/>
                    <a:pt x="65" y="46"/>
                    <a:pt x="62" y="51"/>
                  </a:cubicBezTo>
                  <a:cubicBezTo>
                    <a:pt x="59" y="56"/>
                    <a:pt x="56" y="59"/>
                    <a:pt x="51" y="62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53" y="66"/>
                    <a:pt x="53" y="66"/>
                    <a:pt x="53" y="66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57" y="70"/>
                    <a:pt x="57" y="72"/>
                    <a:pt x="57" y="73"/>
                  </a:cubicBezTo>
                  <a:cubicBezTo>
                    <a:pt x="57" y="75"/>
                    <a:pt x="57" y="77"/>
                    <a:pt x="56" y="79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7" y="82"/>
                    <a:pt x="57" y="84"/>
                    <a:pt x="57" y="86"/>
                  </a:cubicBezTo>
                  <a:cubicBezTo>
                    <a:pt x="57" y="88"/>
                    <a:pt x="57" y="90"/>
                    <a:pt x="56" y="92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7"/>
                    <a:pt x="13" y="97"/>
                    <a:pt x="13" y="97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1" y="93"/>
                    <a:pt x="11" y="91"/>
                    <a:pt x="10" y="90"/>
                  </a:cubicBezTo>
                  <a:cubicBezTo>
                    <a:pt x="10" y="88"/>
                    <a:pt x="11" y="86"/>
                    <a:pt x="12" y="83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2" y="82"/>
                    <a:pt x="12" y="82"/>
                    <a:pt x="12" y="82"/>
                  </a:cubicBezTo>
                  <a:cubicBezTo>
                    <a:pt x="11" y="81"/>
                    <a:pt x="11" y="79"/>
                    <a:pt x="10" y="77"/>
                  </a:cubicBezTo>
                  <a:cubicBezTo>
                    <a:pt x="10" y="75"/>
                    <a:pt x="11" y="73"/>
                    <a:pt x="12" y="71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1" y="60"/>
                    <a:pt x="7" y="56"/>
                    <a:pt x="5" y="51"/>
                  </a:cubicBezTo>
                  <a:cubicBezTo>
                    <a:pt x="2" y="46"/>
                    <a:pt x="0" y="40"/>
                    <a:pt x="0" y="34"/>
                  </a:cubicBezTo>
                  <a:cubicBezTo>
                    <a:pt x="0" y="25"/>
                    <a:pt x="4" y="16"/>
                    <a:pt x="10" y="10"/>
                  </a:cubicBezTo>
                  <a:cubicBezTo>
                    <a:pt x="16" y="4"/>
                    <a:pt x="24" y="0"/>
                    <a:pt x="33" y="0"/>
                  </a:cubicBezTo>
                  <a:close/>
                  <a:moveTo>
                    <a:pt x="26" y="40"/>
                  </a:moveTo>
                  <a:cubicBezTo>
                    <a:pt x="27" y="41"/>
                    <a:pt x="27" y="41"/>
                    <a:pt x="28" y="41"/>
                  </a:cubicBezTo>
                  <a:cubicBezTo>
                    <a:pt x="28" y="41"/>
                    <a:pt x="29" y="41"/>
                    <a:pt x="30" y="40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2" y="41"/>
                    <a:pt x="33" y="41"/>
                  </a:cubicBezTo>
                  <a:cubicBezTo>
                    <a:pt x="34" y="41"/>
                    <a:pt x="35" y="41"/>
                    <a:pt x="35" y="40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1"/>
                    <a:pt x="38" y="41"/>
                    <a:pt x="39" y="41"/>
                  </a:cubicBezTo>
                  <a:cubicBezTo>
                    <a:pt x="40" y="41"/>
                    <a:pt x="41" y="41"/>
                    <a:pt x="42" y="40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0" y="55"/>
                    <a:pt x="54" y="52"/>
                    <a:pt x="56" y="47"/>
                  </a:cubicBezTo>
                  <a:cubicBezTo>
                    <a:pt x="59" y="44"/>
                    <a:pt x="60" y="39"/>
                    <a:pt x="60" y="34"/>
                  </a:cubicBezTo>
                  <a:cubicBezTo>
                    <a:pt x="60" y="27"/>
                    <a:pt x="57" y="20"/>
                    <a:pt x="52" y="15"/>
                  </a:cubicBezTo>
                  <a:cubicBezTo>
                    <a:pt x="47" y="10"/>
                    <a:pt x="41" y="7"/>
                    <a:pt x="33" y="7"/>
                  </a:cubicBezTo>
                  <a:cubicBezTo>
                    <a:pt x="26" y="7"/>
                    <a:pt x="19" y="10"/>
                    <a:pt x="15" y="15"/>
                  </a:cubicBezTo>
                  <a:cubicBezTo>
                    <a:pt x="10" y="20"/>
                    <a:pt x="7" y="27"/>
                    <a:pt x="7" y="34"/>
                  </a:cubicBezTo>
                  <a:cubicBezTo>
                    <a:pt x="7" y="39"/>
                    <a:pt x="8" y="44"/>
                    <a:pt x="11" y="48"/>
                  </a:cubicBezTo>
                  <a:cubicBezTo>
                    <a:pt x="13" y="52"/>
                    <a:pt x="17" y="55"/>
                    <a:pt x="21" y="58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40"/>
                    <a:pt x="26" y="40"/>
                    <a:pt x="26" y="40"/>
                  </a:cubicBezTo>
                  <a:close/>
                  <a:moveTo>
                    <a:pt x="40" y="43"/>
                  </a:moveTo>
                  <a:cubicBezTo>
                    <a:pt x="40" y="43"/>
                    <a:pt x="40" y="43"/>
                    <a:pt x="39" y="43"/>
                  </a:cubicBezTo>
                  <a:cubicBezTo>
                    <a:pt x="38" y="43"/>
                    <a:pt x="37" y="43"/>
                    <a:pt x="36" y="42"/>
                  </a:cubicBezTo>
                  <a:cubicBezTo>
                    <a:pt x="35" y="42"/>
                    <a:pt x="34" y="43"/>
                    <a:pt x="33" y="43"/>
                  </a:cubicBezTo>
                  <a:cubicBezTo>
                    <a:pt x="32" y="43"/>
                    <a:pt x="31" y="42"/>
                    <a:pt x="30" y="42"/>
                  </a:cubicBezTo>
                  <a:cubicBezTo>
                    <a:pt x="29" y="42"/>
                    <a:pt x="28" y="43"/>
                    <a:pt x="28" y="43"/>
                  </a:cubicBezTo>
                  <a:cubicBezTo>
                    <a:pt x="27" y="43"/>
                    <a:pt x="27" y="43"/>
                    <a:pt x="27" y="42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40" y="43"/>
                    <a:pt x="40" y="43"/>
                    <a:pt x="40" y="43"/>
                  </a:cubicBezTo>
                  <a:close/>
                  <a:moveTo>
                    <a:pt x="43" y="96"/>
                  </a:moveTo>
                  <a:cubicBezTo>
                    <a:pt x="24" y="98"/>
                    <a:pt x="24" y="98"/>
                    <a:pt x="24" y="98"/>
                  </a:cubicBezTo>
                  <a:cubicBezTo>
                    <a:pt x="25" y="103"/>
                    <a:pt x="29" y="106"/>
                    <a:pt x="34" y="106"/>
                  </a:cubicBezTo>
                  <a:cubicBezTo>
                    <a:pt x="39" y="106"/>
                    <a:pt x="43" y="102"/>
                    <a:pt x="43" y="97"/>
                  </a:cubicBezTo>
                  <a:cubicBezTo>
                    <a:pt x="43" y="97"/>
                    <a:pt x="43" y="97"/>
                    <a:pt x="43" y="96"/>
                  </a:cubicBezTo>
                  <a:close/>
                  <a:moveTo>
                    <a:pt x="50" y="85"/>
                  </a:moveTo>
                  <a:cubicBezTo>
                    <a:pt x="17" y="88"/>
                    <a:pt x="17" y="88"/>
                    <a:pt x="17" y="88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7" y="89"/>
                    <a:pt x="17" y="90"/>
                    <a:pt x="17" y="90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50" y="86"/>
                    <a:pt x="50" y="86"/>
                  </a:cubicBezTo>
                  <a:cubicBezTo>
                    <a:pt x="50" y="86"/>
                    <a:pt x="50" y="86"/>
                    <a:pt x="50" y="85"/>
                  </a:cubicBezTo>
                  <a:close/>
                  <a:moveTo>
                    <a:pt x="50" y="73"/>
                  </a:moveTo>
                  <a:cubicBezTo>
                    <a:pt x="17" y="76"/>
                    <a:pt x="17" y="76"/>
                    <a:pt x="17" y="76"/>
                  </a:cubicBezTo>
                  <a:cubicBezTo>
                    <a:pt x="17" y="76"/>
                    <a:pt x="17" y="76"/>
                    <a:pt x="17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50" y="74"/>
                    <a:pt x="50" y="74"/>
                    <a:pt x="50" y="74"/>
                  </a:cubicBezTo>
                  <a:cubicBezTo>
                    <a:pt x="50" y="74"/>
                    <a:pt x="50" y="74"/>
                    <a:pt x="50" y="73"/>
                  </a:cubicBezTo>
                  <a:cubicBezTo>
                    <a:pt x="50" y="73"/>
                    <a:pt x="50" y="73"/>
                    <a:pt x="5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9" tIns="45719" rIns="91439" bIns="45719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cxnSp>
        <p:nvCxnSpPr>
          <p:cNvPr id="36" name="Straight Connector 44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/>
          <p:cNvCxnSpPr/>
          <p:nvPr/>
        </p:nvCxnSpPr>
        <p:spPr>
          <a:xfrm flipH="1" flipV="1">
            <a:off x="1453452" y="3086219"/>
            <a:ext cx="0" cy="546848"/>
          </a:xfrm>
          <a:prstGeom prst="line">
            <a:avLst/>
          </a:prstGeom>
          <a:ln w="28575">
            <a:solidFill>
              <a:srgbClr val="C00000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7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/>
          <p:cNvCxnSpPr/>
          <p:nvPr/>
        </p:nvCxnSpPr>
        <p:spPr>
          <a:xfrm flipH="1" flipV="1">
            <a:off x="6092793" y="3086219"/>
            <a:ext cx="0" cy="546848"/>
          </a:xfrm>
          <a:prstGeom prst="line">
            <a:avLst/>
          </a:prstGeom>
          <a:ln w="28575">
            <a:solidFill>
              <a:srgbClr val="C00000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48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/>
          <p:cNvCxnSpPr/>
          <p:nvPr/>
        </p:nvCxnSpPr>
        <p:spPr>
          <a:xfrm flipH="1" flipV="1">
            <a:off x="10732132" y="3086219"/>
            <a:ext cx="0" cy="546848"/>
          </a:xfrm>
          <a:prstGeom prst="line">
            <a:avLst/>
          </a:prstGeom>
          <a:ln w="28575">
            <a:solidFill>
              <a:srgbClr val="C00000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49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/>
          <p:cNvCxnSpPr/>
          <p:nvPr/>
        </p:nvCxnSpPr>
        <p:spPr>
          <a:xfrm flipH="1" flipV="1">
            <a:off x="3972536" y="4813622"/>
            <a:ext cx="0" cy="546848"/>
          </a:xfrm>
          <a:prstGeom prst="line">
            <a:avLst/>
          </a:prstGeom>
          <a:ln w="28575">
            <a:solidFill>
              <a:srgbClr val="404040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50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/>
          <p:cNvCxnSpPr/>
          <p:nvPr/>
        </p:nvCxnSpPr>
        <p:spPr>
          <a:xfrm flipH="1" flipV="1">
            <a:off x="8660504" y="4813622"/>
            <a:ext cx="0" cy="546848"/>
          </a:xfrm>
          <a:prstGeom prst="line">
            <a:avLst/>
          </a:prstGeom>
          <a:ln w="28575">
            <a:solidFill>
              <a:srgbClr val="404040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787459" y="3984301"/>
            <a:ext cx="1633085" cy="52322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Arial Black" pitchFamily="34" charset="0"/>
                <a:ea typeface="方正姚体" pitchFamily="2" charset="-122"/>
              </a:rPr>
              <a:t>2015</a:t>
            </a:r>
            <a:endParaRPr lang="zh-CN" altLang="en-US" sz="2800" b="1">
              <a:solidFill>
                <a:schemeClr val="bg1"/>
              </a:solidFill>
              <a:latin typeface="Arial Black" pitchFamily="34" charset="0"/>
              <a:ea typeface="方正姚体" pitchFamily="2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085859" y="3985774"/>
            <a:ext cx="1633085" cy="518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Arial Black" pitchFamily="34" charset="0"/>
                <a:ea typeface="方正姚体" pitchFamily="2" charset="-122"/>
              </a:rPr>
              <a:t>202X</a:t>
            </a:r>
            <a:endParaRPr lang="zh-CN" altLang="en-US" sz="2800" b="1">
              <a:solidFill>
                <a:schemeClr val="bg1"/>
              </a:solidFill>
              <a:latin typeface="Arial Black" pitchFamily="34" charset="0"/>
              <a:ea typeface="方正姚体" pitchFamily="2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418275" y="3958201"/>
            <a:ext cx="1633085" cy="518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Arial Black" pitchFamily="34" charset="0"/>
                <a:ea typeface="方正姚体" pitchFamily="2" charset="-122"/>
              </a:rPr>
              <a:t>202X</a:t>
            </a:r>
            <a:endParaRPr lang="zh-CN" altLang="en-US" sz="2800" b="1">
              <a:solidFill>
                <a:schemeClr val="bg1"/>
              </a:solidFill>
              <a:latin typeface="Arial Black" pitchFamily="34" charset="0"/>
              <a:ea typeface="方正姚体" pitchFamily="2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657386" y="3948239"/>
            <a:ext cx="1633085" cy="518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Arial Black" pitchFamily="34" charset="0"/>
                <a:ea typeface="方正姚体" pitchFamily="2" charset="-122"/>
              </a:rPr>
              <a:t>202X</a:t>
            </a:r>
            <a:endParaRPr lang="zh-CN" altLang="en-US" sz="2800" b="1">
              <a:solidFill>
                <a:schemeClr val="bg1"/>
              </a:solidFill>
              <a:latin typeface="Arial Black" pitchFamily="34" charset="0"/>
              <a:ea typeface="方正姚体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0031407" y="3948239"/>
            <a:ext cx="1633085" cy="518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Arial Black" pitchFamily="34" charset="0"/>
                <a:ea typeface="方正姚体" pitchFamily="2" charset="-122"/>
              </a:rPr>
              <a:t>202X</a:t>
            </a:r>
            <a:endParaRPr lang="zh-CN" altLang="en-US" sz="2800" b="1">
              <a:solidFill>
                <a:schemeClr val="bg1"/>
              </a:solidFill>
              <a:latin typeface="Arial Black" pitchFamily="34" charset="0"/>
              <a:ea typeface="方正姚体" pitchFamily="2" charset="-122"/>
            </a:endParaRPr>
          </a:p>
        </p:txBody>
      </p:sp>
      <p:sp>
        <p:nvSpPr>
          <p:cNvPr id="44" name="不完整圆 43">
            <a:extLst>
              <a:ext uri="{FF2B5EF4-FFF2-40B4-BE49-F238E27FC236}">
                <a16:creationId xmlns:a16="http://schemas.microsoft.com/office/drawing/2014/main" id="{609D403A-65EB-43C7-A0E2-FD922FA9F30B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2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28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28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28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28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42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26695"/>
            <a:ext cx="1419295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实现步骤</a:t>
            </a:r>
          </a:p>
        </p:txBody>
      </p:sp>
      <p:sp>
        <p:nvSpPr>
          <p:cNvPr id="51" name="不完整圆 50">
            <a:extLst>
              <a:ext uri="{FF2B5EF4-FFF2-40B4-BE49-F238E27FC236}">
                <a16:creationId xmlns:a16="http://schemas.microsoft.com/office/drawing/2014/main" id="{2D89874B-E166-4028-8B3D-DC824B9F9EF8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Freeform 106">
            <a:extLst>
              <a:ext uri="{FF2B5EF4-FFF2-40B4-BE49-F238E27FC236}">
                <a16:creationId xmlns:a16="http://schemas.microsoft.com/office/drawing/2014/main" id="{1348F4F8-D509-402C-86DF-B4209D437C7C}"/>
              </a:ext>
            </a:extLst>
          </p:cNvPr>
          <p:cNvSpPr/>
          <p:nvPr/>
        </p:nvSpPr>
        <p:spPr bwMode="auto">
          <a:xfrm>
            <a:off x="-1" y="2599879"/>
            <a:ext cx="9932386" cy="2080259"/>
          </a:xfrm>
          <a:custGeom>
            <a:gdLst>
              <a:gd name="T0" fmla="*/ 3638 w 3873"/>
              <a:gd name="T1" fmla="*/ 120 h 813"/>
              <a:gd name="T2" fmla="*/ 3700 w 3873"/>
              <a:gd name="T3" fmla="*/ 161 h 813"/>
              <a:gd name="T4" fmla="*/ 3451 w 3873"/>
              <a:gd name="T5" fmla="*/ 483 h 813"/>
              <a:gd name="T6" fmla="*/ 2958 w 3873"/>
              <a:gd name="T7" fmla="*/ 40 h 813"/>
              <a:gd name="T8" fmla="*/ 2621 w 3873"/>
              <a:gd name="T9" fmla="*/ 68 h 813"/>
              <a:gd name="T10" fmla="*/ 2483 w 3873"/>
              <a:gd name="T11" fmla="*/ 186 h 813"/>
              <a:gd name="T12" fmla="*/ 2351 w 3873"/>
              <a:gd name="T13" fmla="*/ 90 h 813"/>
              <a:gd name="T14" fmla="*/ 2211 w 3873"/>
              <a:gd name="T15" fmla="*/ 102 h 813"/>
              <a:gd name="T16" fmla="*/ 2024 w 3873"/>
              <a:gd name="T17" fmla="*/ 254 h 813"/>
              <a:gd name="T18" fmla="*/ 1846 w 3873"/>
              <a:gd name="T19" fmla="*/ 132 h 813"/>
              <a:gd name="T20" fmla="*/ 0 w 3873"/>
              <a:gd name="T21" fmla="*/ 285 h 813"/>
              <a:gd name="T22" fmla="*/ 0 w 3873"/>
              <a:gd name="T23" fmla="*/ 813 h 813"/>
              <a:gd name="T24" fmla="*/ 3050 w 3873"/>
              <a:gd name="T25" fmla="*/ 199 h 813"/>
              <a:gd name="T26" fmla="*/ 3551 w 3873"/>
              <a:gd name="T27" fmla="*/ 603 h 813"/>
              <a:gd name="T28" fmla="*/ 3789 w 3873"/>
              <a:gd name="T29" fmla="*/ 221 h 813"/>
              <a:gd name="T30" fmla="*/ 3852 w 3873"/>
              <a:gd name="T31" fmla="*/ 263 h 813"/>
              <a:gd name="T32" fmla="*/ 3873 w 3873"/>
              <a:gd name="T33" fmla="*/ 0 h 813"/>
              <a:gd name="T34" fmla="*/ 3638 w 3873"/>
              <a:gd name="T35" fmla="*/ 120 h 813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873" h="813">
                <a:moveTo>
                  <a:pt x="3638" y="120"/>
                </a:moveTo>
                <a:cubicBezTo>
                  <a:pt x="3700" y="161"/>
                  <a:pt x="3700" y="161"/>
                  <a:pt x="3700" y="161"/>
                </a:cubicBezTo>
                <a:cubicBezTo>
                  <a:pt x="3451" y="483"/>
                  <a:pt x="3451" y="483"/>
                  <a:pt x="3451" y="483"/>
                </a:cubicBezTo>
                <a:cubicBezTo>
                  <a:pt x="2958" y="40"/>
                  <a:pt x="2958" y="40"/>
                  <a:pt x="2958" y="40"/>
                </a:cubicBezTo>
                <a:cubicBezTo>
                  <a:pt x="2621" y="68"/>
                  <a:pt x="2621" y="68"/>
                  <a:pt x="2621" y="68"/>
                </a:cubicBezTo>
                <a:cubicBezTo>
                  <a:pt x="2611" y="135"/>
                  <a:pt x="2553" y="186"/>
                  <a:pt x="2483" y="186"/>
                </a:cubicBezTo>
                <a:cubicBezTo>
                  <a:pt x="2421" y="186"/>
                  <a:pt x="2369" y="146"/>
                  <a:pt x="2351" y="90"/>
                </a:cubicBezTo>
                <a:cubicBezTo>
                  <a:pt x="2211" y="102"/>
                  <a:pt x="2211" y="102"/>
                  <a:pt x="2211" y="102"/>
                </a:cubicBezTo>
                <a:cubicBezTo>
                  <a:pt x="2193" y="189"/>
                  <a:pt x="2116" y="254"/>
                  <a:pt x="2024" y="254"/>
                </a:cubicBezTo>
                <a:cubicBezTo>
                  <a:pt x="1943" y="254"/>
                  <a:pt x="1874" y="204"/>
                  <a:pt x="1846" y="132"/>
                </a:cubicBezTo>
                <a:cubicBezTo>
                  <a:pt x="0" y="285"/>
                  <a:pt x="0" y="285"/>
                  <a:pt x="0" y="285"/>
                </a:cubicBezTo>
                <a:cubicBezTo>
                  <a:pt x="0" y="813"/>
                  <a:pt x="0" y="813"/>
                  <a:pt x="0" y="813"/>
                </a:cubicBezTo>
                <a:cubicBezTo>
                  <a:pt x="3050" y="199"/>
                  <a:pt x="3050" y="199"/>
                  <a:pt x="3050" y="199"/>
                </a:cubicBezTo>
                <a:cubicBezTo>
                  <a:pt x="3551" y="603"/>
                  <a:pt x="3551" y="603"/>
                  <a:pt x="3551" y="603"/>
                </a:cubicBezTo>
                <a:cubicBezTo>
                  <a:pt x="3789" y="221"/>
                  <a:pt x="3789" y="221"/>
                  <a:pt x="3789" y="221"/>
                </a:cubicBezTo>
                <a:cubicBezTo>
                  <a:pt x="3852" y="263"/>
                  <a:pt x="3852" y="263"/>
                  <a:pt x="3852" y="263"/>
                </a:cubicBezTo>
                <a:cubicBezTo>
                  <a:pt x="3873" y="0"/>
                  <a:pt x="3873" y="0"/>
                  <a:pt x="3873" y="0"/>
                </a:cubicBezTo>
                <a:cubicBezTo>
                  <a:pt x="3638" y="120"/>
                  <a:pt x="3638" y="120"/>
                  <a:pt x="3638" y="120"/>
                </a:cubicBezTo>
              </a:path>
            </a:pathLst>
          </a:custGeom>
          <a:solidFill>
            <a:srgbClr val="D1D3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Oval 107">
            <a:extLst>
              <a:ext uri="{FF2B5EF4-FFF2-40B4-BE49-F238E27FC236}">
                <a16:creationId xmlns:a16="http://schemas.microsoft.com/office/drawing/2014/main" id="{2AF5BD75-6B64-496D-B031-9A74A47E6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658" y="3551909"/>
            <a:ext cx="1756284" cy="40354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Oval 108">
            <a:extLst>
              <a:ext uri="{FF2B5EF4-FFF2-40B4-BE49-F238E27FC236}">
                <a16:creationId xmlns:a16="http://schemas.microsoft.com/office/drawing/2014/main" id="{6F461CE7-B860-4775-801D-E9D34E8EF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704" y="3290456"/>
            <a:ext cx="1298742" cy="33250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Rectangle 109">
            <a:extLst>
              <a:ext uri="{FF2B5EF4-FFF2-40B4-BE49-F238E27FC236}">
                <a16:creationId xmlns:a16="http://schemas.microsoft.com/office/drawing/2014/main" id="{8E947C03-D589-4EFB-81C8-24790D798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8507" y="5018321"/>
            <a:ext cx="127886" cy="13072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Rectangle 110">
            <a:extLst>
              <a:ext uri="{FF2B5EF4-FFF2-40B4-BE49-F238E27FC236}">
                <a16:creationId xmlns:a16="http://schemas.microsoft.com/office/drawing/2014/main" id="{6A5520FD-BC53-433B-AFCD-C32AA388C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973" y="5018321"/>
            <a:ext cx="130727" cy="13072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Rectangle 111">
            <a:extLst>
              <a:ext uri="{FF2B5EF4-FFF2-40B4-BE49-F238E27FC236}">
                <a16:creationId xmlns:a16="http://schemas.microsoft.com/office/drawing/2014/main" id="{F546EB5C-508D-49B2-A108-A423F7A9A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8281" y="5018321"/>
            <a:ext cx="130727" cy="130727"/>
          </a:xfrm>
          <a:prstGeom prst="rect">
            <a:avLst/>
          </a:prstGeom>
          <a:solidFill>
            <a:srgbClr val="26DD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Rectangle 112">
            <a:extLst>
              <a:ext uri="{FF2B5EF4-FFF2-40B4-BE49-F238E27FC236}">
                <a16:creationId xmlns:a16="http://schemas.microsoft.com/office/drawing/2014/main" id="{59D1E066-23A7-42F6-9CE5-37CFC45EA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8281" y="5018321"/>
            <a:ext cx="130727" cy="13072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Rectangle 113">
            <a:extLst>
              <a:ext uri="{FF2B5EF4-FFF2-40B4-BE49-F238E27FC236}">
                <a16:creationId xmlns:a16="http://schemas.microsoft.com/office/drawing/2014/main" id="{6974019E-C751-47F7-AD71-EF1A8986B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4587" y="5018321"/>
            <a:ext cx="130727" cy="13072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Rectangle 114">
            <a:extLst>
              <a:ext uri="{FF2B5EF4-FFF2-40B4-BE49-F238E27FC236}">
                <a16:creationId xmlns:a16="http://schemas.microsoft.com/office/drawing/2014/main" id="{D25519DC-3D05-4142-8EE7-35F8E30EB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4587" y="5018321"/>
            <a:ext cx="130727" cy="130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36CF96B-A849-4C2E-9ECA-8BD4B22F9F73}"/>
              </a:ext>
            </a:extLst>
          </p:cNvPr>
          <p:cNvGrpSpPr/>
          <p:nvPr/>
        </p:nvGrpSpPr>
        <p:grpSpPr>
          <a:xfrm>
            <a:off x="994658" y="2008767"/>
            <a:ext cx="1756284" cy="1750601"/>
            <a:chOff x="994658" y="2008767"/>
            <a:chExt cx="1756284" cy="1750601"/>
          </a:xfrm>
        </p:grpSpPr>
        <p:sp>
          <p:nvSpPr>
            <p:cNvPr id="61" name="Oval 115">
              <a:extLst>
                <a:ext uri="{FF2B5EF4-FFF2-40B4-BE49-F238E27FC236}">
                  <a16:creationId xmlns:a16="http://schemas.microsoft.com/office/drawing/2014/main" id="{4E07F98C-D825-4E11-96BC-7A128F15B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658" y="2008767"/>
              <a:ext cx="1756284" cy="175060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359BCDF9-9671-4E61-B9F5-85EEC0C59320}"/>
                </a:ext>
              </a:extLst>
            </p:cNvPr>
            <p:cNvGrpSpPr/>
            <p:nvPr/>
          </p:nvGrpSpPr>
          <p:grpSpPr>
            <a:xfrm>
              <a:off x="1429468" y="2469152"/>
              <a:ext cx="917928" cy="926454"/>
              <a:chOff x="1429468" y="2469152"/>
              <a:chExt cx="917928" cy="926454"/>
            </a:xfrm>
          </p:grpSpPr>
          <p:sp>
            <p:nvSpPr>
              <p:cNvPr id="63" name="Freeform 116">
                <a:extLst>
                  <a:ext uri="{FF2B5EF4-FFF2-40B4-BE49-F238E27FC236}">
                    <a16:creationId xmlns:a16="http://schemas.microsoft.com/office/drawing/2014/main" id="{1DF4F493-08C5-48A5-93C0-568F4FFA502F}"/>
                  </a:ext>
                </a:extLst>
              </p:cNvPr>
              <p:cNvSpPr/>
              <p:nvPr/>
            </p:nvSpPr>
            <p:spPr bwMode="auto">
              <a:xfrm>
                <a:off x="1861434" y="2469152"/>
                <a:ext cx="25578" cy="99467"/>
              </a:xfrm>
              <a:custGeom>
                <a:gdLst>
                  <a:gd name="T0" fmla="*/ 10 w 10"/>
                  <a:gd name="T1" fmla="*/ 35 h 39"/>
                  <a:gd name="T2" fmla="*/ 5 w 10"/>
                  <a:gd name="T3" fmla="*/ 39 h 39"/>
                  <a:gd name="T4" fmla="*/ 0 w 10"/>
                  <a:gd name="T5" fmla="*/ 35 h 39"/>
                  <a:gd name="T6" fmla="*/ 0 w 10"/>
                  <a:gd name="T7" fmla="*/ 4 h 39"/>
                  <a:gd name="T8" fmla="*/ 5 w 10"/>
                  <a:gd name="T9" fmla="*/ 0 h 39"/>
                  <a:gd name="T10" fmla="*/ 10 w 10"/>
                  <a:gd name="T11" fmla="*/ 4 h 39"/>
                  <a:gd name="T12" fmla="*/ 10 w 10"/>
                  <a:gd name="T13" fmla="*/ 35 h 39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39">
                    <a:moveTo>
                      <a:pt x="10" y="35"/>
                    </a:moveTo>
                    <a:cubicBezTo>
                      <a:pt x="10" y="37"/>
                      <a:pt x="8" y="39"/>
                      <a:pt x="5" y="39"/>
                    </a:cubicBezTo>
                    <a:cubicBezTo>
                      <a:pt x="2" y="39"/>
                      <a:pt x="0" y="37"/>
                      <a:pt x="0" y="3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8" y="0"/>
                      <a:pt x="10" y="2"/>
                      <a:pt x="10" y="4"/>
                    </a:cubicBezTo>
                    <a:lnTo>
                      <a:pt x="10" y="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117">
                <a:extLst>
                  <a:ext uri="{FF2B5EF4-FFF2-40B4-BE49-F238E27FC236}">
                    <a16:creationId xmlns:a16="http://schemas.microsoft.com/office/drawing/2014/main" id="{50AE6904-7961-4A0F-852E-FA94F242C7A1}"/>
                  </a:ext>
                </a:extLst>
              </p:cNvPr>
              <p:cNvSpPr/>
              <p:nvPr/>
            </p:nvSpPr>
            <p:spPr bwMode="auto">
              <a:xfrm>
                <a:off x="1531776" y="2622614"/>
                <a:ext cx="85257" cy="79573"/>
              </a:xfrm>
              <a:custGeom>
                <a:gdLst>
                  <a:gd name="T0" fmla="*/ 32 w 33"/>
                  <a:gd name="T1" fmla="*/ 22 h 31"/>
                  <a:gd name="T2" fmla="*/ 31 w 33"/>
                  <a:gd name="T3" fmla="*/ 29 h 31"/>
                  <a:gd name="T4" fmla="*/ 25 w 33"/>
                  <a:gd name="T5" fmla="*/ 30 h 31"/>
                  <a:gd name="T6" fmla="*/ 2 w 33"/>
                  <a:gd name="T7" fmla="*/ 9 h 31"/>
                  <a:gd name="T8" fmla="*/ 2 w 33"/>
                  <a:gd name="T9" fmla="*/ 2 h 31"/>
                  <a:gd name="T10" fmla="*/ 9 w 33"/>
                  <a:gd name="T11" fmla="*/ 2 h 31"/>
                  <a:gd name="T12" fmla="*/ 32 w 33"/>
                  <a:gd name="T13" fmla="*/ 22 h 31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1">
                    <a:moveTo>
                      <a:pt x="32" y="22"/>
                    </a:moveTo>
                    <a:cubicBezTo>
                      <a:pt x="33" y="24"/>
                      <a:pt x="33" y="27"/>
                      <a:pt x="31" y="29"/>
                    </a:cubicBezTo>
                    <a:cubicBezTo>
                      <a:pt x="29" y="31"/>
                      <a:pt x="26" y="31"/>
                      <a:pt x="25" y="30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0" y="8"/>
                      <a:pt x="0" y="5"/>
                      <a:pt x="2" y="2"/>
                    </a:cubicBezTo>
                    <a:cubicBezTo>
                      <a:pt x="4" y="0"/>
                      <a:pt x="7" y="0"/>
                      <a:pt x="9" y="2"/>
                    </a:cubicBezTo>
                    <a:lnTo>
                      <a:pt x="32" y="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118">
                <a:extLst>
                  <a:ext uri="{FF2B5EF4-FFF2-40B4-BE49-F238E27FC236}">
                    <a16:creationId xmlns:a16="http://schemas.microsoft.com/office/drawing/2014/main" id="{34C60F30-059A-4144-B2B1-3CFDDCAA10DE}"/>
                  </a:ext>
                </a:extLst>
              </p:cNvPr>
              <p:cNvSpPr/>
              <p:nvPr/>
            </p:nvSpPr>
            <p:spPr bwMode="auto">
              <a:xfrm>
                <a:off x="1429468" y="2966481"/>
                <a:ext cx="102308" cy="34103"/>
              </a:xfrm>
              <a:custGeom>
                <a:gdLst>
                  <a:gd name="T0" fmla="*/ 35 w 40"/>
                  <a:gd name="T1" fmla="*/ 0 h 14"/>
                  <a:gd name="T2" fmla="*/ 40 w 40"/>
                  <a:gd name="T3" fmla="*/ 4 h 14"/>
                  <a:gd name="T4" fmla="*/ 36 w 40"/>
                  <a:gd name="T5" fmla="*/ 10 h 14"/>
                  <a:gd name="T6" fmla="*/ 5 w 40"/>
                  <a:gd name="T7" fmla="*/ 13 h 14"/>
                  <a:gd name="T8" fmla="*/ 0 w 40"/>
                  <a:gd name="T9" fmla="*/ 9 h 14"/>
                  <a:gd name="T10" fmla="*/ 4 w 40"/>
                  <a:gd name="T11" fmla="*/ 3 h 14"/>
                  <a:gd name="T12" fmla="*/ 35 w 40"/>
                  <a:gd name="T13" fmla="*/ 0 h 14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4">
                    <a:moveTo>
                      <a:pt x="35" y="0"/>
                    </a:moveTo>
                    <a:cubicBezTo>
                      <a:pt x="37" y="0"/>
                      <a:pt x="39" y="2"/>
                      <a:pt x="40" y="4"/>
                    </a:cubicBezTo>
                    <a:cubicBezTo>
                      <a:pt x="40" y="7"/>
                      <a:pt x="38" y="10"/>
                      <a:pt x="36" y="10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3" y="14"/>
                      <a:pt x="1" y="11"/>
                      <a:pt x="0" y="9"/>
                    </a:cubicBezTo>
                    <a:cubicBezTo>
                      <a:pt x="0" y="6"/>
                      <a:pt x="2" y="3"/>
                      <a:pt x="4" y="3"/>
                    </a:cubicBez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119">
                <a:extLst>
                  <a:ext uri="{FF2B5EF4-FFF2-40B4-BE49-F238E27FC236}">
                    <a16:creationId xmlns:a16="http://schemas.microsoft.com/office/drawing/2014/main" id="{6C0AA847-EAF9-4B1D-A1E5-C3E6A10B884F}"/>
                  </a:ext>
                </a:extLst>
              </p:cNvPr>
              <p:cNvSpPr/>
              <p:nvPr/>
            </p:nvSpPr>
            <p:spPr bwMode="auto">
              <a:xfrm>
                <a:off x="2245088" y="2940905"/>
                <a:ext cx="102308" cy="34103"/>
              </a:xfrm>
              <a:custGeom>
                <a:gdLst>
                  <a:gd name="T0" fmla="*/ 4 w 40"/>
                  <a:gd name="T1" fmla="*/ 11 h 14"/>
                  <a:gd name="T2" fmla="*/ 0 w 40"/>
                  <a:gd name="T3" fmla="*/ 5 h 14"/>
                  <a:gd name="T4" fmla="*/ 5 w 40"/>
                  <a:gd name="T5" fmla="*/ 1 h 14"/>
                  <a:gd name="T6" fmla="*/ 36 w 40"/>
                  <a:gd name="T7" fmla="*/ 4 h 14"/>
                  <a:gd name="T8" fmla="*/ 40 w 40"/>
                  <a:gd name="T9" fmla="*/ 9 h 14"/>
                  <a:gd name="T10" fmla="*/ 35 w 40"/>
                  <a:gd name="T11" fmla="*/ 14 h 14"/>
                  <a:gd name="T12" fmla="*/ 4 w 40"/>
                  <a:gd name="T13" fmla="*/ 11 h 14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4">
                    <a:moveTo>
                      <a:pt x="4" y="11"/>
                    </a:moveTo>
                    <a:cubicBezTo>
                      <a:pt x="2" y="11"/>
                      <a:pt x="0" y="8"/>
                      <a:pt x="0" y="5"/>
                    </a:cubicBezTo>
                    <a:cubicBezTo>
                      <a:pt x="1" y="2"/>
                      <a:pt x="3" y="0"/>
                      <a:pt x="5" y="1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8" y="4"/>
                      <a:pt x="40" y="7"/>
                      <a:pt x="40" y="9"/>
                    </a:cubicBezTo>
                    <a:cubicBezTo>
                      <a:pt x="39" y="12"/>
                      <a:pt x="37" y="14"/>
                      <a:pt x="35" y="14"/>
                    </a:cubicBezTo>
                    <a:lnTo>
                      <a:pt x="4" y="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120">
                <a:extLst>
                  <a:ext uri="{FF2B5EF4-FFF2-40B4-BE49-F238E27FC236}">
                    <a16:creationId xmlns:a16="http://schemas.microsoft.com/office/drawing/2014/main" id="{ED454D1C-44A6-43D7-A227-418E971F5AC2}"/>
                  </a:ext>
                </a:extLst>
              </p:cNvPr>
              <p:cNvSpPr/>
              <p:nvPr/>
            </p:nvSpPr>
            <p:spPr bwMode="auto">
              <a:xfrm>
                <a:off x="2142780" y="2605563"/>
                <a:ext cx="82416" cy="82416"/>
              </a:xfrm>
              <a:custGeom>
                <a:gdLst>
                  <a:gd name="T0" fmla="*/ 8 w 33"/>
                  <a:gd name="T1" fmla="*/ 30 h 32"/>
                  <a:gd name="T2" fmla="*/ 2 w 33"/>
                  <a:gd name="T3" fmla="*/ 29 h 32"/>
                  <a:gd name="T4" fmla="*/ 1 w 33"/>
                  <a:gd name="T5" fmla="*/ 22 h 32"/>
                  <a:gd name="T6" fmla="*/ 24 w 33"/>
                  <a:gd name="T7" fmla="*/ 2 h 32"/>
                  <a:gd name="T8" fmla="*/ 31 w 33"/>
                  <a:gd name="T9" fmla="*/ 3 h 32"/>
                  <a:gd name="T10" fmla="*/ 31 w 33"/>
                  <a:gd name="T11" fmla="*/ 9 h 32"/>
                  <a:gd name="T12" fmla="*/ 8 w 33"/>
                  <a:gd name="T13" fmla="*/ 30 h 32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2">
                    <a:moveTo>
                      <a:pt x="8" y="30"/>
                    </a:moveTo>
                    <a:cubicBezTo>
                      <a:pt x="7" y="32"/>
                      <a:pt x="4" y="31"/>
                      <a:pt x="2" y="29"/>
                    </a:cubicBezTo>
                    <a:cubicBezTo>
                      <a:pt x="0" y="27"/>
                      <a:pt x="0" y="24"/>
                      <a:pt x="1" y="2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6" y="0"/>
                      <a:pt x="29" y="1"/>
                      <a:pt x="31" y="3"/>
                    </a:cubicBezTo>
                    <a:cubicBezTo>
                      <a:pt x="33" y="5"/>
                      <a:pt x="33" y="8"/>
                      <a:pt x="31" y="9"/>
                    </a:cubicBezTo>
                    <a:lnTo>
                      <a:pt x="8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Freeform 121">
                <a:extLst>
                  <a:ext uri="{FF2B5EF4-FFF2-40B4-BE49-F238E27FC236}">
                    <a16:creationId xmlns:a16="http://schemas.microsoft.com/office/drawing/2014/main" id="{25D5DCED-17DB-4BC9-AA19-0DF5643522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91454" y="2611246"/>
                <a:ext cx="562693" cy="784360"/>
              </a:xfrm>
              <a:custGeom>
                <a:gdLst>
                  <a:gd name="T0" fmla="*/ 219 w 219"/>
                  <a:gd name="T1" fmla="*/ 110 h 307"/>
                  <a:gd name="T2" fmla="*/ 110 w 219"/>
                  <a:gd name="T3" fmla="*/ 0 h 307"/>
                  <a:gd name="T4" fmla="*/ 0 w 219"/>
                  <a:gd name="T5" fmla="*/ 110 h 307"/>
                  <a:gd name="T6" fmla="*/ 64 w 219"/>
                  <a:gd name="T7" fmla="*/ 210 h 307"/>
                  <a:gd name="T8" fmla="*/ 64 w 219"/>
                  <a:gd name="T9" fmla="*/ 233 h 307"/>
                  <a:gd name="T10" fmla="*/ 64 w 219"/>
                  <a:gd name="T11" fmla="*/ 233 h 307"/>
                  <a:gd name="T12" fmla="*/ 64 w 219"/>
                  <a:gd name="T13" fmla="*/ 263 h 307"/>
                  <a:gd name="T14" fmla="*/ 80 w 219"/>
                  <a:gd name="T15" fmla="*/ 282 h 307"/>
                  <a:gd name="T16" fmla="*/ 83 w 219"/>
                  <a:gd name="T17" fmla="*/ 290 h 307"/>
                  <a:gd name="T18" fmla="*/ 102 w 219"/>
                  <a:gd name="T19" fmla="*/ 307 h 307"/>
                  <a:gd name="T20" fmla="*/ 117 w 219"/>
                  <a:gd name="T21" fmla="*/ 307 h 307"/>
                  <a:gd name="T22" fmla="*/ 136 w 219"/>
                  <a:gd name="T23" fmla="*/ 290 h 307"/>
                  <a:gd name="T24" fmla="*/ 139 w 219"/>
                  <a:gd name="T25" fmla="*/ 282 h 307"/>
                  <a:gd name="T26" fmla="*/ 155 w 219"/>
                  <a:gd name="T27" fmla="*/ 263 h 307"/>
                  <a:gd name="T28" fmla="*/ 155 w 219"/>
                  <a:gd name="T29" fmla="*/ 222 h 307"/>
                  <a:gd name="T30" fmla="*/ 155 w 219"/>
                  <a:gd name="T31" fmla="*/ 210 h 307"/>
                  <a:gd name="T32" fmla="*/ 219 w 219"/>
                  <a:gd name="T33" fmla="*/ 110 h 307"/>
                  <a:gd name="T34" fmla="*/ 69 w 219"/>
                  <a:gd name="T35" fmla="*/ 55 h 307"/>
                  <a:gd name="T36" fmla="*/ 41 w 219"/>
                  <a:gd name="T37" fmla="*/ 110 h 307"/>
                  <a:gd name="T38" fmla="*/ 66 w 219"/>
                  <a:gd name="T39" fmla="*/ 163 h 307"/>
                  <a:gd name="T40" fmla="*/ 66 w 219"/>
                  <a:gd name="T41" fmla="*/ 169 h 307"/>
                  <a:gd name="T42" fmla="*/ 66 w 219"/>
                  <a:gd name="T43" fmla="*/ 169 h 307"/>
                  <a:gd name="T44" fmla="*/ 59 w 219"/>
                  <a:gd name="T45" fmla="*/ 170 h 307"/>
                  <a:gd name="T46" fmla="*/ 31 w 219"/>
                  <a:gd name="T47" fmla="*/ 110 h 307"/>
                  <a:gd name="T48" fmla="*/ 62 w 219"/>
                  <a:gd name="T49" fmla="*/ 47 h 307"/>
                  <a:gd name="T50" fmla="*/ 70 w 219"/>
                  <a:gd name="T51" fmla="*/ 48 h 307"/>
                  <a:gd name="T52" fmla="*/ 70 w 219"/>
                  <a:gd name="T53" fmla="*/ 48 h 307"/>
                  <a:gd name="T54" fmla="*/ 69 w 219"/>
                  <a:gd name="T55" fmla="*/ 55 h 307"/>
                  <a:gd name="T56" fmla="*/ 144 w 219"/>
                  <a:gd name="T57" fmla="*/ 263 h 307"/>
                  <a:gd name="T58" fmla="*/ 140 w 219"/>
                  <a:gd name="T59" fmla="*/ 271 h 307"/>
                  <a:gd name="T60" fmla="*/ 136 w 219"/>
                  <a:gd name="T61" fmla="*/ 272 h 307"/>
                  <a:gd name="T62" fmla="*/ 83 w 219"/>
                  <a:gd name="T63" fmla="*/ 272 h 307"/>
                  <a:gd name="T64" fmla="*/ 79 w 219"/>
                  <a:gd name="T65" fmla="*/ 271 h 307"/>
                  <a:gd name="T66" fmla="*/ 75 w 219"/>
                  <a:gd name="T67" fmla="*/ 263 h 307"/>
                  <a:gd name="T68" fmla="*/ 75 w 219"/>
                  <a:gd name="T69" fmla="*/ 233 h 307"/>
                  <a:gd name="T70" fmla="*/ 144 w 219"/>
                  <a:gd name="T71" fmla="*/ 233 h 307"/>
                  <a:gd name="T72" fmla="*/ 144 w 219"/>
                  <a:gd name="T73" fmla="*/ 263 h 30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19" h="307">
                    <a:moveTo>
                      <a:pt x="219" y="110"/>
                    </a:moveTo>
                    <a:cubicBezTo>
                      <a:pt x="219" y="49"/>
                      <a:pt x="170" y="0"/>
                      <a:pt x="110" y="0"/>
                    </a:cubicBezTo>
                    <a:cubicBezTo>
                      <a:pt x="49" y="0"/>
                      <a:pt x="0" y="49"/>
                      <a:pt x="0" y="110"/>
                    </a:cubicBezTo>
                    <a:cubicBezTo>
                      <a:pt x="0" y="155"/>
                      <a:pt x="26" y="193"/>
                      <a:pt x="64" y="210"/>
                    </a:cubicBezTo>
                    <a:cubicBezTo>
                      <a:pt x="64" y="233"/>
                      <a:pt x="64" y="233"/>
                      <a:pt x="64" y="233"/>
                    </a:cubicBezTo>
                    <a:cubicBezTo>
                      <a:pt x="64" y="233"/>
                      <a:pt x="64" y="233"/>
                      <a:pt x="64" y="233"/>
                    </a:cubicBezTo>
                    <a:cubicBezTo>
                      <a:pt x="64" y="263"/>
                      <a:pt x="64" y="263"/>
                      <a:pt x="64" y="263"/>
                    </a:cubicBezTo>
                    <a:cubicBezTo>
                      <a:pt x="64" y="272"/>
                      <a:pt x="71" y="281"/>
                      <a:pt x="80" y="282"/>
                    </a:cubicBezTo>
                    <a:cubicBezTo>
                      <a:pt x="81" y="285"/>
                      <a:pt x="82" y="288"/>
                      <a:pt x="83" y="290"/>
                    </a:cubicBezTo>
                    <a:cubicBezTo>
                      <a:pt x="88" y="301"/>
                      <a:pt x="96" y="307"/>
                      <a:pt x="102" y="307"/>
                    </a:cubicBezTo>
                    <a:cubicBezTo>
                      <a:pt x="117" y="307"/>
                      <a:pt x="117" y="307"/>
                      <a:pt x="117" y="307"/>
                    </a:cubicBezTo>
                    <a:cubicBezTo>
                      <a:pt x="123" y="307"/>
                      <a:pt x="131" y="301"/>
                      <a:pt x="136" y="290"/>
                    </a:cubicBezTo>
                    <a:cubicBezTo>
                      <a:pt x="137" y="288"/>
                      <a:pt x="138" y="285"/>
                      <a:pt x="139" y="282"/>
                    </a:cubicBezTo>
                    <a:cubicBezTo>
                      <a:pt x="148" y="281"/>
                      <a:pt x="155" y="272"/>
                      <a:pt x="155" y="263"/>
                    </a:cubicBezTo>
                    <a:cubicBezTo>
                      <a:pt x="155" y="222"/>
                      <a:pt x="155" y="222"/>
                      <a:pt x="155" y="222"/>
                    </a:cubicBezTo>
                    <a:cubicBezTo>
                      <a:pt x="155" y="210"/>
                      <a:pt x="155" y="210"/>
                      <a:pt x="155" y="210"/>
                    </a:cubicBezTo>
                    <a:cubicBezTo>
                      <a:pt x="193" y="193"/>
                      <a:pt x="219" y="155"/>
                      <a:pt x="219" y="110"/>
                    </a:cubicBezTo>
                    <a:close/>
                    <a:moveTo>
                      <a:pt x="69" y="55"/>
                    </a:moveTo>
                    <a:cubicBezTo>
                      <a:pt x="52" y="68"/>
                      <a:pt x="41" y="88"/>
                      <a:pt x="41" y="110"/>
                    </a:cubicBezTo>
                    <a:cubicBezTo>
                      <a:pt x="41" y="131"/>
                      <a:pt x="51" y="150"/>
                      <a:pt x="66" y="163"/>
                    </a:cubicBezTo>
                    <a:cubicBezTo>
                      <a:pt x="67" y="164"/>
                      <a:pt x="68" y="167"/>
                      <a:pt x="66" y="169"/>
                    </a:cubicBezTo>
                    <a:cubicBezTo>
                      <a:pt x="66" y="169"/>
                      <a:pt x="66" y="169"/>
                      <a:pt x="66" y="169"/>
                    </a:cubicBezTo>
                    <a:cubicBezTo>
                      <a:pt x="65" y="172"/>
                      <a:pt x="61" y="172"/>
                      <a:pt x="59" y="170"/>
                    </a:cubicBezTo>
                    <a:cubicBezTo>
                      <a:pt x="42" y="156"/>
                      <a:pt x="31" y="134"/>
                      <a:pt x="31" y="110"/>
                    </a:cubicBezTo>
                    <a:cubicBezTo>
                      <a:pt x="31" y="84"/>
                      <a:pt x="43" y="61"/>
                      <a:pt x="62" y="47"/>
                    </a:cubicBezTo>
                    <a:cubicBezTo>
                      <a:pt x="65" y="45"/>
                      <a:pt x="68" y="46"/>
                      <a:pt x="70" y="48"/>
                    </a:cubicBezTo>
                    <a:cubicBezTo>
                      <a:pt x="70" y="48"/>
                      <a:pt x="70" y="48"/>
                      <a:pt x="70" y="48"/>
                    </a:cubicBezTo>
                    <a:cubicBezTo>
                      <a:pt x="71" y="51"/>
                      <a:pt x="71" y="54"/>
                      <a:pt x="69" y="55"/>
                    </a:cubicBezTo>
                    <a:close/>
                    <a:moveTo>
                      <a:pt x="144" y="263"/>
                    </a:moveTo>
                    <a:cubicBezTo>
                      <a:pt x="144" y="266"/>
                      <a:pt x="143" y="269"/>
                      <a:pt x="140" y="271"/>
                    </a:cubicBezTo>
                    <a:cubicBezTo>
                      <a:pt x="139" y="272"/>
                      <a:pt x="138" y="272"/>
                      <a:pt x="136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1" y="272"/>
                      <a:pt x="80" y="272"/>
                      <a:pt x="79" y="271"/>
                    </a:cubicBezTo>
                    <a:cubicBezTo>
                      <a:pt x="76" y="269"/>
                      <a:pt x="75" y="266"/>
                      <a:pt x="75" y="263"/>
                    </a:cubicBezTo>
                    <a:cubicBezTo>
                      <a:pt x="75" y="233"/>
                      <a:pt x="75" y="233"/>
                      <a:pt x="75" y="233"/>
                    </a:cubicBezTo>
                    <a:cubicBezTo>
                      <a:pt x="144" y="233"/>
                      <a:pt x="144" y="233"/>
                      <a:pt x="144" y="233"/>
                    </a:cubicBezTo>
                    <a:lnTo>
                      <a:pt x="144" y="2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62E9734-C5E6-4B2B-83C4-E6F5DD5DD9C7}"/>
              </a:ext>
            </a:extLst>
          </p:cNvPr>
          <p:cNvGrpSpPr/>
          <p:nvPr/>
        </p:nvGrpSpPr>
        <p:grpSpPr>
          <a:xfrm>
            <a:off x="3114704" y="2156545"/>
            <a:ext cx="1298742" cy="1298742"/>
            <a:chOff x="3114704" y="2156545"/>
            <a:chExt cx="1298742" cy="1298742"/>
          </a:xfrm>
        </p:grpSpPr>
        <p:sp>
          <p:nvSpPr>
            <p:cNvPr id="69" name="Oval 122">
              <a:extLst>
                <a:ext uri="{FF2B5EF4-FFF2-40B4-BE49-F238E27FC236}">
                  <a16:creationId xmlns:a16="http://schemas.microsoft.com/office/drawing/2014/main" id="{C9D59FF2-5E5D-44B9-91F9-B655CFA8F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704" y="2156545"/>
              <a:ext cx="1298742" cy="129874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51BEBA31-750F-4043-BEB3-13FE9CEC1CF0}"/>
                </a:ext>
              </a:extLst>
            </p:cNvPr>
            <p:cNvGrpSpPr/>
            <p:nvPr/>
          </p:nvGrpSpPr>
          <p:grpSpPr>
            <a:xfrm>
              <a:off x="3458573" y="2534515"/>
              <a:ext cx="619531" cy="525749"/>
              <a:chOff x="3458573" y="2534515"/>
              <a:chExt cx="619531" cy="525749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71" name="Freeform 123">
                <a:extLst>
                  <a:ext uri="{FF2B5EF4-FFF2-40B4-BE49-F238E27FC236}">
                    <a16:creationId xmlns:a16="http://schemas.microsoft.com/office/drawing/2014/main" id="{95A83B8B-1303-4838-B3C8-F76DC4271619}"/>
                  </a:ext>
                </a:extLst>
              </p:cNvPr>
              <p:cNvSpPr/>
              <p:nvPr/>
            </p:nvSpPr>
            <p:spPr bwMode="auto">
              <a:xfrm>
                <a:off x="3847910" y="2534515"/>
                <a:ext cx="230194" cy="233034"/>
              </a:xfrm>
              <a:custGeom>
                <a:gdLst>
                  <a:gd name="T0" fmla="*/ 77 w 90"/>
                  <a:gd name="T1" fmla="*/ 77 h 91"/>
                  <a:gd name="T2" fmla="*/ 85 w 90"/>
                  <a:gd name="T3" fmla="*/ 36 h 91"/>
                  <a:gd name="T4" fmla="*/ 68 w 90"/>
                  <a:gd name="T5" fmla="*/ 53 h 91"/>
                  <a:gd name="T6" fmla="*/ 40 w 90"/>
                  <a:gd name="T7" fmla="*/ 53 h 91"/>
                  <a:gd name="T8" fmla="*/ 37 w 90"/>
                  <a:gd name="T9" fmla="*/ 51 h 91"/>
                  <a:gd name="T10" fmla="*/ 37 w 90"/>
                  <a:gd name="T11" fmla="*/ 23 h 91"/>
                  <a:gd name="T12" fmla="*/ 55 w 90"/>
                  <a:gd name="T13" fmla="*/ 6 h 91"/>
                  <a:gd name="T14" fmla="*/ 14 w 90"/>
                  <a:gd name="T15" fmla="*/ 14 h 91"/>
                  <a:gd name="T16" fmla="*/ 7 w 90"/>
                  <a:gd name="T17" fmla="*/ 59 h 91"/>
                  <a:gd name="T18" fmla="*/ 17 w 90"/>
                  <a:gd name="T19" fmla="*/ 74 h 91"/>
                  <a:gd name="T20" fmla="*/ 32 w 90"/>
                  <a:gd name="T21" fmla="*/ 84 h 91"/>
                  <a:gd name="T22" fmla="*/ 77 w 90"/>
                  <a:gd name="T23" fmla="*/ 77 h 91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0" h="91">
                    <a:moveTo>
                      <a:pt x="77" y="77"/>
                    </a:moveTo>
                    <a:cubicBezTo>
                      <a:pt x="88" y="66"/>
                      <a:pt x="90" y="50"/>
                      <a:pt x="85" y="36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0" y="61"/>
                      <a:pt x="48" y="61"/>
                      <a:pt x="40" y="53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0" y="43"/>
                      <a:pt x="30" y="31"/>
                      <a:pt x="37" y="23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41" y="0"/>
                      <a:pt x="25" y="3"/>
                      <a:pt x="14" y="14"/>
                    </a:cubicBezTo>
                    <a:cubicBezTo>
                      <a:pt x="2" y="26"/>
                      <a:pt x="0" y="43"/>
                      <a:pt x="7" y="59"/>
                    </a:cubicBezTo>
                    <a:cubicBezTo>
                      <a:pt x="9" y="64"/>
                      <a:pt x="12" y="69"/>
                      <a:pt x="17" y="74"/>
                    </a:cubicBezTo>
                    <a:cubicBezTo>
                      <a:pt x="22" y="79"/>
                      <a:pt x="27" y="82"/>
                      <a:pt x="32" y="84"/>
                    </a:cubicBezTo>
                    <a:cubicBezTo>
                      <a:pt x="48" y="91"/>
                      <a:pt x="65" y="89"/>
                      <a:pt x="77" y="7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124">
                <a:extLst>
                  <a:ext uri="{FF2B5EF4-FFF2-40B4-BE49-F238E27FC236}">
                    <a16:creationId xmlns:a16="http://schemas.microsoft.com/office/drawing/2014/main" id="{226C5849-A6B5-4113-9C7C-4E6456368C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55197" y="2687976"/>
                <a:ext cx="375129" cy="372288"/>
              </a:xfrm>
              <a:custGeom>
                <a:gdLst>
                  <a:gd name="T0" fmla="*/ 146 w 146"/>
                  <a:gd name="T1" fmla="*/ 25 h 146"/>
                  <a:gd name="T2" fmla="*/ 131 w 146"/>
                  <a:gd name="T3" fmla="*/ 15 h 146"/>
                  <a:gd name="T4" fmla="*/ 121 w 146"/>
                  <a:gd name="T5" fmla="*/ 0 h 146"/>
                  <a:gd name="T6" fmla="*/ 117 w 146"/>
                  <a:gd name="T7" fmla="*/ 2 h 146"/>
                  <a:gd name="T8" fmla="*/ 8 w 146"/>
                  <a:gd name="T9" fmla="*/ 112 h 146"/>
                  <a:gd name="T10" fmla="*/ 8 w 146"/>
                  <a:gd name="T11" fmla="*/ 138 h 146"/>
                  <a:gd name="T12" fmla="*/ 8 w 146"/>
                  <a:gd name="T13" fmla="*/ 138 h 146"/>
                  <a:gd name="T14" fmla="*/ 34 w 146"/>
                  <a:gd name="T15" fmla="*/ 138 h 146"/>
                  <a:gd name="T16" fmla="*/ 143 w 146"/>
                  <a:gd name="T17" fmla="*/ 29 h 146"/>
                  <a:gd name="T18" fmla="*/ 146 w 146"/>
                  <a:gd name="T19" fmla="*/ 25 h 146"/>
                  <a:gd name="T20" fmla="*/ 16 w 146"/>
                  <a:gd name="T21" fmla="*/ 130 h 146"/>
                  <a:gd name="T22" fmla="*/ 16 w 146"/>
                  <a:gd name="T23" fmla="*/ 122 h 146"/>
                  <a:gd name="T24" fmla="*/ 24 w 146"/>
                  <a:gd name="T25" fmla="*/ 122 h 146"/>
                  <a:gd name="T26" fmla="*/ 24 w 146"/>
                  <a:gd name="T27" fmla="*/ 130 h 146"/>
                  <a:gd name="T28" fmla="*/ 16 w 146"/>
                  <a:gd name="T29" fmla="*/ 130 h 14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6" h="146">
                    <a:moveTo>
                      <a:pt x="146" y="25"/>
                    </a:moveTo>
                    <a:cubicBezTo>
                      <a:pt x="141" y="23"/>
                      <a:pt x="136" y="20"/>
                      <a:pt x="131" y="15"/>
                    </a:cubicBezTo>
                    <a:cubicBezTo>
                      <a:pt x="126" y="10"/>
                      <a:pt x="123" y="5"/>
                      <a:pt x="121" y="0"/>
                    </a:cubicBezTo>
                    <a:cubicBezTo>
                      <a:pt x="119" y="0"/>
                      <a:pt x="118" y="1"/>
                      <a:pt x="117" y="2"/>
                    </a:cubicBezTo>
                    <a:cubicBezTo>
                      <a:pt x="8" y="112"/>
                      <a:pt x="8" y="112"/>
                      <a:pt x="8" y="112"/>
                    </a:cubicBezTo>
                    <a:cubicBezTo>
                      <a:pt x="0" y="119"/>
                      <a:pt x="0" y="131"/>
                      <a:pt x="8" y="138"/>
                    </a:cubicBezTo>
                    <a:cubicBezTo>
                      <a:pt x="8" y="138"/>
                      <a:pt x="8" y="138"/>
                      <a:pt x="8" y="138"/>
                    </a:cubicBezTo>
                    <a:cubicBezTo>
                      <a:pt x="15" y="146"/>
                      <a:pt x="27" y="146"/>
                      <a:pt x="34" y="138"/>
                    </a:cubicBezTo>
                    <a:cubicBezTo>
                      <a:pt x="143" y="29"/>
                      <a:pt x="143" y="29"/>
                      <a:pt x="143" y="29"/>
                    </a:cubicBezTo>
                    <a:cubicBezTo>
                      <a:pt x="145" y="28"/>
                      <a:pt x="145" y="27"/>
                      <a:pt x="146" y="25"/>
                    </a:cubicBezTo>
                    <a:moveTo>
                      <a:pt x="16" y="130"/>
                    </a:moveTo>
                    <a:cubicBezTo>
                      <a:pt x="14" y="128"/>
                      <a:pt x="14" y="124"/>
                      <a:pt x="16" y="122"/>
                    </a:cubicBezTo>
                    <a:cubicBezTo>
                      <a:pt x="18" y="119"/>
                      <a:pt x="22" y="119"/>
                      <a:pt x="24" y="122"/>
                    </a:cubicBezTo>
                    <a:cubicBezTo>
                      <a:pt x="27" y="124"/>
                      <a:pt x="27" y="128"/>
                      <a:pt x="24" y="130"/>
                    </a:cubicBezTo>
                    <a:cubicBezTo>
                      <a:pt x="22" y="132"/>
                      <a:pt x="18" y="132"/>
                      <a:pt x="16" y="13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Freeform 125">
                <a:extLst>
                  <a:ext uri="{FF2B5EF4-FFF2-40B4-BE49-F238E27FC236}">
                    <a16:creationId xmlns:a16="http://schemas.microsoft.com/office/drawing/2014/main" id="{803C424B-7608-494A-8342-45628127F65B}"/>
                  </a:ext>
                </a:extLst>
              </p:cNvPr>
              <p:cNvSpPr/>
              <p:nvPr/>
            </p:nvSpPr>
            <p:spPr bwMode="auto">
              <a:xfrm>
                <a:off x="3504043" y="2571460"/>
                <a:ext cx="485963" cy="488804"/>
              </a:xfrm>
              <a:custGeom>
                <a:gdLst>
                  <a:gd name="T0" fmla="*/ 28 w 190"/>
                  <a:gd name="T1" fmla="*/ 6 h 191"/>
                  <a:gd name="T2" fmla="*/ 6 w 190"/>
                  <a:gd name="T3" fmla="*/ 6 h 191"/>
                  <a:gd name="T4" fmla="*/ 6 w 190"/>
                  <a:gd name="T5" fmla="*/ 7 h 191"/>
                  <a:gd name="T6" fmla="*/ 6 w 190"/>
                  <a:gd name="T7" fmla="*/ 29 h 191"/>
                  <a:gd name="T8" fmla="*/ 154 w 190"/>
                  <a:gd name="T9" fmla="*/ 183 h 191"/>
                  <a:gd name="T10" fmla="*/ 182 w 190"/>
                  <a:gd name="T11" fmla="*/ 183 h 191"/>
                  <a:gd name="T12" fmla="*/ 182 w 190"/>
                  <a:gd name="T13" fmla="*/ 183 h 191"/>
                  <a:gd name="T14" fmla="*/ 182 w 190"/>
                  <a:gd name="T15" fmla="*/ 155 h 191"/>
                  <a:gd name="T16" fmla="*/ 28 w 190"/>
                  <a:gd name="T17" fmla="*/ 6 h 191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0" h="191">
                    <a:moveTo>
                      <a:pt x="28" y="6"/>
                    </a:moveTo>
                    <a:cubicBezTo>
                      <a:pt x="22" y="0"/>
                      <a:pt x="12" y="0"/>
                      <a:pt x="6" y="6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0" y="13"/>
                      <a:pt x="0" y="23"/>
                      <a:pt x="6" y="29"/>
                    </a:cubicBezTo>
                    <a:cubicBezTo>
                      <a:pt x="154" y="183"/>
                      <a:pt x="154" y="183"/>
                      <a:pt x="154" y="183"/>
                    </a:cubicBezTo>
                    <a:cubicBezTo>
                      <a:pt x="162" y="191"/>
                      <a:pt x="174" y="191"/>
                      <a:pt x="182" y="183"/>
                    </a:cubicBezTo>
                    <a:cubicBezTo>
                      <a:pt x="182" y="183"/>
                      <a:pt x="182" y="183"/>
                      <a:pt x="182" y="183"/>
                    </a:cubicBezTo>
                    <a:cubicBezTo>
                      <a:pt x="190" y="175"/>
                      <a:pt x="190" y="162"/>
                      <a:pt x="182" y="155"/>
                    </a:cubicBezTo>
                    <a:cubicBezTo>
                      <a:pt x="28" y="6"/>
                      <a:pt x="28" y="6"/>
                      <a:pt x="28" y="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Freeform 126">
                <a:extLst>
                  <a:ext uri="{FF2B5EF4-FFF2-40B4-BE49-F238E27FC236}">
                    <a16:creationId xmlns:a16="http://schemas.microsoft.com/office/drawing/2014/main" id="{D7C9AB9B-C732-4649-A241-EF192DB1DCA1}"/>
                  </a:ext>
                </a:extLst>
              </p:cNvPr>
              <p:cNvSpPr/>
              <p:nvPr/>
            </p:nvSpPr>
            <p:spPr bwMode="auto">
              <a:xfrm>
                <a:off x="3458573" y="2537357"/>
                <a:ext cx="281347" cy="235877"/>
              </a:xfrm>
              <a:custGeom>
                <a:gdLst>
                  <a:gd name="T0" fmla="*/ 99 w 99"/>
                  <a:gd name="T1" fmla="*/ 8 h 83"/>
                  <a:gd name="T2" fmla="*/ 58 w 99"/>
                  <a:gd name="T3" fmla="*/ 0 h 83"/>
                  <a:gd name="T4" fmla="*/ 0 w 99"/>
                  <a:gd name="T5" fmla="*/ 59 h 83"/>
                  <a:gd name="T6" fmla="*/ 23 w 99"/>
                  <a:gd name="T7" fmla="*/ 83 h 83"/>
                  <a:gd name="T8" fmla="*/ 45 w 99"/>
                  <a:gd name="T9" fmla="*/ 62 h 83"/>
                  <a:gd name="T10" fmla="*/ 63 w 99"/>
                  <a:gd name="T11" fmla="*/ 44 h 83"/>
                  <a:gd name="T12" fmla="*/ 99 w 99"/>
                  <a:gd name="T13" fmla="*/ 8 h 83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9" h="83">
                    <a:moveTo>
                      <a:pt x="99" y="8"/>
                    </a:moveTo>
                    <a:lnTo>
                      <a:pt x="58" y="0"/>
                    </a:lnTo>
                    <a:lnTo>
                      <a:pt x="0" y="59"/>
                    </a:lnTo>
                    <a:lnTo>
                      <a:pt x="23" y="83"/>
                    </a:lnTo>
                    <a:lnTo>
                      <a:pt x="45" y="62"/>
                    </a:lnTo>
                    <a:lnTo>
                      <a:pt x="63" y="44"/>
                    </a:lnTo>
                    <a:lnTo>
                      <a:pt x="99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Freeform 127">
                <a:extLst>
                  <a:ext uri="{FF2B5EF4-FFF2-40B4-BE49-F238E27FC236}">
                    <a16:creationId xmlns:a16="http://schemas.microsoft.com/office/drawing/2014/main" id="{CE458B39-AC56-4933-9EAD-C1C2AAE9BBEF}"/>
                  </a:ext>
                </a:extLst>
              </p:cNvPr>
              <p:cNvSpPr/>
              <p:nvPr/>
            </p:nvSpPr>
            <p:spPr bwMode="auto">
              <a:xfrm>
                <a:off x="3458573" y="2537357"/>
                <a:ext cx="281347" cy="235877"/>
              </a:xfrm>
              <a:custGeom>
                <a:gdLst>
                  <a:gd name="T0" fmla="*/ 99 w 99"/>
                  <a:gd name="T1" fmla="*/ 8 h 83"/>
                  <a:gd name="T2" fmla="*/ 58 w 99"/>
                  <a:gd name="T3" fmla="*/ 0 h 83"/>
                  <a:gd name="T4" fmla="*/ 0 w 99"/>
                  <a:gd name="T5" fmla="*/ 59 h 83"/>
                  <a:gd name="T6" fmla="*/ 23 w 99"/>
                  <a:gd name="T7" fmla="*/ 83 h 83"/>
                  <a:gd name="T8" fmla="*/ 45 w 99"/>
                  <a:gd name="T9" fmla="*/ 62 h 83"/>
                  <a:gd name="T10" fmla="*/ 63 w 99"/>
                  <a:gd name="T11" fmla="*/ 44 h 83"/>
                  <a:gd name="T12" fmla="*/ 99 w 99"/>
                  <a:gd name="T13" fmla="*/ 8 h 83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9" h="83">
                    <a:moveTo>
                      <a:pt x="99" y="8"/>
                    </a:moveTo>
                    <a:lnTo>
                      <a:pt x="58" y="0"/>
                    </a:lnTo>
                    <a:lnTo>
                      <a:pt x="0" y="59"/>
                    </a:lnTo>
                    <a:lnTo>
                      <a:pt x="23" y="83"/>
                    </a:lnTo>
                    <a:lnTo>
                      <a:pt x="45" y="62"/>
                    </a:lnTo>
                    <a:lnTo>
                      <a:pt x="63" y="44"/>
                    </a:lnTo>
                    <a:lnTo>
                      <a:pt x="99" y="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128">
                <a:extLst>
                  <a:ext uri="{FF2B5EF4-FFF2-40B4-BE49-F238E27FC236}">
                    <a16:creationId xmlns:a16="http://schemas.microsoft.com/office/drawing/2014/main" id="{B36677B4-AEC5-458F-8DE1-80105A35236C}"/>
                  </a:ext>
                </a:extLst>
              </p:cNvPr>
              <p:cNvSpPr/>
              <p:nvPr/>
            </p:nvSpPr>
            <p:spPr bwMode="auto">
              <a:xfrm>
                <a:off x="3853594" y="2543041"/>
                <a:ext cx="218826" cy="218826"/>
              </a:xfrm>
              <a:custGeom>
                <a:gdLst>
                  <a:gd name="T0" fmla="*/ 38 w 85"/>
                  <a:gd name="T1" fmla="*/ 0 h 85"/>
                  <a:gd name="T2" fmla="*/ 11 w 85"/>
                  <a:gd name="T3" fmla="*/ 11 h 85"/>
                  <a:gd name="T4" fmla="*/ 0 w 85"/>
                  <a:gd name="T5" fmla="*/ 38 h 85"/>
                  <a:gd name="T6" fmla="*/ 4 w 85"/>
                  <a:gd name="T7" fmla="*/ 56 h 85"/>
                  <a:gd name="T8" fmla="*/ 4 w 85"/>
                  <a:gd name="T9" fmla="*/ 56 h 85"/>
                  <a:gd name="T10" fmla="*/ 14 w 85"/>
                  <a:gd name="T11" fmla="*/ 71 h 85"/>
                  <a:gd name="T12" fmla="*/ 29 w 85"/>
                  <a:gd name="T13" fmla="*/ 81 h 85"/>
                  <a:gd name="T14" fmla="*/ 29 w 85"/>
                  <a:gd name="T15" fmla="*/ 81 h 85"/>
                  <a:gd name="T16" fmla="*/ 29 w 85"/>
                  <a:gd name="T17" fmla="*/ 81 h 85"/>
                  <a:gd name="T18" fmla="*/ 47 w 85"/>
                  <a:gd name="T19" fmla="*/ 85 h 85"/>
                  <a:gd name="T20" fmla="*/ 74 w 85"/>
                  <a:gd name="T21" fmla="*/ 74 h 85"/>
                  <a:gd name="T22" fmla="*/ 85 w 85"/>
                  <a:gd name="T23" fmla="*/ 47 h 85"/>
                  <a:gd name="T24" fmla="*/ 82 w 85"/>
                  <a:gd name="T25" fmla="*/ 33 h 85"/>
                  <a:gd name="T26" fmla="*/ 65 w 85"/>
                  <a:gd name="T27" fmla="*/ 50 h 85"/>
                  <a:gd name="T28" fmla="*/ 51 w 85"/>
                  <a:gd name="T29" fmla="*/ 56 h 85"/>
                  <a:gd name="T30" fmla="*/ 37 w 85"/>
                  <a:gd name="T31" fmla="*/ 50 h 85"/>
                  <a:gd name="T32" fmla="*/ 34 w 85"/>
                  <a:gd name="T33" fmla="*/ 48 h 85"/>
                  <a:gd name="T34" fmla="*/ 29 w 85"/>
                  <a:gd name="T35" fmla="*/ 34 h 85"/>
                  <a:gd name="T36" fmla="*/ 34 w 85"/>
                  <a:gd name="T37" fmla="*/ 20 h 85"/>
                  <a:gd name="T38" fmla="*/ 52 w 85"/>
                  <a:gd name="T39" fmla="*/ 3 h 85"/>
                  <a:gd name="T40" fmla="*/ 38 w 85"/>
                  <a:gd name="T41" fmla="*/ 0 h 85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5" h="85">
                    <a:moveTo>
                      <a:pt x="38" y="0"/>
                    </a:moveTo>
                    <a:cubicBezTo>
                      <a:pt x="28" y="0"/>
                      <a:pt x="18" y="4"/>
                      <a:pt x="11" y="11"/>
                    </a:cubicBezTo>
                    <a:cubicBezTo>
                      <a:pt x="3" y="18"/>
                      <a:pt x="0" y="28"/>
                      <a:pt x="0" y="38"/>
                    </a:cubicBezTo>
                    <a:cubicBezTo>
                      <a:pt x="0" y="44"/>
                      <a:pt x="1" y="50"/>
                      <a:pt x="4" y="56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6" y="61"/>
                      <a:pt x="9" y="66"/>
                      <a:pt x="14" y="71"/>
                    </a:cubicBezTo>
                    <a:cubicBezTo>
                      <a:pt x="19" y="76"/>
                      <a:pt x="24" y="79"/>
                      <a:pt x="29" y="81"/>
                    </a:cubicBezTo>
                    <a:cubicBezTo>
                      <a:pt x="29" y="81"/>
                      <a:pt x="29" y="81"/>
                      <a:pt x="29" y="81"/>
                    </a:cubicBezTo>
                    <a:cubicBezTo>
                      <a:pt x="29" y="81"/>
                      <a:pt x="29" y="81"/>
                      <a:pt x="29" y="81"/>
                    </a:cubicBezTo>
                    <a:cubicBezTo>
                      <a:pt x="35" y="84"/>
                      <a:pt x="41" y="85"/>
                      <a:pt x="47" y="85"/>
                    </a:cubicBezTo>
                    <a:cubicBezTo>
                      <a:pt x="57" y="85"/>
                      <a:pt x="67" y="81"/>
                      <a:pt x="74" y="74"/>
                    </a:cubicBezTo>
                    <a:cubicBezTo>
                      <a:pt x="81" y="67"/>
                      <a:pt x="85" y="57"/>
                      <a:pt x="85" y="47"/>
                    </a:cubicBezTo>
                    <a:cubicBezTo>
                      <a:pt x="85" y="42"/>
                      <a:pt x="84" y="37"/>
                      <a:pt x="82" y="33"/>
                    </a:cubicBezTo>
                    <a:cubicBezTo>
                      <a:pt x="65" y="50"/>
                      <a:pt x="65" y="50"/>
                      <a:pt x="65" y="50"/>
                    </a:cubicBezTo>
                    <a:cubicBezTo>
                      <a:pt x="61" y="54"/>
                      <a:pt x="56" y="56"/>
                      <a:pt x="51" y="56"/>
                    </a:cubicBezTo>
                    <a:cubicBezTo>
                      <a:pt x="46" y="56"/>
                      <a:pt x="41" y="54"/>
                      <a:pt x="37" y="50"/>
                    </a:cubicBezTo>
                    <a:cubicBezTo>
                      <a:pt x="34" y="48"/>
                      <a:pt x="34" y="48"/>
                      <a:pt x="34" y="48"/>
                    </a:cubicBezTo>
                    <a:cubicBezTo>
                      <a:pt x="31" y="44"/>
                      <a:pt x="29" y="39"/>
                      <a:pt x="29" y="34"/>
                    </a:cubicBezTo>
                    <a:cubicBezTo>
                      <a:pt x="29" y="29"/>
                      <a:pt x="31" y="24"/>
                      <a:pt x="34" y="20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47" y="1"/>
                      <a:pt x="43" y="0"/>
                      <a:pt x="3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Freeform 129">
                <a:extLst>
                  <a:ext uri="{FF2B5EF4-FFF2-40B4-BE49-F238E27FC236}">
                    <a16:creationId xmlns:a16="http://schemas.microsoft.com/office/drawing/2014/main" id="{9C9AD35A-C2ED-4A2A-A8C4-2AA592C1078B}"/>
                  </a:ext>
                </a:extLst>
              </p:cNvPr>
              <p:cNvSpPr/>
              <p:nvPr/>
            </p:nvSpPr>
            <p:spPr bwMode="auto">
              <a:xfrm>
                <a:off x="3771180" y="2687976"/>
                <a:ext cx="159146" cy="153462"/>
              </a:xfrm>
              <a:custGeom>
                <a:gdLst>
                  <a:gd name="T0" fmla="*/ 37 w 62"/>
                  <a:gd name="T1" fmla="*/ 0 h 61"/>
                  <a:gd name="T2" fmla="*/ 37 w 62"/>
                  <a:gd name="T3" fmla="*/ 0 h 61"/>
                  <a:gd name="T4" fmla="*/ 33 w 62"/>
                  <a:gd name="T5" fmla="*/ 2 h 61"/>
                  <a:gd name="T6" fmla="*/ 0 w 62"/>
                  <a:gd name="T7" fmla="*/ 35 h 61"/>
                  <a:gd name="T8" fmla="*/ 28 w 62"/>
                  <a:gd name="T9" fmla="*/ 61 h 61"/>
                  <a:gd name="T10" fmla="*/ 59 w 62"/>
                  <a:gd name="T11" fmla="*/ 29 h 61"/>
                  <a:gd name="T12" fmla="*/ 62 w 62"/>
                  <a:gd name="T13" fmla="*/ 25 h 61"/>
                  <a:gd name="T14" fmla="*/ 47 w 62"/>
                  <a:gd name="T15" fmla="*/ 15 h 61"/>
                  <a:gd name="T16" fmla="*/ 37 w 62"/>
                  <a:gd name="T17" fmla="*/ 0 h 61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" h="61"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5" y="0"/>
                      <a:pt x="34" y="1"/>
                      <a:pt x="33" y="2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28" y="61"/>
                      <a:pt x="28" y="61"/>
                      <a:pt x="28" y="61"/>
                    </a:cubicBezTo>
                    <a:cubicBezTo>
                      <a:pt x="59" y="29"/>
                      <a:pt x="59" y="29"/>
                      <a:pt x="59" y="29"/>
                    </a:cubicBezTo>
                    <a:cubicBezTo>
                      <a:pt x="61" y="28"/>
                      <a:pt x="61" y="27"/>
                      <a:pt x="62" y="25"/>
                    </a:cubicBezTo>
                    <a:cubicBezTo>
                      <a:pt x="57" y="23"/>
                      <a:pt x="52" y="20"/>
                      <a:pt x="47" y="15"/>
                    </a:cubicBezTo>
                    <a:cubicBezTo>
                      <a:pt x="42" y="10"/>
                      <a:pt x="39" y="5"/>
                      <a:pt x="3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130">
                <a:extLst>
                  <a:ext uri="{FF2B5EF4-FFF2-40B4-BE49-F238E27FC236}">
                    <a16:creationId xmlns:a16="http://schemas.microsoft.com/office/drawing/2014/main" id="{6925FF42-B3FA-4313-8447-20C82CA381C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60881" y="2841438"/>
                <a:ext cx="213142" cy="213142"/>
              </a:xfrm>
              <a:custGeom>
                <a:gdLst>
                  <a:gd name="T0" fmla="*/ 12 w 83"/>
                  <a:gd name="T1" fmla="*/ 66 h 84"/>
                  <a:gd name="T2" fmla="*/ 14 w 83"/>
                  <a:gd name="T3" fmla="*/ 62 h 84"/>
                  <a:gd name="T4" fmla="*/ 18 w 83"/>
                  <a:gd name="T5" fmla="*/ 60 h 84"/>
                  <a:gd name="T6" fmla="*/ 22 w 83"/>
                  <a:gd name="T7" fmla="*/ 62 h 84"/>
                  <a:gd name="T8" fmla="*/ 24 w 83"/>
                  <a:gd name="T9" fmla="*/ 66 h 84"/>
                  <a:gd name="T10" fmla="*/ 22 w 83"/>
                  <a:gd name="T11" fmla="*/ 70 h 84"/>
                  <a:gd name="T12" fmla="*/ 18 w 83"/>
                  <a:gd name="T13" fmla="*/ 72 h 84"/>
                  <a:gd name="T14" fmla="*/ 14 w 83"/>
                  <a:gd name="T15" fmla="*/ 70 h 84"/>
                  <a:gd name="T16" fmla="*/ 12 w 83"/>
                  <a:gd name="T17" fmla="*/ 66 h 84"/>
                  <a:gd name="T18" fmla="*/ 57 w 83"/>
                  <a:gd name="T19" fmla="*/ 0 h 84"/>
                  <a:gd name="T20" fmla="*/ 6 w 83"/>
                  <a:gd name="T21" fmla="*/ 52 h 84"/>
                  <a:gd name="T22" fmla="*/ 0 w 83"/>
                  <a:gd name="T23" fmla="*/ 65 h 84"/>
                  <a:gd name="T24" fmla="*/ 6 w 83"/>
                  <a:gd name="T25" fmla="*/ 78 h 84"/>
                  <a:gd name="T26" fmla="*/ 6 w 83"/>
                  <a:gd name="T27" fmla="*/ 78 h 84"/>
                  <a:gd name="T28" fmla="*/ 19 w 83"/>
                  <a:gd name="T29" fmla="*/ 84 h 84"/>
                  <a:gd name="T30" fmla="*/ 32 w 83"/>
                  <a:gd name="T31" fmla="*/ 78 h 84"/>
                  <a:gd name="T32" fmla="*/ 83 w 83"/>
                  <a:gd name="T33" fmla="*/ 27 h 84"/>
                  <a:gd name="T34" fmla="*/ 57 w 83"/>
                  <a:gd name="T35" fmla="*/ 0 h 84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3" h="84">
                    <a:moveTo>
                      <a:pt x="12" y="66"/>
                    </a:moveTo>
                    <a:cubicBezTo>
                      <a:pt x="12" y="64"/>
                      <a:pt x="13" y="63"/>
                      <a:pt x="14" y="62"/>
                    </a:cubicBezTo>
                    <a:cubicBezTo>
                      <a:pt x="15" y="61"/>
                      <a:pt x="17" y="60"/>
                      <a:pt x="18" y="60"/>
                    </a:cubicBezTo>
                    <a:cubicBezTo>
                      <a:pt x="20" y="60"/>
                      <a:pt x="21" y="61"/>
                      <a:pt x="22" y="62"/>
                    </a:cubicBezTo>
                    <a:cubicBezTo>
                      <a:pt x="23" y="63"/>
                      <a:pt x="24" y="64"/>
                      <a:pt x="24" y="66"/>
                    </a:cubicBezTo>
                    <a:cubicBezTo>
                      <a:pt x="24" y="67"/>
                      <a:pt x="23" y="69"/>
                      <a:pt x="22" y="70"/>
                    </a:cubicBezTo>
                    <a:cubicBezTo>
                      <a:pt x="21" y="71"/>
                      <a:pt x="20" y="72"/>
                      <a:pt x="18" y="72"/>
                    </a:cubicBezTo>
                    <a:cubicBezTo>
                      <a:pt x="17" y="72"/>
                      <a:pt x="15" y="71"/>
                      <a:pt x="14" y="70"/>
                    </a:cubicBezTo>
                    <a:cubicBezTo>
                      <a:pt x="13" y="69"/>
                      <a:pt x="12" y="67"/>
                      <a:pt x="12" y="66"/>
                    </a:cubicBezTo>
                    <a:moveTo>
                      <a:pt x="57" y="0"/>
                    </a:moveTo>
                    <a:cubicBezTo>
                      <a:pt x="6" y="52"/>
                      <a:pt x="6" y="52"/>
                      <a:pt x="6" y="52"/>
                    </a:cubicBezTo>
                    <a:cubicBezTo>
                      <a:pt x="2" y="55"/>
                      <a:pt x="0" y="60"/>
                      <a:pt x="0" y="65"/>
                    </a:cubicBezTo>
                    <a:cubicBezTo>
                      <a:pt x="0" y="70"/>
                      <a:pt x="2" y="74"/>
                      <a:pt x="6" y="78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10" y="82"/>
                      <a:pt x="14" y="84"/>
                      <a:pt x="19" y="84"/>
                    </a:cubicBezTo>
                    <a:cubicBezTo>
                      <a:pt x="24" y="84"/>
                      <a:pt x="29" y="82"/>
                      <a:pt x="32" y="78"/>
                    </a:cubicBezTo>
                    <a:cubicBezTo>
                      <a:pt x="83" y="27"/>
                      <a:pt x="83" y="27"/>
                      <a:pt x="83" y="27"/>
                    </a:cubicBezTo>
                    <a:cubicBezTo>
                      <a:pt x="57" y="0"/>
                      <a:pt x="57" y="0"/>
                      <a:pt x="5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131">
                <a:extLst>
                  <a:ext uri="{FF2B5EF4-FFF2-40B4-BE49-F238E27FC236}">
                    <a16:creationId xmlns:a16="http://schemas.microsoft.com/office/drawing/2014/main" id="{AA7A2E25-81F2-4339-B9C5-AAE744A4A028}"/>
                  </a:ext>
                </a:extLst>
              </p:cNvPr>
              <p:cNvSpPr/>
              <p:nvPr/>
            </p:nvSpPr>
            <p:spPr bwMode="auto">
              <a:xfrm>
                <a:off x="3506884" y="2577144"/>
                <a:ext cx="68205" cy="65364"/>
              </a:xfrm>
              <a:custGeom>
                <a:gdLst>
                  <a:gd name="T0" fmla="*/ 16 w 27"/>
                  <a:gd name="T1" fmla="*/ 0 h 26"/>
                  <a:gd name="T2" fmla="*/ 5 w 27"/>
                  <a:gd name="T3" fmla="*/ 4 h 26"/>
                  <a:gd name="T4" fmla="*/ 5 w 27"/>
                  <a:gd name="T5" fmla="*/ 5 h 26"/>
                  <a:gd name="T6" fmla="*/ 0 w 27"/>
                  <a:gd name="T7" fmla="*/ 16 h 26"/>
                  <a:gd name="T8" fmla="*/ 4 w 27"/>
                  <a:gd name="T9" fmla="*/ 26 h 26"/>
                  <a:gd name="T10" fmla="*/ 27 w 27"/>
                  <a:gd name="T11" fmla="*/ 4 h 26"/>
                  <a:gd name="T12" fmla="*/ 16 w 27"/>
                  <a:gd name="T13" fmla="*/ 0 h 2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26">
                    <a:moveTo>
                      <a:pt x="16" y="0"/>
                    </a:moveTo>
                    <a:cubicBezTo>
                      <a:pt x="12" y="0"/>
                      <a:pt x="8" y="1"/>
                      <a:pt x="5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2" y="8"/>
                      <a:pt x="0" y="12"/>
                      <a:pt x="0" y="16"/>
                    </a:cubicBezTo>
                    <a:cubicBezTo>
                      <a:pt x="0" y="20"/>
                      <a:pt x="2" y="23"/>
                      <a:pt x="4" y="2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4" y="1"/>
                      <a:pt x="20" y="0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Freeform 132">
                <a:extLst>
                  <a:ext uri="{FF2B5EF4-FFF2-40B4-BE49-F238E27FC236}">
                    <a16:creationId xmlns:a16="http://schemas.microsoft.com/office/drawing/2014/main" id="{3883FD5E-492D-4C70-A19B-A36D3C834B00}"/>
                  </a:ext>
                </a:extLst>
              </p:cNvPr>
              <p:cNvSpPr/>
              <p:nvPr/>
            </p:nvSpPr>
            <p:spPr bwMode="auto">
              <a:xfrm>
                <a:off x="3586457" y="2653874"/>
                <a:ext cx="400707" cy="400707"/>
              </a:xfrm>
              <a:custGeom>
                <a:gdLst>
                  <a:gd name="T0" fmla="*/ 23 w 156"/>
                  <a:gd name="T1" fmla="*/ 0 h 157"/>
                  <a:gd name="T2" fmla="*/ 20 w 156"/>
                  <a:gd name="T3" fmla="*/ 3 h 157"/>
                  <a:gd name="T4" fmla="*/ 0 w 156"/>
                  <a:gd name="T5" fmla="*/ 23 h 157"/>
                  <a:gd name="T6" fmla="*/ 0 w 156"/>
                  <a:gd name="T7" fmla="*/ 24 h 157"/>
                  <a:gd name="T8" fmla="*/ 122 w 156"/>
                  <a:gd name="T9" fmla="*/ 151 h 157"/>
                  <a:gd name="T10" fmla="*/ 136 w 156"/>
                  <a:gd name="T11" fmla="*/ 157 h 157"/>
                  <a:gd name="T12" fmla="*/ 150 w 156"/>
                  <a:gd name="T13" fmla="*/ 151 h 157"/>
                  <a:gd name="T14" fmla="*/ 150 w 156"/>
                  <a:gd name="T15" fmla="*/ 151 h 157"/>
                  <a:gd name="T16" fmla="*/ 156 w 156"/>
                  <a:gd name="T17" fmla="*/ 137 h 157"/>
                  <a:gd name="T18" fmla="*/ 150 w 156"/>
                  <a:gd name="T19" fmla="*/ 123 h 157"/>
                  <a:gd name="T20" fmla="*/ 100 w 156"/>
                  <a:gd name="T21" fmla="*/ 74 h 157"/>
                  <a:gd name="T22" fmla="*/ 72 w 156"/>
                  <a:gd name="T23" fmla="*/ 48 h 157"/>
                  <a:gd name="T24" fmla="*/ 23 w 156"/>
                  <a:gd name="T25" fmla="*/ 0 h 15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6" h="157">
                    <a:moveTo>
                      <a:pt x="23" y="0"/>
                    </a:moveTo>
                    <a:cubicBezTo>
                      <a:pt x="20" y="3"/>
                      <a:pt x="20" y="3"/>
                      <a:pt x="20" y="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22" y="151"/>
                      <a:pt x="122" y="151"/>
                      <a:pt x="122" y="151"/>
                    </a:cubicBezTo>
                    <a:cubicBezTo>
                      <a:pt x="126" y="155"/>
                      <a:pt x="131" y="157"/>
                      <a:pt x="136" y="157"/>
                    </a:cubicBezTo>
                    <a:cubicBezTo>
                      <a:pt x="141" y="157"/>
                      <a:pt x="146" y="155"/>
                      <a:pt x="150" y="151"/>
                    </a:cubicBezTo>
                    <a:cubicBezTo>
                      <a:pt x="150" y="151"/>
                      <a:pt x="150" y="151"/>
                      <a:pt x="150" y="151"/>
                    </a:cubicBezTo>
                    <a:cubicBezTo>
                      <a:pt x="154" y="147"/>
                      <a:pt x="156" y="142"/>
                      <a:pt x="156" y="137"/>
                    </a:cubicBezTo>
                    <a:cubicBezTo>
                      <a:pt x="156" y="132"/>
                      <a:pt x="154" y="127"/>
                      <a:pt x="150" y="123"/>
                    </a:cubicBezTo>
                    <a:cubicBezTo>
                      <a:pt x="100" y="74"/>
                      <a:pt x="100" y="74"/>
                      <a:pt x="100" y="74"/>
                    </a:cubicBezTo>
                    <a:cubicBezTo>
                      <a:pt x="72" y="48"/>
                      <a:pt x="72" y="48"/>
                      <a:pt x="72" y="48"/>
                    </a:cubicBezTo>
                    <a:cubicBezTo>
                      <a:pt x="23" y="0"/>
                      <a:pt x="23" y="0"/>
                      <a:pt x="2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133">
                <a:extLst>
                  <a:ext uri="{FF2B5EF4-FFF2-40B4-BE49-F238E27FC236}">
                    <a16:creationId xmlns:a16="http://schemas.microsoft.com/office/drawing/2014/main" id="{526C746B-3C35-4819-91BD-EA99AB48AB0F}"/>
                  </a:ext>
                </a:extLst>
              </p:cNvPr>
              <p:cNvSpPr/>
              <p:nvPr/>
            </p:nvSpPr>
            <p:spPr bwMode="auto">
              <a:xfrm>
                <a:off x="3458573" y="2537357"/>
                <a:ext cx="281347" cy="235877"/>
              </a:xfrm>
              <a:custGeom>
                <a:gdLst>
                  <a:gd name="T0" fmla="*/ 58 w 99"/>
                  <a:gd name="T1" fmla="*/ 0 h 83"/>
                  <a:gd name="T2" fmla="*/ 41 w 99"/>
                  <a:gd name="T3" fmla="*/ 17 h 83"/>
                  <a:gd name="T4" fmla="*/ 20 w 99"/>
                  <a:gd name="T5" fmla="*/ 37 h 83"/>
                  <a:gd name="T6" fmla="*/ 0 w 99"/>
                  <a:gd name="T7" fmla="*/ 59 h 83"/>
                  <a:gd name="T8" fmla="*/ 23 w 99"/>
                  <a:gd name="T9" fmla="*/ 83 h 83"/>
                  <a:gd name="T10" fmla="*/ 45 w 99"/>
                  <a:gd name="T11" fmla="*/ 62 h 83"/>
                  <a:gd name="T12" fmla="*/ 63 w 99"/>
                  <a:gd name="T13" fmla="*/ 44 h 83"/>
                  <a:gd name="T14" fmla="*/ 99 w 99"/>
                  <a:gd name="T15" fmla="*/ 8 h 83"/>
                  <a:gd name="T16" fmla="*/ 58 w 99"/>
                  <a:gd name="T17" fmla="*/ 0 h 83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83">
                    <a:moveTo>
                      <a:pt x="58" y="0"/>
                    </a:moveTo>
                    <a:lnTo>
                      <a:pt x="41" y="17"/>
                    </a:lnTo>
                    <a:lnTo>
                      <a:pt x="20" y="37"/>
                    </a:lnTo>
                    <a:lnTo>
                      <a:pt x="0" y="59"/>
                    </a:lnTo>
                    <a:lnTo>
                      <a:pt x="23" y="83"/>
                    </a:lnTo>
                    <a:lnTo>
                      <a:pt x="45" y="62"/>
                    </a:lnTo>
                    <a:lnTo>
                      <a:pt x="63" y="44"/>
                    </a:lnTo>
                    <a:lnTo>
                      <a:pt x="99" y="8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134">
                <a:extLst>
                  <a:ext uri="{FF2B5EF4-FFF2-40B4-BE49-F238E27FC236}">
                    <a16:creationId xmlns:a16="http://schemas.microsoft.com/office/drawing/2014/main" id="{8A6E0CD7-64D9-42C0-9250-27F40D33BA84}"/>
                  </a:ext>
                </a:extLst>
              </p:cNvPr>
              <p:cNvSpPr/>
              <p:nvPr/>
            </p:nvSpPr>
            <p:spPr bwMode="auto">
              <a:xfrm>
                <a:off x="3458573" y="2537357"/>
                <a:ext cx="281347" cy="235877"/>
              </a:xfrm>
              <a:custGeom>
                <a:gdLst>
                  <a:gd name="T0" fmla="*/ 58 w 99"/>
                  <a:gd name="T1" fmla="*/ 0 h 83"/>
                  <a:gd name="T2" fmla="*/ 41 w 99"/>
                  <a:gd name="T3" fmla="*/ 17 h 83"/>
                  <a:gd name="T4" fmla="*/ 20 w 99"/>
                  <a:gd name="T5" fmla="*/ 37 h 83"/>
                  <a:gd name="T6" fmla="*/ 0 w 99"/>
                  <a:gd name="T7" fmla="*/ 59 h 83"/>
                  <a:gd name="T8" fmla="*/ 23 w 99"/>
                  <a:gd name="T9" fmla="*/ 83 h 83"/>
                  <a:gd name="T10" fmla="*/ 45 w 99"/>
                  <a:gd name="T11" fmla="*/ 62 h 83"/>
                  <a:gd name="T12" fmla="*/ 63 w 99"/>
                  <a:gd name="T13" fmla="*/ 44 h 83"/>
                  <a:gd name="T14" fmla="*/ 99 w 99"/>
                  <a:gd name="T15" fmla="*/ 8 h 83"/>
                  <a:gd name="T16" fmla="*/ 58 w 99"/>
                  <a:gd name="T17" fmla="*/ 0 h 83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83">
                    <a:moveTo>
                      <a:pt x="58" y="0"/>
                    </a:moveTo>
                    <a:lnTo>
                      <a:pt x="41" y="17"/>
                    </a:lnTo>
                    <a:lnTo>
                      <a:pt x="20" y="37"/>
                    </a:lnTo>
                    <a:lnTo>
                      <a:pt x="0" y="59"/>
                    </a:lnTo>
                    <a:lnTo>
                      <a:pt x="23" y="83"/>
                    </a:lnTo>
                    <a:lnTo>
                      <a:pt x="45" y="62"/>
                    </a:lnTo>
                    <a:lnTo>
                      <a:pt x="63" y="44"/>
                    </a:lnTo>
                    <a:lnTo>
                      <a:pt x="99" y="8"/>
                    </a:lnTo>
                    <a:lnTo>
                      <a:pt x="5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6418D2B0-5F17-4024-945F-902C90315466}"/>
              </a:ext>
            </a:extLst>
          </p:cNvPr>
          <p:cNvGrpSpPr/>
          <p:nvPr/>
        </p:nvGrpSpPr>
        <p:grpSpPr>
          <a:xfrm>
            <a:off x="4703318" y="2278745"/>
            <a:ext cx="974767" cy="971924"/>
            <a:chOff x="4703318" y="2278745"/>
            <a:chExt cx="974767" cy="971924"/>
          </a:xfrm>
        </p:grpSpPr>
        <p:sp>
          <p:nvSpPr>
            <p:cNvPr id="83" name="Oval 135">
              <a:extLst>
                <a:ext uri="{FF2B5EF4-FFF2-40B4-BE49-F238E27FC236}">
                  <a16:creationId xmlns:a16="http://schemas.microsoft.com/office/drawing/2014/main" id="{65C08240-7647-4607-9663-3F5C98837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318" y="2278745"/>
              <a:ext cx="974767" cy="971924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17E848CD-D58A-437E-9856-FE6BD7888D95}"/>
                </a:ext>
              </a:extLst>
            </p:cNvPr>
            <p:cNvGrpSpPr/>
            <p:nvPr/>
          </p:nvGrpSpPr>
          <p:grpSpPr>
            <a:xfrm>
              <a:off x="4961929" y="2534515"/>
              <a:ext cx="457544" cy="457544"/>
              <a:chOff x="4961929" y="2534515"/>
              <a:chExt cx="457544" cy="457544"/>
            </a:xfrm>
          </p:grpSpPr>
          <p:sp>
            <p:nvSpPr>
              <p:cNvPr id="85" name="Freeform 136">
                <a:extLst>
                  <a:ext uri="{FF2B5EF4-FFF2-40B4-BE49-F238E27FC236}">
                    <a16:creationId xmlns:a16="http://schemas.microsoft.com/office/drawing/2014/main" id="{A47DE48C-6219-4875-A426-38D832F8E8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61929" y="2534515"/>
                <a:ext cx="457544" cy="457544"/>
              </a:xfrm>
              <a:custGeom>
                <a:gdLst>
                  <a:gd name="T0" fmla="*/ 89 w 178"/>
                  <a:gd name="T1" fmla="*/ 0 h 178"/>
                  <a:gd name="T2" fmla="*/ 0 w 178"/>
                  <a:gd name="T3" fmla="*/ 89 h 178"/>
                  <a:gd name="T4" fmla="*/ 89 w 178"/>
                  <a:gd name="T5" fmla="*/ 178 h 178"/>
                  <a:gd name="T6" fmla="*/ 178 w 178"/>
                  <a:gd name="T7" fmla="*/ 89 h 178"/>
                  <a:gd name="T8" fmla="*/ 89 w 178"/>
                  <a:gd name="T9" fmla="*/ 0 h 178"/>
                  <a:gd name="T10" fmla="*/ 89 w 178"/>
                  <a:gd name="T11" fmla="*/ 165 h 178"/>
                  <a:gd name="T12" fmla="*/ 13 w 178"/>
                  <a:gd name="T13" fmla="*/ 89 h 178"/>
                  <a:gd name="T14" fmla="*/ 89 w 178"/>
                  <a:gd name="T15" fmla="*/ 14 h 178"/>
                  <a:gd name="T16" fmla="*/ 165 w 178"/>
                  <a:gd name="T17" fmla="*/ 89 h 178"/>
                  <a:gd name="T18" fmla="*/ 89 w 178"/>
                  <a:gd name="T19" fmla="*/ 165 h 178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8" h="178">
                    <a:moveTo>
                      <a:pt x="89" y="0"/>
                    </a:moveTo>
                    <a:cubicBezTo>
                      <a:pt x="40" y="0"/>
                      <a:pt x="0" y="40"/>
                      <a:pt x="0" y="89"/>
                    </a:cubicBezTo>
                    <a:cubicBezTo>
                      <a:pt x="0" y="138"/>
                      <a:pt x="40" y="178"/>
                      <a:pt x="89" y="178"/>
                    </a:cubicBezTo>
                    <a:cubicBezTo>
                      <a:pt x="138" y="178"/>
                      <a:pt x="178" y="138"/>
                      <a:pt x="178" y="89"/>
                    </a:cubicBezTo>
                    <a:cubicBezTo>
                      <a:pt x="178" y="40"/>
                      <a:pt x="138" y="0"/>
                      <a:pt x="89" y="0"/>
                    </a:cubicBezTo>
                    <a:moveTo>
                      <a:pt x="89" y="165"/>
                    </a:moveTo>
                    <a:cubicBezTo>
                      <a:pt x="47" y="165"/>
                      <a:pt x="13" y="131"/>
                      <a:pt x="13" y="89"/>
                    </a:cubicBezTo>
                    <a:cubicBezTo>
                      <a:pt x="13" y="48"/>
                      <a:pt x="47" y="14"/>
                      <a:pt x="89" y="14"/>
                    </a:cubicBezTo>
                    <a:cubicBezTo>
                      <a:pt x="131" y="14"/>
                      <a:pt x="165" y="48"/>
                      <a:pt x="165" y="89"/>
                    </a:cubicBezTo>
                    <a:cubicBezTo>
                      <a:pt x="165" y="131"/>
                      <a:pt x="131" y="165"/>
                      <a:pt x="89" y="16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137">
                <a:extLst>
                  <a:ext uri="{FF2B5EF4-FFF2-40B4-BE49-F238E27FC236}">
                    <a16:creationId xmlns:a16="http://schemas.microsoft.com/office/drawing/2014/main" id="{F3FC0FF6-ADA0-44D9-9BF6-FCDA47558246}"/>
                  </a:ext>
                </a:extLst>
              </p:cNvPr>
              <p:cNvSpPr/>
              <p:nvPr/>
            </p:nvSpPr>
            <p:spPr bwMode="auto">
              <a:xfrm>
                <a:off x="5180755" y="2582828"/>
                <a:ext cx="19894" cy="42629"/>
              </a:xfrm>
              <a:custGeom>
                <a:gdLst>
                  <a:gd name="T0" fmla="*/ 4 w 8"/>
                  <a:gd name="T1" fmla="*/ 17 h 17"/>
                  <a:gd name="T2" fmla="*/ 8 w 8"/>
                  <a:gd name="T3" fmla="*/ 13 h 17"/>
                  <a:gd name="T4" fmla="*/ 8 w 8"/>
                  <a:gd name="T5" fmla="*/ 4 h 17"/>
                  <a:gd name="T6" fmla="*/ 4 w 8"/>
                  <a:gd name="T7" fmla="*/ 0 h 17"/>
                  <a:gd name="T8" fmla="*/ 0 w 8"/>
                  <a:gd name="T9" fmla="*/ 4 h 17"/>
                  <a:gd name="T10" fmla="*/ 0 w 8"/>
                  <a:gd name="T11" fmla="*/ 13 h 17"/>
                  <a:gd name="T12" fmla="*/ 4 w 8"/>
                  <a:gd name="T13" fmla="*/ 17 h 1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7">
                    <a:moveTo>
                      <a:pt x="4" y="17"/>
                    </a:moveTo>
                    <a:cubicBezTo>
                      <a:pt x="7" y="17"/>
                      <a:pt x="8" y="15"/>
                      <a:pt x="8" y="13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2"/>
                      <a:pt x="7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5"/>
                      <a:pt x="2" y="17"/>
                      <a:pt x="4" y="1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138">
                <a:extLst>
                  <a:ext uri="{FF2B5EF4-FFF2-40B4-BE49-F238E27FC236}">
                    <a16:creationId xmlns:a16="http://schemas.microsoft.com/office/drawing/2014/main" id="{3233CA92-EF16-4940-849C-2CB8E3763AE5}"/>
                  </a:ext>
                </a:extLst>
              </p:cNvPr>
              <p:cNvSpPr/>
              <p:nvPr/>
            </p:nvSpPr>
            <p:spPr bwMode="auto">
              <a:xfrm>
                <a:off x="5180755" y="2898276"/>
                <a:ext cx="19894" cy="45470"/>
              </a:xfrm>
              <a:custGeom>
                <a:gdLst>
                  <a:gd name="T0" fmla="*/ 4 w 8"/>
                  <a:gd name="T1" fmla="*/ 0 h 18"/>
                  <a:gd name="T2" fmla="*/ 0 w 8"/>
                  <a:gd name="T3" fmla="*/ 4 h 18"/>
                  <a:gd name="T4" fmla="*/ 0 w 8"/>
                  <a:gd name="T5" fmla="*/ 13 h 18"/>
                  <a:gd name="T6" fmla="*/ 4 w 8"/>
                  <a:gd name="T7" fmla="*/ 18 h 18"/>
                  <a:gd name="T8" fmla="*/ 8 w 8"/>
                  <a:gd name="T9" fmla="*/ 13 h 18"/>
                  <a:gd name="T10" fmla="*/ 8 w 8"/>
                  <a:gd name="T11" fmla="*/ 4 h 18"/>
                  <a:gd name="T12" fmla="*/ 4 w 8"/>
                  <a:gd name="T13" fmla="*/ 0 h 18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8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6"/>
                      <a:pt x="2" y="18"/>
                      <a:pt x="4" y="18"/>
                    </a:cubicBezTo>
                    <a:cubicBezTo>
                      <a:pt x="7" y="18"/>
                      <a:pt x="8" y="16"/>
                      <a:pt x="8" y="13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2"/>
                      <a:pt x="7" y="0"/>
                      <a:pt x="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139">
                <a:extLst>
                  <a:ext uri="{FF2B5EF4-FFF2-40B4-BE49-F238E27FC236}">
                    <a16:creationId xmlns:a16="http://schemas.microsoft.com/office/drawing/2014/main" id="{30FBA674-EE22-44B1-A7A5-ABD371B0FE8B}"/>
                  </a:ext>
                </a:extLst>
              </p:cNvPr>
              <p:cNvSpPr/>
              <p:nvPr/>
            </p:nvSpPr>
            <p:spPr bwMode="auto">
              <a:xfrm>
                <a:off x="5010242" y="2750498"/>
                <a:ext cx="45470" cy="22735"/>
              </a:xfrm>
              <a:custGeom>
                <a:gdLst>
                  <a:gd name="T0" fmla="*/ 13 w 18"/>
                  <a:gd name="T1" fmla="*/ 0 h 9"/>
                  <a:gd name="T2" fmla="*/ 5 w 18"/>
                  <a:gd name="T3" fmla="*/ 0 h 9"/>
                  <a:gd name="T4" fmla="*/ 0 w 18"/>
                  <a:gd name="T5" fmla="*/ 5 h 9"/>
                  <a:gd name="T6" fmla="*/ 5 w 18"/>
                  <a:gd name="T7" fmla="*/ 9 h 9"/>
                  <a:gd name="T8" fmla="*/ 13 w 18"/>
                  <a:gd name="T9" fmla="*/ 9 h 9"/>
                  <a:gd name="T10" fmla="*/ 18 w 18"/>
                  <a:gd name="T11" fmla="*/ 5 h 9"/>
                  <a:gd name="T12" fmla="*/ 13 w 18"/>
                  <a:gd name="T13" fmla="*/ 0 h 9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9">
                    <a:moveTo>
                      <a:pt x="13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6" y="9"/>
                      <a:pt x="18" y="7"/>
                      <a:pt x="18" y="5"/>
                    </a:cubicBezTo>
                    <a:cubicBezTo>
                      <a:pt x="18" y="2"/>
                      <a:pt x="16" y="0"/>
                      <a:pt x="1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140">
                <a:extLst>
                  <a:ext uri="{FF2B5EF4-FFF2-40B4-BE49-F238E27FC236}">
                    <a16:creationId xmlns:a16="http://schemas.microsoft.com/office/drawing/2014/main" id="{19D4D81B-AF97-4021-9F51-5CB4AFEF9E32}"/>
                  </a:ext>
                </a:extLst>
              </p:cNvPr>
              <p:cNvSpPr/>
              <p:nvPr/>
            </p:nvSpPr>
            <p:spPr bwMode="auto">
              <a:xfrm>
                <a:off x="5328533" y="2750498"/>
                <a:ext cx="45470" cy="22735"/>
              </a:xfrm>
              <a:custGeom>
                <a:gdLst>
                  <a:gd name="T0" fmla="*/ 14 w 18"/>
                  <a:gd name="T1" fmla="*/ 0 h 9"/>
                  <a:gd name="T2" fmla="*/ 5 w 18"/>
                  <a:gd name="T3" fmla="*/ 0 h 9"/>
                  <a:gd name="T4" fmla="*/ 0 w 18"/>
                  <a:gd name="T5" fmla="*/ 5 h 9"/>
                  <a:gd name="T6" fmla="*/ 5 w 18"/>
                  <a:gd name="T7" fmla="*/ 9 h 9"/>
                  <a:gd name="T8" fmla="*/ 14 w 18"/>
                  <a:gd name="T9" fmla="*/ 9 h 9"/>
                  <a:gd name="T10" fmla="*/ 18 w 18"/>
                  <a:gd name="T11" fmla="*/ 5 h 9"/>
                  <a:gd name="T12" fmla="*/ 14 w 18"/>
                  <a:gd name="T13" fmla="*/ 0 h 9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9">
                    <a:moveTo>
                      <a:pt x="14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6" y="9"/>
                      <a:pt x="18" y="7"/>
                      <a:pt x="18" y="5"/>
                    </a:cubicBezTo>
                    <a:cubicBezTo>
                      <a:pt x="18" y="2"/>
                      <a:pt x="16" y="0"/>
                      <a:pt x="1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141">
                <a:extLst>
                  <a:ext uri="{FF2B5EF4-FFF2-40B4-BE49-F238E27FC236}">
                    <a16:creationId xmlns:a16="http://schemas.microsoft.com/office/drawing/2014/main" id="{A102302C-EB33-42E0-8E5D-4AAE6A2AB78F}"/>
                  </a:ext>
                </a:extLst>
              </p:cNvPr>
              <p:cNvSpPr/>
              <p:nvPr/>
            </p:nvSpPr>
            <p:spPr bwMode="auto">
              <a:xfrm>
                <a:off x="5067080" y="2656717"/>
                <a:ext cx="161988" cy="210299"/>
              </a:xfrm>
              <a:custGeom>
                <a:gdLst>
                  <a:gd name="T0" fmla="*/ 52 w 63"/>
                  <a:gd name="T1" fmla="*/ 33 h 83"/>
                  <a:gd name="T2" fmla="*/ 52 w 63"/>
                  <a:gd name="T3" fmla="*/ 5 h 83"/>
                  <a:gd name="T4" fmla="*/ 48 w 63"/>
                  <a:gd name="T5" fmla="*/ 0 h 83"/>
                  <a:gd name="T6" fmla="*/ 44 w 63"/>
                  <a:gd name="T7" fmla="*/ 5 h 83"/>
                  <a:gd name="T8" fmla="*/ 44 w 63"/>
                  <a:gd name="T9" fmla="*/ 33 h 83"/>
                  <a:gd name="T10" fmla="*/ 39 w 63"/>
                  <a:gd name="T11" fmla="*/ 46 h 83"/>
                  <a:gd name="T12" fmla="*/ 2 w 63"/>
                  <a:gd name="T13" fmla="*/ 74 h 83"/>
                  <a:gd name="T14" fmla="*/ 2 w 63"/>
                  <a:gd name="T15" fmla="*/ 80 h 83"/>
                  <a:gd name="T16" fmla="*/ 8 w 63"/>
                  <a:gd name="T17" fmla="*/ 81 h 83"/>
                  <a:gd name="T18" fmla="*/ 46 w 63"/>
                  <a:gd name="T19" fmla="*/ 51 h 83"/>
                  <a:gd name="T20" fmla="*/ 52 w 63"/>
                  <a:gd name="T21" fmla="*/ 33 h 83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2" h="83">
                    <a:moveTo>
                      <a:pt x="52" y="33"/>
                    </a:moveTo>
                    <a:cubicBezTo>
                      <a:pt x="52" y="5"/>
                      <a:pt x="52" y="5"/>
                      <a:pt x="52" y="5"/>
                    </a:cubicBezTo>
                    <a:cubicBezTo>
                      <a:pt x="52" y="2"/>
                      <a:pt x="51" y="0"/>
                      <a:pt x="48" y="0"/>
                    </a:cubicBezTo>
                    <a:cubicBezTo>
                      <a:pt x="46" y="0"/>
                      <a:pt x="44" y="2"/>
                      <a:pt x="44" y="5"/>
                    </a:cubicBezTo>
                    <a:cubicBezTo>
                      <a:pt x="44" y="33"/>
                      <a:pt x="44" y="33"/>
                      <a:pt x="44" y="33"/>
                    </a:cubicBezTo>
                    <a:cubicBezTo>
                      <a:pt x="39" y="35"/>
                      <a:pt x="37" y="41"/>
                      <a:pt x="39" y="46"/>
                    </a:cubicBezTo>
                    <a:cubicBezTo>
                      <a:pt x="2" y="74"/>
                      <a:pt x="2" y="74"/>
                      <a:pt x="2" y="74"/>
                    </a:cubicBezTo>
                    <a:cubicBezTo>
                      <a:pt x="0" y="76"/>
                      <a:pt x="0" y="78"/>
                      <a:pt x="2" y="80"/>
                    </a:cubicBezTo>
                    <a:cubicBezTo>
                      <a:pt x="3" y="82"/>
                      <a:pt x="6" y="83"/>
                      <a:pt x="8" y="8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57" y="54"/>
                      <a:pt x="63" y="38"/>
                      <a:pt x="52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42">
                <a:extLst>
                  <a:ext uri="{FF2B5EF4-FFF2-40B4-BE49-F238E27FC236}">
                    <a16:creationId xmlns:a16="http://schemas.microsoft.com/office/drawing/2014/main" id="{3780E3DA-F179-4DCE-8740-5E72481A977A}"/>
                  </a:ext>
                </a:extLst>
              </p:cNvPr>
              <p:cNvSpPr/>
              <p:nvPr/>
            </p:nvSpPr>
            <p:spPr bwMode="auto">
              <a:xfrm>
                <a:off x="4996032" y="2571460"/>
                <a:ext cx="196091" cy="386496"/>
              </a:xfrm>
              <a:custGeom>
                <a:gdLst>
                  <a:gd name="T0" fmla="*/ 76 w 76"/>
                  <a:gd name="T1" fmla="*/ 0 h 151"/>
                  <a:gd name="T2" fmla="*/ 0 w 76"/>
                  <a:gd name="T3" fmla="*/ 75 h 151"/>
                  <a:gd name="T4" fmla="*/ 76 w 76"/>
                  <a:gd name="T5" fmla="*/ 151 h 151"/>
                  <a:gd name="T6" fmla="*/ 76 w 76"/>
                  <a:gd name="T7" fmla="*/ 151 h 151"/>
                  <a:gd name="T8" fmla="*/ 76 w 76"/>
                  <a:gd name="T9" fmla="*/ 151 h 151"/>
                  <a:gd name="T10" fmla="*/ 0 w 76"/>
                  <a:gd name="T11" fmla="*/ 75 h 151"/>
                  <a:gd name="T12" fmla="*/ 76 w 76"/>
                  <a:gd name="T13" fmla="*/ 0 h 151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151">
                    <a:moveTo>
                      <a:pt x="76" y="0"/>
                    </a:moveTo>
                    <a:cubicBezTo>
                      <a:pt x="34" y="0"/>
                      <a:pt x="0" y="34"/>
                      <a:pt x="0" y="75"/>
                    </a:cubicBezTo>
                    <a:cubicBezTo>
                      <a:pt x="0" y="117"/>
                      <a:pt x="34" y="151"/>
                      <a:pt x="76" y="151"/>
                    </a:cubicBezTo>
                    <a:cubicBezTo>
                      <a:pt x="76" y="151"/>
                      <a:pt x="76" y="151"/>
                      <a:pt x="76" y="151"/>
                    </a:cubicBezTo>
                    <a:cubicBezTo>
                      <a:pt x="76" y="151"/>
                      <a:pt x="76" y="151"/>
                      <a:pt x="76" y="151"/>
                    </a:cubicBezTo>
                    <a:cubicBezTo>
                      <a:pt x="34" y="151"/>
                      <a:pt x="0" y="117"/>
                      <a:pt x="0" y="75"/>
                    </a:cubicBezTo>
                    <a:cubicBezTo>
                      <a:pt x="0" y="34"/>
                      <a:pt x="34" y="0"/>
                      <a:pt x="76" y="0"/>
                    </a:cubicBezTo>
                  </a:path>
                </a:pathLst>
              </a:custGeom>
              <a:solidFill>
                <a:srgbClr val="D9F9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43">
                <a:extLst>
                  <a:ext uri="{FF2B5EF4-FFF2-40B4-BE49-F238E27FC236}">
                    <a16:creationId xmlns:a16="http://schemas.microsoft.com/office/drawing/2014/main" id="{077CB94A-F5ED-4B52-B9FF-01D9A9D25F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61929" y="2534515"/>
                <a:ext cx="457544" cy="457544"/>
              </a:xfrm>
              <a:custGeom>
                <a:gdLst>
                  <a:gd name="T0" fmla="*/ 89 w 178"/>
                  <a:gd name="T1" fmla="*/ 14 h 178"/>
                  <a:gd name="T2" fmla="*/ 89 w 178"/>
                  <a:gd name="T3" fmla="*/ 14 h 178"/>
                  <a:gd name="T4" fmla="*/ 165 w 178"/>
                  <a:gd name="T5" fmla="*/ 89 h 178"/>
                  <a:gd name="T6" fmla="*/ 89 w 178"/>
                  <a:gd name="T7" fmla="*/ 165 h 178"/>
                  <a:gd name="T8" fmla="*/ 89 w 178"/>
                  <a:gd name="T9" fmla="*/ 165 h 178"/>
                  <a:gd name="T10" fmla="*/ 13 w 178"/>
                  <a:gd name="T11" fmla="*/ 89 h 178"/>
                  <a:gd name="T12" fmla="*/ 89 w 178"/>
                  <a:gd name="T13" fmla="*/ 14 h 178"/>
                  <a:gd name="T14" fmla="*/ 89 w 178"/>
                  <a:gd name="T15" fmla="*/ 0 h 178"/>
                  <a:gd name="T16" fmla="*/ 0 w 178"/>
                  <a:gd name="T17" fmla="*/ 89 h 178"/>
                  <a:gd name="T18" fmla="*/ 89 w 178"/>
                  <a:gd name="T19" fmla="*/ 178 h 178"/>
                  <a:gd name="T20" fmla="*/ 178 w 178"/>
                  <a:gd name="T21" fmla="*/ 89 h 178"/>
                  <a:gd name="T22" fmla="*/ 89 w 178"/>
                  <a:gd name="T23" fmla="*/ 0 h 178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8" h="178">
                    <a:moveTo>
                      <a:pt x="89" y="14"/>
                    </a:moveTo>
                    <a:cubicBezTo>
                      <a:pt x="89" y="14"/>
                      <a:pt x="89" y="14"/>
                      <a:pt x="89" y="14"/>
                    </a:cubicBezTo>
                    <a:cubicBezTo>
                      <a:pt x="131" y="14"/>
                      <a:pt x="165" y="48"/>
                      <a:pt x="165" y="89"/>
                    </a:cubicBezTo>
                    <a:cubicBezTo>
                      <a:pt x="165" y="131"/>
                      <a:pt x="131" y="165"/>
                      <a:pt x="89" y="165"/>
                    </a:cubicBezTo>
                    <a:cubicBezTo>
                      <a:pt x="89" y="165"/>
                      <a:pt x="89" y="165"/>
                      <a:pt x="89" y="165"/>
                    </a:cubicBezTo>
                    <a:cubicBezTo>
                      <a:pt x="47" y="165"/>
                      <a:pt x="13" y="131"/>
                      <a:pt x="13" y="89"/>
                    </a:cubicBezTo>
                    <a:cubicBezTo>
                      <a:pt x="13" y="48"/>
                      <a:pt x="47" y="14"/>
                      <a:pt x="89" y="14"/>
                    </a:cubicBezTo>
                    <a:moveTo>
                      <a:pt x="89" y="0"/>
                    </a:moveTo>
                    <a:cubicBezTo>
                      <a:pt x="40" y="0"/>
                      <a:pt x="0" y="40"/>
                      <a:pt x="0" y="89"/>
                    </a:cubicBezTo>
                    <a:cubicBezTo>
                      <a:pt x="0" y="138"/>
                      <a:pt x="40" y="178"/>
                      <a:pt x="89" y="178"/>
                    </a:cubicBezTo>
                    <a:cubicBezTo>
                      <a:pt x="138" y="178"/>
                      <a:pt x="178" y="138"/>
                      <a:pt x="178" y="89"/>
                    </a:cubicBezTo>
                    <a:cubicBezTo>
                      <a:pt x="178" y="40"/>
                      <a:pt x="138" y="0"/>
                      <a:pt x="8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44">
                <a:extLst>
                  <a:ext uri="{FF2B5EF4-FFF2-40B4-BE49-F238E27FC236}">
                    <a16:creationId xmlns:a16="http://schemas.microsoft.com/office/drawing/2014/main" id="{31A6DF5D-0E16-4827-80BE-29A3957F805E}"/>
                  </a:ext>
                </a:extLst>
              </p:cNvPr>
              <p:cNvSpPr/>
              <p:nvPr/>
            </p:nvSpPr>
            <p:spPr bwMode="auto">
              <a:xfrm>
                <a:off x="5180755" y="2582828"/>
                <a:ext cx="19894" cy="42629"/>
              </a:xfrm>
              <a:custGeom>
                <a:gdLst>
                  <a:gd name="T0" fmla="*/ 4 w 8"/>
                  <a:gd name="T1" fmla="*/ 0 h 17"/>
                  <a:gd name="T2" fmla="*/ 0 w 8"/>
                  <a:gd name="T3" fmla="*/ 4 h 17"/>
                  <a:gd name="T4" fmla="*/ 0 w 8"/>
                  <a:gd name="T5" fmla="*/ 13 h 17"/>
                  <a:gd name="T6" fmla="*/ 4 w 8"/>
                  <a:gd name="T7" fmla="*/ 17 h 17"/>
                  <a:gd name="T8" fmla="*/ 8 w 8"/>
                  <a:gd name="T9" fmla="*/ 13 h 17"/>
                  <a:gd name="T10" fmla="*/ 8 w 8"/>
                  <a:gd name="T11" fmla="*/ 4 h 17"/>
                  <a:gd name="T12" fmla="*/ 4 w 8"/>
                  <a:gd name="T13" fmla="*/ 0 h 1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7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5"/>
                      <a:pt x="2" y="17"/>
                      <a:pt x="4" y="17"/>
                    </a:cubicBezTo>
                    <a:cubicBezTo>
                      <a:pt x="7" y="17"/>
                      <a:pt x="8" y="15"/>
                      <a:pt x="8" y="13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2"/>
                      <a:pt x="7" y="0"/>
                      <a:pt x="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45">
                <a:extLst>
                  <a:ext uri="{FF2B5EF4-FFF2-40B4-BE49-F238E27FC236}">
                    <a16:creationId xmlns:a16="http://schemas.microsoft.com/office/drawing/2014/main" id="{5EBDF65B-3988-4943-B319-3D8E00F12082}"/>
                  </a:ext>
                </a:extLst>
              </p:cNvPr>
              <p:cNvSpPr/>
              <p:nvPr/>
            </p:nvSpPr>
            <p:spPr bwMode="auto">
              <a:xfrm>
                <a:off x="5180755" y="2898276"/>
                <a:ext cx="19894" cy="45470"/>
              </a:xfrm>
              <a:custGeom>
                <a:gdLst>
                  <a:gd name="T0" fmla="*/ 4 w 8"/>
                  <a:gd name="T1" fmla="*/ 0 h 18"/>
                  <a:gd name="T2" fmla="*/ 0 w 8"/>
                  <a:gd name="T3" fmla="*/ 4 h 18"/>
                  <a:gd name="T4" fmla="*/ 0 w 8"/>
                  <a:gd name="T5" fmla="*/ 13 h 18"/>
                  <a:gd name="T6" fmla="*/ 4 w 8"/>
                  <a:gd name="T7" fmla="*/ 18 h 18"/>
                  <a:gd name="T8" fmla="*/ 8 w 8"/>
                  <a:gd name="T9" fmla="*/ 13 h 18"/>
                  <a:gd name="T10" fmla="*/ 8 w 8"/>
                  <a:gd name="T11" fmla="*/ 4 h 18"/>
                  <a:gd name="T12" fmla="*/ 4 w 8"/>
                  <a:gd name="T13" fmla="*/ 0 h 18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8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6"/>
                      <a:pt x="2" y="18"/>
                      <a:pt x="4" y="18"/>
                    </a:cubicBezTo>
                    <a:cubicBezTo>
                      <a:pt x="7" y="18"/>
                      <a:pt x="8" y="16"/>
                      <a:pt x="8" y="13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2"/>
                      <a:pt x="7" y="0"/>
                      <a:pt x="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46">
                <a:extLst>
                  <a:ext uri="{FF2B5EF4-FFF2-40B4-BE49-F238E27FC236}">
                    <a16:creationId xmlns:a16="http://schemas.microsoft.com/office/drawing/2014/main" id="{BAE0904A-A4BE-4018-89FB-5F248A6FCA38}"/>
                  </a:ext>
                </a:extLst>
              </p:cNvPr>
              <p:cNvSpPr/>
              <p:nvPr/>
            </p:nvSpPr>
            <p:spPr bwMode="auto">
              <a:xfrm>
                <a:off x="5010242" y="2750498"/>
                <a:ext cx="45470" cy="22735"/>
              </a:xfrm>
              <a:custGeom>
                <a:gdLst>
                  <a:gd name="T0" fmla="*/ 13 w 18"/>
                  <a:gd name="T1" fmla="*/ 0 h 9"/>
                  <a:gd name="T2" fmla="*/ 5 w 18"/>
                  <a:gd name="T3" fmla="*/ 0 h 9"/>
                  <a:gd name="T4" fmla="*/ 0 w 18"/>
                  <a:gd name="T5" fmla="*/ 5 h 9"/>
                  <a:gd name="T6" fmla="*/ 5 w 18"/>
                  <a:gd name="T7" fmla="*/ 9 h 9"/>
                  <a:gd name="T8" fmla="*/ 13 w 18"/>
                  <a:gd name="T9" fmla="*/ 9 h 9"/>
                  <a:gd name="T10" fmla="*/ 18 w 18"/>
                  <a:gd name="T11" fmla="*/ 5 h 9"/>
                  <a:gd name="T12" fmla="*/ 13 w 18"/>
                  <a:gd name="T13" fmla="*/ 0 h 9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9">
                    <a:moveTo>
                      <a:pt x="13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6" y="9"/>
                      <a:pt x="18" y="7"/>
                      <a:pt x="18" y="5"/>
                    </a:cubicBezTo>
                    <a:cubicBezTo>
                      <a:pt x="18" y="2"/>
                      <a:pt x="16" y="0"/>
                      <a:pt x="1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147">
                <a:extLst>
                  <a:ext uri="{FF2B5EF4-FFF2-40B4-BE49-F238E27FC236}">
                    <a16:creationId xmlns:a16="http://schemas.microsoft.com/office/drawing/2014/main" id="{27AD03DC-C57A-4B74-913D-2115ED244E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39900" y="2750498"/>
                <a:ext cx="34103" cy="22735"/>
              </a:xfrm>
              <a:custGeom>
                <a:gdLst>
                  <a:gd name="T0" fmla="*/ 13 w 13"/>
                  <a:gd name="T1" fmla="*/ 5 h 9"/>
                  <a:gd name="T2" fmla="*/ 9 w 13"/>
                  <a:gd name="T3" fmla="*/ 9 h 9"/>
                  <a:gd name="T4" fmla="*/ 13 w 13"/>
                  <a:gd name="T5" fmla="*/ 5 h 9"/>
                  <a:gd name="T6" fmla="*/ 9 w 13"/>
                  <a:gd name="T7" fmla="*/ 0 h 9"/>
                  <a:gd name="T8" fmla="*/ 0 w 13"/>
                  <a:gd name="T9" fmla="*/ 0 h 9"/>
                  <a:gd name="T10" fmla="*/ 0 w 13"/>
                  <a:gd name="T11" fmla="*/ 0 h 9"/>
                  <a:gd name="T12" fmla="*/ 0 w 13"/>
                  <a:gd name="T13" fmla="*/ 0 h 9"/>
                  <a:gd name="T14" fmla="*/ 9 w 13"/>
                  <a:gd name="T15" fmla="*/ 0 h 9"/>
                  <a:gd name="T16" fmla="*/ 13 w 13"/>
                  <a:gd name="T17" fmla="*/ 5 h 9"/>
                  <a:gd name="T18" fmla="*/ 13 w 13"/>
                  <a:gd name="T19" fmla="*/ 5 h 9"/>
                  <a:gd name="T20" fmla="*/ 9 w 13"/>
                  <a:gd name="T21" fmla="*/ 0 h 9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9">
                    <a:moveTo>
                      <a:pt x="13" y="5"/>
                    </a:moveTo>
                    <a:cubicBezTo>
                      <a:pt x="13" y="7"/>
                      <a:pt x="11" y="9"/>
                      <a:pt x="9" y="9"/>
                    </a:cubicBezTo>
                    <a:cubicBezTo>
                      <a:pt x="11" y="9"/>
                      <a:pt x="13" y="7"/>
                      <a:pt x="13" y="5"/>
                    </a:cubicBezTo>
                    <a:moveTo>
                      <a:pt x="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1" y="0"/>
                      <a:pt x="13" y="2"/>
                      <a:pt x="13" y="5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2"/>
                      <a:pt x="11" y="0"/>
                      <a:pt x="9" y="0"/>
                    </a:cubicBezTo>
                  </a:path>
                </a:pathLst>
              </a:custGeom>
              <a:solidFill>
                <a:srgbClr val="D9F9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148">
                <a:extLst>
                  <a:ext uri="{FF2B5EF4-FFF2-40B4-BE49-F238E27FC236}">
                    <a16:creationId xmlns:a16="http://schemas.microsoft.com/office/drawing/2014/main" id="{0373CBC1-1834-4934-828F-C4212F0E854A}"/>
                  </a:ext>
                </a:extLst>
              </p:cNvPr>
              <p:cNvSpPr/>
              <p:nvPr/>
            </p:nvSpPr>
            <p:spPr bwMode="auto">
              <a:xfrm>
                <a:off x="5328533" y="2750498"/>
                <a:ext cx="45470" cy="22735"/>
              </a:xfrm>
              <a:custGeom>
                <a:gdLst>
                  <a:gd name="T0" fmla="*/ 14 w 18"/>
                  <a:gd name="T1" fmla="*/ 0 h 9"/>
                  <a:gd name="T2" fmla="*/ 5 w 18"/>
                  <a:gd name="T3" fmla="*/ 0 h 9"/>
                  <a:gd name="T4" fmla="*/ 5 w 18"/>
                  <a:gd name="T5" fmla="*/ 0 h 9"/>
                  <a:gd name="T6" fmla="*/ 0 w 18"/>
                  <a:gd name="T7" fmla="*/ 5 h 9"/>
                  <a:gd name="T8" fmla="*/ 0 w 18"/>
                  <a:gd name="T9" fmla="*/ 5 h 9"/>
                  <a:gd name="T10" fmla="*/ 5 w 18"/>
                  <a:gd name="T11" fmla="*/ 9 h 9"/>
                  <a:gd name="T12" fmla="*/ 14 w 18"/>
                  <a:gd name="T13" fmla="*/ 9 h 9"/>
                  <a:gd name="T14" fmla="*/ 14 w 18"/>
                  <a:gd name="T15" fmla="*/ 9 h 9"/>
                  <a:gd name="T16" fmla="*/ 18 w 18"/>
                  <a:gd name="T17" fmla="*/ 5 h 9"/>
                  <a:gd name="T18" fmla="*/ 18 w 18"/>
                  <a:gd name="T19" fmla="*/ 5 h 9"/>
                  <a:gd name="T20" fmla="*/ 14 w 18"/>
                  <a:gd name="T21" fmla="*/ 0 h 9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9">
                    <a:moveTo>
                      <a:pt x="14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6" y="9"/>
                      <a:pt x="18" y="7"/>
                      <a:pt x="18" y="5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2"/>
                      <a:pt x="16" y="0"/>
                      <a:pt x="1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149">
                <a:extLst>
                  <a:ext uri="{FF2B5EF4-FFF2-40B4-BE49-F238E27FC236}">
                    <a16:creationId xmlns:a16="http://schemas.microsoft.com/office/drawing/2014/main" id="{DA7ABABB-DB65-41B1-830B-9440FF28E3F9}"/>
                  </a:ext>
                </a:extLst>
              </p:cNvPr>
              <p:cNvSpPr/>
              <p:nvPr/>
            </p:nvSpPr>
            <p:spPr bwMode="auto">
              <a:xfrm>
                <a:off x="5081288" y="2864173"/>
                <a:ext cx="5684" cy="2843"/>
              </a:xfrm>
              <a:custGeom>
                <a:gdLst>
                  <a:gd name="T0" fmla="*/ 2 w 2"/>
                  <a:gd name="T1" fmla="*/ 0 h 1"/>
                  <a:gd name="T2" fmla="*/ 0 w 2"/>
                  <a:gd name="T3" fmla="*/ 1 h 1"/>
                  <a:gd name="T4" fmla="*/ 0 w 2"/>
                  <a:gd name="T5" fmla="*/ 1 h 1"/>
                  <a:gd name="T6" fmla="*/ 2 w 2"/>
                  <a:gd name="T7" fmla="*/ 0 h 1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2" y="1"/>
                      <a:pt x="2" y="0"/>
                    </a:cubicBezTo>
                  </a:path>
                </a:pathLst>
              </a:custGeom>
              <a:solidFill>
                <a:srgbClr val="D9F9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150">
                <a:extLst>
                  <a:ext uri="{FF2B5EF4-FFF2-40B4-BE49-F238E27FC236}">
                    <a16:creationId xmlns:a16="http://schemas.microsoft.com/office/drawing/2014/main" id="{F049070C-67E0-4B79-BA37-AA4F23B4CFE3}"/>
                  </a:ext>
                </a:extLst>
              </p:cNvPr>
              <p:cNvSpPr/>
              <p:nvPr/>
            </p:nvSpPr>
            <p:spPr bwMode="auto">
              <a:xfrm>
                <a:off x="5067080" y="2656717"/>
                <a:ext cx="150621" cy="210299"/>
              </a:xfrm>
              <a:custGeom>
                <a:gdLst>
                  <a:gd name="T0" fmla="*/ 48 w 58"/>
                  <a:gd name="T1" fmla="*/ 0 h 82"/>
                  <a:gd name="T2" fmla="*/ 44 w 58"/>
                  <a:gd name="T3" fmla="*/ 5 h 82"/>
                  <a:gd name="T4" fmla="*/ 44 w 58"/>
                  <a:gd name="T5" fmla="*/ 33 h 82"/>
                  <a:gd name="T6" fmla="*/ 44 w 58"/>
                  <a:gd name="T7" fmla="*/ 33 h 82"/>
                  <a:gd name="T8" fmla="*/ 38 w 58"/>
                  <a:gd name="T9" fmla="*/ 42 h 82"/>
                  <a:gd name="T10" fmla="*/ 39 w 58"/>
                  <a:gd name="T11" fmla="*/ 46 h 82"/>
                  <a:gd name="T12" fmla="*/ 39 w 58"/>
                  <a:gd name="T13" fmla="*/ 46 h 82"/>
                  <a:gd name="T14" fmla="*/ 39 w 58"/>
                  <a:gd name="T15" fmla="*/ 46 h 82"/>
                  <a:gd name="T16" fmla="*/ 2 w 58"/>
                  <a:gd name="T17" fmla="*/ 74 h 82"/>
                  <a:gd name="T18" fmla="*/ 2 w 58"/>
                  <a:gd name="T19" fmla="*/ 74 h 82"/>
                  <a:gd name="T20" fmla="*/ 2 w 58"/>
                  <a:gd name="T21" fmla="*/ 80 h 82"/>
                  <a:gd name="T22" fmla="*/ 5 w 58"/>
                  <a:gd name="T23" fmla="*/ 82 h 82"/>
                  <a:gd name="T24" fmla="*/ 7 w 58"/>
                  <a:gd name="T25" fmla="*/ 81 h 82"/>
                  <a:gd name="T26" fmla="*/ 8 w 58"/>
                  <a:gd name="T27" fmla="*/ 81 h 82"/>
                  <a:gd name="T28" fmla="*/ 46 w 58"/>
                  <a:gd name="T29" fmla="*/ 51 h 82"/>
                  <a:gd name="T30" fmla="*/ 48 w 58"/>
                  <a:gd name="T31" fmla="*/ 52 h 82"/>
                  <a:gd name="T32" fmla="*/ 58 w 58"/>
                  <a:gd name="T33" fmla="*/ 41 h 82"/>
                  <a:gd name="T34" fmla="*/ 52 w 58"/>
                  <a:gd name="T35" fmla="*/ 33 h 82"/>
                  <a:gd name="T36" fmla="*/ 52 w 58"/>
                  <a:gd name="T37" fmla="*/ 5 h 82"/>
                  <a:gd name="T38" fmla="*/ 48 w 58"/>
                  <a:gd name="T39" fmla="*/ 0 h 82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7" h="82">
                    <a:moveTo>
                      <a:pt x="48" y="0"/>
                    </a:moveTo>
                    <a:cubicBezTo>
                      <a:pt x="46" y="0"/>
                      <a:pt x="44" y="2"/>
                      <a:pt x="44" y="5"/>
                    </a:cubicBezTo>
                    <a:cubicBezTo>
                      <a:pt x="44" y="33"/>
                      <a:pt x="44" y="33"/>
                      <a:pt x="44" y="33"/>
                    </a:cubicBezTo>
                    <a:cubicBezTo>
                      <a:pt x="44" y="33"/>
                      <a:pt x="44" y="33"/>
                      <a:pt x="44" y="33"/>
                    </a:cubicBezTo>
                    <a:cubicBezTo>
                      <a:pt x="40" y="34"/>
                      <a:pt x="38" y="38"/>
                      <a:pt x="38" y="42"/>
                    </a:cubicBezTo>
                    <a:cubicBezTo>
                      <a:pt x="38" y="43"/>
                      <a:pt x="38" y="44"/>
                      <a:pt x="39" y="46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2" y="74"/>
                      <a:pt x="2" y="74"/>
                      <a:pt x="2" y="74"/>
                    </a:cubicBezTo>
                    <a:cubicBezTo>
                      <a:pt x="2" y="74"/>
                      <a:pt x="2" y="74"/>
                      <a:pt x="2" y="74"/>
                    </a:cubicBezTo>
                    <a:cubicBezTo>
                      <a:pt x="0" y="76"/>
                      <a:pt x="0" y="78"/>
                      <a:pt x="2" y="80"/>
                    </a:cubicBezTo>
                    <a:cubicBezTo>
                      <a:pt x="2" y="81"/>
                      <a:pt x="4" y="82"/>
                      <a:pt x="5" y="82"/>
                    </a:cubicBezTo>
                    <a:cubicBezTo>
                      <a:pt x="6" y="82"/>
                      <a:pt x="7" y="82"/>
                      <a:pt x="7" y="81"/>
                    </a:cubicBezTo>
                    <a:cubicBezTo>
                      <a:pt x="7" y="81"/>
                      <a:pt x="8" y="81"/>
                      <a:pt x="8" y="8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2"/>
                      <a:pt x="48" y="52"/>
                    </a:cubicBezTo>
                    <a:cubicBezTo>
                      <a:pt x="54" y="52"/>
                      <a:pt x="58" y="46"/>
                      <a:pt x="58" y="41"/>
                    </a:cubicBezTo>
                    <a:cubicBezTo>
                      <a:pt x="58" y="38"/>
                      <a:pt x="56" y="35"/>
                      <a:pt x="52" y="33"/>
                    </a:cubicBezTo>
                    <a:cubicBezTo>
                      <a:pt x="52" y="5"/>
                      <a:pt x="52" y="5"/>
                      <a:pt x="52" y="5"/>
                    </a:cubicBezTo>
                    <a:cubicBezTo>
                      <a:pt x="52" y="2"/>
                      <a:pt x="51" y="0"/>
                      <a:pt x="4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01" name="Freeform 152">
            <a:extLst>
              <a:ext uri="{FF2B5EF4-FFF2-40B4-BE49-F238E27FC236}">
                <a16:creationId xmlns:a16="http://schemas.microsoft.com/office/drawing/2014/main" id="{A66C0B89-CB5B-4461-8DB7-F7C2DDB667F0}"/>
              </a:ext>
            </a:extLst>
          </p:cNvPr>
          <p:cNvSpPr/>
          <p:nvPr/>
        </p:nvSpPr>
        <p:spPr bwMode="auto">
          <a:xfrm>
            <a:off x="6010585" y="3000584"/>
            <a:ext cx="716155" cy="167672"/>
          </a:xfrm>
          <a:custGeom>
            <a:gdLst>
              <a:gd name="T0" fmla="*/ 224 w 279"/>
              <a:gd name="T1" fmla="*/ 0 h 65"/>
              <a:gd name="T2" fmla="*/ 139 w 279"/>
              <a:gd name="T3" fmla="*/ 29 h 65"/>
              <a:gd name="T4" fmla="*/ 54 w 279"/>
              <a:gd name="T5" fmla="*/ 0 h 65"/>
              <a:gd name="T6" fmla="*/ 0 w 279"/>
              <a:gd name="T7" fmla="*/ 29 h 65"/>
              <a:gd name="T8" fmla="*/ 139 w 279"/>
              <a:gd name="T9" fmla="*/ 65 h 65"/>
              <a:gd name="T10" fmla="*/ 279 w 279"/>
              <a:gd name="T11" fmla="*/ 29 h 65"/>
              <a:gd name="T12" fmla="*/ 224 w 279"/>
              <a:gd name="T13" fmla="*/ 0 h 6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9" h="65">
                <a:moveTo>
                  <a:pt x="224" y="0"/>
                </a:moveTo>
                <a:cubicBezTo>
                  <a:pt x="201" y="18"/>
                  <a:pt x="171" y="29"/>
                  <a:pt x="139" y="29"/>
                </a:cubicBezTo>
                <a:cubicBezTo>
                  <a:pt x="107" y="29"/>
                  <a:pt x="77" y="18"/>
                  <a:pt x="54" y="0"/>
                </a:cubicBezTo>
                <a:cubicBezTo>
                  <a:pt x="21" y="7"/>
                  <a:pt x="0" y="17"/>
                  <a:pt x="0" y="29"/>
                </a:cubicBezTo>
                <a:cubicBezTo>
                  <a:pt x="0" y="49"/>
                  <a:pt x="62" y="65"/>
                  <a:pt x="139" y="65"/>
                </a:cubicBezTo>
                <a:cubicBezTo>
                  <a:pt x="216" y="65"/>
                  <a:pt x="279" y="49"/>
                  <a:pt x="279" y="29"/>
                </a:cubicBezTo>
                <a:cubicBezTo>
                  <a:pt x="279" y="17"/>
                  <a:pt x="257" y="7"/>
                  <a:pt x="224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" name="Freeform 153">
            <a:extLst>
              <a:ext uri="{FF2B5EF4-FFF2-40B4-BE49-F238E27FC236}">
                <a16:creationId xmlns:a16="http://schemas.microsoft.com/office/drawing/2014/main" id="{1B0B27FB-A947-4C1B-A8E1-D5BA5419234A}"/>
              </a:ext>
            </a:extLst>
          </p:cNvPr>
          <p:cNvSpPr/>
          <p:nvPr/>
        </p:nvSpPr>
        <p:spPr bwMode="auto">
          <a:xfrm>
            <a:off x="4703318" y="3136994"/>
            <a:ext cx="974767" cy="241561"/>
          </a:xfrm>
          <a:custGeom>
            <a:gdLst>
              <a:gd name="T0" fmla="*/ 313 w 380"/>
              <a:gd name="T1" fmla="*/ 0 h 95"/>
              <a:gd name="T2" fmla="*/ 190 w 380"/>
              <a:gd name="T3" fmla="*/ 44 h 95"/>
              <a:gd name="T4" fmla="*/ 67 w 380"/>
              <a:gd name="T5" fmla="*/ 0 h 95"/>
              <a:gd name="T6" fmla="*/ 0 w 380"/>
              <a:gd name="T7" fmla="*/ 41 h 95"/>
              <a:gd name="T8" fmla="*/ 190 w 380"/>
              <a:gd name="T9" fmla="*/ 95 h 95"/>
              <a:gd name="T10" fmla="*/ 380 w 380"/>
              <a:gd name="T11" fmla="*/ 41 h 95"/>
              <a:gd name="T12" fmla="*/ 313 w 380"/>
              <a:gd name="T13" fmla="*/ 0 h 9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80" h="95">
                <a:moveTo>
                  <a:pt x="313" y="0"/>
                </a:moveTo>
                <a:cubicBezTo>
                  <a:pt x="280" y="28"/>
                  <a:pt x="237" y="44"/>
                  <a:pt x="190" y="44"/>
                </a:cubicBezTo>
                <a:cubicBezTo>
                  <a:pt x="143" y="44"/>
                  <a:pt x="101" y="28"/>
                  <a:pt x="67" y="0"/>
                </a:cubicBezTo>
                <a:cubicBezTo>
                  <a:pt x="26" y="10"/>
                  <a:pt x="0" y="24"/>
                  <a:pt x="0" y="41"/>
                </a:cubicBezTo>
                <a:cubicBezTo>
                  <a:pt x="0" y="71"/>
                  <a:pt x="85" y="95"/>
                  <a:pt x="190" y="95"/>
                </a:cubicBezTo>
                <a:cubicBezTo>
                  <a:pt x="295" y="95"/>
                  <a:pt x="380" y="71"/>
                  <a:pt x="380" y="41"/>
                </a:cubicBezTo>
                <a:cubicBezTo>
                  <a:pt x="380" y="24"/>
                  <a:pt x="354" y="10"/>
                  <a:pt x="313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1209051-A1C7-4A42-9925-BB263CC28090}"/>
              </a:ext>
            </a:extLst>
          </p:cNvPr>
          <p:cNvGrpSpPr/>
          <p:nvPr/>
        </p:nvGrpSpPr>
        <p:grpSpPr>
          <a:xfrm>
            <a:off x="6010585" y="2361161"/>
            <a:ext cx="716155" cy="713314"/>
            <a:chOff x="6010585" y="2361161"/>
            <a:chExt cx="716155" cy="713314"/>
          </a:xfrm>
        </p:grpSpPr>
        <p:sp>
          <p:nvSpPr>
            <p:cNvPr id="100" name="Oval 151">
              <a:extLst>
                <a:ext uri="{FF2B5EF4-FFF2-40B4-BE49-F238E27FC236}">
                  <a16:creationId xmlns:a16="http://schemas.microsoft.com/office/drawing/2014/main" id="{EF4EE065-B4CE-4819-9F0D-A3B9E00E9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0585" y="2361161"/>
              <a:ext cx="716155" cy="713314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12031409-93E0-4254-A10D-47F770108059}"/>
                </a:ext>
              </a:extLst>
            </p:cNvPr>
            <p:cNvGrpSpPr/>
            <p:nvPr/>
          </p:nvGrpSpPr>
          <p:grpSpPr>
            <a:xfrm>
              <a:off x="6218042" y="2560093"/>
              <a:ext cx="301241" cy="326815"/>
              <a:chOff x="6218042" y="2560093"/>
              <a:chExt cx="301241" cy="326815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04" name="Freeform 154">
                <a:extLst>
                  <a:ext uri="{FF2B5EF4-FFF2-40B4-BE49-F238E27FC236}">
                    <a16:creationId xmlns:a16="http://schemas.microsoft.com/office/drawing/2014/main" id="{6B17EC76-5DC4-4397-8815-93D75E7321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72038" y="2560093"/>
                <a:ext cx="247245" cy="230194"/>
              </a:xfrm>
              <a:custGeom>
                <a:gdLst>
                  <a:gd name="T0" fmla="*/ 51 w 97"/>
                  <a:gd name="T1" fmla="*/ 91 h 91"/>
                  <a:gd name="T2" fmla="*/ 22 w 97"/>
                  <a:gd name="T3" fmla="*/ 80 h 91"/>
                  <a:gd name="T4" fmla="*/ 16 w 97"/>
                  <a:gd name="T5" fmla="*/ 16 h 91"/>
                  <a:gd name="T6" fmla="*/ 51 w 97"/>
                  <a:gd name="T7" fmla="*/ 0 h 91"/>
                  <a:gd name="T8" fmla="*/ 80 w 97"/>
                  <a:gd name="T9" fmla="*/ 11 h 91"/>
                  <a:gd name="T10" fmla="*/ 96 w 97"/>
                  <a:gd name="T11" fmla="*/ 42 h 91"/>
                  <a:gd name="T12" fmla="*/ 85 w 97"/>
                  <a:gd name="T13" fmla="*/ 75 h 91"/>
                  <a:gd name="T14" fmla="*/ 51 w 97"/>
                  <a:gd name="T15" fmla="*/ 91 h 91"/>
                  <a:gd name="T16" fmla="*/ 51 w 97"/>
                  <a:gd name="T17" fmla="*/ 13 h 91"/>
                  <a:gd name="T18" fmla="*/ 26 w 97"/>
                  <a:gd name="T19" fmla="*/ 24 h 91"/>
                  <a:gd name="T20" fmla="*/ 30 w 97"/>
                  <a:gd name="T21" fmla="*/ 71 h 91"/>
                  <a:gd name="T22" fmla="*/ 51 w 97"/>
                  <a:gd name="T23" fmla="*/ 78 h 91"/>
                  <a:gd name="T24" fmla="*/ 76 w 97"/>
                  <a:gd name="T25" fmla="*/ 67 h 91"/>
                  <a:gd name="T26" fmla="*/ 84 w 97"/>
                  <a:gd name="T27" fmla="*/ 43 h 91"/>
                  <a:gd name="T28" fmla="*/ 72 w 97"/>
                  <a:gd name="T29" fmla="*/ 20 h 91"/>
                  <a:gd name="T30" fmla="*/ 51 w 97"/>
                  <a:gd name="T31" fmla="*/ 13 h 91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7" h="91">
                    <a:moveTo>
                      <a:pt x="51" y="91"/>
                    </a:moveTo>
                    <a:cubicBezTo>
                      <a:pt x="40" y="91"/>
                      <a:pt x="30" y="87"/>
                      <a:pt x="22" y="80"/>
                    </a:cubicBezTo>
                    <a:cubicBezTo>
                      <a:pt x="3" y="64"/>
                      <a:pt x="0" y="35"/>
                      <a:pt x="16" y="16"/>
                    </a:cubicBezTo>
                    <a:cubicBezTo>
                      <a:pt x="25" y="6"/>
                      <a:pt x="38" y="0"/>
                      <a:pt x="51" y="0"/>
                    </a:cubicBezTo>
                    <a:cubicBezTo>
                      <a:pt x="62" y="0"/>
                      <a:pt x="72" y="4"/>
                      <a:pt x="80" y="11"/>
                    </a:cubicBezTo>
                    <a:cubicBezTo>
                      <a:pt x="89" y="19"/>
                      <a:pt x="95" y="30"/>
                      <a:pt x="96" y="42"/>
                    </a:cubicBezTo>
                    <a:cubicBezTo>
                      <a:pt x="97" y="54"/>
                      <a:pt x="93" y="66"/>
                      <a:pt x="85" y="75"/>
                    </a:cubicBezTo>
                    <a:cubicBezTo>
                      <a:pt x="77" y="85"/>
                      <a:pt x="64" y="91"/>
                      <a:pt x="51" y="91"/>
                    </a:cubicBezTo>
                    <a:close/>
                    <a:moveTo>
                      <a:pt x="51" y="13"/>
                    </a:moveTo>
                    <a:cubicBezTo>
                      <a:pt x="41" y="13"/>
                      <a:pt x="32" y="17"/>
                      <a:pt x="26" y="24"/>
                    </a:cubicBezTo>
                    <a:cubicBezTo>
                      <a:pt x="14" y="38"/>
                      <a:pt x="16" y="59"/>
                      <a:pt x="30" y="71"/>
                    </a:cubicBezTo>
                    <a:cubicBezTo>
                      <a:pt x="36" y="76"/>
                      <a:pt x="43" y="78"/>
                      <a:pt x="51" y="78"/>
                    </a:cubicBezTo>
                    <a:cubicBezTo>
                      <a:pt x="61" y="78"/>
                      <a:pt x="70" y="74"/>
                      <a:pt x="76" y="67"/>
                    </a:cubicBezTo>
                    <a:cubicBezTo>
                      <a:pt x="82" y="60"/>
                      <a:pt x="84" y="52"/>
                      <a:pt x="84" y="43"/>
                    </a:cubicBezTo>
                    <a:cubicBezTo>
                      <a:pt x="83" y="34"/>
                      <a:pt x="79" y="26"/>
                      <a:pt x="72" y="20"/>
                    </a:cubicBezTo>
                    <a:cubicBezTo>
                      <a:pt x="66" y="15"/>
                      <a:pt x="59" y="13"/>
                      <a:pt x="51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155">
                <a:extLst>
                  <a:ext uri="{FF2B5EF4-FFF2-40B4-BE49-F238E27FC236}">
                    <a16:creationId xmlns:a16="http://schemas.microsoft.com/office/drawing/2014/main" id="{4EF03FCF-81BF-460B-8242-ECD5F95C2716}"/>
                  </a:ext>
                </a:extLst>
              </p:cNvPr>
              <p:cNvSpPr/>
              <p:nvPr/>
            </p:nvSpPr>
            <p:spPr bwMode="auto">
              <a:xfrm>
                <a:off x="6291931" y="2739130"/>
                <a:ext cx="56838" cy="62521"/>
              </a:xfrm>
              <a:custGeom>
                <a:gdLst>
                  <a:gd name="T0" fmla="*/ 8 w 20"/>
                  <a:gd name="T1" fmla="*/ 22 h 22"/>
                  <a:gd name="T2" fmla="*/ 0 w 20"/>
                  <a:gd name="T3" fmla="*/ 15 h 22"/>
                  <a:gd name="T4" fmla="*/ 12 w 20"/>
                  <a:gd name="T5" fmla="*/ 0 h 22"/>
                  <a:gd name="T6" fmla="*/ 20 w 20"/>
                  <a:gd name="T7" fmla="*/ 8 h 22"/>
                  <a:gd name="T8" fmla="*/ 8 w 20"/>
                  <a:gd name="T9" fmla="*/ 22 h 22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2">
                    <a:moveTo>
                      <a:pt x="8" y="22"/>
                    </a:moveTo>
                    <a:lnTo>
                      <a:pt x="0" y="15"/>
                    </a:lnTo>
                    <a:lnTo>
                      <a:pt x="12" y="0"/>
                    </a:lnTo>
                    <a:lnTo>
                      <a:pt x="20" y="8"/>
                    </a:lnTo>
                    <a:lnTo>
                      <a:pt x="8" y="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156">
                <a:extLst>
                  <a:ext uri="{FF2B5EF4-FFF2-40B4-BE49-F238E27FC236}">
                    <a16:creationId xmlns:a16="http://schemas.microsoft.com/office/drawing/2014/main" id="{6515D288-32D0-43D3-A368-4B49BDAF2D02}"/>
                  </a:ext>
                </a:extLst>
              </p:cNvPr>
              <p:cNvSpPr/>
              <p:nvPr/>
            </p:nvSpPr>
            <p:spPr bwMode="auto">
              <a:xfrm>
                <a:off x="6218042" y="2773233"/>
                <a:ext cx="105151" cy="113675"/>
              </a:xfrm>
              <a:custGeom>
                <a:gdLst>
                  <a:gd name="T0" fmla="*/ 18 w 41"/>
                  <a:gd name="T1" fmla="*/ 41 h 44"/>
                  <a:gd name="T2" fmla="*/ 9 w 41"/>
                  <a:gd name="T3" fmla="*/ 42 h 44"/>
                  <a:gd name="T4" fmla="*/ 3 w 41"/>
                  <a:gd name="T5" fmla="*/ 36 h 44"/>
                  <a:gd name="T6" fmla="*/ 2 w 41"/>
                  <a:gd name="T7" fmla="*/ 27 h 44"/>
                  <a:gd name="T8" fmla="*/ 23 w 41"/>
                  <a:gd name="T9" fmla="*/ 3 h 44"/>
                  <a:gd name="T10" fmla="*/ 32 w 41"/>
                  <a:gd name="T11" fmla="*/ 3 h 44"/>
                  <a:gd name="T12" fmla="*/ 38 w 41"/>
                  <a:gd name="T13" fmla="*/ 8 h 44"/>
                  <a:gd name="T14" fmla="*/ 39 w 41"/>
                  <a:gd name="T15" fmla="*/ 17 h 44"/>
                  <a:gd name="T16" fmla="*/ 18 w 41"/>
                  <a:gd name="T17" fmla="*/ 41 h 44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44">
                    <a:moveTo>
                      <a:pt x="18" y="41"/>
                    </a:moveTo>
                    <a:cubicBezTo>
                      <a:pt x="16" y="43"/>
                      <a:pt x="12" y="44"/>
                      <a:pt x="9" y="42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0" y="34"/>
                      <a:pt x="0" y="30"/>
                      <a:pt x="2" y="27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5" y="1"/>
                      <a:pt x="29" y="0"/>
                      <a:pt x="32" y="3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1" y="10"/>
                      <a:pt x="41" y="14"/>
                      <a:pt x="39" y="17"/>
                    </a:cubicBezTo>
                    <a:lnTo>
                      <a:pt x="18" y="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157">
                <a:extLst>
                  <a:ext uri="{FF2B5EF4-FFF2-40B4-BE49-F238E27FC236}">
                    <a16:creationId xmlns:a16="http://schemas.microsoft.com/office/drawing/2014/main" id="{ACC4CB95-0849-4D8C-8FBC-9C76F53C1ED2}"/>
                  </a:ext>
                </a:extLst>
              </p:cNvPr>
              <p:cNvSpPr/>
              <p:nvPr/>
            </p:nvSpPr>
            <p:spPr bwMode="auto">
              <a:xfrm>
                <a:off x="6348768" y="2602720"/>
                <a:ext cx="79573" cy="42629"/>
              </a:xfrm>
              <a:custGeom>
                <a:gdLst>
                  <a:gd name="T0" fmla="*/ 30 w 31"/>
                  <a:gd name="T1" fmla="*/ 6 h 17"/>
                  <a:gd name="T2" fmla="*/ 16 w 31"/>
                  <a:gd name="T3" fmla="*/ 8 h 17"/>
                  <a:gd name="T4" fmla="*/ 1 w 31"/>
                  <a:gd name="T5" fmla="*/ 13 h 17"/>
                  <a:gd name="T6" fmla="*/ 13 w 31"/>
                  <a:gd name="T7" fmla="*/ 1 h 17"/>
                  <a:gd name="T8" fmla="*/ 30 w 31"/>
                  <a:gd name="T9" fmla="*/ 6 h 1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7">
                    <a:moveTo>
                      <a:pt x="30" y="6"/>
                    </a:moveTo>
                    <a:cubicBezTo>
                      <a:pt x="31" y="11"/>
                      <a:pt x="23" y="6"/>
                      <a:pt x="16" y="8"/>
                    </a:cubicBezTo>
                    <a:cubicBezTo>
                      <a:pt x="8" y="10"/>
                      <a:pt x="2" y="17"/>
                      <a:pt x="1" y="13"/>
                    </a:cubicBezTo>
                    <a:cubicBezTo>
                      <a:pt x="0" y="8"/>
                      <a:pt x="9" y="3"/>
                      <a:pt x="13" y="1"/>
                    </a:cubicBezTo>
                    <a:cubicBezTo>
                      <a:pt x="19" y="0"/>
                      <a:pt x="29" y="2"/>
                      <a:pt x="30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158">
                <a:extLst>
                  <a:ext uri="{FF2B5EF4-FFF2-40B4-BE49-F238E27FC236}">
                    <a16:creationId xmlns:a16="http://schemas.microsoft.com/office/drawing/2014/main" id="{AC3B019A-8DE9-4E50-BF22-F625817E28F7}"/>
                  </a:ext>
                </a:extLst>
              </p:cNvPr>
              <p:cNvSpPr/>
              <p:nvPr/>
            </p:nvSpPr>
            <p:spPr bwMode="auto">
              <a:xfrm>
                <a:off x="6428341" y="2611246"/>
                <a:ext cx="19894" cy="22735"/>
              </a:xfrm>
              <a:custGeom>
                <a:gdLst>
                  <a:gd name="T0" fmla="*/ 8 w 8"/>
                  <a:gd name="T1" fmla="*/ 6 h 8"/>
                  <a:gd name="T2" fmla="*/ 3 w 8"/>
                  <a:gd name="T3" fmla="*/ 6 h 8"/>
                  <a:gd name="T4" fmla="*/ 1 w 8"/>
                  <a:gd name="T5" fmla="*/ 3 h 8"/>
                  <a:gd name="T6" fmla="*/ 4 w 8"/>
                  <a:gd name="T7" fmla="*/ 1 h 8"/>
                  <a:gd name="T8" fmla="*/ 8 w 8"/>
                  <a:gd name="T9" fmla="*/ 6 h 8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8" y="6"/>
                    </a:moveTo>
                    <a:cubicBezTo>
                      <a:pt x="7" y="8"/>
                      <a:pt x="5" y="7"/>
                      <a:pt x="3" y="6"/>
                    </a:cubicBezTo>
                    <a:cubicBezTo>
                      <a:pt x="1" y="6"/>
                      <a:pt x="0" y="5"/>
                      <a:pt x="1" y="3"/>
                    </a:cubicBezTo>
                    <a:cubicBezTo>
                      <a:pt x="1" y="1"/>
                      <a:pt x="2" y="0"/>
                      <a:pt x="4" y="1"/>
                    </a:cubicBezTo>
                    <a:cubicBezTo>
                      <a:pt x="6" y="2"/>
                      <a:pt x="8" y="4"/>
                      <a:pt x="8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09" name="Freeform 159">
            <a:extLst>
              <a:ext uri="{FF2B5EF4-FFF2-40B4-BE49-F238E27FC236}">
                <a16:creationId xmlns:a16="http://schemas.microsoft.com/office/drawing/2014/main" id="{AB257794-EC1F-44BD-9E44-15679089BF78}"/>
              </a:ext>
            </a:extLst>
          </p:cNvPr>
          <p:cNvSpPr>
            <a:spLocks noEditPoints="1"/>
          </p:cNvSpPr>
          <p:nvPr/>
        </p:nvSpPr>
        <p:spPr bwMode="auto">
          <a:xfrm>
            <a:off x="1008869" y="3770735"/>
            <a:ext cx="525749" cy="1241904"/>
          </a:xfrm>
          <a:custGeom>
            <a:gdLst>
              <a:gd name="T0" fmla="*/ 6 w 205"/>
              <a:gd name="T1" fmla="*/ 484 h 485"/>
              <a:gd name="T2" fmla="*/ 2 w 205"/>
              <a:gd name="T3" fmla="*/ 474 h 485"/>
              <a:gd name="T4" fmla="*/ 16 w 205"/>
              <a:gd name="T5" fmla="*/ 480 h 485"/>
              <a:gd name="T6" fmla="*/ 22 w 205"/>
              <a:gd name="T7" fmla="*/ 451 h 485"/>
              <a:gd name="T8" fmla="*/ 15 w 205"/>
              <a:gd name="T9" fmla="*/ 441 h 485"/>
              <a:gd name="T10" fmla="*/ 25 w 205"/>
              <a:gd name="T11" fmla="*/ 436 h 485"/>
              <a:gd name="T12" fmla="*/ 22 w 205"/>
              <a:gd name="T13" fmla="*/ 451 h 485"/>
              <a:gd name="T14" fmla="*/ 32 w 205"/>
              <a:gd name="T15" fmla="*/ 418 h 485"/>
              <a:gd name="T16" fmla="*/ 28 w 205"/>
              <a:gd name="T17" fmla="*/ 407 h 485"/>
              <a:gd name="T18" fmla="*/ 42 w 205"/>
              <a:gd name="T19" fmla="*/ 413 h 485"/>
              <a:gd name="T20" fmla="*/ 35 w 205"/>
              <a:gd name="T21" fmla="*/ 418 h 485"/>
              <a:gd name="T22" fmla="*/ 46 w 205"/>
              <a:gd name="T23" fmla="*/ 384 h 485"/>
              <a:gd name="T24" fmla="*/ 42 w 205"/>
              <a:gd name="T25" fmla="*/ 374 h 485"/>
              <a:gd name="T26" fmla="*/ 56 w 205"/>
              <a:gd name="T27" fmla="*/ 379 h 485"/>
              <a:gd name="T28" fmla="*/ 62 w 205"/>
              <a:gd name="T29" fmla="*/ 351 h 485"/>
              <a:gd name="T30" fmla="*/ 55 w 205"/>
              <a:gd name="T31" fmla="*/ 341 h 485"/>
              <a:gd name="T32" fmla="*/ 65 w 205"/>
              <a:gd name="T33" fmla="*/ 336 h 485"/>
              <a:gd name="T34" fmla="*/ 62 w 205"/>
              <a:gd name="T35" fmla="*/ 351 h 485"/>
              <a:gd name="T36" fmla="*/ 73 w 205"/>
              <a:gd name="T37" fmla="*/ 317 h 485"/>
              <a:gd name="T38" fmla="*/ 69 w 205"/>
              <a:gd name="T39" fmla="*/ 307 h 485"/>
              <a:gd name="T40" fmla="*/ 83 w 205"/>
              <a:gd name="T41" fmla="*/ 313 h 485"/>
              <a:gd name="T42" fmla="*/ 75 w 205"/>
              <a:gd name="T43" fmla="*/ 318 h 485"/>
              <a:gd name="T44" fmla="*/ 86 w 205"/>
              <a:gd name="T45" fmla="*/ 284 h 485"/>
              <a:gd name="T46" fmla="*/ 82 w 205"/>
              <a:gd name="T47" fmla="*/ 273 h 485"/>
              <a:gd name="T48" fmla="*/ 96 w 205"/>
              <a:gd name="T49" fmla="*/ 279 h 485"/>
              <a:gd name="T50" fmla="*/ 102 w 205"/>
              <a:gd name="T51" fmla="*/ 251 h 485"/>
              <a:gd name="T52" fmla="*/ 95 w 205"/>
              <a:gd name="T53" fmla="*/ 240 h 485"/>
              <a:gd name="T54" fmla="*/ 105 w 205"/>
              <a:gd name="T55" fmla="*/ 236 h 485"/>
              <a:gd name="T56" fmla="*/ 102 w 205"/>
              <a:gd name="T57" fmla="*/ 251 h 485"/>
              <a:gd name="T58" fmla="*/ 113 w 205"/>
              <a:gd name="T59" fmla="*/ 217 h 485"/>
              <a:gd name="T60" fmla="*/ 109 w 205"/>
              <a:gd name="T61" fmla="*/ 207 h 485"/>
              <a:gd name="T62" fmla="*/ 123 w 205"/>
              <a:gd name="T63" fmla="*/ 212 h 485"/>
              <a:gd name="T64" fmla="*/ 129 w 205"/>
              <a:gd name="T65" fmla="*/ 184 h 485"/>
              <a:gd name="T66" fmla="*/ 122 w 205"/>
              <a:gd name="T67" fmla="*/ 174 h 485"/>
              <a:gd name="T68" fmla="*/ 132 w 205"/>
              <a:gd name="T69" fmla="*/ 169 h 485"/>
              <a:gd name="T70" fmla="*/ 129 w 205"/>
              <a:gd name="T71" fmla="*/ 184 h 485"/>
              <a:gd name="T72" fmla="*/ 140 w 205"/>
              <a:gd name="T73" fmla="*/ 150 h 485"/>
              <a:gd name="T74" fmla="*/ 135 w 205"/>
              <a:gd name="T75" fmla="*/ 140 h 485"/>
              <a:gd name="T76" fmla="*/ 150 w 205"/>
              <a:gd name="T77" fmla="*/ 145 h 485"/>
              <a:gd name="T78" fmla="*/ 156 w 205"/>
              <a:gd name="T79" fmla="*/ 117 h 485"/>
              <a:gd name="T80" fmla="*/ 149 w 205"/>
              <a:gd name="T81" fmla="*/ 107 h 485"/>
              <a:gd name="T82" fmla="*/ 159 w 205"/>
              <a:gd name="T83" fmla="*/ 102 h 485"/>
              <a:gd name="T84" fmla="*/ 156 w 205"/>
              <a:gd name="T85" fmla="*/ 117 h 485"/>
              <a:gd name="T86" fmla="*/ 166 w 205"/>
              <a:gd name="T87" fmla="*/ 83 h 485"/>
              <a:gd name="T88" fmla="*/ 162 w 205"/>
              <a:gd name="T89" fmla="*/ 73 h 485"/>
              <a:gd name="T90" fmla="*/ 176 w 205"/>
              <a:gd name="T91" fmla="*/ 78 h 485"/>
              <a:gd name="T92" fmla="*/ 182 w 205"/>
              <a:gd name="T93" fmla="*/ 50 h 485"/>
              <a:gd name="T94" fmla="*/ 175 w 205"/>
              <a:gd name="T95" fmla="*/ 40 h 485"/>
              <a:gd name="T96" fmla="*/ 186 w 205"/>
              <a:gd name="T97" fmla="*/ 35 h 485"/>
              <a:gd name="T98" fmla="*/ 182 w 205"/>
              <a:gd name="T99" fmla="*/ 50 h 485"/>
              <a:gd name="T100" fmla="*/ 193 w 205"/>
              <a:gd name="T101" fmla="*/ 16 h 485"/>
              <a:gd name="T102" fmla="*/ 189 w 205"/>
              <a:gd name="T103" fmla="*/ 6 h 485"/>
              <a:gd name="T104" fmla="*/ 203 w 205"/>
              <a:gd name="T105" fmla="*/ 12 h 48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5" h="485">
                <a:moveTo>
                  <a:pt x="8" y="485"/>
                </a:moveTo>
                <a:cubicBezTo>
                  <a:pt x="7" y="485"/>
                  <a:pt x="7" y="485"/>
                  <a:pt x="6" y="484"/>
                </a:cubicBezTo>
                <a:cubicBezTo>
                  <a:pt x="2" y="483"/>
                  <a:pt x="0" y="478"/>
                  <a:pt x="1" y="475"/>
                </a:cubicBezTo>
                <a:cubicBezTo>
                  <a:pt x="2" y="474"/>
                  <a:pt x="2" y="474"/>
                  <a:pt x="2" y="474"/>
                </a:cubicBezTo>
                <a:cubicBezTo>
                  <a:pt x="3" y="470"/>
                  <a:pt x="8" y="468"/>
                  <a:pt x="11" y="470"/>
                </a:cubicBezTo>
                <a:cubicBezTo>
                  <a:pt x="15" y="471"/>
                  <a:pt x="17" y="476"/>
                  <a:pt x="16" y="480"/>
                </a:cubicBezTo>
                <a:cubicBezTo>
                  <a:pt x="14" y="483"/>
                  <a:pt x="11" y="485"/>
                  <a:pt x="8" y="485"/>
                </a:cubicBezTo>
                <a:close/>
                <a:moveTo>
                  <a:pt x="22" y="451"/>
                </a:moveTo>
                <a:cubicBezTo>
                  <a:pt x="21" y="451"/>
                  <a:pt x="20" y="451"/>
                  <a:pt x="19" y="451"/>
                </a:cubicBezTo>
                <a:cubicBezTo>
                  <a:pt x="15" y="449"/>
                  <a:pt x="13" y="445"/>
                  <a:pt x="15" y="441"/>
                </a:cubicBezTo>
                <a:cubicBezTo>
                  <a:pt x="15" y="441"/>
                  <a:pt x="15" y="441"/>
                  <a:pt x="15" y="441"/>
                </a:cubicBezTo>
                <a:cubicBezTo>
                  <a:pt x="16" y="437"/>
                  <a:pt x="21" y="435"/>
                  <a:pt x="25" y="436"/>
                </a:cubicBezTo>
                <a:cubicBezTo>
                  <a:pt x="29" y="438"/>
                  <a:pt x="31" y="442"/>
                  <a:pt x="29" y="446"/>
                </a:cubicBezTo>
                <a:cubicBezTo>
                  <a:pt x="28" y="449"/>
                  <a:pt x="25" y="451"/>
                  <a:pt x="22" y="451"/>
                </a:cubicBezTo>
                <a:close/>
                <a:moveTo>
                  <a:pt x="35" y="418"/>
                </a:moveTo>
                <a:cubicBezTo>
                  <a:pt x="34" y="418"/>
                  <a:pt x="33" y="418"/>
                  <a:pt x="32" y="418"/>
                </a:cubicBezTo>
                <a:cubicBezTo>
                  <a:pt x="28" y="416"/>
                  <a:pt x="27" y="412"/>
                  <a:pt x="28" y="408"/>
                </a:cubicBezTo>
                <a:cubicBezTo>
                  <a:pt x="28" y="407"/>
                  <a:pt x="28" y="407"/>
                  <a:pt x="28" y="407"/>
                </a:cubicBezTo>
                <a:cubicBezTo>
                  <a:pt x="30" y="403"/>
                  <a:pt x="34" y="401"/>
                  <a:pt x="38" y="403"/>
                </a:cubicBezTo>
                <a:cubicBezTo>
                  <a:pt x="42" y="405"/>
                  <a:pt x="44" y="409"/>
                  <a:pt x="42" y="413"/>
                </a:cubicBezTo>
                <a:cubicBezTo>
                  <a:pt x="42" y="413"/>
                  <a:pt x="42" y="413"/>
                  <a:pt x="42" y="413"/>
                </a:cubicBezTo>
                <a:cubicBezTo>
                  <a:pt x="41" y="416"/>
                  <a:pt x="38" y="418"/>
                  <a:pt x="35" y="418"/>
                </a:cubicBezTo>
                <a:close/>
                <a:moveTo>
                  <a:pt x="49" y="384"/>
                </a:moveTo>
                <a:cubicBezTo>
                  <a:pt x="48" y="384"/>
                  <a:pt x="47" y="384"/>
                  <a:pt x="46" y="384"/>
                </a:cubicBezTo>
                <a:cubicBezTo>
                  <a:pt x="42" y="382"/>
                  <a:pt x="40" y="378"/>
                  <a:pt x="42" y="374"/>
                </a:cubicBezTo>
                <a:cubicBezTo>
                  <a:pt x="42" y="374"/>
                  <a:pt x="42" y="374"/>
                  <a:pt x="42" y="374"/>
                </a:cubicBezTo>
                <a:cubicBezTo>
                  <a:pt x="43" y="370"/>
                  <a:pt x="48" y="368"/>
                  <a:pt x="52" y="370"/>
                </a:cubicBezTo>
                <a:cubicBezTo>
                  <a:pt x="56" y="371"/>
                  <a:pt x="57" y="376"/>
                  <a:pt x="56" y="379"/>
                </a:cubicBezTo>
                <a:cubicBezTo>
                  <a:pt x="55" y="382"/>
                  <a:pt x="52" y="384"/>
                  <a:pt x="49" y="384"/>
                </a:cubicBezTo>
                <a:close/>
                <a:moveTo>
                  <a:pt x="62" y="351"/>
                </a:moveTo>
                <a:cubicBezTo>
                  <a:pt x="61" y="351"/>
                  <a:pt x="60" y="351"/>
                  <a:pt x="59" y="350"/>
                </a:cubicBezTo>
                <a:cubicBezTo>
                  <a:pt x="55" y="349"/>
                  <a:pt x="53" y="345"/>
                  <a:pt x="55" y="341"/>
                </a:cubicBezTo>
                <a:cubicBezTo>
                  <a:pt x="55" y="340"/>
                  <a:pt x="55" y="340"/>
                  <a:pt x="55" y="340"/>
                </a:cubicBezTo>
                <a:cubicBezTo>
                  <a:pt x="57" y="336"/>
                  <a:pt x="61" y="335"/>
                  <a:pt x="65" y="336"/>
                </a:cubicBezTo>
                <a:cubicBezTo>
                  <a:pt x="69" y="338"/>
                  <a:pt x="71" y="342"/>
                  <a:pt x="69" y="346"/>
                </a:cubicBezTo>
                <a:cubicBezTo>
                  <a:pt x="68" y="349"/>
                  <a:pt x="65" y="351"/>
                  <a:pt x="62" y="351"/>
                </a:cubicBezTo>
                <a:close/>
                <a:moveTo>
                  <a:pt x="75" y="318"/>
                </a:moveTo>
                <a:cubicBezTo>
                  <a:pt x="74" y="318"/>
                  <a:pt x="73" y="318"/>
                  <a:pt x="73" y="317"/>
                </a:cubicBezTo>
                <a:cubicBezTo>
                  <a:pt x="69" y="316"/>
                  <a:pt x="67" y="311"/>
                  <a:pt x="68" y="307"/>
                </a:cubicBezTo>
                <a:cubicBezTo>
                  <a:pt x="69" y="307"/>
                  <a:pt x="69" y="307"/>
                  <a:pt x="69" y="307"/>
                </a:cubicBezTo>
                <a:cubicBezTo>
                  <a:pt x="70" y="303"/>
                  <a:pt x="75" y="301"/>
                  <a:pt x="78" y="303"/>
                </a:cubicBezTo>
                <a:cubicBezTo>
                  <a:pt x="82" y="304"/>
                  <a:pt x="84" y="309"/>
                  <a:pt x="83" y="313"/>
                </a:cubicBezTo>
                <a:cubicBezTo>
                  <a:pt x="82" y="313"/>
                  <a:pt x="82" y="313"/>
                  <a:pt x="82" y="313"/>
                </a:cubicBezTo>
                <a:cubicBezTo>
                  <a:pt x="81" y="316"/>
                  <a:pt x="78" y="318"/>
                  <a:pt x="75" y="318"/>
                </a:cubicBezTo>
                <a:close/>
                <a:moveTo>
                  <a:pt x="89" y="284"/>
                </a:moveTo>
                <a:cubicBezTo>
                  <a:pt x="88" y="284"/>
                  <a:pt x="87" y="284"/>
                  <a:pt x="86" y="284"/>
                </a:cubicBezTo>
                <a:cubicBezTo>
                  <a:pt x="82" y="282"/>
                  <a:pt x="80" y="278"/>
                  <a:pt x="82" y="274"/>
                </a:cubicBezTo>
                <a:cubicBezTo>
                  <a:pt x="82" y="273"/>
                  <a:pt x="82" y="273"/>
                  <a:pt x="82" y="273"/>
                </a:cubicBezTo>
                <a:cubicBezTo>
                  <a:pt x="83" y="270"/>
                  <a:pt x="88" y="268"/>
                  <a:pt x="92" y="269"/>
                </a:cubicBezTo>
                <a:cubicBezTo>
                  <a:pt x="96" y="271"/>
                  <a:pt x="98" y="275"/>
                  <a:pt x="96" y="279"/>
                </a:cubicBezTo>
                <a:cubicBezTo>
                  <a:pt x="95" y="282"/>
                  <a:pt x="92" y="284"/>
                  <a:pt x="89" y="284"/>
                </a:cubicBezTo>
                <a:close/>
                <a:moveTo>
                  <a:pt x="102" y="251"/>
                </a:moveTo>
                <a:cubicBezTo>
                  <a:pt x="101" y="251"/>
                  <a:pt x="100" y="250"/>
                  <a:pt x="99" y="250"/>
                </a:cubicBezTo>
                <a:cubicBezTo>
                  <a:pt x="96" y="249"/>
                  <a:pt x="94" y="244"/>
                  <a:pt x="95" y="240"/>
                </a:cubicBezTo>
                <a:cubicBezTo>
                  <a:pt x="95" y="240"/>
                  <a:pt x="95" y="240"/>
                  <a:pt x="95" y="240"/>
                </a:cubicBezTo>
                <a:cubicBezTo>
                  <a:pt x="97" y="236"/>
                  <a:pt x="101" y="234"/>
                  <a:pt x="105" y="236"/>
                </a:cubicBezTo>
                <a:cubicBezTo>
                  <a:pt x="109" y="237"/>
                  <a:pt x="111" y="242"/>
                  <a:pt x="109" y="246"/>
                </a:cubicBezTo>
                <a:cubicBezTo>
                  <a:pt x="108" y="249"/>
                  <a:pt x="105" y="251"/>
                  <a:pt x="102" y="251"/>
                </a:cubicBezTo>
                <a:close/>
                <a:moveTo>
                  <a:pt x="115" y="217"/>
                </a:moveTo>
                <a:cubicBezTo>
                  <a:pt x="115" y="217"/>
                  <a:pt x="114" y="217"/>
                  <a:pt x="113" y="217"/>
                </a:cubicBezTo>
                <a:cubicBezTo>
                  <a:pt x="109" y="215"/>
                  <a:pt x="107" y="211"/>
                  <a:pt x="108" y="207"/>
                </a:cubicBezTo>
                <a:cubicBezTo>
                  <a:pt x="109" y="207"/>
                  <a:pt x="109" y="207"/>
                  <a:pt x="109" y="207"/>
                </a:cubicBezTo>
                <a:cubicBezTo>
                  <a:pt x="110" y="203"/>
                  <a:pt x="115" y="201"/>
                  <a:pt x="119" y="202"/>
                </a:cubicBezTo>
                <a:cubicBezTo>
                  <a:pt x="122" y="204"/>
                  <a:pt x="124" y="208"/>
                  <a:pt x="123" y="212"/>
                </a:cubicBezTo>
                <a:cubicBezTo>
                  <a:pt x="122" y="215"/>
                  <a:pt x="119" y="217"/>
                  <a:pt x="115" y="217"/>
                </a:cubicBezTo>
                <a:close/>
                <a:moveTo>
                  <a:pt x="129" y="184"/>
                </a:moveTo>
                <a:cubicBezTo>
                  <a:pt x="128" y="184"/>
                  <a:pt x="127" y="184"/>
                  <a:pt x="126" y="183"/>
                </a:cubicBezTo>
                <a:cubicBezTo>
                  <a:pt x="122" y="182"/>
                  <a:pt x="120" y="178"/>
                  <a:pt x="122" y="174"/>
                </a:cubicBezTo>
                <a:cubicBezTo>
                  <a:pt x="122" y="173"/>
                  <a:pt x="122" y="173"/>
                  <a:pt x="122" y="173"/>
                </a:cubicBezTo>
                <a:cubicBezTo>
                  <a:pt x="124" y="169"/>
                  <a:pt x="128" y="167"/>
                  <a:pt x="132" y="169"/>
                </a:cubicBezTo>
                <a:cubicBezTo>
                  <a:pt x="136" y="170"/>
                  <a:pt x="138" y="175"/>
                  <a:pt x="136" y="179"/>
                </a:cubicBezTo>
                <a:cubicBezTo>
                  <a:pt x="135" y="182"/>
                  <a:pt x="132" y="184"/>
                  <a:pt x="129" y="184"/>
                </a:cubicBezTo>
                <a:close/>
                <a:moveTo>
                  <a:pt x="142" y="150"/>
                </a:moveTo>
                <a:cubicBezTo>
                  <a:pt x="141" y="150"/>
                  <a:pt x="140" y="150"/>
                  <a:pt x="140" y="150"/>
                </a:cubicBezTo>
                <a:cubicBezTo>
                  <a:pt x="136" y="148"/>
                  <a:pt x="134" y="144"/>
                  <a:pt x="135" y="140"/>
                </a:cubicBezTo>
                <a:cubicBezTo>
                  <a:pt x="135" y="140"/>
                  <a:pt x="135" y="140"/>
                  <a:pt x="135" y="140"/>
                </a:cubicBezTo>
                <a:cubicBezTo>
                  <a:pt x="137" y="136"/>
                  <a:pt x="141" y="134"/>
                  <a:pt x="145" y="135"/>
                </a:cubicBezTo>
                <a:cubicBezTo>
                  <a:pt x="149" y="137"/>
                  <a:pt x="151" y="141"/>
                  <a:pt x="150" y="145"/>
                </a:cubicBezTo>
                <a:cubicBezTo>
                  <a:pt x="148" y="148"/>
                  <a:pt x="145" y="150"/>
                  <a:pt x="142" y="150"/>
                </a:cubicBezTo>
                <a:close/>
                <a:moveTo>
                  <a:pt x="156" y="117"/>
                </a:moveTo>
                <a:cubicBezTo>
                  <a:pt x="155" y="117"/>
                  <a:pt x="154" y="117"/>
                  <a:pt x="153" y="116"/>
                </a:cubicBezTo>
                <a:cubicBezTo>
                  <a:pt x="149" y="115"/>
                  <a:pt x="147" y="111"/>
                  <a:pt x="149" y="107"/>
                </a:cubicBezTo>
                <a:cubicBezTo>
                  <a:pt x="149" y="106"/>
                  <a:pt x="149" y="106"/>
                  <a:pt x="149" y="106"/>
                </a:cubicBezTo>
                <a:cubicBezTo>
                  <a:pt x="150" y="102"/>
                  <a:pt x="155" y="100"/>
                  <a:pt x="159" y="102"/>
                </a:cubicBezTo>
                <a:cubicBezTo>
                  <a:pt x="163" y="104"/>
                  <a:pt x="165" y="108"/>
                  <a:pt x="163" y="112"/>
                </a:cubicBezTo>
                <a:cubicBezTo>
                  <a:pt x="162" y="115"/>
                  <a:pt x="159" y="117"/>
                  <a:pt x="156" y="117"/>
                </a:cubicBezTo>
                <a:close/>
                <a:moveTo>
                  <a:pt x="169" y="83"/>
                </a:moveTo>
                <a:cubicBezTo>
                  <a:pt x="168" y="83"/>
                  <a:pt x="167" y="83"/>
                  <a:pt x="166" y="83"/>
                </a:cubicBezTo>
                <a:cubicBezTo>
                  <a:pt x="162" y="81"/>
                  <a:pt x="160" y="77"/>
                  <a:pt x="162" y="73"/>
                </a:cubicBezTo>
                <a:cubicBezTo>
                  <a:pt x="162" y="73"/>
                  <a:pt x="162" y="73"/>
                  <a:pt x="162" y="73"/>
                </a:cubicBezTo>
                <a:cubicBezTo>
                  <a:pt x="164" y="69"/>
                  <a:pt x="168" y="67"/>
                  <a:pt x="172" y="69"/>
                </a:cubicBezTo>
                <a:cubicBezTo>
                  <a:pt x="176" y="70"/>
                  <a:pt x="178" y="75"/>
                  <a:pt x="176" y="78"/>
                </a:cubicBezTo>
                <a:cubicBezTo>
                  <a:pt x="175" y="82"/>
                  <a:pt x="172" y="83"/>
                  <a:pt x="169" y="83"/>
                </a:cubicBezTo>
                <a:close/>
                <a:moveTo>
                  <a:pt x="182" y="50"/>
                </a:moveTo>
                <a:cubicBezTo>
                  <a:pt x="182" y="50"/>
                  <a:pt x="181" y="50"/>
                  <a:pt x="180" y="50"/>
                </a:cubicBezTo>
                <a:cubicBezTo>
                  <a:pt x="176" y="48"/>
                  <a:pt x="174" y="44"/>
                  <a:pt x="175" y="40"/>
                </a:cubicBezTo>
                <a:cubicBezTo>
                  <a:pt x="176" y="39"/>
                  <a:pt x="176" y="39"/>
                  <a:pt x="176" y="39"/>
                </a:cubicBezTo>
                <a:cubicBezTo>
                  <a:pt x="177" y="35"/>
                  <a:pt x="182" y="34"/>
                  <a:pt x="186" y="35"/>
                </a:cubicBezTo>
                <a:cubicBezTo>
                  <a:pt x="189" y="37"/>
                  <a:pt x="191" y="41"/>
                  <a:pt x="190" y="45"/>
                </a:cubicBezTo>
                <a:cubicBezTo>
                  <a:pt x="189" y="48"/>
                  <a:pt x="186" y="50"/>
                  <a:pt x="182" y="50"/>
                </a:cubicBezTo>
                <a:close/>
                <a:moveTo>
                  <a:pt x="196" y="17"/>
                </a:moveTo>
                <a:cubicBezTo>
                  <a:pt x="195" y="17"/>
                  <a:pt x="194" y="16"/>
                  <a:pt x="193" y="16"/>
                </a:cubicBezTo>
                <a:cubicBezTo>
                  <a:pt x="189" y="15"/>
                  <a:pt x="187" y="10"/>
                  <a:pt x="189" y="6"/>
                </a:cubicBezTo>
                <a:cubicBezTo>
                  <a:pt x="189" y="6"/>
                  <a:pt x="189" y="6"/>
                  <a:pt x="189" y="6"/>
                </a:cubicBezTo>
                <a:cubicBezTo>
                  <a:pt x="191" y="2"/>
                  <a:pt x="195" y="0"/>
                  <a:pt x="199" y="2"/>
                </a:cubicBezTo>
                <a:cubicBezTo>
                  <a:pt x="203" y="3"/>
                  <a:pt x="205" y="8"/>
                  <a:pt x="203" y="12"/>
                </a:cubicBezTo>
                <a:cubicBezTo>
                  <a:pt x="202" y="15"/>
                  <a:pt x="199" y="17"/>
                  <a:pt x="196" y="17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" name="Freeform 160">
            <a:extLst>
              <a:ext uri="{FF2B5EF4-FFF2-40B4-BE49-F238E27FC236}">
                <a16:creationId xmlns:a16="http://schemas.microsoft.com/office/drawing/2014/main" id="{419FA2EA-2BCC-4E73-92EA-DEA49F8A0B96}"/>
              </a:ext>
            </a:extLst>
          </p:cNvPr>
          <p:cNvSpPr>
            <a:spLocks noEditPoints="1"/>
          </p:cNvSpPr>
          <p:nvPr/>
        </p:nvSpPr>
        <p:spPr bwMode="auto">
          <a:xfrm>
            <a:off x="3762654" y="3500755"/>
            <a:ext cx="39786" cy="1514725"/>
          </a:xfrm>
          <a:custGeom>
            <a:gdLst>
              <a:gd name="T0" fmla="*/ 0 w 15"/>
              <a:gd name="T1" fmla="*/ 584 h 592"/>
              <a:gd name="T2" fmla="*/ 8 w 15"/>
              <a:gd name="T3" fmla="*/ 576 h 592"/>
              <a:gd name="T4" fmla="*/ 8 w 15"/>
              <a:gd name="T5" fmla="*/ 592 h 592"/>
              <a:gd name="T6" fmla="*/ 0 w 15"/>
              <a:gd name="T7" fmla="*/ 548 h 592"/>
              <a:gd name="T8" fmla="*/ 8 w 15"/>
              <a:gd name="T9" fmla="*/ 540 h 592"/>
              <a:gd name="T10" fmla="*/ 15 w 15"/>
              <a:gd name="T11" fmla="*/ 548 h 592"/>
              <a:gd name="T12" fmla="*/ 8 w 15"/>
              <a:gd name="T13" fmla="*/ 520 h 592"/>
              <a:gd name="T14" fmla="*/ 0 w 15"/>
              <a:gd name="T15" fmla="*/ 512 h 592"/>
              <a:gd name="T16" fmla="*/ 15 w 15"/>
              <a:gd name="T17" fmla="*/ 512 h 592"/>
              <a:gd name="T18" fmla="*/ 8 w 15"/>
              <a:gd name="T19" fmla="*/ 484 h 592"/>
              <a:gd name="T20" fmla="*/ 0 w 15"/>
              <a:gd name="T21" fmla="*/ 476 h 592"/>
              <a:gd name="T22" fmla="*/ 15 w 15"/>
              <a:gd name="T23" fmla="*/ 476 h 592"/>
              <a:gd name="T24" fmla="*/ 8 w 15"/>
              <a:gd name="T25" fmla="*/ 484 h 592"/>
              <a:gd name="T26" fmla="*/ 0 w 15"/>
              <a:gd name="T27" fmla="*/ 440 h 592"/>
              <a:gd name="T28" fmla="*/ 8 w 15"/>
              <a:gd name="T29" fmla="*/ 432 h 592"/>
              <a:gd name="T30" fmla="*/ 8 w 15"/>
              <a:gd name="T31" fmla="*/ 448 h 592"/>
              <a:gd name="T32" fmla="*/ 0 w 15"/>
              <a:gd name="T33" fmla="*/ 404 h 592"/>
              <a:gd name="T34" fmla="*/ 8 w 15"/>
              <a:gd name="T35" fmla="*/ 396 h 592"/>
              <a:gd name="T36" fmla="*/ 8 w 15"/>
              <a:gd name="T37" fmla="*/ 412 h 592"/>
              <a:gd name="T38" fmla="*/ 0 w 15"/>
              <a:gd name="T39" fmla="*/ 368 h 592"/>
              <a:gd name="T40" fmla="*/ 8 w 15"/>
              <a:gd name="T41" fmla="*/ 360 h 592"/>
              <a:gd name="T42" fmla="*/ 15 w 15"/>
              <a:gd name="T43" fmla="*/ 368 h 592"/>
              <a:gd name="T44" fmla="*/ 8 w 15"/>
              <a:gd name="T45" fmla="*/ 340 h 592"/>
              <a:gd name="T46" fmla="*/ 0 w 15"/>
              <a:gd name="T47" fmla="*/ 332 h 592"/>
              <a:gd name="T48" fmla="*/ 15 w 15"/>
              <a:gd name="T49" fmla="*/ 332 h 592"/>
              <a:gd name="T50" fmla="*/ 8 w 15"/>
              <a:gd name="T51" fmla="*/ 304 h 592"/>
              <a:gd name="T52" fmla="*/ 0 w 15"/>
              <a:gd name="T53" fmla="*/ 296 h 592"/>
              <a:gd name="T54" fmla="*/ 15 w 15"/>
              <a:gd name="T55" fmla="*/ 296 h 592"/>
              <a:gd name="T56" fmla="*/ 8 w 15"/>
              <a:gd name="T57" fmla="*/ 304 h 592"/>
              <a:gd name="T58" fmla="*/ 0 w 15"/>
              <a:gd name="T59" fmla="*/ 260 h 592"/>
              <a:gd name="T60" fmla="*/ 8 w 15"/>
              <a:gd name="T61" fmla="*/ 252 h 592"/>
              <a:gd name="T62" fmla="*/ 8 w 15"/>
              <a:gd name="T63" fmla="*/ 268 h 592"/>
              <a:gd name="T64" fmla="*/ 0 w 15"/>
              <a:gd name="T65" fmla="*/ 224 h 592"/>
              <a:gd name="T66" fmla="*/ 8 w 15"/>
              <a:gd name="T67" fmla="*/ 216 h 592"/>
              <a:gd name="T68" fmla="*/ 8 w 15"/>
              <a:gd name="T69" fmla="*/ 232 h 592"/>
              <a:gd name="T70" fmla="*/ 0 w 15"/>
              <a:gd name="T71" fmla="*/ 188 h 592"/>
              <a:gd name="T72" fmla="*/ 8 w 15"/>
              <a:gd name="T73" fmla="*/ 180 h 592"/>
              <a:gd name="T74" fmla="*/ 15 w 15"/>
              <a:gd name="T75" fmla="*/ 188 h 592"/>
              <a:gd name="T76" fmla="*/ 8 w 15"/>
              <a:gd name="T77" fmla="*/ 160 h 592"/>
              <a:gd name="T78" fmla="*/ 0 w 15"/>
              <a:gd name="T79" fmla="*/ 152 h 592"/>
              <a:gd name="T80" fmla="*/ 15 w 15"/>
              <a:gd name="T81" fmla="*/ 152 h 592"/>
              <a:gd name="T82" fmla="*/ 8 w 15"/>
              <a:gd name="T83" fmla="*/ 124 h 592"/>
              <a:gd name="T84" fmla="*/ 0 w 15"/>
              <a:gd name="T85" fmla="*/ 116 h 592"/>
              <a:gd name="T86" fmla="*/ 15 w 15"/>
              <a:gd name="T87" fmla="*/ 116 h 592"/>
              <a:gd name="T88" fmla="*/ 8 w 15"/>
              <a:gd name="T89" fmla="*/ 124 h 592"/>
              <a:gd name="T90" fmla="*/ 0 w 15"/>
              <a:gd name="T91" fmla="*/ 80 h 592"/>
              <a:gd name="T92" fmla="*/ 8 w 15"/>
              <a:gd name="T93" fmla="*/ 72 h 592"/>
              <a:gd name="T94" fmla="*/ 15 w 15"/>
              <a:gd name="T95" fmla="*/ 80 h 592"/>
              <a:gd name="T96" fmla="*/ 8 w 15"/>
              <a:gd name="T97" fmla="*/ 52 h 592"/>
              <a:gd name="T98" fmla="*/ 0 w 15"/>
              <a:gd name="T99" fmla="*/ 44 h 592"/>
              <a:gd name="T100" fmla="*/ 15 w 15"/>
              <a:gd name="T101" fmla="*/ 44 h 592"/>
              <a:gd name="T102" fmla="*/ 8 w 15"/>
              <a:gd name="T103" fmla="*/ 52 h 592"/>
              <a:gd name="T104" fmla="*/ 0 w 15"/>
              <a:gd name="T105" fmla="*/ 8 h 592"/>
              <a:gd name="T106" fmla="*/ 8 w 15"/>
              <a:gd name="T107" fmla="*/ 0 h 592"/>
              <a:gd name="T108" fmla="*/ 15 w 15"/>
              <a:gd name="T109" fmla="*/ 8 h 592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5" h="592">
                <a:moveTo>
                  <a:pt x="8" y="592"/>
                </a:moveTo>
                <a:cubicBezTo>
                  <a:pt x="3" y="592"/>
                  <a:pt x="0" y="589"/>
                  <a:pt x="0" y="584"/>
                </a:cubicBezTo>
                <a:cubicBezTo>
                  <a:pt x="0" y="584"/>
                  <a:pt x="0" y="584"/>
                  <a:pt x="0" y="584"/>
                </a:cubicBezTo>
                <a:cubicBezTo>
                  <a:pt x="0" y="580"/>
                  <a:pt x="3" y="576"/>
                  <a:pt x="8" y="576"/>
                </a:cubicBezTo>
                <a:cubicBezTo>
                  <a:pt x="12" y="576"/>
                  <a:pt x="15" y="580"/>
                  <a:pt x="15" y="584"/>
                </a:cubicBezTo>
                <a:cubicBezTo>
                  <a:pt x="15" y="588"/>
                  <a:pt x="12" y="592"/>
                  <a:pt x="8" y="592"/>
                </a:cubicBezTo>
                <a:close/>
                <a:moveTo>
                  <a:pt x="8" y="556"/>
                </a:moveTo>
                <a:cubicBezTo>
                  <a:pt x="3" y="556"/>
                  <a:pt x="0" y="553"/>
                  <a:pt x="0" y="548"/>
                </a:cubicBezTo>
                <a:cubicBezTo>
                  <a:pt x="0" y="548"/>
                  <a:pt x="0" y="548"/>
                  <a:pt x="0" y="548"/>
                </a:cubicBezTo>
                <a:cubicBezTo>
                  <a:pt x="0" y="544"/>
                  <a:pt x="3" y="540"/>
                  <a:pt x="8" y="540"/>
                </a:cubicBezTo>
                <a:cubicBezTo>
                  <a:pt x="12" y="540"/>
                  <a:pt x="15" y="544"/>
                  <a:pt x="15" y="548"/>
                </a:cubicBezTo>
                <a:cubicBezTo>
                  <a:pt x="15" y="548"/>
                  <a:pt x="15" y="548"/>
                  <a:pt x="15" y="548"/>
                </a:cubicBezTo>
                <a:cubicBezTo>
                  <a:pt x="15" y="553"/>
                  <a:pt x="12" y="556"/>
                  <a:pt x="8" y="556"/>
                </a:cubicBezTo>
                <a:close/>
                <a:moveTo>
                  <a:pt x="8" y="520"/>
                </a:moveTo>
                <a:cubicBezTo>
                  <a:pt x="3" y="520"/>
                  <a:pt x="0" y="517"/>
                  <a:pt x="0" y="512"/>
                </a:cubicBezTo>
                <a:cubicBezTo>
                  <a:pt x="0" y="512"/>
                  <a:pt x="0" y="512"/>
                  <a:pt x="0" y="512"/>
                </a:cubicBezTo>
                <a:cubicBezTo>
                  <a:pt x="0" y="508"/>
                  <a:pt x="3" y="504"/>
                  <a:pt x="8" y="504"/>
                </a:cubicBezTo>
                <a:cubicBezTo>
                  <a:pt x="12" y="504"/>
                  <a:pt x="15" y="508"/>
                  <a:pt x="15" y="512"/>
                </a:cubicBezTo>
                <a:cubicBezTo>
                  <a:pt x="15" y="516"/>
                  <a:pt x="12" y="520"/>
                  <a:pt x="8" y="520"/>
                </a:cubicBezTo>
                <a:close/>
                <a:moveTo>
                  <a:pt x="8" y="484"/>
                </a:moveTo>
                <a:cubicBezTo>
                  <a:pt x="3" y="484"/>
                  <a:pt x="0" y="481"/>
                  <a:pt x="0" y="476"/>
                </a:cubicBezTo>
                <a:cubicBezTo>
                  <a:pt x="0" y="476"/>
                  <a:pt x="0" y="476"/>
                  <a:pt x="0" y="476"/>
                </a:cubicBezTo>
                <a:cubicBezTo>
                  <a:pt x="0" y="472"/>
                  <a:pt x="3" y="468"/>
                  <a:pt x="8" y="468"/>
                </a:cubicBezTo>
                <a:cubicBezTo>
                  <a:pt x="12" y="468"/>
                  <a:pt x="15" y="472"/>
                  <a:pt x="15" y="476"/>
                </a:cubicBezTo>
                <a:cubicBezTo>
                  <a:pt x="15" y="476"/>
                  <a:pt x="15" y="476"/>
                  <a:pt x="15" y="476"/>
                </a:cubicBezTo>
                <a:cubicBezTo>
                  <a:pt x="15" y="481"/>
                  <a:pt x="12" y="484"/>
                  <a:pt x="8" y="484"/>
                </a:cubicBezTo>
                <a:close/>
                <a:moveTo>
                  <a:pt x="8" y="448"/>
                </a:moveTo>
                <a:cubicBezTo>
                  <a:pt x="3" y="448"/>
                  <a:pt x="0" y="445"/>
                  <a:pt x="0" y="440"/>
                </a:cubicBezTo>
                <a:cubicBezTo>
                  <a:pt x="0" y="440"/>
                  <a:pt x="0" y="440"/>
                  <a:pt x="0" y="440"/>
                </a:cubicBezTo>
                <a:cubicBezTo>
                  <a:pt x="0" y="436"/>
                  <a:pt x="3" y="432"/>
                  <a:pt x="8" y="432"/>
                </a:cubicBezTo>
                <a:cubicBezTo>
                  <a:pt x="12" y="432"/>
                  <a:pt x="15" y="436"/>
                  <a:pt x="15" y="440"/>
                </a:cubicBezTo>
                <a:cubicBezTo>
                  <a:pt x="15" y="444"/>
                  <a:pt x="12" y="448"/>
                  <a:pt x="8" y="448"/>
                </a:cubicBezTo>
                <a:close/>
                <a:moveTo>
                  <a:pt x="8" y="412"/>
                </a:moveTo>
                <a:cubicBezTo>
                  <a:pt x="3" y="412"/>
                  <a:pt x="0" y="409"/>
                  <a:pt x="0" y="404"/>
                </a:cubicBezTo>
                <a:cubicBezTo>
                  <a:pt x="0" y="404"/>
                  <a:pt x="0" y="404"/>
                  <a:pt x="0" y="404"/>
                </a:cubicBezTo>
                <a:cubicBezTo>
                  <a:pt x="0" y="400"/>
                  <a:pt x="3" y="396"/>
                  <a:pt x="8" y="396"/>
                </a:cubicBezTo>
                <a:cubicBezTo>
                  <a:pt x="12" y="396"/>
                  <a:pt x="15" y="400"/>
                  <a:pt x="15" y="404"/>
                </a:cubicBezTo>
                <a:cubicBezTo>
                  <a:pt x="15" y="408"/>
                  <a:pt x="12" y="412"/>
                  <a:pt x="8" y="412"/>
                </a:cubicBezTo>
                <a:close/>
                <a:moveTo>
                  <a:pt x="8" y="376"/>
                </a:moveTo>
                <a:cubicBezTo>
                  <a:pt x="3" y="376"/>
                  <a:pt x="0" y="373"/>
                  <a:pt x="0" y="368"/>
                </a:cubicBezTo>
                <a:cubicBezTo>
                  <a:pt x="0" y="368"/>
                  <a:pt x="0" y="368"/>
                  <a:pt x="0" y="368"/>
                </a:cubicBezTo>
                <a:cubicBezTo>
                  <a:pt x="0" y="364"/>
                  <a:pt x="3" y="360"/>
                  <a:pt x="8" y="360"/>
                </a:cubicBezTo>
                <a:cubicBezTo>
                  <a:pt x="12" y="360"/>
                  <a:pt x="15" y="364"/>
                  <a:pt x="15" y="368"/>
                </a:cubicBezTo>
                <a:cubicBezTo>
                  <a:pt x="15" y="368"/>
                  <a:pt x="15" y="368"/>
                  <a:pt x="15" y="368"/>
                </a:cubicBezTo>
                <a:cubicBezTo>
                  <a:pt x="15" y="373"/>
                  <a:pt x="12" y="376"/>
                  <a:pt x="8" y="376"/>
                </a:cubicBezTo>
                <a:close/>
                <a:moveTo>
                  <a:pt x="8" y="340"/>
                </a:moveTo>
                <a:cubicBezTo>
                  <a:pt x="3" y="340"/>
                  <a:pt x="0" y="337"/>
                  <a:pt x="0" y="332"/>
                </a:cubicBezTo>
                <a:cubicBezTo>
                  <a:pt x="0" y="332"/>
                  <a:pt x="0" y="332"/>
                  <a:pt x="0" y="332"/>
                </a:cubicBezTo>
                <a:cubicBezTo>
                  <a:pt x="0" y="328"/>
                  <a:pt x="3" y="324"/>
                  <a:pt x="8" y="324"/>
                </a:cubicBezTo>
                <a:cubicBezTo>
                  <a:pt x="12" y="324"/>
                  <a:pt x="15" y="328"/>
                  <a:pt x="15" y="332"/>
                </a:cubicBezTo>
                <a:cubicBezTo>
                  <a:pt x="15" y="336"/>
                  <a:pt x="12" y="340"/>
                  <a:pt x="8" y="340"/>
                </a:cubicBezTo>
                <a:close/>
                <a:moveTo>
                  <a:pt x="8" y="304"/>
                </a:moveTo>
                <a:cubicBezTo>
                  <a:pt x="3" y="304"/>
                  <a:pt x="0" y="301"/>
                  <a:pt x="0" y="296"/>
                </a:cubicBezTo>
                <a:cubicBezTo>
                  <a:pt x="0" y="296"/>
                  <a:pt x="0" y="296"/>
                  <a:pt x="0" y="296"/>
                </a:cubicBezTo>
                <a:cubicBezTo>
                  <a:pt x="0" y="292"/>
                  <a:pt x="3" y="288"/>
                  <a:pt x="8" y="288"/>
                </a:cubicBezTo>
                <a:cubicBezTo>
                  <a:pt x="12" y="288"/>
                  <a:pt x="15" y="292"/>
                  <a:pt x="15" y="296"/>
                </a:cubicBezTo>
                <a:cubicBezTo>
                  <a:pt x="15" y="296"/>
                  <a:pt x="15" y="296"/>
                  <a:pt x="15" y="296"/>
                </a:cubicBezTo>
                <a:cubicBezTo>
                  <a:pt x="15" y="301"/>
                  <a:pt x="12" y="304"/>
                  <a:pt x="8" y="304"/>
                </a:cubicBezTo>
                <a:close/>
                <a:moveTo>
                  <a:pt x="8" y="268"/>
                </a:moveTo>
                <a:cubicBezTo>
                  <a:pt x="3" y="268"/>
                  <a:pt x="0" y="264"/>
                  <a:pt x="0" y="260"/>
                </a:cubicBezTo>
                <a:cubicBezTo>
                  <a:pt x="0" y="260"/>
                  <a:pt x="0" y="260"/>
                  <a:pt x="0" y="260"/>
                </a:cubicBezTo>
                <a:cubicBezTo>
                  <a:pt x="0" y="256"/>
                  <a:pt x="3" y="252"/>
                  <a:pt x="8" y="252"/>
                </a:cubicBezTo>
                <a:cubicBezTo>
                  <a:pt x="12" y="252"/>
                  <a:pt x="15" y="256"/>
                  <a:pt x="15" y="260"/>
                </a:cubicBezTo>
                <a:cubicBezTo>
                  <a:pt x="15" y="264"/>
                  <a:pt x="12" y="268"/>
                  <a:pt x="8" y="268"/>
                </a:cubicBezTo>
                <a:close/>
                <a:moveTo>
                  <a:pt x="8" y="232"/>
                </a:moveTo>
                <a:cubicBezTo>
                  <a:pt x="3" y="232"/>
                  <a:pt x="0" y="228"/>
                  <a:pt x="0" y="224"/>
                </a:cubicBezTo>
                <a:cubicBezTo>
                  <a:pt x="0" y="224"/>
                  <a:pt x="0" y="224"/>
                  <a:pt x="0" y="224"/>
                </a:cubicBezTo>
                <a:cubicBezTo>
                  <a:pt x="0" y="220"/>
                  <a:pt x="3" y="216"/>
                  <a:pt x="8" y="216"/>
                </a:cubicBezTo>
                <a:cubicBezTo>
                  <a:pt x="12" y="216"/>
                  <a:pt x="15" y="220"/>
                  <a:pt x="15" y="224"/>
                </a:cubicBezTo>
                <a:cubicBezTo>
                  <a:pt x="15" y="228"/>
                  <a:pt x="12" y="232"/>
                  <a:pt x="8" y="232"/>
                </a:cubicBezTo>
                <a:close/>
                <a:moveTo>
                  <a:pt x="8" y="196"/>
                </a:moveTo>
                <a:cubicBezTo>
                  <a:pt x="3" y="196"/>
                  <a:pt x="0" y="192"/>
                  <a:pt x="0" y="188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184"/>
                  <a:pt x="3" y="180"/>
                  <a:pt x="8" y="180"/>
                </a:cubicBezTo>
                <a:cubicBezTo>
                  <a:pt x="12" y="180"/>
                  <a:pt x="15" y="184"/>
                  <a:pt x="15" y="188"/>
                </a:cubicBezTo>
                <a:cubicBezTo>
                  <a:pt x="15" y="188"/>
                  <a:pt x="15" y="188"/>
                  <a:pt x="15" y="188"/>
                </a:cubicBezTo>
                <a:cubicBezTo>
                  <a:pt x="15" y="192"/>
                  <a:pt x="12" y="196"/>
                  <a:pt x="8" y="196"/>
                </a:cubicBezTo>
                <a:close/>
                <a:moveTo>
                  <a:pt x="8" y="160"/>
                </a:moveTo>
                <a:cubicBezTo>
                  <a:pt x="3" y="160"/>
                  <a:pt x="0" y="156"/>
                  <a:pt x="0" y="152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48"/>
                  <a:pt x="3" y="144"/>
                  <a:pt x="8" y="144"/>
                </a:cubicBezTo>
                <a:cubicBezTo>
                  <a:pt x="12" y="144"/>
                  <a:pt x="15" y="148"/>
                  <a:pt x="15" y="152"/>
                </a:cubicBezTo>
                <a:cubicBezTo>
                  <a:pt x="15" y="156"/>
                  <a:pt x="12" y="160"/>
                  <a:pt x="8" y="160"/>
                </a:cubicBezTo>
                <a:close/>
                <a:moveTo>
                  <a:pt x="8" y="124"/>
                </a:moveTo>
                <a:cubicBezTo>
                  <a:pt x="3" y="124"/>
                  <a:pt x="0" y="120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2"/>
                  <a:pt x="3" y="108"/>
                  <a:pt x="8" y="108"/>
                </a:cubicBezTo>
                <a:cubicBezTo>
                  <a:pt x="12" y="108"/>
                  <a:pt x="15" y="112"/>
                  <a:pt x="15" y="116"/>
                </a:cubicBezTo>
                <a:cubicBezTo>
                  <a:pt x="15" y="116"/>
                  <a:pt x="15" y="116"/>
                  <a:pt x="15" y="116"/>
                </a:cubicBezTo>
                <a:cubicBezTo>
                  <a:pt x="15" y="120"/>
                  <a:pt x="12" y="124"/>
                  <a:pt x="8" y="124"/>
                </a:cubicBezTo>
                <a:close/>
                <a:moveTo>
                  <a:pt x="8" y="88"/>
                </a:moveTo>
                <a:cubicBezTo>
                  <a:pt x="3" y="88"/>
                  <a:pt x="0" y="84"/>
                  <a:pt x="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75"/>
                  <a:pt x="3" y="72"/>
                  <a:pt x="8" y="72"/>
                </a:cubicBezTo>
                <a:cubicBezTo>
                  <a:pt x="12" y="72"/>
                  <a:pt x="15" y="75"/>
                  <a:pt x="15" y="80"/>
                </a:cubicBezTo>
                <a:cubicBezTo>
                  <a:pt x="15" y="80"/>
                  <a:pt x="15" y="80"/>
                  <a:pt x="15" y="80"/>
                </a:cubicBezTo>
                <a:cubicBezTo>
                  <a:pt x="15" y="84"/>
                  <a:pt x="12" y="88"/>
                  <a:pt x="8" y="88"/>
                </a:cubicBezTo>
                <a:close/>
                <a:moveTo>
                  <a:pt x="8" y="52"/>
                </a:moveTo>
                <a:cubicBezTo>
                  <a:pt x="3" y="52"/>
                  <a:pt x="0" y="48"/>
                  <a:pt x="0" y="44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39"/>
                  <a:pt x="3" y="36"/>
                  <a:pt x="8" y="36"/>
                </a:cubicBezTo>
                <a:cubicBezTo>
                  <a:pt x="12" y="36"/>
                  <a:pt x="15" y="39"/>
                  <a:pt x="15" y="44"/>
                </a:cubicBezTo>
                <a:cubicBezTo>
                  <a:pt x="15" y="44"/>
                  <a:pt x="15" y="44"/>
                  <a:pt x="15" y="44"/>
                </a:cubicBezTo>
                <a:cubicBezTo>
                  <a:pt x="15" y="48"/>
                  <a:pt x="12" y="52"/>
                  <a:pt x="8" y="52"/>
                </a:cubicBezTo>
                <a:close/>
                <a:moveTo>
                  <a:pt x="8" y="16"/>
                </a:moveTo>
                <a:cubicBezTo>
                  <a:pt x="3" y="16"/>
                  <a:pt x="0" y="12"/>
                  <a:pt x="0" y="8"/>
                </a:cubicBezTo>
                <a:cubicBezTo>
                  <a:pt x="0" y="8"/>
                  <a:pt x="0" y="8"/>
                  <a:pt x="0" y="8"/>
                </a:cubicBezTo>
                <a:cubicBezTo>
                  <a:pt x="0" y="3"/>
                  <a:pt x="3" y="0"/>
                  <a:pt x="8" y="0"/>
                </a:cubicBezTo>
                <a:cubicBezTo>
                  <a:pt x="12" y="0"/>
                  <a:pt x="15" y="3"/>
                  <a:pt x="15" y="8"/>
                </a:cubicBezTo>
                <a:cubicBezTo>
                  <a:pt x="15" y="8"/>
                  <a:pt x="15" y="8"/>
                  <a:pt x="15" y="8"/>
                </a:cubicBezTo>
                <a:cubicBezTo>
                  <a:pt x="15" y="12"/>
                  <a:pt x="12" y="16"/>
                  <a:pt x="8" y="16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" name="Freeform 161">
            <a:extLst>
              <a:ext uri="{FF2B5EF4-FFF2-40B4-BE49-F238E27FC236}">
                <a16:creationId xmlns:a16="http://schemas.microsoft.com/office/drawing/2014/main" id="{789F8098-8D40-4969-93DB-C04D8EDC7AC3}"/>
              </a:ext>
            </a:extLst>
          </p:cNvPr>
          <p:cNvSpPr>
            <a:spLocks noEditPoints="1"/>
          </p:cNvSpPr>
          <p:nvPr/>
        </p:nvSpPr>
        <p:spPr bwMode="auto">
          <a:xfrm>
            <a:off x="5433682" y="3227934"/>
            <a:ext cx="1060024" cy="1798914"/>
          </a:xfrm>
          <a:custGeom>
            <a:gdLst>
              <a:gd name="T0" fmla="*/ 398 w 413"/>
              <a:gd name="T1" fmla="*/ 699 h 703"/>
              <a:gd name="T2" fmla="*/ 411 w 413"/>
              <a:gd name="T3" fmla="*/ 692 h 703"/>
              <a:gd name="T4" fmla="*/ 387 w 413"/>
              <a:gd name="T5" fmla="*/ 672 h 703"/>
              <a:gd name="T6" fmla="*/ 383 w 413"/>
              <a:gd name="T7" fmla="*/ 657 h 703"/>
              <a:gd name="T8" fmla="*/ 390 w 413"/>
              <a:gd name="T9" fmla="*/ 671 h 703"/>
              <a:gd name="T10" fmla="*/ 362 w 413"/>
              <a:gd name="T11" fmla="*/ 637 h 703"/>
              <a:gd name="T12" fmla="*/ 375 w 413"/>
              <a:gd name="T13" fmla="*/ 629 h 703"/>
              <a:gd name="T14" fmla="*/ 369 w 413"/>
              <a:gd name="T15" fmla="*/ 641 h 703"/>
              <a:gd name="T16" fmla="*/ 347 w 413"/>
              <a:gd name="T17" fmla="*/ 595 h 703"/>
              <a:gd name="T18" fmla="*/ 355 w 413"/>
              <a:gd name="T19" fmla="*/ 609 h 703"/>
              <a:gd name="T20" fmla="*/ 326 w 413"/>
              <a:gd name="T21" fmla="*/ 575 h 703"/>
              <a:gd name="T22" fmla="*/ 339 w 413"/>
              <a:gd name="T23" fmla="*/ 567 h 703"/>
              <a:gd name="T24" fmla="*/ 333 w 413"/>
              <a:gd name="T25" fmla="*/ 578 h 703"/>
              <a:gd name="T26" fmla="*/ 311 w 413"/>
              <a:gd name="T27" fmla="*/ 533 h 703"/>
              <a:gd name="T28" fmla="*/ 319 w 413"/>
              <a:gd name="T29" fmla="*/ 546 h 703"/>
              <a:gd name="T30" fmla="*/ 290 w 413"/>
              <a:gd name="T31" fmla="*/ 512 h 703"/>
              <a:gd name="T32" fmla="*/ 303 w 413"/>
              <a:gd name="T33" fmla="*/ 504 h 703"/>
              <a:gd name="T34" fmla="*/ 297 w 413"/>
              <a:gd name="T35" fmla="*/ 516 h 703"/>
              <a:gd name="T36" fmla="*/ 275 w 413"/>
              <a:gd name="T37" fmla="*/ 470 h 703"/>
              <a:gd name="T38" fmla="*/ 283 w 413"/>
              <a:gd name="T39" fmla="*/ 484 h 703"/>
              <a:gd name="T40" fmla="*/ 254 w 413"/>
              <a:gd name="T41" fmla="*/ 450 h 703"/>
              <a:gd name="T42" fmla="*/ 267 w 413"/>
              <a:gd name="T43" fmla="*/ 442 h 703"/>
              <a:gd name="T44" fmla="*/ 261 w 413"/>
              <a:gd name="T45" fmla="*/ 454 h 703"/>
              <a:gd name="T46" fmla="*/ 239 w 413"/>
              <a:gd name="T47" fmla="*/ 408 h 703"/>
              <a:gd name="T48" fmla="*/ 247 w 413"/>
              <a:gd name="T49" fmla="*/ 421 h 703"/>
              <a:gd name="T50" fmla="*/ 218 w 413"/>
              <a:gd name="T51" fmla="*/ 387 h 703"/>
              <a:gd name="T52" fmla="*/ 231 w 413"/>
              <a:gd name="T53" fmla="*/ 379 h 703"/>
              <a:gd name="T54" fmla="*/ 225 w 413"/>
              <a:gd name="T55" fmla="*/ 391 h 703"/>
              <a:gd name="T56" fmla="*/ 203 w 413"/>
              <a:gd name="T57" fmla="*/ 346 h 703"/>
              <a:gd name="T58" fmla="*/ 211 w 413"/>
              <a:gd name="T59" fmla="*/ 359 h 703"/>
              <a:gd name="T60" fmla="*/ 182 w 413"/>
              <a:gd name="T61" fmla="*/ 325 h 703"/>
              <a:gd name="T62" fmla="*/ 195 w 413"/>
              <a:gd name="T63" fmla="*/ 317 h 703"/>
              <a:gd name="T64" fmla="*/ 189 w 413"/>
              <a:gd name="T65" fmla="*/ 329 h 703"/>
              <a:gd name="T66" fmla="*/ 164 w 413"/>
              <a:gd name="T67" fmla="*/ 293 h 703"/>
              <a:gd name="T68" fmla="*/ 178 w 413"/>
              <a:gd name="T69" fmla="*/ 286 h 703"/>
              <a:gd name="T70" fmla="*/ 153 w 413"/>
              <a:gd name="T71" fmla="*/ 266 h 703"/>
              <a:gd name="T72" fmla="*/ 149 w 413"/>
              <a:gd name="T73" fmla="*/ 252 h 703"/>
              <a:gd name="T74" fmla="*/ 157 w 413"/>
              <a:gd name="T75" fmla="*/ 265 h 703"/>
              <a:gd name="T76" fmla="*/ 129 w 413"/>
              <a:gd name="T77" fmla="*/ 231 h 703"/>
              <a:gd name="T78" fmla="*/ 141 w 413"/>
              <a:gd name="T79" fmla="*/ 223 h 703"/>
              <a:gd name="T80" fmla="*/ 135 w 413"/>
              <a:gd name="T81" fmla="*/ 235 h 703"/>
              <a:gd name="T82" fmla="*/ 110 w 413"/>
              <a:gd name="T83" fmla="*/ 200 h 703"/>
              <a:gd name="T84" fmla="*/ 124 w 413"/>
              <a:gd name="T85" fmla="*/ 192 h 703"/>
              <a:gd name="T86" fmla="*/ 99 w 413"/>
              <a:gd name="T87" fmla="*/ 173 h 703"/>
              <a:gd name="T88" fmla="*/ 95 w 413"/>
              <a:gd name="T89" fmla="*/ 158 h 703"/>
              <a:gd name="T90" fmla="*/ 103 w 413"/>
              <a:gd name="T91" fmla="*/ 172 h 703"/>
              <a:gd name="T92" fmla="*/ 75 w 413"/>
              <a:gd name="T93" fmla="*/ 138 h 703"/>
              <a:gd name="T94" fmla="*/ 88 w 413"/>
              <a:gd name="T95" fmla="*/ 130 h 703"/>
              <a:gd name="T96" fmla="*/ 81 w 413"/>
              <a:gd name="T97" fmla="*/ 141 h 703"/>
              <a:gd name="T98" fmla="*/ 56 w 413"/>
              <a:gd name="T99" fmla="*/ 106 h 703"/>
              <a:gd name="T100" fmla="*/ 70 w 413"/>
              <a:gd name="T101" fmla="*/ 99 h 703"/>
              <a:gd name="T102" fmla="*/ 45 w 413"/>
              <a:gd name="T103" fmla="*/ 79 h 703"/>
              <a:gd name="T104" fmla="*/ 41 w 413"/>
              <a:gd name="T105" fmla="*/ 64 h 703"/>
              <a:gd name="T106" fmla="*/ 49 w 413"/>
              <a:gd name="T107" fmla="*/ 78 h 703"/>
              <a:gd name="T108" fmla="*/ 21 w 413"/>
              <a:gd name="T109" fmla="*/ 44 h 703"/>
              <a:gd name="T110" fmla="*/ 34 w 413"/>
              <a:gd name="T111" fmla="*/ 36 h 703"/>
              <a:gd name="T112" fmla="*/ 27 w 413"/>
              <a:gd name="T113" fmla="*/ 48 h 703"/>
              <a:gd name="T114" fmla="*/ 3 w 413"/>
              <a:gd name="T115" fmla="*/ 12 h 703"/>
              <a:gd name="T116" fmla="*/ 16 w 413"/>
              <a:gd name="T117" fmla="*/ 5 h 703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2" h="703">
                <a:moveTo>
                  <a:pt x="405" y="703"/>
                </a:moveTo>
                <a:cubicBezTo>
                  <a:pt x="402" y="703"/>
                  <a:pt x="399" y="702"/>
                  <a:pt x="398" y="700"/>
                </a:cubicBezTo>
                <a:cubicBezTo>
                  <a:pt x="398" y="699"/>
                  <a:pt x="398" y="699"/>
                  <a:pt x="398" y="699"/>
                </a:cubicBezTo>
                <a:cubicBezTo>
                  <a:pt x="396" y="695"/>
                  <a:pt x="397" y="691"/>
                  <a:pt x="401" y="689"/>
                </a:cubicBezTo>
                <a:cubicBezTo>
                  <a:pt x="404" y="687"/>
                  <a:pt x="409" y="688"/>
                  <a:pt x="411" y="691"/>
                </a:cubicBezTo>
                <a:cubicBezTo>
                  <a:pt x="411" y="692"/>
                  <a:pt x="411" y="692"/>
                  <a:pt x="411" y="692"/>
                </a:cubicBezTo>
                <a:cubicBezTo>
                  <a:pt x="413" y="696"/>
                  <a:pt x="412" y="700"/>
                  <a:pt x="408" y="702"/>
                </a:cubicBezTo>
                <a:cubicBezTo>
                  <a:pt x="407" y="703"/>
                  <a:pt x="406" y="703"/>
                  <a:pt x="405" y="703"/>
                </a:cubicBezTo>
                <a:close/>
                <a:moveTo>
                  <a:pt x="387" y="672"/>
                </a:moveTo>
                <a:cubicBezTo>
                  <a:pt x="384" y="672"/>
                  <a:pt x="381" y="671"/>
                  <a:pt x="380" y="668"/>
                </a:cubicBezTo>
                <a:cubicBezTo>
                  <a:pt x="380" y="668"/>
                  <a:pt x="380" y="668"/>
                  <a:pt x="380" y="668"/>
                </a:cubicBezTo>
                <a:cubicBezTo>
                  <a:pt x="378" y="664"/>
                  <a:pt x="379" y="660"/>
                  <a:pt x="383" y="657"/>
                </a:cubicBezTo>
                <a:cubicBezTo>
                  <a:pt x="386" y="655"/>
                  <a:pt x="391" y="657"/>
                  <a:pt x="393" y="660"/>
                </a:cubicBezTo>
                <a:cubicBezTo>
                  <a:pt x="393" y="661"/>
                  <a:pt x="393" y="661"/>
                  <a:pt x="393" y="661"/>
                </a:cubicBezTo>
                <a:cubicBezTo>
                  <a:pt x="395" y="664"/>
                  <a:pt x="394" y="669"/>
                  <a:pt x="390" y="671"/>
                </a:cubicBezTo>
                <a:cubicBezTo>
                  <a:pt x="389" y="672"/>
                  <a:pt x="388" y="672"/>
                  <a:pt x="387" y="672"/>
                </a:cubicBezTo>
                <a:close/>
                <a:moveTo>
                  <a:pt x="369" y="641"/>
                </a:moveTo>
                <a:cubicBezTo>
                  <a:pt x="366" y="641"/>
                  <a:pt x="363" y="640"/>
                  <a:pt x="362" y="637"/>
                </a:cubicBezTo>
                <a:cubicBezTo>
                  <a:pt x="362" y="637"/>
                  <a:pt x="362" y="637"/>
                  <a:pt x="362" y="637"/>
                </a:cubicBezTo>
                <a:cubicBezTo>
                  <a:pt x="360" y="633"/>
                  <a:pt x="361" y="628"/>
                  <a:pt x="365" y="626"/>
                </a:cubicBezTo>
                <a:cubicBezTo>
                  <a:pt x="368" y="624"/>
                  <a:pt x="373" y="625"/>
                  <a:pt x="375" y="629"/>
                </a:cubicBezTo>
                <a:cubicBezTo>
                  <a:pt x="375" y="629"/>
                  <a:pt x="375" y="629"/>
                  <a:pt x="375" y="629"/>
                </a:cubicBezTo>
                <a:cubicBezTo>
                  <a:pt x="377" y="633"/>
                  <a:pt x="376" y="638"/>
                  <a:pt x="372" y="640"/>
                </a:cubicBezTo>
                <a:cubicBezTo>
                  <a:pt x="371" y="641"/>
                  <a:pt x="370" y="641"/>
                  <a:pt x="369" y="641"/>
                </a:cubicBezTo>
                <a:close/>
                <a:moveTo>
                  <a:pt x="351" y="610"/>
                </a:moveTo>
                <a:cubicBezTo>
                  <a:pt x="348" y="610"/>
                  <a:pt x="346" y="608"/>
                  <a:pt x="344" y="606"/>
                </a:cubicBezTo>
                <a:cubicBezTo>
                  <a:pt x="342" y="602"/>
                  <a:pt x="343" y="597"/>
                  <a:pt x="347" y="595"/>
                </a:cubicBezTo>
                <a:cubicBezTo>
                  <a:pt x="350" y="593"/>
                  <a:pt x="355" y="594"/>
                  <a:pt x="357" y="598"/>
                </a:cubicBezTo>
                <a:cubicBezTo>
                  <a:pt x="357" y="598"/>
                  <a:pt x="357" y="598"/>
                  <a:pt x="357" y="598"/>
                </a:cubicBezTo>
                <a:cubicBezTo>
                  <a:pt x="359" y="602"/>
                  <a:pt x="358" y="607"/>
                  <a:pt x="355" y="609"/>
                </a:cubicBezTo>
                <a:cubicBezTo>
                  <a:pt x="353" y="609"/>
                  <a:pt x="352" y="610"/>
                  <a:pt x="351" y="610"/>
                </a:cubicBezTo>
                <a:close/>
                <a:moveTo>
                  <a:pt x="333" y="578"/>
                </a:moveTo>
                <a:cubicBezTo>
                  <a:pt x="330" y="578"/>
                  <a:pt x="328" y="577"/>
                  <a:pt x="326" y="575"/>
                </a:cubicBezTo>
                <a:cubicBezTo>
                  <a:pt x="326" y="574"/>
                  <a:pt x="326" y="574"/>
                  <a:pt x="326" y="574"/>
                </a:cubicBezTo>
                <a:cubicBezTo>
                  <a:pt x="324" y="571"/>
                  <a:pt x="325" y="566"/>
                  <a:pt x="329" y="564"/>
                </a:cubicBezTo>
                <a:cubicBezTo>
                  <a:pt x="332" y="562"/>
                  <a:pt x="337" y="563"/>
                  <a:pt x="339" y="567"/>
                </a:cubicBezTo>
                <a:cubicBezTo>
                  <a:pt x="339" y="567"/>
                  <a:pt x="339" y="567"/>
                  <a:pt x="339" y="567"/>
                </a:cubicBezTo>
                <a:cubicBezTo>
                  <a:pt x="341" y="571"/>
                  <a:pt x="340" y="575"/>
                  <a:pt x="337" y="577"/>
                </a:cubicBezTo>
                <a:cubicBezTo>
                  <a:pt x="335" y="578"/>
                  <a:pt x="334" y="578"/>
                  <a:pt x="333" y="578"/>
                </a:cubicBezTo>
                <a:close/>
                <a:moveTo>
                  <a:pt x="315" y="547"/>
                </a:moveTo>
                <a:cubicBezTo>
                  <a:pt x="312" y="547"/>
                  <a:pt x="310" y="546"/>
                  <a:pt x="308" y="543"/>
                </a:cubicBezTo>
                <a:cubicBezTo>
                  <a:pt x="306" y="540"/>
                  <a:pt x="307" y="535"/>
                  <a:pt x="311" y="533"/>
                </a:cubicBezTo>
                <a:cubicBezTo>
                  <a:pt x="314" y="531"/>
                  <a:pt x="319" y="532"/>
                  <a:pt x="321" y="535"/>
                </a:cubicBezTo>
                <a:cubicBezTo>
                  <a:pt x="321" y="536"/>
                  <a:pt x="321" y="536"/>
                  <a:pt x="321" y="536"/>
                </a:cubicBezTo>
                <a:cubicBezTo>
                  <a:pt x="323" y="539"/>
                  <a:pt x="322" y="544"/>
                  <a:pt x="319" y="546"/>
                </a:cubicBezTo>
                <a:cubicBezTo>
                  <a:pt x="317" y="547"/>
                  <a:pt x="316" y="547"/>
                  <a:pt x="315" y="547"/>
                </a:cubicBezTo>
                <a:close/>
                <a:moveTo>
                  <a:pt x="297" y="516"/>
                </a:moveTo>
                <a:cubicBezTo>
                  <a:pt x="294" y="516"/>
                  <a:pt x="292" y="515"/>
                  <a:pt x="290" y="512"/>
                </a:cubicBezTo>
                <a:cubicBezTo>
                  <a:pt x="290" y="512"/>
                  <a:pt x="290" y="512"/>
                  <a:pt x="290" y="512"/>
                </a:cubicBezTo>
                <a:cubicBezTo>
                  <a:pt x="288" y="508"/>
                  <a:pt x="289" y="503"/>
                  <a:pt x="293" y="501"/>
                </a:cubicBezTo>
                <a:cubicBezTo>
                  <a:pt x="296" y="499"/>
                  <a:pt x="301" y="501"/>
                  <a:pt x="303" y="504"/>
                </a:cubicBezTo>
                <a:cubicBezTo>
                  <a:pt x="303" y="505"/>
                  <a:pt x="303" y="505"/>
                  <a:pt x="303" y="505"/>
                </a:cubicBezTo>
                <a:cubicBezTo>
                  <a:pt x="306" y="508"/>
                  <a:pt x="304" y="513"/>
                  <a:pt x="301" y="515"/>
                </a:cubicBezTo>
                <a:cubicBezTo>
                  <a:pt x="299" y="516"/>
                  <a:pt x="298" y="516"/>
                  <a:pt x="297" y="516"/>
                </a:cubicBezTo>
                <a:close/>
                <a:moveTo>
                  <a:pt x="279" y="485"/>
                </a:moveTo>
                <a:cubicBezTo>
                  <a:pt x="276" y="485"/>
                  <a:pt x="274" y="483"/>
                  <a:pt x="272" y="481"/>
                </a:cubicBezTo>
                <a:cubicBezTo>
                  <a:pt x="270" y="477"/>
                  <a:pt x="271" y="473"/>
                  <a:pt x="275" y="470"/>
                </a:cubicBezTo>
                <a:cubicBezTo>
                  <a:pt x="279" y="468"/>
                  <a:pt x="283" y="469"/>
                  <a:pt x="285" y="473"/>
                </a:cubicBezTo>
                <a:cubicBezTo>
                  <a:pt x="285" y="473"/>
                  <a:pt x="285" y="473"/>
                  <a:pt x="285" y="473"/>
                </a:cubicBezTo>
                <a:cubicBezTo>
                  <a:pt x="288" y="477"/>
                  <a:pt x="286" y="482"/>
                  <a:pt x="283" y="484"/>
                </a:cubicBezTo>
                <a:cubicBezTo>
                  <a:pt x="282" y="484"/>
                  <a:pt x="280" y="485"/>
                  <a:pt x="279" y="485"/>
                </a:cubicBezTo>
                <a:close/>
                <a:moveTo>
                  <a:pt x="261" y="454"/>
                </a:moveTo>
                <a:cubicBezTo>
                  <a:pt x="258" y="454"/>
                  <a:pt x="256" y="452"/>
                  <a:pt x="254" y="450"/>
                </a:cubicBezTo>
                <a:cubicBezTo>
                  <a:pt x="254" y="449"/>
                  <a:pt x="254" y="449"/>
                  <a:pt x="254" y="449"/>
                </a:cubicBezTo>
                <a:cubicBezTo>
                  <a:pt x="252" y="446"/>
                  <a:pt x="253" y="441"/>
                  <a:pt x="257" y="439"/>
                </a:cubicBezTo>
                <a:cubicBezTo>
                  <a:pt x="261" y="437"/>
                  <a:pt x="265" y="438"/>
                  <a:pt x="267" y="442"/>
                </a:cubicBezTo>
                <a:cubicBezTo>
                  <a:pt x="267" y="442"/>
                  <a:pt x="267" y="442"/>
                  <a:pt x="267" y="442"/>
                </a:cubicBezTo>
                <a:cubicBezTo>
                  <a:pt x="270" y="446"/>
                  <a:pt x="268" y="450"/>
                  <a:pt x="265" y="453"/>
                </a:cubicBezTo>
                <a:cubicBezTo>
                  <a:pt x="263" y="453"/>
                  <a:pt x="262" y="454"/>
                  <a:pt x="261" y="454"/>
                </a:cubicBezTo>
                <a:close/>
                <a:moveTo>
                  <a:pt x="243" y="422"/>
                </a:moveTo>
                <a:cubicBezTo>
                  <a:pt x="240" y="422"/>
                  <a:pt x="238" y="421"/>
                  <a:pt x="236" y="419"/>
                </a:cubicBezTo>
                <a:cubicBezTo>
                  <a:pt x="234" y="415"/>
                  <a:pt x="235" y="410"/>
                  <a:pt x="239" y="408"/>
                </a:cubicBezTo>
                <a:cubicBezTo>
                  <a:pt x="243" y="406"/>
                  <a:pt x="247" y="407"/>
                  <a:pt x="249" y="410"/>
                </a:cubicBezTo>
                <a:cubicBezTo>
                  <a:pt x="250" y="411"/>
                  <a:pt x="250" y="411"/>
                  <a:pt x="250" y="411"/>
                </a:cubicBezTo>
                <a:cubicBezTo>
                  <a:pt x="252" y="415"/>
                  <a:pt x="250" y="419"/>
                  <a:pt x="247" y="421"/>
                </a:cubicBezTo>
                <a:cubicBezTo>
                  <a:pt x="246" y="422"/>
                  <a:pt x="244" y="422"/>
                  <a:pt x="243" y="422"/>
                </a:cubicBezTo>
                <a:close/>
                <a:moveTo>
                  <a:pt x="225" y="391"/>
                </a:moveTo>
                <a:cubicBezTo>
                  <a:pt x="222" y="391"/>
                  <a:pt x="220" y="390"/>
                  <a:pt x="218" y="387"/>
                </a:cubicBezTo>
                <a:cubicBezTo>
                  <a:pt x="218" y="387"/>
                  <a:pt x="218" y="387"/>
                  <a:pt x="218" y="387"/>
                </a:cubicBezTo>
                <a:cubicBezTo>
                  <a:pt x="216" y="383"/>
                  <a:pt x="217" y="379"/>
                  <a:pt x="221" y="376"/>
                </a:cubicBezTo>
                <a:cubicBezTo>
                  <a:pt x="225" y="374"/>
                  <a:pt x="229" y="376"/>
                  <a:pt x="231" y="379"/>
                </a:cubicBezTo>
                <a:cubicBezTo>
                  <a:pt x="232" y="380"/>
                  <a:pt x="232" y="380"/>
                  <a:pt x="232" y="380"/>
                </a:cubicBezTo>
                <a:cubicBezTo>
                  <a:pt x="234" y="383"/>
                  <a:pt x="232" y="388"/>
                  <a:pt x="229" y="390"/>
                </a:cubicBezTo>
                <a:cubicBezTo>
                  <a:pt x="228" y="391"/>
                  <a:pt x="226" y="391"/>
                  <a:pt x="225" y="391"/>
                </a:cubicBezTo>
                <a:close/>
                <a:moveTo>
                  <a:pt x="207" y="360"/>
                </a:moveTo>
                <a:cubicBezTo>
                  <a:pt x="204" y="360"/>
                  <a:pt x="202" y="359"/>
                  <a:pt x="200" y="356"/>
                </a:cubicBezTo>
                <a:cubicBezTo>
                  <a:pt x="198" y="353"/>
                  <a:pt x="199" y="348"/>
                  <a:pt x="203" y="346"/>
                </a:cubicBezTo>
                <a:cubicBezTo>
                  <a:pt x="207" y="343"/>
                  <a:pt x="211" y="344"/>
                  <a:pt x="213" y="348"/>
                </a:cubicBezTo>
                <a:cubicBezTo>
                  <a:pt x="214" y="348"/>
                  <a:pt x="214" y="348"/>
                  <a:pt x="214" y="348"/>
                </a:cubicBezTo>
                <a:cubicBezTo>
                  <a:pt x="216" y="352"/>
                  <a:pt x="214" y="357"/>
                  <a:pt x="211" y="359"/>
                </a:cubicBezTo>
                <a:cubicBezTo>
                  <a:pt x="210" y="360"/>
                  <a:pt x="208" y="360"/>
                  <a:pt x="207" y="360"/>
                </a:cubicBezTo>
                <a:close/>
                <a:moveTo>
                  <a:pt x="189" y="329"/>
                </a:moveTo>
                <a:cubicBezTo>
                  <a:pt x="186" y="329"/>
                  <a:pt x="184" y="327"/>
                  <a:pt x="182" y="325"/>
                </a:cubicBezTo>
                <a:cubicBezTo>
                  <a:pt x="182" y="324"/>
                  <a:pt x="182" y="324"/>
                  <a:pt x="182" y="324"/>
                </a:cubicBezTo>
                <a:cubicBezTo>
                  <a:pt x="180" y="321"/>
                  <a:pt x="181" y="316"/>
                  <a:pt x="185" y="314"/>
                </a:cubicBezTo>
                <a:cubicBezTo>
                  <a:pt x="189" y="312"/>
                  <a:pt x="193" y="313"/>
                  <a:pt x="195" y="317"/>
                </a:cubicBezTo>
                <a:cubicBezTo>
                  <a:pt x="196" y="317"/>
                  <a:pt x="196" y="317"/>
                  <a:pt x="196" y="317"/>
                </a:cubicBezTo>
                <a:cubicBezTo>
                  <a:pt x="198" y="321"/>
                  <a:pt x="196" y="326"/>
                  <a:pt x="193" y="328"/>
                </a:cubicBezTo>
                <a:cubicBezTo>
                  <a:pt x="192" y="328"/>
                  <a:pt x="190" y="329"/>
                  <a:pt x="189" y="329"/>
                </a:cubicBezTo>
                <a:close/>
                <a:moveTo>
                  <a:pt x="171" y="297"/>
                </a:moveTo>
                <a:cubicBezTo>
                  <a:pt x="168" y="297"/>
                  <a:pt x="166" y="296"/>
                  <a:pt x="164" y="294"/>
                </a:cubicBezTo>
                <a:cubicBezTo>
                  <a:pt x="164" y="293"/>
                  <a:pt x="164" y="293"/>
                  <a:pt x="164" y="293"/>
                </a:cubicBezTo>
                <a:cubicBezTo>
                  <a:pt x="162" y="290"/>
                  <a:pt x="163" y="285"/>
                  <a:pt x="167" y="283"/>
                </a:cubicBezTo>
                <a:cubicBezTo>
                  <a:pt x="171" y="281"/>
                  <a:pt x="175" y="282"/>
                  <a:pt x="177" y="286"/>
                </a:cubicBezTo>
                <a:cubicBezTo>
                  <a:pt x="178" y="286"/>
                  <a:pt x="178" y="286"/>
                  <a:pt x="178" y="286"/>
                </a:cubicBezTo>
                <a:cubicBezTo>
                  <a:pt x="180" y="290"/>
                  <a:pt x="179" y="294"/>
                  <a:pt x="175" y="296"/>
                </a:cubicBezTo>
                <a:cubicBezTo>
                  <a:pt x="174" y="297"/>
                  <a:pt x="172" y="297"/>
                  <a:pt x="171" y="297"/>
                </a:cubicBezTo>
                <a:close/>
                <a:moveTo>
                  <a:pt x="153" y="266"/>
                </a:moveTo>
                <a:cubicBezTo>
                  <a:pt x="150" y="266"/>
                  <a:pt x="148" y="265"/>
                  <a:pt x="147" y="262"/>
                </a:cubicBezTo>
                <a:cubicBezTo>
                  <a:pt x="146" y="262"/>
                  <a:pt x="146" y="262"/>
                  <a:pt x="146" y="262"/>
                </a:cubicBezTo>
                <a:cubicBezTo>
                  <a:pt x="144" y="258"/>
                  <a:pt x="145" y="254"/>
                  <a:pt x="149" y="252"/>
                </a:cubicBezTo>
                <a:cubicBezTo>
                  <a:pt x="153" y="250"/>
                  <a:pt x="157" y="251"/>
                  <a:pt x="159" y="254"/>
                </a:cubicBezTo>
                <a:cubicBezTo>
                  <a:pt x="160" y="255"/>
                  <a:pt x="160" y="255"/>
                  <a:pt x="160" y="255"/>
                </a:cubicBezTo>
                <a:cubicBezTo>
                  <a:pt x="162" y="259"/>
                  <a:pt x="161" y="263"/>
                  <a:pt x="157" y="265"/>
                </a:cubicBezTo>
                <a:cubicBezTo>
                  <a:pt x="156" y="266"/>
                  <a:pt x="154" y="266"/>
                  <a:pt x="153" y="266"/>
                </a:cubicBezTo>
                <a:close/>
                <a:moveTo>
                  <a:pt x="135" y="235"/>
                </a:moveTo>
                <a:cubicBezTo>
                  <a:pt x="133" y="235"/>
                  <a:pt x="130" y="234"/>
                  <a:pt x="129" y="231"/>
                </a:cubicBezTo>
                <a:cubicBezTo>
                  <a:pt x="128" y="231"/>
                  <a:pt x="128" y="231"/>
                  <a:pt x="128" y="231"/>
                </a:cubicBezTo>
                <a:cubicBezTo>
                  <a:pt x="126" y="227"/>
                  <a:pt x="127" y="223"/>
                  <a:pt x="131" y="220"/>
                </a:cubicBezTo>
                <a:cubicBezTo>
                  <a:pt x="135" y="218"/>
                  <a:pt x="139" y="220"/>
                  <a:pt x="141" y="223"/>
                </a:cubicBezTo>
                <a:cubicBezTo>
                  <a:pt x="142" y="224"/>
                  <a:pt x="142" y="224"/>
                  <a:pt x="142" y="224"/>
                </a:cubicBezTo>
                <a:cubicBezTo>
                  <a:pt x="144" y="227"/>
                  <a:pt x="143" y="232"/>
                  <a:pt x="139" y="234"/>
                </a:cubicBezTo>
                <a:cubicBezTo>
                  <a:pt x="138" y="235"/>
                  <a:pt x="136" y="235"/>
                  <a:pt x="135" y="235"/>
                </a:cubicBezTo>
                <a:close/>
                <a:moveTo>
                  <a:pt x="117" y="204"/>
                </a:moveTo>
                <a:cubicBezTo>
                  <a:pt x="115" y="204"/>
                  <a:pt x="112" y="202"/>
                  <a:pt x="111" y="200"/>
                </a:cubicBezTo>
                <a:cubicBezTo>
                  <a:pt x="110" y="200"/>
                  <a:pt x="110" y="200"/>
                  <a:pt x="110" y="200"/>
                </a:cubicBezTo>
                <a:cubicBezTo>
                  <a:pt x="108" y="196"/>
                  <a:pt x="109" y="191"/>
                  <a:pt x="113" y="189"/>
                </a:cubicBezTo>
                <a:cubicBezTo>
                  <a:pt x="117" y="187"/>
                  <a:pt x="121" y="188"/>
                  <a:pt x="124" y="192"/>
                </a:cubicBezTo>
                <a:cubicBezTo>
                  <a:pt x="124" y="192"/>
                  <a:pt x="124" y="192"/>
                  <a:pt x="124" y="192"/>
                </a:cubicBezTo>
                <a:cubicBezTo>
                  <a:pt x="126" y="196"/>
                  <a:pt x="125" y="201"/>
                  <a:pt x="121" y="203"/>
                </a:cubicBezTo>
                <a:cubicBezTo>
                  <a:pt x="120" y="204"/>
                  <a:pt x="118" y="204"/>
                  <a:pt x="117" y="204"/>
                </a:cubicBezTo>
                <a:close/>
                <a:moveTo>
                  <a:pt x="99" y="173"/>
                </a:moveTo>
                <a:cubicBezTo>
                  <a:pt x="97" y="173"/>
                  <a:pt x="94" y="171"/>
                  <a:pt x="93" y="169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0" y="165"/>
                  <a:pt x="92" y="160"/>
                  <a:pt x="95" y="158"/>
                </a:cubicBezTo>
                <a:cubicBezTo>
                  <a:pt x="99" y="156"/>
                  <a:pt x="103" y="157"/>
                  <a:pt x="106" y="161"/>
                </a:cubicBezTo>
                <a:cubicBezTo>
                  <a:pt x="106" y="161"/>
                  <a:pt x="106" y="161"/>
                  <a:pt x="106" y="161"/>
                </a:cubicBezTo>
                <a:cubicBezTo>
                  <a:pt x="108" y="165"/>
                  <a:pt x="107" y="169"/>
                  <a:pt x="103" y="172"/>
                </a:cubicBezTo>
                <a:cubicBezTo>
                  <a:pt x="102" y="172"/>
                  <a:pt x="101" y="173"/>
                  <a:pt x="99" y="173"/>
                </a:cubicBezTo>
                <a:close/>
                <a:moveTo>
                  <a:pt x="81" y="141"/>
                </a:moveTo>
                <a:cubicBezTo>
                  <a:pt x="79" y="141"/>
                  <a:pt x="76" y="140"/>
                  <a:pt x="75" y="138"/>
                </a:cubicBezTo>
                <a:cubicBezTo>
                  <a:pt x="74" y="137"/>
                  <a:pt x="74" y="137"/>
                  <a:pt x="74" y="137"/>
                </a:cubicBezTo>
                <a:cubicBezTo>
                  <a:pt x="72" y="133"/>
                  <a:pt x="74" y="129"/>
                  <a:pt x="77" y="127"/>
                </a:cubicBezTo>
                <a:cubicBezTo>
                  <a:pt x="81" y="125"/>
                  <a:pt x="86" y="126"/>
                  <a:pt x="88" y="130"/>
                </a:cubicBezTo>
                <a:cubicBezTo>
                  <a:pt x="88" y="130"/>
                  <a:pt x="88" y="130"/>
                  <a:pt x="88" y="130"/>
                </a:cubicBezTo>
                <a:cubicBezTo>
                  <a:pt x="90" y="134"/>
                  <a:pt x="89" y="138"/>
                  <a:pt x="85" y="140"/>
                </a:cubicBezTo>
                <a:cubicBezTo>
                  <a:pt x="84" y="141"/>
                  <a:pt x="83" y="141"/>
                  <a:pt x="81" y="141"/>
                </a:cubicBezTo>
                <a:close/>
                <a:moveTo>
                  <a:pt x="63" y="110"/>
                </a:moveTo>
                <a:cubicBezTo>
                  <a:pt x="61" y="110"/>
                  <a:pt x="58" y="109"/>
                  <a:pt x="57" y="106"/>
                </a:cubicBezTo>
                <a:cubicBezTo>
                  <a:pt x="56" y="106"/>
                  <a:pt x="56" y="106"/>
                  <a:pt x="56" y="106"/>
                </a:cubicBezTo>
                <a:cubicBezTo>
                  <a:pt x="54" y="102"/>
                  <a:pt x="56" y="98"/>
                  <a:pt x="59" y="96"/>
                </a:cubicBezTo>
                <a:cubicBezTo>
                  <a:pt x="63" y="93"/>
                  <a:pt x="68" y="95"/>
                  <a:pt x="70" y="98"/>
                </a:cubicBezTo>
                <a:cubicBezTo>
                  <a:pt x="70" y="99"/>
                  <a:pt x="70" y="99"/>
                  <a:pt x="70" y="99"/>
                </a:cubicBezTo>
                <a:cubicBezTo>
                  <a:pt x="72" y="102"/>
                  <a:pt x="71" y="107"/>
                  <a:pt x="67" y="109"/>
                </a:cubicBezTo>
                <a:cubicBezTo>
                  <a:pt x="66" y="110"/>
                  <a:pt x="65" y="110"/>
                  <a:pt x="63" y="110"/>
                </a:cubicBezTo>
                <a:close/>
                <a:moveTo>
                  <a:pt x="45" y="79"/>
                </a:moveTo>
                <a:cubicBezTo>
                  <a:pt x="43" y="79"/>
                  <a:pt x="40" y="78"/>
                  <a:pt x="39" y="75"/>
                </a:cubicBezTo>
                <a:cubicBezTo>
                  <a:pt x="38" y="75"/>
                  <a:pt x="38" y="75"/>
                  <a:pt x="38" y="75"/>
                </a:cubicBezTo>
                <a:cubicBezTo>
                  <a:pt x="36" y="71"/>
                  <a:pt x="38" y="66"/>
                  <a:pt x="41" y="64"/>
                </a:cubicBezTo>
                <a:cubicBezTo>
                  <a:pt x="45" y="62"/>
                  <a:pt x="50" y="63"/>
                  <a:pt x="52" y="67"/>
                </a:cubicBezTo>
                <a:cubicBezTo>
                  <a:pt x="52" y="68"/>
                  <a:pt x="52" y="68"/>
                  <a:pt x="52" y="68"/>
                </a:cubicBezTo>
                <a:cubicBezTo>
                  <a:pt x="54" y="71"/>
                  <a:pt x="53" y="76"/>
                  <a:pt x="49" y="78"/>
                </a:cubicBezTo>
                <a:cubicBezTo>
                  <a:pt x="48" y="79"/>
                  <a:pt x="47" y="79"/>
                  <a:pt x="45" y="79"/>
                </a:cubicBezTo>
                <a:close/>
                <a:moveTo>
                  <a:pt x="27" y="48"/>
                </a:moveTo>
                <a:cubicBezTo>
                  <a:pt x="25" y="48"/>
                  <a:pt x="22" y="46"/>
                  <a:pt x="21" y="44"/>
                </a:cubicBezTo>
                <a:cubicBezTo>
                  <a:pt x="21" y="44"/>
                  <a:pt x="21" y="44"/>
                  <a:pt x="21" y="44"/>
                </a:cubicBezTo>
                <a:cubicBezTo>
                  <a:pt x="18" y="40"/>
                  <a:pt x="20" y="35"/>
                  <a:pt x="23" y="33"/>
                </a:cubicBezTo>
                <a:cubicBezTo>
                  <a:pt x="27" y="31"/>
                  <a:pt x="32" y="32"/>
                  <a:pt x="34" y="36"/>
                </a:cubicBezTo>
                <a:cubicBezTo>
                  <a:pt x="34" y="36"/>
                  <a:pt x="34" y="36"/>
                  <a:pt x="34" y="36"/>
                </a:cubicBezTo>
                <a:cubicBezTo>
                  <a:pt x="36" y="40"/>
                  <a:pt x="35" y="45"/>
                  <a:pt x="31" y="47"/>
                </a:cubicBezTo>
                <a:cubicBezTo>
                  <a:pt x="30" y="47"/>
                  <a:pt x="29" y="48"/>
                  <a:pt x="27" y="48"/>
                </a:cubicBezTo>
                <a:close/>
                <a:moveTo>
                  <a:pt x="9" y="17"/>
                </a:moveTo>
                <a:cubicBezTo>
                  <a:pt x="7" y="17"/>
                  <a:pt x="4" y="15"/>
                  <a:pt x="3" y="13"/>
                </a:cubicBezTo>
                <a:cubicBezTo>
                  <a:pt x="3" y="12"/>
                  <a:pt x="3" y="12"/>
                  <a:pt x="3" y="12"/>
                </a:cubicBezTo>
                <a:cubicBezTo>
                  <a:pt x="0" y="9"/>
                  <a:pt x="2" y="4"/>
                  <a:pt x="5" y="2"/>
                </a:cubicBezTo>
                <a:cubicBezTo>
                  <a:pt x="9" y="0"/>
                  <a:pt x="14" y="1"/>
                  <a:pt x="16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8" y="9"/>
                  <a:pt x="17" y="13"/>
                  <a:pt x="13" y="16"/>
                </a:cubicBezTo>
                <a:cubicBezTo>
                  <a:pt x="12" y="16"/>
                  <a:pt x="11" y="17"/>
                  <a:pt x="9" y="17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" name="Freeform 162">
            <a:extLst>
              <a:ext uri="{FF2B5EF4-FFF2-40B4-BE49-F238E27FC236}">
                <a16:creationId xmlns:a16="http://schemas.microsoft.com/office/drawing/2014/main" id="{BE46D1FA-D388-4BDC-97B5-22106B952224}"/>
              </a:ext>
            </a:extLst>
          </p:cNvPr>
          <p:cNvSpPr>
            <a:spLocks noEditPoints="1"/>
          </p:cNvSpPr>
          <p:nvPr/>
        </p:nvSpPr>
        <p:spPr bwMode="auto">
          <a:xfrm>
            <a:off x="6664218" y="2957956"/>
            <a:ext cx="332501" cy="267137"/>
          </a:xfrm>
          <a:custGeom>
            <a:gdLst>
              <a:gd name="T0" fmla="*/ 121 w 130"/>
              <a:gd name="T1" fmla="*/ 89 h 105"/>
              <a:gd name="T2" fmla="*/ 115 w 130"/>
              <a:gd name="T3" fmla="*/ 92 h 105"/>
              <a:gd name="T4" fmla="*/ 117 w 130"/>
              <a:gd name="T5" fmla="*/ 103 h 105"/>
              <a:gd name="T6" fmla="*/ 117 w 130"/>
              <a:gd name="T7" fmla="*/ 103 h 105"/>
              <a:gd name="T8" fmla="*/ 122 w 130"/>
              <a:gd name="T9" fmla="*/ 105 h 105"/>
              <a:gd name="T10" fmla="*/ 128 w 130"/>
              <a:gd name="T11" fmla="*/ 102 h 105"/>
              <a:gd name="T12" fmla="*/ 126 w 130"/>
              <a:gd name="T13" fmla="*/ 91 h 105"/>
              <a:gd name="T14" fmla="*/ 126 w 130"/>
              <a:gd name="T15" fmla="*/ 91 h 105"/>
              <a:gd name="T16" fmla="*/ 121 w 130"/>
              <a:gd name="T17" fmla="*/ 89 h 105"/>
              <a:gd name="T18" fmla="*/ 93 w 130"/>
              <a:gd name="T19" fmla="*/ 67 h 105"/>
              <a:gd name="T20" fmla="*/ 87 w 130"/>
              <a:gd name="T21" fmla="*/ 70 h 105"/>
              <a:gd name="T22" fmla="*/ 89 w 130"/>
              <a:gd name="T23" fmla="*/ 81 h 105"/>
              <a:gd name="T24" fmla="*/ 93 w 130"/>
              <a:gd name="T25" fmla="*/ 82 h 105"/>
              <a:gd name="T26" fmla="*/ 99 w 130"/>
              <a:gd name="T27" fmla="*/ 79 h 105"/>
              <a:gd name="T28" fmla="*/ 98 w 130"/>
              <a:gd name="T29" fmla="*/ 69 h 105"/>
              <a:gd name="T30" fmla="*/ 98 w 130"/>
              <a:gd name="T31" fmla="*/ 68 h 105"/>
              <a:gd name="T32" fmla="*/ 93 w 130"/>
              <a:gd name="T33" fmla="*/ 67 h 105"/>
              <a:gd name="T34" fmla="*/ 65 w 130"/>
              <a:gd name="T35" fmla="*/ 45 h 105"/>
              <a:gd name="T36" fmla="*/ 59 w 130"/>
              <a:gd name="T37" fmla="*/ 48 h 105"/>
              <a:gd name="T38" fmla="*/ 60 w 130"/>
              <a:gd name="T39" fmla="*/ 58 h 105"/>
              <a:gd name="T40" fmla="*/ 65 w 130"/>
              <a:gd name="T41" fmla="*/ 60 h 105"/>
              <a:gd name="T42" fmla="*/ 71 w 130"/>
              <a:gd name="T43" fmla="*/ 57 h 105"/>
              <a:gd name="T44" fmla="*/ 70 w 130"/>
              <a:gd name="T45" fmla="*/ 46 h 105"/>
              <a:gd name="T46" fmla="*/ 69 w 130"/>
              <a:gd name="T47" fmla="*/ 46 h 105"/>
              <a:gd name="T48" fmla="*/ 65 w 130"/>
              <a:gd name="T49" fmla="*/ 45 h 105"/>
              <a:gd name="T50" fmla="*/ 37 w 130"/>
              <a:gd name="T51" fmla="*/ 22 h 105"/>
              <a:gd name="T52" fmla="*/ 31 w 130"/>
              <a:gd name="T53" fmla="*/ 25 h 105"/>
              <a:gd name="T54" fmla="*/ 32 w 130"/>
              <a:gd name="T55" fmla="*/ 36 h 105"/>
              <a:gd name="T56" fmla="*/ 37 w 130"/>
              <a:gd name="T57" fmla="*/ 38 h 105"/>
              <a:gd name="T58" fmla="*/ 43 w 130"/>
              <a:gd name="T59" fmla="*/ 35 h 105"/>
              <a:gd name="T60" fmla="*/ 42 w 130"/>
              <a:gd name="T61" fmla="*/ 24 h 105"/>
              <a:gd name="T62" fmla="*/ 41 w 130"/>
              <a:gd name="T63" fmla="*/ 24 h 105"/>
              <a:gd name="T64" fmla="*/ 37 w 130"/>
              <a:gd name="T65" fmla="*/ 22 h 105"/>
              <a:gd name="T66" fmla="*/ 8 w 130"/>
              <a:gd name="T67" fmla="*/ 0 h 105"/>
              <a:gd name="T68" fmla="*/ 2 w 130"/>
              <a:gd name="T69" fmla="*/ 3 h 105"/>
              <a:gd name="T70" fmla="*/ 4 w 130"/>
              <a:gd name="T71" fmla="*/ 14 h 105"/>
              <a:gd name="T72" fmla="*/ 9 w 130"/>
              <a:gd name="T73" fmla="*/ 15 h 105"/>
              <a:gd name="T74" fmla="*/ 15 w 130"/>
              <a:gd name="T75" fmla="*/ 12 h 105"/>
              <a:gd name="T76" fmla="*/ 13 w 130"/>
              <a:gd name="T77" fmla="*/ 2 h 105"/>
              <a:gd name="T78" fmla="*/ 13 w 130"/>
              <a:gd name="T79" fmla="*/ 1 h 105"/>
              <a:gd name="T80" fmla="*/ 8 w 130"/>
              <a:gd name="T81" fmla="*/ 0 h 10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30" h="105">
                <a:moveTo>
                  <a:pt x="121" y="89"/>
                </a:moveTo>
                <a:cubicBezTo>
                  <a:pt x="119" y="89"/>
                  <a:pt x="117" y="90"/>
                  <a:pt x="115" y="92"/>
                </a:cubicBezTo>
                <a:cubicBezTo>
                  <a:pt x="113" y="95"/>
                  <a:pt x="113" y="100"/>
                  <a:pt x="117" y="103"/>
                </a:cubicBezTo>
                <a:cubicBezTo>
                  <a:pt x="117" y="103"/>
                  <a:pt x="117" y="103"/>
                  <a:pt x="117" y="103"/>
                </a:cubicBezTo>
                <a:cubicBezTo>
                  <a:pt x="118" y="104"/>
                  <a:pt x="120" y="105"/>
                  <a:pt x="122" y="105"/>
                </a:cubicBezTo>
                <a:cubicBezTo>
                  <a:pt x="124" y="105"/>
                  <a:pt x="126" y="104"/>
                  <a:pt x="128" y="102"/>
                </a:cubicBezTo>
                <a:cubicBezTo>
                  <a:pt x="130" y="98"/>
                  <a:pt x="130" y="94"/>
                  <a:pt x="126" y="91"/>
                </a:cubicBezTo>
                <a:cubicBezTo>
                  <a:pt x="126" y="91"/>
                  <a:pt x="126" y="91"/>
                  <a:pt x="126" y="91"/>
                </a:cubicBezTo>
                <a:cubicBezTo>
                  <a:pt x="125" y="90"/>
                  <a:pt x="123" y="89"/>
                  <a:pt x="121" y="89"/>
                </a:cubicBezTo>
                <a:moveTo>
                  <a:pt x="93" y="67"/>
                </a:moveTo>
                <a:cubicBezTo>
                  <a:pt x="91" y="67"/>
                  <a:pt x="89" y="68"/>
                  <a:pt x="87" y="70"/>
                </a:cubicBezTo>
                <a:cubicBezTo>
                  <a:pt x="85" y="73"/>
                  <a:pt x="85" y="78"/>
                  <a:pt x="89" y="81"/>
                </a:cubicBezTo>
                <a:cubicBezTo>
                  <a:pt x="90" y="82"/>
                  <a:pt x="92" y="82"/>
                  <a:pt x="93" y="82"/>
                </a:cubicBezTo>
                <a:cubicBezTo>
                  <a:pt x="96" y="82"/>
                  <a:pt x="98" y="81"/>
                  <a:pt x="99" y="79"/>
                </a:cubicBezTo>
                <a:cubicBezTo>
                  <a:pt x="102" y="76"/>
                  <a:pt x="101" y="71"/>
                  <a:pt x="98" y="69"/>
                </a:cubicBezTo>
                <a:cubicBezTo>
                  <a:pt x="98" y="68"/>
                  <a:pt x="98" y="68"/>
                  <a:pt x="98" y="68"/>
                </a:cubicBezTo>
                <a:cubicBezTo>
                  <a:pt x="96" y="67"/>
                  <a:pt x="95" y="67"/>
                  <a:pt x="93" y="67"/>
                </a:cubicBezTo>
                <a:moveTo>
                  <a:pt x="65" y="45"/>
                </a:moveTo>
                <a:cubicBezTo>
                  <a:pt x="63" y="45"/>
                  <a:pt x="61" y="46"/>
                  <a:pt x="59" y="48"/>
                </a:cubicBezTo>
                <a:cubicBezTo>
                  <a:pt x="56" y="51"/>
                  <a:pt x="57" y="56"/>
                  <a:pt x="60" y="58"/>
                </a:cubicBezTo>
                <a:cubicBezTo>
                  <a:pt x="62" y="59"/>
                  <a:pt x="63" y="60"/>
                  <a:pt x="65" y="60"/>
                </a:cubicBezTo>
                <a:cubicBezTo>
                  <a:pt x="67" y="60"/>
                  <a:pt x="70" y="59"/>
                  <a:pt x="71" y="57"/>
                </a:cubicBezTo>
                <a:cubicBezTo>
                  <a:pt x="74" y="54"/>
                  <a:pt x="73" y="49"/>
                  <a:pt x="70" y="46"/>
                </a:cubicBezTo>
                <a:cubicBezTo>
                  <a:pt x="69" y="46"/>
                  <a:pt x="69" y="46"/>
                  <a:pt x="69" y="46"/>
                </a:cubicBezTo>
                <a:cubicBezTo>
                  <a:pt x="68" y="45"/>
                  <a:pt x="67" y="45"/>
                  <a:pt x="65" y="45"/>
                </a:cubicBezTo>
                <a:moveTo>
                  <a:pt x="37" y="22"/>
                </a:moveTo>
                <a:cubicBezTo>
                  <a:pt x="34" y="22"/>
                  <a:pt x="32" y="23"/>
                  <a:pt x="31" y="25"/>
                </a:cubicBezTo>
                <a:cubicBezTo>
                  <a:pt x="28" y="28"/>
                  <a:pt x="29" y="33"/>
                  <a:pt x="32" y="36"/>
                </a:cubicBezTo>
                <a:cubicBezTo>
                  <a:pt x="34" y="37"/>
                  <a:pt x="35" y="38"/>
                  <a:pt x="37" y="38"/>
                </a:cubicBezTo>
                <a:cubicBezTo>
                  <a:pt x="39" y="38"/>
                  <a:pt x="41" y="37"/>
                  <a:pt x="43" y="35"/>
                </a:cubicBezTo>
                <a:cubicBezTo>
                  <a:pt x="45" y="31"/>
                  <a:pt x="45" y="27"/>
                  <a:pt x="42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3"/>
                  <a:pt x="38" y="22"/>
                  <a:pt x="37" y="22"/>
                </a:cubicBezTo>
                <a:moveTo>
                  <a:pt x="8" y="0"/>
                </a:moveTo>
                <a:cubicBezTo>
                  <a:pt x="6" y="0"/>
                  <a:pt x="4" y="1"/>
                  <a:pt x="2" y="3"/>
                </a:cubicBezTo>
                <a:cubicBezTo>
                  <a:pt x="0" y="6"/>
                  <a:pt x="1" y="11"/>
                  <a:pt x="4" y="14"/>
                </a:cubicBezTo>
                <a:cubicBezTo>
                  <a:pt x="5" y="15"/>
                  <a:pt x="7" y="15"/>
                  <a:pt x="9" y="15"/>
                </a:cubicBezTo>
                <a:cubicBezTo>
                  <a:pt x="11" y="15"/>
                  <a:pt x="13" y="14"/>
                  <a:pt x="15" y="12"/>
                </a:cubicBezTo>
                <a:cubicBezTo>
                  <a:pt x="17" y="9"/>
                  <a:pt x="17" y="4"/>
                  <a:pt x="13" y="2"/>
                </a:cubicBezTo>
                <a:cubicBezTo>
                  <a:pt x="13" y="1"/>
                  <a:pt x="13" y="1"/>
                  <a:pt x="13" y="1"/>
                </a:cubicBezTo>
                <a:cubicBezTo>
                  <a:pt x="12" y="0"/>
                  <a:pt x="10" y="0"/>
                  <a:pt x="8" y="0"/>
                </a:cubicBezTo>
              </a:path>
            </a:pathLst>
          </a:custGeom>
          <a:solidFill>
            <a:srgbClr val="605E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" name="Freeform 163">
            <a:extLst>
              <a:ext uri="{FF2B5EF4-FFF2-40B4-BE49-F238E27FC236}">
                <a16:creationId xmlns:a16="http://schemas.microsoft.com/office/drawing/2014/main" id="{E275AE8F-2041-4142-B3D9-997B214B5F48}"/>
              </a:ext>
            </a:extLst>
          </p:cNvPr>
          <p:cNvSpPr/>
          <p:nvPr/>
        </p:nvSpPr>
        <p:spPr bwMode="auto">
          <a:xfrm>
            <a:off x="7030821" y="3262037"/>
            <a:ext cx="36945" cy="19894"/>
          </a:xfrm>
          <a:custGeom>
            <a:gdLst>
              <a:gd name="T0" fmla="*/ 14 w 15"/>
              <a:gd name="T1" fmla="*/ 0 h 8"/>
              <a:gd name="T2" fmla="*/ 0 w 15"/>
              <a:gd name="T3" fmla="*/ 3 h 8"/>
              <a:gd name="T4" fmla="*/ 2 w 15"/>
              <a:gd name="T5" fmla="*/ 6 h 8"/>
              <a:gd name="T6" fmla="*/ 7 w 15"/>
              <a:gd name="T7" fmla="*/ 8 h 8"/>
              <a:gd name="T8" fmla="*/ 13 w 15"/>
              <a:gd name="T9" fmla="*/ 5 h 8"/>
              <a:gd name="T10" fmla="*/ 14 w 15"/>
              <a:gd name="T11" fmla="*/ 0 h 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" h="8">
                <a:moveTo>
                  <a:pt x="14" y="0"/>
                </a:moveTo>
                <a:cubicBezTo>
                  <a:pt x="0" y="3"/>
                  <a:pt x="0" y="3"/>
                  <a:pt x="0" y="3"/>
                </a:cubicBezTo>
                <a:cubicBezTo>
                  <a:pt x="0" y="4"/>
                  <a:pt x="1" y="5"/>
                  <a:pt x="2" y="6"/>
                </a:cubicBezTo>
                <a:cubicBezTo>
                  <a:pt x="4" y="7"/>
                  <a:pt x="5" y="8"/>
                  <a:pt x="7" y="8"/>
                </a:cubicBezTo>
                <a:cubicBezTo>
                  <a:pt x="9" y="8"/>
                  <a:pt x="11" y="7"/>
                  <a:pt x="13" y="5"/>
                </a:cubicBezTo>
                <a:cubicBezTo>
                  <a:pt x="14" y="4"/>
                  <a:pt x="15" y="2"/>
                  <a:pt x="14" y="0"/>
                </a:cubicBezTo>
              </a:path>
            </a:pathLst>
          </a:custGeom>
          <a:solidFill>
            <a:srgbClr val="706D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" name="Freeform 164">
            <a:extLst>
              <a:ext uri="{FF2B5EF4-FFF2-40B4-BE49-F238E27FC236}">
                <a16:creationId xmlns:a16="http://schemas.microsoft.com/office/drawing/2014/main" id="{A8EEF972-B886-4DFD-B7A3-91EBFF65FEC6}"/>
              </a:ext>
            </a:extLst>
          </p:cNvPr>
          <p:cNvSpPr/>
          <p:nvPr/>
        </p:nvSpPr>
        <p:spPr bwMode="auto">
          <a:xfrm>
            <a:off x="7027980" y="3244986"/>
            <a:ext cx="36945" cy="25578"/>
          </a:xfrm>
          <a:custGeom>
            <a:gdLst>
              <a:gd name="T0" fmla="*/ 8 w 15"/>
              <a:gd name="T1" fmla="*/ 0 h 10"/>
              <a:gd name="T2" fmla="*/ 2 w 15"/>
              <a:gd name="T3" fmla="*/ 3 h 10"/>
              <a:gd name="T4" fmla="*/ 1 w 15"/>
              <a:gd name="T5" fmla="*/ 10 h 10"/>
              <a:gd name="T6" fmla="*/ 15 w 15"/>
              <a:gd name="T7" fmla="*/ 7 h 10"/>
              <a:gd name="T8" fmla="*/ 13 w 15"/>
              <a:gd name="T9" fmla="*/ 1 h 10"/>
              <a:gd name="T10" fmla="*/ 12 w 15"/>
              <a:gd name="T11" fmla="*/ 1 h 10"/>
              <a:gd name="T12" fmla="*/ 8 w 15"/>
              <a:gd name="T13" fmla="*/ 0 h 1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" h="10">
                <a:moveTo>
                  <a:pt x="8" y="0"/>
                </a:moveTo>
                <a:cubicBezTo>
                  <a:pt x="5" y="0"/>
                  <a:pt x="3" y="1"/>
                  <a:pt x="2" y="3"/>
                </a:cubicBezTo>
                <a:cubicBezTo>
                  <a:pt x="0" y="5"/>
                  <a:pt x="0" y="7"/>
                  <a:pt x="1" y="10"/>
                </a:cubicBezTo>
                <a:cubicBezTo>
                  <a:pt x="15" y="7"/>
                  <a:pt x="15" y="7"/>
                  <a:pt x="15" y="7"/>
                </a:cubicBezTo>
                <a:cubicBezTo>
                  <a:pt x="15" y="5"/>
                  <a:pt x="14" y="3"/>
                  <a:pt x="13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1" y="0"/>
                  <a:pt x="9" y="0"/>
                  <a:pt x="8" y="0"/>
                </a:cubicBezTo>
              </a:path>
            </a:pathLst>
          </a:custGeom>
          <a:solidFill>
            <a:srgbClr val="605E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" name="Freeform 165">
            <a:extLst>
              <a:ext uri="{FF2B5EF4-FFF2-40B4-BE49-F238E27FC236}">
                <a16:creationId xmlns:a16="http://schemas.microsoft.com/office/drawing/2014/main" id="{D2BD20E2-46B6-453E-B933-D0183F86D7FE}"/>
              </a:ext>
            </a:extLst>
          </p:cNvPr>
          <p:cNvSpPr>
            <a:spLocks noEditPoints="1"/>
          </p:cNvSpPr>
          <p:nvPr/>
        </p:nvSpPr>
        <p:spPr bwMode="auto">
          <a:xfrm>
            <a:off x="7096185" y="3301823"/>
            <a:ext cx="2219512" cy="1753443"/>
          </a:xfrm>
          <a:custGeom>
            <a:gdLst>
              <a:gd name="T0" fmla="*/ 863 w 865"/>
              <a:gd name="T1" fmla="*/ 683 h 686"/>
              <a:gd name="T2" fmla="*/ 822 w 865"/>
              <a:gd name="T3" fmla="*/ 651 h 686"/>
              <a:gd name="T4" fmla="*/ 833 w 865"/>
              <a:gd name="T5" fmla="*/ 650 h 686"/>
              <a:gd name="T6" fmla="*/ 795 w 865"/>
              <a:gd name="T7" fmla="*/ 639 h 686"/>
              <a:gd name="T8" fmla="*/ 805 w 865"/>
              <a:gd name="T9" fmla="*/ 627 h 686"/>
              <a:gd name="T10" fmla="*/ 767 w 865"/>
              <a:gd name="T11" fmla="*/ 617 h 686"/>
              <a:gd name="T12" fmla="*/ 772 w 865"/>
              <a:gd name="T13" fmla="*/ 603 h 686"/>
              <a:gd name="T14" fmla="*/ 744 w 865"/>
              <a:gd name="T15" fmla="*/ 596 h 686"/>
              <a:gd name="T16" fmla="*/ 715 w 865"/>
              <a:gd name="T17" fmla="*/ 558 h 686"/>
              <a:gd name="T18" fmla="*/ 721 w 865"/>
              <a:gd name="T19" fmla="*/ 571 h 686"/>
              <a:gd name="T20" fmla="*/ 681 w 865"/>
              <a:gd name="T21" fmla="*/ 539 h 686"/>
              <a:gd name="T22" fmla="*/ 692 w 865"/>
              <a:gd name="T23" fmla="*/ 538 h 686"/>
              <a:gd name="T24" fmla="*/ 654 w 865"/>
              <a:gd name="T25" fmla="*/ 527 h 686"/>
              <a:gd name="T26" fmla="*/ 663 w 865"/>
              <a:gd name="T27" fmla="*/ 515 h 686"/>
              <a:gd name="T28" fmla="*/ 626 w 865"/>
              <a:gd name="T29" fmla="*/ 505 h 686"/>
              <a:gd name="T30" fmla="*/ 630 w 865"/>
              <a:gd name="T31" fmla="*/ 491 h 686"/>
              <a:gd name="T32" fmla="*/ 602 w 865"/>
              <a:gd name="T33" fmla="*/ 485 h 686"/>
              <a:gd name="T34" fmla="*/ 574 w 865"/>
              <a:gd name="T35" fmla="*/ 447 h 686"/>
              <a:gd name="T36" fmla="*/ 580 w 865"/>
              <a:gd name="T37" fmla="*/ 459 h 686"/>
              <a:gd name="T38" fmla="*/ 540 w 865"/>
              <a:gd name="T39" fmla="*/ 427 h 686"/>
              <a:gd name="T40" fmla="*/ 550 w 865"/>
              <a:gd name="T41" fmla="*/ 426 h 686"/>
              <a:gd name="T42" fmla="*/ 513 w 865"/>
              <a:gd name="T43" fmla="*/ 416 h 686"/>
              <a:gd name="T44" fmla="*/ 517 w 865"/>
              <a:gd name="T45" fmla="*/ 402 h 686"/>
              <a:gd name="T46" fmla="*/ 495 w 865"/>
              <a:gd name="T47" fmla="*/ 392 h 686"/>
              <a:gd name="T48" fmla="*/ 455 w 865"/>
              <a:gd name="T49" fmla="*/ 360 h 686"/>
              <a:gd name="T50" fmla="*/ 466 w 865"/>
              <a:gd name="T51" fmla="*/ 359 h 686"/>
              <a:gd name="T52" fmla="*/ 428 w 865"/>
              <a:gd name="T53" fmla="*/ 349 h 686"/>
              <a:gd name="T54" fmla="*/ 433 w 865"/>
              <a:gd name="T55" fmla="*/ 335 h 686"/>
              <a:gd name="T56" fmla="*/ 411 w 865"/>
              <a:gd name="T57" fmla="*/ 325 h 686"/>
              <a:gd name="T58" fmla="*/ 370 w 865"/>
              <a:gd name="T59" fmla="*/ 293 h 686"/>
              <a:gd name="T60" fmla="*/ 381 w 865"/>
              <a:gd name="T61" fmla="*/ 292 h 686"/>
              <a:gd name="T62" fmla="*/ 348 w 865"/>
              <a:gd name="T63" fmla="*/ 283 h 686"/>
              <a:gd name="T64" fmla="*/ 320 w 865"/>
              <a:gd name="T65" fmla="*/ 246 h 686"/>
              <a:gd name="T66" fmla="*/ 326 w 865"/>
              <a:gd name="T67" fmla="*/ 258 h 686"/>
              <a:gd name="T68" fmla="*/ 285 w 865"/>
              <a:gd name="T69" fmla="*/ 226 h 686"/>
              <a:gd name="T70" fmla="*/ 296 w 865"/>
              <a:gd name="T71" fmla="*/ 225 h 686"/>
              <a:gd name="T72" fmla="*/ 259 w 865"/>
              <a:gd name="T73" fmla="*/ 215 h 686"/>
              <a:gd name="T74" fmla="*/ 263 w 865"/>
              <a:gd name="T75" fmla="*/ 201 h 686"/>
              <a:gd name="T76" fmla="*/ 241 w 865"/>
              <a:gd name="T77" fmla="*/ 191 h 686"/>
              <a:gd name="T78" fmla="*/ 200 w 865"/>
              <a:gd name="T79" fmla="*/ 159 h 686"/>
              <a:gd name="T80" fmla="*/ 212 w 865"/>
              <a:gd name="T81" fmla="*/ 158 h 686"/>
              <a:gd name="T82" fmla="*/ 174 w 865"/>
              <a:gd name="T83" fmla="*/ 148 h 686"/>
              <a:gd name="T84" fmla="*/ 178 w 865"/>
              <a:gd name="T85" fmla="*/ 134 h 686"/>
              <a:gd name="T86" fmla="*/ 156 w 865"/>
              <a:gd name="T87" fmla="*/ 124 h 686"/>
              <a:gd name="T88" fmla="*/ 116 w 865"/>
              <a:gd name="T89" fmla="*/ 92 h 686"/>
              <a:gd name="T90" fmla="*/ 126 w 865"/>
              <a:gd name="T91" fmla="*/ 91 h 686"/>
              <a:gd name="T92" fmla="*/ 94 w 865"/>
              <a:gd name="T93" fmla="*/ 82 h 686"/>
              <a:gd name="T94" fmla="*/ 65 w 865"/>
              <a:gd name="T95" fmla="*/ 45 h 686"/>
              <a:gd name="T96" fmla="*/ 72 w 865"/>
              <a:gd name="T97" fmla="*/ 57 h 686"/>
              <a:gd name="T98" fmla="*/ 31 w 865"/>
              <a:gd name="T99" fmla="*/ 25 h 686"/>
              <a:gd name="T100" fmla="*/ 42 w 865"/>
              <a:gd name="T101" fmla="*/ 24 h 686"/>
              <a:gd name="T102" fmla="*/ 4 w 865"/>
              <a:gd name="T103" fmla="*/ 14 h 686"/>
              <a:gd name="T104" fmla="*/ 9 w 865"/>
              <a:gd name="T105" fmla="*/ 0 h 686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65" h="686">
                <a:moveTo>
                  <a:pt x="856" y="670"/>
                </a:moveTo>
                <a:cubicBezTo>
                  <a:pt x="854" y="670"/>
                  <a:pt x="852" y="671"/>
                  <a:pt x="850" y="673"/>
                </a:cubicBezTo>
                <a:cubicBezTo>
                  <a:pt x="848" y="676"/>
                  <a:pt x="849" y="681"/>
                  <a:pt x="852" y="684"/>
                </a:cubicBezTo>
                <a:cubicBezTo>
                  <a:pt x="853" y="685"/>
                  <a:pt x="855" y="686"/>
                  <a:pt x="857" y="686"/>
                </a:cubicBezTo>
                <a:cubicBezTo>
                  <a:pt x="859" y="686"/>
                  <a:pt x="861" y="685"/>
                  <a:pt x="863" y="683"/>
                </a:cubicBezTo>
                <a:cubicBezTo>
                  <a:pt x="865" y="679"/>
                  <a:pt x="865" y="675"/>
                  <a:pt x="861" y="672"/>
                </a:cubicBezTo>
                <a:cubicBezTo>
                  <a:pt x="861" y="672"/>
                  <a:pt x="861" y="672"/>
                  <a:pt x="861" y="672"/>
                </a:cubicBezTo>
                <a:cubicBezTo>
                  <a:pt x="860" y="671"/>
                  <a:pt x="858" y="670"/>
                  <a:pt x="856" y="670"/>
                </a:cubicBezTo>
                <a:moveTo>
                  <a:pt x="828" y="648"/>
                </a:moveTo>
                <a:cubicBezTo>
                  <a:pt x="826" y="648"/>
                  <a:pt x="824" y="649"/>
                  <a:pt x="822" y="651"/>
                </a:cubicBezTo>
                <a:cubicBezTo>
                  <a:pt x="819" y="654"/>
                  <a:pt x="820" y="659"/>
                  <a:pt x="823" y="661"/>
                </a:cubicBezTo>
                <a:cubicBezTo>
                  <a:pt x="824" y="662"/>
                  <a:pt x="824" y="662"/>
                  <a:pt x="824" y="662"/>
                </a:cubicBezTo>
                <a:cubicBezTo>
                  <a:pt x="825" y="663"/>
                  <a:pt x="827" y="663"/>
                  <a:pt x="828" y="663"/>
                </a:cubicBezTo>
                <a:cubicBezTo>
                  <a:pt x="831" y="663"/>
                  <a:pt x="833" y="662"/>
                  <a:pt x="834" y="660"/>
                </a:cubicBezTo>
                <a:cubicBezTo>
                  <a:pt x="837" y="657"/>
                  <a:pt x="836" y="652"/>
                  <a:pt x="833" y="650"/>
                </a:cubicBezTo>
                <a:cubicBezTo>
                  <a:pt x="833" y="649"/>
                  <a:pt x="833" y="649"/>
                  <a:pt x="833" y="649"/>
                </a:cubicBezTo>
                <a:cubicBezTo>
                  <a:pt x="831" y="648"/>
                  <a:pt x="830" y="648"/>
                  <a:pt x="828" y="648"/>
                </a:cubicBezTo>
                <a:moveTo>
                  <a:pt x="800" y="625"/>
                </a:moveTo>
                <a:cubicBezTo>
                  <a:pt x="798" y="625"/>
                  <a:pt x="795" y="626"/>
                  <a:pt x="794" y="628"/>
                </a:cubicBezTo>
                <a:cubicBezTo>
                  <a:pt x="791" y="632"/>
                  <a:pt x="792" y="636"/>
                  <a:pt x="795" y="639"/>
                </a:cubicBezTo>
                <a:cubicBezTo>
                  <a:pt x="795" y="639"/>
                  <a:pt x="795" y="639"/>
                  <a:pt x="795" y="639"/>
                </a:cubicBezTo>
                <a:cubicBezTo>
                  <a:pt x="797" y="640"/>
                  <a:pt x="798" y="641"/>
                  <a:pt x="800" y="641"/>
                </a:cubicBezTo>
                <a:cubicBezTo>
                  <a:pt x="802" y="641"/>
                  <a:pt x="805" y="640"/>
                  <a:pt x="806" y="638"/>
                </a:cubicBezTo>
                <a:cubicBezTo>
                  <a:pt x="809" y="635"/>
                  <a:pt x="808" y="630"/>
                  <a:pt x="805" y="627"/>
                </a:cubicBezTo>
                <a:cubicBezTo>
                  <a:pt x="805" y="627"/>
                  <a:pt x="805" y="627"/>
                  <a:pt x="805" y="627"/>
                </a:cubicBezTo>
                <a:cubicBezTo>
                  <a:pt x="803" y="626"/>
                  <a:pt x="801" y="625"/>
                  <a:pt x="800" y="625"/>
                </a:cubicBezTo>
                <a:moveTo>
                  <a:pt x="772" y="603"/>
                </a:moveTo>
                <a:cubicBezTo>
                  <a:pt x="769" y="603"/>
                  <a:pt x="767" y="604"/>
                  <a:pt x="766" y="606"/>
                </a:cubicBezTo>
                <a:cubicBezTo>
                  <a:pt x="763" y="609"/>
                  <a:pt x="763" y="614"/>
                  <a:pt x="767" y="617"/>
                </a:cubicBezTo>
                <a:cubicBezTo>
                  <a:pt x="767" y="617"/>
                  <a:pt x="767" y="617"/>
                  <a:pt x="767" y="617"/>
                </a:cubicBezTo>
                <a:cubicBezTo>
                  <a:pt x="769" y="618"/>
                  <a:pt x="770" y="619"/>
                  <a:pt x="772" y="619"/>
                </a:cubicBezTo>
                <a:cubicBezTo>
                  <a:pt x="774" y="619"/>
                  <a:pt x="776" y="618"/>
                  <a:pt x="778" y="616"/>
                </a:cubicBezTo>
                <a:cubicBezTo>
                  <a:pt x="780" y="612"/>
                  <a:pt x="780" y="608"/>
                  <a:pt x="777" y="605"/>
                </a:cubicBezTo>
                <a:cubicBezTo>
                  <a:pt x="776" y="605"/>
                  <a:pt x="776" y="605"/>
                  <a:pt x="776" y="605"/>
                </a:cubicBezTo>
                <a:cubicBezTo>
                  <a:pt x="775" y="604"/>
                  <a:pt x="773" y="603"/>
                  <a:pt x="772" y="603"/>
                </a:cubicBezTo>
                <a:moveTo>
                  <a:pt x="743" y="581"/>
                </a:moveTo>
                <a:cubicBezTo>
                  <a:pt x="741" y="581"/>
                  <a:pt x="739" y="582"/>
                  <a:pt x="737" y="584"/>
                </a:cubicBezTo>
                <a:cubicBezTo>
                  <a:pt x="735" y="587"/>
                  <a:pt x="735" y="592"/>
                  <a:pt x="739" y="594"/>
                </a:cubicBezTo>
                <a:cubicBezTo>
                  <a:pt x="739" y="595"/>
                  <a:pt x="739" y="595"/>
                  <a:pt x="739" y="595"/>
                </a:cubicBezTo>
                <a:cubicBezTo>
                  <a:pt x="740" y="596"/>
                  <a:pt x="742" y="596"/>
                  <a:pt x="744" y="596"/>
                </a:cubicBezTo>
                <a:cubicBezTo>
                  <a:pt x="746" y="596"/>
                  <a:pt x="748" y="595"/>
                  <a:pt x="750" y="593"/>
                </a:cubicBezTo>
                <a:cubicBezTo>
                  <a:pt x="752" y="590"/>
                  <a:pt x="752" y="585"/>
                  <a:pt x="748" y="583"/>
                </a:cubicBezTo>
                <a:cubicBezTo>
                  <a:pt x="748" y="582"/>
                  <a:pt x="748" y="582"/>
                  <a:pt x="748" y="582"/>
                </a:cubicBezTo>
                <a:cubicBezTo>
                  <a:pt x="747" y="581"/>
                  <a:pt x="745" y="581"/>
                  <a:pt x="743" y="581"/>
                </a:cubicBezTo>
                <a:moveTo>
                  <a:pt x="715" y="558"/>
                </a:moveTo>
                <a:cubicBezTo>
                  <a:pt x="713" y="558"/>
                  <a:pt x="711" y="559"/>
                  <a:pt x="709" y="561"/>
                </a:cubicBezTo>
                <a:cubicBezTo>
                  <a:pt x="706" y="565"/>
                  <a:pt x="707" y="569"/>
                  <a:pt x="710" y="572"/>
                </a:cubicBezTo>
                <a:cubicBezTo>
                  <a:pt x="711" y="572"/>
                  <a:pt x="711" y="572"/>
                  <a:pt x="711" y="572"/>
                </a:cubicBezTo>
                <a:cubicBezTo>
                  <a:pt x="712" y="573"/>
                  <a:pt x="714" y="574"/>
                  <a:pt x="715" y="574"/>
                </a:cubicBezTo>
                <a:cubicBezTo>
                  <a:pt x="718" y="574"/>
                  <a:pt x="720" y="573"/>
                  <a:pt x="721" y="571"/>
                </a:cubicBezTo>
                <a:cubicBezTo>
                  <a:pt x="724" y="568"/>
                  <a:pt x="723" y="563"/>
                  <a:pt x="720" y="560"/>
                </a:cubicBezTo>
                <a:cubicBezTo>
                  <a:pt x="720" y="560"/>
                  <a:pt x="720" y="560"/>
                  <a:pt x="720" y="560"/>
                </a:cubicBezTo>
                <a:cubicBezTo>
                  <a:pt x="718" y="559"/>
                  <a:pt x="717" y="558"/>
                  <a:pt x="715" y="558"/>
                </a:cubicBezTo>
                <a:moveTo>
                  <a:pt x="687" y="536"/>
                </a:moveTo>
                <a:cubicBezTo>
                  <a:pt x="685" y="536"/>
                  <a:pt x="682" y="537"/>
                  <a:pt x="681" y="539"/>
                </a:cubicBezTo>
                <a:cubicBezTo>
                  <a:pt x="678" y="542"/>
                  <a:pt x="679" y="547"/>
                  <a:pt x="682" y="550"/>
                </a:cubicBezTo>
                <a:cubicBezTo>
                  <a:pt x="682" y="550"/>
                  <a:pt x="682" y="550"/>
                  <a:pt x="682" y="550"/>
                </a:cubicBezTo>
                <a:cubicBezTo>
                  <a:pt x="684" y="551"/>
                  <a:pt x="685" y="552"/>
                  <a:pt x="687" y="552"/>
                </a:cubicBezTo>
                <a:cubicBezTo>
                  <a:pt x="689" y="552"/>
                  <a:pt x="692" y="551"/>
                  <a:pt x="693" y="549"/>
                </a:cubicBezTo>
                <a:cubicBezTo>
                  <a:pt x="696" y="545"/>
                  <a:pt x="695" y="541"/>
                  <a:pt x="692" y="538"/>
                </a:cubicBezTo>
                <a:cubicBezTo>
                  <a:pt x="692" y="538"/>
                  <a:pt x="692" y="538"/>
                  <a:pt x="692" y="538"/>
                </a:cubicBezTo>
                <a:cubicBezTo>
                  <a:pt x="690" y="537"/>
                  <a:pt x="688" y="536"/>
                  <a:pt x="687" y="536"/>
                </a:cubicBezTo>
                <a:moveTo>
                  <a:pt x="659" y="514"/>
                </a:moveTo>
                <a:cubicBezTo>
                  <a:pt x="656" y="514"/>
                  <a:pt x="654" y="515"/>
                  <a:pt x="653" y="517"/>
                </a:cubicBezTo>
                <a:cubicBezTo>
                  <a:pt x="650" y="520"/>
                  <a:pt x="650" y="525"/>
                  <a:pt x="654" y="527"/>
                </a:cubicBezTo>
                <a:cubicBezTo>
                  <a:pt x="654" y="528"/>
                  <a:pt x="654" y="528"/>
                  <a:pt x="654" y="528"/>
                </a:cubicBezTo>
                <a:cubicBezTo>
                  <a:pt x="656" y="529"/>
                  <a:pt x="657" y="529"/>
                  <a:pt x="659" y="529"/>
                </a:cubicBezTo>
                <a:cubicBezTo>
                  <a:pt x="661" y="529"/>
                  <a:pt x="663" y="528"/>
                  <a:pt x="665" y="526"/>
                </a:cubicBezTo>
                <a:cubicBezTo>
                  <a:pt x="667" y="523"/>
                  <a:pt x="667" y="518"/>
                  <a:pt x="664" y="516"/>
                </a:cubicBezTo>
                <a:cubicBezTo>
                  <a:pt x="663" y="515"/>
                  <a:pt x="663" y="515"/>
                  <a:pt x="663" y="515"/>
                </a:cubicBezTo>
                <a:cubicBezTo>
                  <a:pt x="662" y="514"/>
                  <a:pt x="660" y="514"/>
                  <a:pt x="659" y="514"/>
                </a:cubicBezTo>
                <a:moveTo>
                  <a:pt x="630" y="491"/>
                </a:moveTo>
                <a:cubicBezTo>
                  <a:pt x="628" y="491"/>
                  <a:pt x="626" y="492"/>
                  <a:pt x="624" y="494"/>
                </a:cubicBezTo>
                <a:cubicBezTo>
                  <a:pt x="622" y="498"/>
                  <a:pt x="622" y="502"/>
                  <a:pt x="626" y="505"/>
                </a:cubicBezTo>
                <a:cubicBezTo>
                  <a:pt x="626" y="505"/>
                  <a:pt x="626" y="505"/>
                  <a:pt x="626" y="505"/>
                </a:cubicBezTo>
                <a:cubicBezTo>
                  <a:pt x="627" y="506"/>
                  <a:pt x="629" y="507"/>
                  <a:pt x="631" y="507"/>
                </a:cubicBezTo>
                <a:cubicBezTo>
                  <a:pt x="633" y="507"/>
                  <a:pt x="635" y="506"/>
                  <a:pt x="637" y="504"/>
                </a:cubicBezTo>
                <a:cubicBezTo>
                  <a:pt x="639" y="501"/>
                  <a:pt x="639" y="496"/>
                  <a:pt x="635" y="493"/>
                </a:cubicBezTo>
                <a:cubicBezTo>
                  <a:pt x="635" y="493"/>
                  <a:pt x="635" y="493"/>
                  <a:pt x="635" y="493"/>
                </a:cubicBezTo>
                <a:cubicBezTo>
                  <a:pt x="634" y="492"/>
                  <a:pt x="632" y="491"/>
                  <a:pt x="630" y="491"/>
                </a:cubicBezTo>
                <a:moveTo>
                  <a:pt x="602" y="469"/>
                </a:moveTo>
                <a:cubicBezTo>
                  <a:pt x="600" y="469"/>
                  <a:pt x="598" y="470"/>
                  <a:pt x="596" y="472"/>
                </a:cubicBezTo>
                <a:cubicBezTo>
                  <a:pt x="593" y="475"/>
                  <a:pt x="594" y="480"/>
                  <a:pt x="597" y="483"/>
                </a:cubicBezTo>
                <a:cubicBezTo>
                  <a:pt x="598" y="483"/>
                  <a:pt x="598" y="483"/>
                  <a:pt x="598" y="483"/>
                </a:cubicBezTo>
                <a:cubicBezTo>
                  <a:pt x="599" y="484"/>
                  <a:pt x="601" y="485"/>
                  <a:pt x="602" y="485"/>
                </a:cubicBezTo>
                <a:cubicBezTo>
                  <a:pt x="605" y="485"/>
                  <a:pt x="607" y="484"/>
                  <a:pt x="608" y="482"/>
                </a:cubicBezTo>
                <a:cubicBezTo>
                  <a:pt x="611" y="478"/>
                  <a:pt x="610" y="474"/>
                  <a:pt x="607" y="471"/>
                </a:cubicBezTo>
                <a:cubicBezTo>
                  <a:pt x="607" y="471"/>
                  <a:pt x="607" y="471"/>
                  <a:pt x="607" y="471"/>
                </a:cubicBezTo>
                <a:cubicBezTo>
                  <a:pt x="605" y="470"/>
                  <a:pt x="604" y="469"/>
                  <a:pt x="602" y="469"/>
                </a:cubicBezTo>
                <a:moveTo>
                  <a:pt x="574" y="447"/>
                </a:moveTo>
                <a:cubicBezTo>
                  <a:pt x="572" y="447"/>
                  <a:pt x="569" y="448"/>
                  <a:pt x="568" y="450"/>
                </a:cubicBezTo>
                <a:cubicBezTo>
                  <a:pt x="565" y="453"/>
                  <a:pt x="566" y="458"/>
                  <a:pt x="569" y="460"/>
                </a:cubicBezTo>
                <a:cubicBezTo>
                  <a:pt x="569" y="461"/>
                  <a:pt x="569" y="461"/>
                  <a:pt x="569" y="461"/>
                </a:cubicBezTo>
                <a:cubicBezTo>
                  <a:pt x="571" y="462"/>
                  <a:pt x="572" y="462"/>
                  <a:pt x="574" y="462"/>
                </a:cubicBezTo>
                <a:cubicBezTo>
                  <a:pt x="576" y="462"/>
                  <a:pt x="579" y="461"/>
                  <a:pt x="580" y="459"/>
                </a:cubicBezTo>
                <a:cubicBezTo>
                  <a:pt x="583" y="456"/>
                  <a:pt x="582" y="451"/>
                  <a:pt x="579" y="449"/>
                </a:cubicBezTo>
                <a:cubicBezTo>
                  <a:pt x="578" y="448"/>
                  <a:pt x="578" y="448"/>
                  <a:pt x="578" y="448"/>
                </a:cubicBezTo>
                <a:cubicBezTo>
                  <a:pt x="577" y="447"/>
                  <a:pt x="575" y="447"/>
                  <a:pt x="574" y="447"/>
                </a:cubicBezTo>
                <a:moveTo>
                  <a:pt x="546" y="424"/>
                </a:moveTo>
                <a:cubicBezTo>
                  <a:pt x="543" y="424"/>
                  <a:pt x="541" y="425"/>
                  <a:pt x="540" y="427"/>
                </a:cubicBezTo>
                <a:cubicBezTo>
                  <a:pt x="537" y="431"/>
                  <a:pt x="538" y="436"/>
                  <a:pt x="541" y="438"/>
                </a:cubicBezTo>
                <a:cubicBezTo>
                  <a:pt x="543" y="439"/>
                  <a:pt x="544" y="440"/>
                  <a:pt x="546" y="440"/>
                </a:cubicBezTo>
                <a:cubicBezTo>
                  <a:pt x="548" y="440"/>
                  <a:pt x="550" y="439"/>
                  <a:pt x="552" y="437"/>
                </a:cubicBezTo>
                <a:cubicBezTo>
                  <a:pt x="554" y="434"/>
                  <a:pt x="554" y="429"/>
                  <a:pt x="551" y="426"/>
                </a:cubicBezTo>
                <a:cubicBezTo>
                  <a:pt x="550" y="426"/>
                  <a:pt x="550" y="426"/>
                  <a:pt x="550" y="426"/>
                </a:cubicBezTo>
                <a:cubicBezTo>
                  <a:pt x="549" y="425"/>
                  <a:pt x="547" y="424"/>
                  <a:pt x="546" y="424"/>
                </a:cubicBezTo>
                <a:moveTo>
                  <a:pt x="517" y="402"/>
                </a:moveTo>
                <a:cubicBezTo>
                  <a:pt x="515" y="402"/>
                  <a:pt x="513" y="403"/>
                  <a:pt x="511" y="405"/>
                </a:cubicBezTo>
                <a:cubicBezTo>
                  <a:pt x="509" y="408"/>
                  <a:pt x="509" y="413"/>
                  <a:pt x="513" y="416"/>
                </a:cubicBezTo>
                <a:cubicBezTo>
                  <a:pt x="513" y="416"/>
                  <a:pt x="513" y="416"/>
                  <a:pt x="513" y="416"/>
                </a:cubicBezTo>
                <a:cubicBezTo>
                  <a:pt x="514" y="417"/>
                  <a:pt x="516" y="418"/>
                  <a:pt x="518" y="418"/>
                </a:cubicBezTo>
                <a:cubicBezTo>
                  <a:pt x="520" y="418"/>
                  <a:pt x="522" y="417"/>
                  <a:pt x="524" y="415"/>
                </a:cubicBezTo>
                <a:cubicBezTo>
                  <a:pt x="526" y="411"/>
                  <a:pt x="526" y="407"/>
                  <a:pt x="522" y="404"/>
                </a:cubicBezTo>
                <a:cubicBezTo>
                  <a:pt x="522" y="404"/>
                  <a:pt x="522" y="404"/>
                  <a:pt x="522" y="404"/>
                </a:cubicBezTo>
                <a:cubicBezTo>
                  <a:pt x="521" y="403"/>
                  <a:pt x="519" y="402"/>
                  <a:pt x="517" y="402"/>
                </a:cubicBezTo>
                <a:moveTo>
                  <a:pt x="489" y="380"/>
                </a:moveTo>
                <a:cubicBezTo>
                  <a:pt x="487" y="380"/>
                  <a:pt x="485" y="381"/>
                  <a:pt x="483" y="383"/>
                </a:cubicBezTo>
                <a:cubicBezTo>
                  <a:pt x="481" y="386"/>
                  <a:pt x="481" y="391"/>
                  <a:pt x="485" y="394"/>
                </a:cubicBezTo>
                <a:cubicBezTo>
                  <a:pt x="486" y="395"/>
                  <a:pt x="488" y="395"/>
                  <a:pt x="489" y="395"/>
                </a:cubicBezTo>
                <a:cubicBezTo>
                  <a:pt x="492" y="395"/>
                  <a:pt x="494" y="394"/>
                  <a:pt x="495" y="392"/>
                </a:cubicBezTo>
                <a:cubicBezTo>
                  <a:pt x="498" y="389"/>
                  <a:pt x="497" y="384"/>
                  <a:pt x="494" y="382"/>
                </a:cubicBezTo>
                <a:cubicBezTo>
                  <a:pt x="494" y="381"/>
                  <a:pt x="494" y="381"/>
                  <a:pt x="494" y="381"/>
                </a:cubicBezTo>
                <a:cubicBezTo>
                  <a:pt x="492" y="380"/>
                  <a:pt x="491" y="380"/>
                  <a:pt x="489" y="380"/>
                </a:cubicBezTo>
                <a:moveTo>
                  <a:pt x="461" y="357"/>
                </a:moveTo>
                <a:cubicBezTo>
                  <a:pt x="458" y="357"/>
                  <a:pt x="456" y="358"/>
                  <a:pt x="455" y="360"/>
                </a:cubicBezTo>
                <a:cubicBezTo>
                  <a:pt x="452" y="364"/>
                  <a:pt x="453" y="368"/>
                  <a:pt x="456" y="371"/>
                </a:cubicBezTo>
                <a:cubicBezTo>
                  <a:pt x="456" y="371"/>
                  <a:pt x="456" y="371"/>
                  <a:pt x="456" y="371"/>
                </a:cubicBezTo>
                <a:cubicBezTo>
                  <a:pt x="458" y="372"/>
                  <a:pt x="460" y="373"/>
                  <a:pt x="461" y="373"/>
                </a:cubicBezTo>
                <a:cubicBezTo>
                  <a:pt x="463" y="373"/>
                  <a:pt x="466" y="372"/>
                  <a:pt x="467" y="370"/>
                </a:cubicBezTo>
                <a:cubicBezTo>
                  <a:pt x="470" y="367"/>
                  <a:pt x="469" y="362"/>
                  <a:pt x="466" y="359"/>
                </a:cubicBezTo>
                <a:cubicBezTo>
                  <a:pt x="465" y="359"/>
                  <a:pt x="465" y="359"/>
                  <a:pt x="465" y="359"/>
                </a:cubicBezTo>
                <a:cubicBezTo>
                  <a:pt x="464" y="358"/>
                  <a:pt x="462" y="357"/>
                  <a:pt x="461" y="357"/>
                </a:cubicBezTo>
                <a:moveTo>
                  <a:pt x="433" y="335"/>
                </a:moveTo>
                <a:cubicBezTo>
                  <a:pt x="430" y="335"/>
                  <a:pt x="428" y="336"/>
                  <a:pt x="427" y="338"/>
                </a:cubicBezTo>
                <a:cubicBezTo>
                  <a:pt x="424" y="341"/>
                  <a:pt x="425" y="346"/>
                  <a:pt x="428" y="349"/>
                </a:cubicBezTo>
                <a:cubicBezTo>
                  <a:pt x="430" y="350"/>
                  <a:pt x="431" y="351"/>
                  <a:pt x="433" y="351"/>
                </a:cubicBezTo>
                <a:cubicBezTo>
                  <a:pt x="435" y="351"/>
                  <a:pt x="437" y="350"/>
                  <a:pt x="439" y="348"/>
                </a:cubicBezTo>
                <a:cubicBezTo>
                  <a:pt x="441" y="344"/>
                  <a:pt x="441" y="340"/>
                  <a:pt x="438" y="337"/>
                </a:cubicBezTo>
                <a:cubicBezTo>
                  <a:pt x="437" y="337"/>
                  <a:pt x="437" y="337"/>
                  <a:pt x="437" y="337"/>
                </a:cubicBezTo>
                <a:cubicBezTo>
                  <a:pt x="436" y="336"/>
                  <a:pt x="434" y="335"/>
                  <a:pt x="433" y="335"/>
                </a:cubicBezTo>
                <a:moveTo>
                  <a:pt x="404" y="313"/>
                </a:moveTo>
                <a:cubicBezTo>
                  <a:pt x="402" y="313"/>
                  <a:pt x="400" y="314"/>
                  <a:pt x="398" y="316"/>
                </a:cubicBezTo>
                <a:cubicBezTo>
                  <a:pt x="396" y="319"/>
                  <a:pt x="397" y="324"/>
                  <a:pt x="400" y="327"/>
                </a:cubicBezTo>
                <a:cubicBezTo>
                  <a:pt x="401" y="328"/>
                  <a:pt x="403" y="328"/>
                  <a:pt x="405" y="328"/>
                </a:cubicBezTo>
                <a:cubicBezTo>
                  <a:pt x="407" y="328"/>
                  <a:pt x="409" y="327"/>
                  <a:pt x="411" y="325"/>
                </a:cubicBezTo>
                <a:cubicBezTo>
                  <a:pt x="413" y="322"/>
                  <a:pt x="413" y="317"/>
                  <a:pt x="409" y="315"/>
                </a:cubicBezTo>
                <a:cubicBezTo>
                  <a:pt x="409" y="314"/>
                  <a:pt x="409" y="314"/>
                  <a:pt x="409" y="314"/>
                </a:cubicBezTo>
                <a:cubicBezTo>
                  <a:pt x="408" y="313"/>
                  <a:pt x="406" y="313"/>
                  <a:pt x="404" y="313"/>
                </a:cubicBezTo>
                <a:moveTo>
                  <a:pt x="376" y="290"/>
                </a:moveTo>
                <a:cubicBezTo>
                  <a:pt x="374" y="290"/>
                  <a:pt x="372" y="291"/>
                  <a:pt x="370" y="293"/>
                </a:cubicBezTo>
                <a:cubicBezTo>
                  <a:pt x="368" y="297"/>
                  <a:pt x="368" y="302"/>
                  <a:pt x="372" y="304"/>
                </a:cubicBezTo>
                <a:cubicBezTo>
                  <a:pt x="373" y="305"/>
                  <a:pt x="375" y="306"/>
                  <a:pt x="376" y="306"/>
                </a:cubicBezTo>
                <a:cubicBezTo>
                  <a:pt x="379" y="306"/>
                  <a:pt x="381" y="305"/>
                  <a:pt x="382" y="303"/>
                </a:cubicBezTo>
                <a:cubicBezTo>
                  <a:pt x="385" y="300"/>
                  <a:pt x="384" y="295"/>
                  <a:pt x="381" y="292"/>
                </a:cubicBezTo>
                <a:cubicBezTo>
                  <a:pt x="381" y="292"/>
                  <a:pt x="381" y="292"/>
                  <a:pt x="381" y="292"/>
                </a:cubicBezTo>
                <a:cubicBezTo>
                  <a:pt x="379" y="291"/>
                  <a:pt x="378" y="290"/>
                  <a:pt x="376" y="290"/>
                </a:cubicBezTo>
                <a:moveTo>
                  <a:pt x="348" y="268"/>
                </a:moveTo>
                <a:cubicBezTo>
                  <a:pt x="346" y="268"/>
                  <a:pt x="343" y="269"/>
                  <a:pt x="342" y="271"/>
                </a:cubicBezTo>
                <a:cubicBezTo>
                  <a:pt x="339" y="274"/>
                  <a:pt x="340" y="279"/>
                  <a:pt x="343" y="282"/>
                </a:cubicBezTo>
                <a:cubicBezTo>
                  <a:pt x="345" y="283"/>
                  <a:pt x="346" y="283"/>
                  <a:pt x="348" y="283"/>
                </a:cubicBezTo>
                <a:cubicBezTo>
                  <a:pt x="350" y="283"/>
                  <a:pt x="353" y="282"/>
                  <a:pt x="354" y="281"/>
                </a:cubicBezTo>
                <a:cubicBezTo>
                  <a:pt x="357" y="277"/>
                  <a:pt x="356" y="272"/>
                  <a:pt x="353" y="270"/>
                </a:cubicBezTo>
                <a:cubicBezTo>
                  <a:pt x="352" y="270"/>
                  <a:pt x="352" y="270"/>
                  <a:pt x="352" y="270"/>
                </a:cubicBezTo>
                <a:cubicBezTo>
                  <a:pt x="351" y="269"/>
                  <a:pt x="350" y="268"/>
                  <a:pt x="348" y="268"/>
                </a:cubicBezTo>
                <a:moveTo>
                  <a:pt x="320" y="246"/>
                </a:moveTo>
                <a:cubicBezTo>
                  <a:pt x="317" y="246"/>
                  <a:pt x="315" y="247"/>
                  <a:pt x="314" y="249"/>
                </a:cubicBezTo>
                <a:cubicBezTo>
                  <a:pt x="311" y="252"/>
                  <a:pt x="311" y="257"/>
                  <a:pt x="315" y="259"/>
                </a:cubicBezTo>
                <a:cubicBezTo>
                  <a:pt x="315" y="260"/>
                  <a:pt x="315" y="260"/>
                  <a:pt x="315" y="260"/>
                </a:cubicBezTo>
                <a:cubicBezTo>
                  <a:pt x="317" y="261"/>
                  <a:pt x="318" y="261"/>
                  <a:pt x="320" y="261"/>
                </a:cubicBezTo>
                <a:cubicBezTo>
                  <a:pt x="322" y="261"/>
                  <a:pt x="324" y="260"/>
                  <a:pt x="326" y="258"/>
                </a:cubicBezTo>
                <a:cubicBezTo>
                  <a:pt x="328" y="255"/>
                  <a:pt x="328" y="250"/>
                  <a:pt x="325" y="248"/>
                </a:cubicBezTo>
                <a:cubicBezTo>
                  <a:pt x="324" y="247"/>
                  <a:pt x="324" y="247"/>
                  <a:pt x="324" y="247"/>
                </a:cubicBezTo>
                <a:cubicBezTo>
                  <a:pt x="323" y="246"/>
                  <a:pt x="321" y="246"/>
                  <a:pt x="320" y="246"/>
                </a:cubicBezTo>
                <a:moveTo>
                  <a:pt x="291" y="223"/>
                </a:moveTo>
                <a:cubicBezTo>
                  <a:pt x="289" y="223"/>
                  <a:pt x="287" y="224"/>
                  <a:pt x="285" y="226"/>
                </a:cubicBezTo>
                <a:cubicBezTo>
                  <a:pt x="283" y="230"/>
                  <a:pt x="284" y="235"/>
                  <a:pt x="287" y="237"/>
                </a:cubicBezTo>
                <a:cubicBezTo>
                  <a:pt x="288" y="238"/>
                  <a:pt x="290" y="239"/>
                  <a:pt x="292" y="239"/>
                </a:cubicBezTo>
                <a:cubicBezTo>
                  <a:pt x="294" y="239"/>
                  <a:pt x="296" y="238"/>
                  <a:pt x="298" y="236"/>
                </a:cubicBezTo>
                <a:cubicBezTo>
                  <a:pt x="300" y="233"/>
                  <a:pt x="300" y="228"/>
                  <a:pt x="296" y="225"/>
                </a:cubicBezTo>
                <a:cubicBezTo>
                  <a:pt x="296" y="225"/>
                  <a:pt x="296" y="225"/>
                  <a:pt x="296" y="225"/>
                </a:cubicBezTo>
                <a:cubicBezTo>
                  <a:pt x="295" y="224"/>
                  <a:pt x="293" y="223"/>
                  <a:pt x="291" y="223"/>
                </a:cubicBezTo>
                <a:moveTo>
                  <a:pt x="263" y="201"/>
                </a:moveTo>
                <a:cubicBezTo>
                  <a:pt x="261" y="201"/>
                  <a:pt x="259" y="202"/>
                  <a:pt x="257" y="204"/>
                </a:cubicBezTo>
                <a:cubicBezTo>
                  <a:pt x="254" y="207"/>
                  <a:pt x="255" y="212"/>
                  <a:pt x="258" y="215"/>
                </a:cubicBezTo>
                <a:cubicBezTo>
                  <a:pt x="259" y="215"/>
                  <a:pt x="259" y="215"/>
                  <a:pt x="259" y="215"/>
                </a:cubicBezTo>
                <a:cubicBezTo>
                  <a:pt x="260" y="216"/>
                  <a:pt x="262" y="216"/>
                  <a:pt x="263" y="216"/>
                </a:cubicBezTo>
                <a:cubicBezTo>
                  <a:pt x="266" y="216"/>
                  <a:pt x="268" y="215"/>
                  <a:pt x="269" y="214"/>
                </a:cubicBezTo>
                <a:cubicBezTo>
                  <a:pt x="272" y="210"/>
                  <a:pt x="271" y="205"/>
                  <a:pt x="268" y="203"/>
                </a:cubicBezTo>
                <a:cubicBezTo>
                  <a:pt x="268" y="203"/>
                  <a:pt x="268" y="203"/>
                  <a:pt x="268" y="203"/>
                </a:cubicBezTo>
                <a:cubicBezTo>
                  <a:pt x="266" y="201"/>
                  <a:pt x="265" y="201"/>
                  <a:pt x="263" y="201"/>
                </a:cubicBezTo>
                <a:moveTo>
                  <a:pt x="235" y="179"/>
                </a:moveTo>
                <a:cubicBezTo>
                  <a:pt x="233" y="179"/>
                  <a:pt x="231" y="180"/>
                  <a:pt x="229" y="182"/>
                </a:cubicBezTo>
                <a:cubicBezTo>
                  <a:pt x="226" y="185"/>
                  <a:pt x="227" y="190"/>
                  <a:pt x="230" y="192"/>
                </a:cubicBezTo>
                <a:cubicBezTo>
                  <a:pt x="232" y="194"/>
                  <a:pt x="233" y="194"/>
                  <a:pt x="235" y="194"/>
                </a:cubicBezTo>
                <a:cubicBezTo>
                  <a:pt x="237" y="194"/>
                  <a:pt x="240" y="193"/>
                  <a:pt x="241" y="191"/>
                </a:cubicBezTo>
                <a:cubicBezTo>
                  <a:pt x="244" y="188"/>
                  <a:pt x="243" y="183"/>
                  <a:pt x="240" y="181"/>
                </a:cubicBezTo>
                <a:cubicBezTo>
                  <a:pt x="239" y="180"/>
                  <a:pt x="239" y="180"/>
                  <a:pt x="239" y="180"/>
                </a:cubicBezTo>
                <a:cubicBezTo>
                  <a:pt x="238" y="179"/>
                  <a:pt x="237" y="179"/>
                  <a:pt x="235" y="179"/>
                </a:cubicBezTo>
                <a:moveTo>
                  <a:pt x="206" y="156"/>
                </a:moveTo>
                <a:cubicBezTo>
                  <a:pt x="204" y="156"/>
                  <a:pt x="202" y="157"/>
                  <a:pt x="200" y="159"/>
                </a:cubicBezTo>
                <a:cubicBezTo>
                  <a:pt x="198" y="162"/>
                  <a:pt x="198" y="167"/>
                  <a:pt x="202" y="170"/>
                </a:cubicBezTo>
                <a:cubicBezTo>
                  <a:pt x="202" y="170"/>
                  <a:pt x="202" y="170"/>
                  <a:pt x="202" y="170"/>
                </a:cubicBezTo>
                <a:cubicBezTo>
                  <a:pt x="204" y="171"/>
                  <a:pt x="205" y="172"/>
                  <a:pt x="207" y="172"/>
                </a:cubicBezTo>
                <a:cubicBezTo>
                  <a:pt x="209" y="172"/>
                  <a:pt x="211" y="171"/>
                  <a:pt x="213" y="169"/>
                </a:cubicBezTo>
                <a:cubicBezTo>
                  <a:pt x="215" y="166"/>
                  <a:pt x="215" y="161"/>
                  <a:pt x="212" y="158"/>
                </a:cubicBezTo>
                <a:cubicBezTo>
                  <a:pt x="211" y="158"/>
                  <a:pt x="211" y="158"/>
                  <a:pt x="211" y="158"/>
                </a:cubicBezTo>
                <a:cubicBezTo>
                  <a:pt x="210" y="157"/>
                  <a:pt x="208" y="156"/>
                  <a:pt x="206" y="156"/>
                </a:cubicBezTo>
                <a:moveTo>
                  <a:pt x="178" y="134"/>
                </a:moveTo>
                <a:cubicBezTo>
                  <a:pt x="176" y="134"/>
                  <a:pt x="174" y="135"/>
                  <a:pt x="172" y="137"/>
                </a:cubicBezTo>
                <a:cubicBezTo>
                  <a:pt x="170" y="140"/>
                  <a:pt x="171" y="145"/>
                  <a:pt x="174" y="148"/>
                </a:cubicBezTo>
                <a:cubicBezTo>
                  <a:pt x="175" y="149"/>
                  <a:pt x="177" y="149"/>
                  <a:pt x="179" y="149"/>
                </a:cubicBezTo>
                <a:cubicBezTo>
                  <a:pt x="181" y="149"/>
                  <a:pt x="183" y="148"/>
                  <a:pt x="185" y="147"/>
                </a:cubicBezTo>
                <a:cubicBezTo>
                  <a:pt x="187" y="143"/>
                  <a:pt x="187" y="138"/>
                  <a:pt x="183" y="136"/>
                </a:cubicBezTo>
                <a:cubicBezTo>
                  <a:pt x="183" y="136"/>
                  <a:pt x="183" y="136"/>
                  <a:pt x="183" y="136"/>
                </a:cubicBezTo>
                <a:cubicBezTo>
                  <a:pt x="182" y="134"/>
                  <a:pt x="180" y="134"/>
                  <a:pt x="178" y="134"/>
                </a:cubicBezTo>
                <a:moveTo>
                  <a:pt x="150" y="112"/>
                </a:moveTo>
                <a:cubicBezTo>
                  <a:pt x="148" y="112"/>
                  <a:pt x="146" y="113"/>
                  <a:pt x="144" y="115"/>
                </a:cubicBezTo>
                <a:cubicBezTo>
                  <a:pt x="142" y="118"/>
                  <a:pt x="142" y="123"/>
                  <a:pt x="146" y="125"/>
                </a:cubicBezTo>
                <a:cubicBezTo>
                  <a:pt x="147" y="127"/>
                  <a:pt x="149" y="127"/>
                  <a:pt x="150" y="127"/>
                </a:cubicBezTo>
                <a:cubicBezTo>
                  <a:pt x="153" y="127"/>
                  <a:pt x="155" y="126"/>
                  <a:pt x="156" y="124"/>
                </a:cubicBezTo>
                <a:cubicBezTo>
                  <a:pt x="159" y="121"/>
                  <a:pt x="158" y="116"/>
                  <a:pt x="155" y="114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53" y="112"/>
                  <a:pt x="152" y="112"/>
                  <a:pt x="150" y="112"/>
                </a:cubicBezTo>
                <a:moveTo>
                  <a:pt x="122" y="89"/>
                </a:moveTo>
                <a:cubicBezTo>
                  <a:pt x="120" y="89"/>
                  <a:pt x="118" y="90"/>
                  <a:pt x="116" y="92"/>
                </a:cubicBezTo>
                <a:cubicBezTo>
                  <a:pt x="113" y="96"/>
                  <a:pt x="114" y="100"/>
                  <a:pt x="117" y="103"/>
                </a:cubicBezTo>
                <a:cubicBezTo>
                  <a:pt x="119" y="104"/>
                  <a:pt x="120" y="105"/>
                  <a:pt x="122" y="105"/>
                </a:cubicBezTo>
                <a:cubicBezTo>
                  <a:pt x="124" y="105"/>
                  <a:pt x="127" y="104"/>
                  <a:pt x="128" y="102"/>
                </a:cubicBezTo>
                <a:cubicBezTo>
                  <a:pt x="131" y="99"/>
                  <a:pt x="130" y="94"/>
                  <a:pt x="127" y="91"/>
                </a:cubicBezTo>
                <a:cubicBezTo>
                  <a:pt x="126" y="91"/>
                  <a:pt x="126" y="91"/>
                  <a:pt x="126" y="91"/>
                </a:cubicBezTo>
                <a:cubicBezTo>
                  <a:pt x="125" y="90"/>
                  <a:pt x="124" y="89"/>
                  <a:pt x="122" y="89"/>
                </a:cubicBezTo>
                <a:moveTo>
                  <a:pt x="94" y="67"/>
                </a:moveTo>
                <a:cubicBezTo>
                  <a:pt x="91" y="67"/>
                  <a:pt x="89" y="68"/>
                  <a:pt x="88" y="70"/>
                </a:cubicBezTo>
                <a:cubicBezTo>
                  <a:pt x="85" y="73"/>
                  <a:pt x="86" y="78"/>
                  <a:pt x="89" y="81"/>
                </a:cubicBezTo>
                <a:cubicBezTo>
                  <a:pt x="91" y="82"/>
                  <a:pt x="92" y="82"/>
                  <a:pt x="94" y="82"/>
                </a:cubicBezTo>
                <a:cubicBezTo>
                  <a:pt x="96" y="82"/>
                  <a:pt x="98" y="81"/>
                  <a:pt x="100" y="80"/>
                </a:cubicBezTo>
                <a:cubicBezTo>
                  <a:pt x="102" y="76"/>
                  <a:pt x="102" y="71"/>
                  <a:pt x="99" y="69"/>
                </a:cubicBezTo>
                <a:cubicBezTo>
                  <a:pt x="98" y="69"/>
                  <a:pt x="98" y="69"/>
                  <a:pt x="98" y="69"/>
                </a:cubicBezTo>
                <a:cubicBezTo>
                  <a:pt x="97" y="67"/>
                  <a:pt x="95" y="67"/>
                  <a:pt x="94" y="67"/>
                </a:cubicBezTo>
                <a:moveTo>
                  <a:pt x="65" y="45"/>
                </a:moveTo>
                <a:cubicBezTo>
                  <a:pt x="63" y="45"/>
                  <a:pt x="61" y="46"/>
                  <a:pt x="59" y="47"/>
                </a:cubicBezTo>
                <a:cubicBezTo>
                  <a:pt x="57" y="51"/>
                  <a:pt x="57" y="56"/>
                  <a:pt x="61" y="58"/>
                </a:cubicBezTo>
                <a:cubicBezTo>
                  <a:pt x="61" y="58"/>
                  <a:pt x="61" y="58"/>
                  <a:pt x="61" y="58"/>
                </a:cubicBezTo>
                <a:cubicBezTo>
                  <a:pt x="62" y="60"/>
                  <a:pt x="64" y="60"/>
                  <a:pt x="66" y="60"/>
                </a:cubicBezTo>
                <a:cubicBezTo>
                  <a:pt x="68" y="60"/>
                  <a:pt x="70" y="59"/>
                  <a:pt x="72" y="57"/>
                </a:cubicBezTo>
                <a:cubicBezTo>
                  <a:pt x="74" y="54"/>
                  <a:pt x="74" y="49"/>
                  <a:pt x="70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69" y="45"/>
                  <a:pt x="67" y="45"/>
                  <a:pt x="65" y="45"/>
                </a:cubicBezTo>
                <a:moveTo>
                  <a:pt x="37" y="22"/>
                </a:moveTo>
                <a:cubicBezTo>
                  <a:pt x="35" y="22"/>
                  <a:pt x="33" y="23"/>
                  <a:pt x="31" y="25"/>
                </a:cubicBezTo>
                <a:cubicBezTo>
                  <a:pt x="29" y="29"/>
                  <a:pt x="29" y="33"/>
                  <a:pt x="33" y="36"/>
                </a:cubicBezTo>
                <a:cubicBezTo>
                  <a:pt x="34" y="37"/>
                  <a:pt x="36" y="38"/>
                  <a:pt x="37" y="38"/>
                </a:cubicBezTo>
                <a:cubicBezTo>
                  <a:pt x="40" y="38"/>
                  <a:pt x="42" y="37"/>
                  <a:pt x="43" y="35"/>
                </a:cubicBezTo>
                <a:cubicBezTo>
                  <a:pt x="46" y="32"/>
                  <a:pt x="45" y="27"/>
                  <a:pt x="42" y="24"/>
                </a:cubicBezTo>
                <a:cubicBezTo>
                  <a:pt x="42" y="24"/>
                  <a:pt x="42" y="24"/>
                  <a:pt x="42" y="24"/>
                </a:cubicBezTo>
                <a:cubicBezTo>
                  <a:pt x="40" y="23"/>
                  <a:pt x="39" y="22"/>
                  <a:pt x="37" y="22"/>
                </a:cubicBezTo>
                <a:moveTo>
                  <a:pt x="9" y="0"/>
                </a:moveTo>
                <a:cubicBezTo>
                  <a:pt x="6" y="0"/>
                  <a:pt x="4" y="1"/>
                  <a:pt x="3" y="3"/>
                </a:cubicBezTo>
                <a:cubicBezTo>
                  <a:pt x="0" y="6"/>
                  <a:pt x="1" y="11"/>
                  <a:pt x="4" y="13"/>
                </a:cubicBezTo>
                <a:cubicBezTo>
                  <a:pt x="4" y="14"/>
                  <a:pt x="4" y="14"/>
                  <a:pt x="4" y="14"/>
                </a:cubicBezTo>
                <a:cubicBezTo>
                  <a:pt x="6" y="15"/>
                  <a:pt x="7" y="15"/>
                  <a:pt x="9" y="15"/>
                </a:cubicBezTo>
                <a:cubicBezTo>
                  <a:pt x="11" y="15"/>
                  <a:pt x="14" y="14"/>
                  <a:pt x="15" y="12"/>
                </a:cubicBezTo>
                <a:cubicBezTo>
                  <a:pt x="18" y="9"/>
                  <a:pt x="17" y="4"/>
                  <a:pt x="14" y="2"/>
                </a:cubicBezTo>
                <a:cubicBezTo>
                  <a:pt x="13" y="1"/>
                  <a:pt x="13" y="1"/>
                  <a:pt x="13" y="1"/>
                </a:cubicBezTo>
                <a:cubicBezTo>
                  <a:pt x="12" y="0"/>
                  <a:pt x="10" y="0"/>
                  <a:pt x="9" y="0"/>
                </a:cubicBezTo>
              </a:path>
            </a:pathLst>
          </a:custGeom>
          <a:solidFill>
            <a:srgbClr val="706D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" name="Freeform 166">
            <a:extLst>
              <a:ext uri="{FF2B5EF4-FFF2-40B4-BE49-F238E27FC236}">
                <a16:creationId xmlns:a16="http://schemas.microsoft.com/office/drawing/2014/main" id="{9DB3C893-E4CE-4439-9581-1A8B21B4785A}"/>
              </a:ext>
            </a:extLst>
          </p:cNvPr>
          <p:cNvSpPr/>
          <p:nvPr/>
        </p:nvSpPr>
        <p:spPr bwMode="auto">
          <a:xfrm>
            <a:off x="9344114" y="5069475"/>
            <a:ext cx="39786" cy="39786"/>
          </a:xfrm>
          <a:custGeom>
            <a:gdLst>
              <a:gd name="T0" fmla="*/ 8 w 16"/>
              <a:gd name="T1" fmla="*/ 0 h 15"/>
              <a:gd name="T2" fmla="*/ 8 w 16"/>
              <a:gd name="T3" fmla="*/ 0 h 15"/>
              <a:gd name="T4" fmla="*/ 0 w 16"/>
              <a:gd name="T5" fmla="*/ 7 h 15"/>
              <a:gd name="T6" fmla="*/ 8 w 16"/>
              <a:gd name="T7" fmla="*/ 15 h 15"/>
              <a:gd name="T8" fmla="*/ 16 w 16"/>
              <a:gd name="T9" fmla="*/ 7 h 15"/>
              <a:gd name="T10" fmla="*/ 8 w 16"/>
              <a:gd name="T11" fmla="*/ 0 h 1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" h="15">
                <a:moveTo>
                  <a:pt x="8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3"/>
                  <a:pt x="0" y="7"/>
                </a:cubicBezTo>
                <a:cubicBezTo>
                  <a:pt x="0" y="12"/>
                  <a:pt x="4" y="15"/>
                  <a:pt x="8" y="15"/>
                </a:cubicBezTo>
                <a:cubicBezTo>
                  <a:pt x="12" y="15"/>
                  <a:pt x="16" y="12"/>
                  <a:pt x="16" y="7"/>
                </a:cubicBezTo>
                <a:cubicBezTo>
                  <a:pt x="16" y="3"/>
                  <a:pt x="12" y="0"/>
                  <a:pt x="8" y="0"/>
                </a:cubicBezTo>
              </a:path>
            </a:pathLst>
          </a:custGeom>
          <a:solidFill>
            <a:srgbClr val="706D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7" name="Freeform 167">
            <a:extLst>
              <a:ext uri="{FF2B5EF4-FFF2-40B4-BE49-F238E27FC236}">
                <a16:creationId xmlns:a16="http://schemas.microsoft.com/office/drawing/2014/main" id="{F5C34110-E10F-4687-A2D3-A81A3753E6BE}"/>
              </a:ext>
            </a:extLst>
          </p:cNvPr>
          <p:cNvSpPr>
            <a:spLocks noEditPoints="1"/>
          </p:cNvSpPr>
          <p:nvPr/>
        </p:nvSpPr>
        <p:spPr bwMode="auto">
          <a:xfrm>
            <a:off x="9435055" y="5069475"/>
            <a:ext cx="1815965" cy="39786"/>
          </a:xfrm>
          <a:custGeom>
            <a:gdLst>
              <a:gd name="T0" fmla="*/ 0 w 708"/>
              <a:gd name="T1" fmla="*/ 7 h 15"/>
              <a:gd name="T2" fmla="*/ 16 w 708"/>
              <a:gd name="T3" fmla="*/ 7 h 15"/>
              <a:gd name="T4" fmla="*/ 44 w 708"/>
              <a:gd name="T5" fmla="*/ 0 h 15"/>
              <a:gd name="T6" fmla="*/ 45 w 708"/>
              <a:gd name="T7" fmla="*/ 15 h 15"/>
              <a:gd name="T8" fmla="*/ 81 w 708"/>
              <a:gd name="T9" fmla="*/ 0 h 15"/>
              <a:gd name="T10" fmla="*/ 81 w 708"/>
              <a:gd name="T11" fmla="*/ 15 h 15"/>
              <a:gd name="T12" fmla="*/ 81 w 708"/>
              <a:gd name="T13" fmla="*/ 0 h 15"/>
              <a:gd name="T14" fmla="*/ 110 w 708"/>
              <a:gd name="T15" fmla="*/ 7 h 15"/>
              <a:gd name="T16" fmla="*/ 125 w 708"/>
              <a:gd name="T17" fmla="*/ 7 h 15"/>
              <a:gd name="T18" fmla="*/ 154 w 708"/>
              <a:gd name="T19" fmla="*/ 0 h 15"/>
              <a:gd name="T20" fmla="*/ 154 w 708"/>
              <a:gd name="T21" fmla="*/ 15 h 15"/>
              <a:gd name="T22" fmla="*/ 191 w 708"/>
              <a:gd name="T23" fmla="*/ 0 h 15"/>
              <a:gd name="T24" fmla="*/ 190 w 708"/>
              <a:gd name="T25" fmla="*/ 15 h 15"/>
              <a:gd name="T26" fmla="*/ 191 w 708"/>
              <a:gd name="T27" fmla="*/ 0 h 15"/>
              <a:gd name="T28" fmla="*/ 219 w 708"/>
              <a:gd name="T29" fmla="*/ 7 h 15"/>
              <a:gd name="T30" fmla="*/ 235 w 708"/>
              <a:gd name="T31" fmla="*/ 7 h 15"/>
              <a:gd name="T32" fmla="*/ 263 w 708"/>
              <a:gd name="T33" fmla="*/ 0 h 15"/>
              <a:gd name="T34" fmla="*/ 264 w 708"/>
              <a:gd name="T35" fmla="*/ 15 h 15"/>
              <a:gd name="T36" fmla="*/ 300 w 708"/>
              <a:gd name="T37" fmla="*/ 0 h 15"/>
              <a:gd name="T38" fmla="*/ 300 w 708"/>
              <a:gd name="T39" fmla="*/ 15 h 15"/>
              <a:gd name="T40" fmla="*/ 300 w 708"/>
              <a:gd name="T41" fmla="*/ 0 h 15"/>
              <a:gd name="T42" fmla="*/ 328 w 708"/>
              <a:gd name="T43" fmla="*/ 7 h 15"/>
              <a:gd name="T44" fmla="*/ 344 w 708"/>
              <a:gd name="T45" fmla="*/ 7 h 15"/>
              <a:gd name="T46" fmla="*/ 372 w 708"/>
              <a:gd name="T47" fmla="*/ 0 h 15"/>
              <a:gd name="T48" fmla="*/ 373 w 708"/>
              <a:gd name="T49" fmla="*/ 15 h 15"/>
              <a:gd name="T50" fmla="*/ 409 w 708"/>
              <a:gd name="T51" fmla="*/ 0 h 15"/>
              <a:gd name="T52" fmla="*/ 409 w 708"/>
              <a:gd name="T53" fmla="*/ 15 h 15"/>
              <a:gd name="T54" fmla="*/ 409 w 708"/>
              <a:gd name="T55" fmla="*/ 0 h 15"/>
              <a:gd name="T56" fmla="*/ 438 w 708"/>
              <a:gd name="T57" fmla="*/ 7 h 15"/>
              <a:gd name="T58" fmla="*/ 453 w 708"/>
              <a:gd name="T59" fmla="*/ 7 h 15"/>
              <a:gd name="T60" fmla="*/ 482 w 708"/>
              <a:gd name="T61" fmla="*/ 0 h 15"/>
              <a:gd name="T62" fmla="*/ 482 w 708"/>
              <a:gd name="T63" fmla="*/ 15 h 15"/>
              <a:gd name="T64" fmla="*/ 519 w 708"/>
              <a:gd name="T65" fmla="*/ 0 h 15"/>
              <a:gd name="T66" fmla="*/ 518 w 708"/>
              <a:gd name="T67" fmla="*/ 15 h 15"/>
              <a:gd name="T68" fmla="*/ 519 w 708"/>
              <a:gd name="T69" fmla="*/ 0 h 15"/>
              <a:gd name="T70" fmla="*/ 547 w 708"/>
              <a:gd name="T71" fmla="*/ 7 h 15"/>
              <a:gd name="T72" fmla="*/ 563 w 708"/>
              <a:gd name="T73" fmla="*/ 7 h 15"/>
              <a:gd name="T74" fmla="*/ 591 w 708"/>
              <a:gd name="T75" fmla="*/ 0 h 15"/>
              <a:gd name="T76" fmla="*/ 592 w 708"/>
              <a:gd name="T77" fmla="*/ 15 h 15"/>
              <a:gd name="T78" fmla="*/ 628 w 708"/>
              <a:gd name="T79" fmla="*/ 0 h 15"/>
              <a:gd name="T80" fmla="*/ 627 w 708"/>
              <a:gd name="T81" fmla="*/ 15 h 15"/>
              <a:gd name="T82" fmla="*/ 628 w 708"/>
              <a:gd name="T83" fmla="*/ 0 h 15"/>
              <a:gd name="T84" fmla="*/ 656 w 708"/>
              <a:gd name="T85" fmla="*/ 7 h 15"/>
              <a:gd name="T86" fmla="*/ 672 w 708"/>
              <a:gd name="T87" fmla="*/ 7 h 15"/>
              <a:gd name="T88" fmla="*/ 700 w 708"/>
              <a:gd name="T89" fmla="*/ 0 h 15"/>
              <a:gd name="T90" fmla="*/ 701 w 708"/>
              <a:gd name="T91" fmla="*/ 15 h 1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708" h="15">
                <a:moveTo>
                  <a:pt x="9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3"/>
                  <a:pt x="0" y="7"/>
                </a:cubicBezTo>
                <a:cubicBezTo>
                  <a:pt x="0" y="12"/>
                  <a:pt x="4" y="15"/>
                  <a:pt x="8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13" y="15"/>
                  <a:pt x="16" y="12"/>
                  <a:pt x="16" y="7"/>
                </a:cubicBezTo>
                <a:cubicBezTo>
                  <a:pt x="16" y="3"/>
                  <a:pt x="13" y="0"/>
                  <a:pt x="9" y="0"/>
                </a:cubicBezTo>
                <a:moveTo>
                  <a:pt x="45" y="0"/>
                </a:moveTo>
                <a:cubicBezTo>
                  <a:pt x="44" y="0"/>
                  <a:pt x="44" y="0"/>
                  <a:pt x="44" y="0"/>
                </a:cubicBezTo>
                <a:cubicBezTo>
                  <a:pt x="40" y="0"/>
                  <a:pt x="37" y="3"/>
                  <a:pt x="37" y="7"/>
                </a:cubicBezTo>
                <a:cubicBezTo>
                  <a:pt x="37" y="12"/>
                  <a:pt x="40" y="15"/>
                  <a:pt x="44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9" y="15"/>
                  <a:pt x="53" y="12"/>
                  <a:pt x="53" y="7"/>
                </a:cubicBezTo>
                <a:cubicBezTo>
                  <a:pt x="53" y="3"/>
                  <a:pt x="49" y="0"/>
                  <a:pt x="45" y="0"/>
                </a:cubicBezTo>
                <a:moveTo>
                  <a:pt x="81" y="0"/>
                </a:moveTo>
                <a:cubicBezTo>
                  <a:pt x="81" y="0"/>
                  <a:pt x="81" y="0"/>
                  <a:pt x="81" y="0"/>
                </a:cubicBezTo>
                <a:cubicBezTo>
                  <a:pt x="77" y="0"/>
                  <a:pt x="73" y="3"/>
                  <a:pt x="73" y="7"/>
                </a:cubicBezTo>
                <a:cubicBezTo>
                  <a:pt x="73" y="12"/>
                  <a:pt x="77" y="15"/>
                  <a:pt x="81" y="15"/>
                </a:cubicBezTo>
                <a:cubicBezTo>
                  <a:pt x="81" y="15"/>
                  <a:pt x="81" y="15"/>
                  <a:pt x="81" y="15"/>
                </a:cubicBezTo>
                <a:cubicBezTo>
                  <a:pt x="86" y="15"/>
                  <a:pt x="89" y="12"/>
                  <a:pt x="89" y="7"/>
                </a:cubicBezTo>
                <a:cubicBezTo>
                  <a:pt x="89" y="3"/>
                  <a:pt x="86" y="0"/>
                  <a:pt x="81" y="0"/>
                </a:cubicBezTo>
                <a:moveTo>
                  <a:pt x="118" y="0"/>
                </a:moveTo>
                <a:cubicBezTo>
                  <a:pt x="117" y="0"/>
                  <a:pt x="117" y="0"/>
                  <a:pt x="117" y="0"/>
                </a:cubicBezTo>
                <a:cubicBezTo>
                  <a:pt x="113" y="0"/>
                  <a:pt x="110" y="3"/>
                  <a:pt x="110" y="7"/>
                </a:cubicBezTo>
                <a:cubicBezTo>
                  <a:pt x="110" y="12"/>
                  <a:pt x="113" y="15"/>
                  <a:pt x="117" y="15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22" y="15"/>
                  <a:pt x="125" y="12"/>
                  <a:pt x="125" y="7"/>
                </a:cubicBezTo>
                <a:cubicBezTo>
                  <a:pt x="125" y="3"/>
                  <a:pt x="122" y="0"/>
                  <a:pt x="118" y="0"/>
                </a:cubicBezTo>
                <a:moveTo>
                  <a:pt x="154" y="0"/>
                </a:moveTo>
                <a:cubicBezTo>
                  <a:pt x="154" y="0"/>
                  <a:pt x="154" y="0"/>
                  <a:pt x="154" y="0"/>
                </a:cubicBezTo>
                <a:cubicBezTo>
                  <a:pt x="150" y="0"/>
                  <a:pt x="146" y="3"/>
                  <a:pt x="146" y="7"/>
                </a:cubicBezTo>
                <a:cubicBezTo>
                  <a:pt x="146" y="12"/>
                  <a:pt x="150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8" y="15"/>
                  <a:pt x="162" y="12"/>
                  <a:pt x="162" y="7"/>
                </a:cubicBezTo>
                <a:cubicBezTo>
                  <a:pt x="162" y="3"/>
                  <a:pt x="158" y="0"/>
                  <a:pt x="154" y="0"/>
                </a:cubicBezTo>
                <a:moveTo>
                  <a:pt x="191" y="0"/>
                </a:moveTo>
                <a:cubicBezTo>
                  <a:pt x="190" y="0"/>
                  <a:pt x="190" y="0"/>
                  <a:pt x="190" y="0"/>
                </a:cubicBezTo>
                <a:cubicBezTo>
                  <a:pt x="186" y="0"/>
                  <a:pt x="183" y="3"/>
                  <a:pt x="183" y="7"/>
                </a:cubicBezTo>
                <a:cubicBezTo>
                  <a:pt x="183" y="12"/>
                  <a:pt x="186" y="15"/>
                  <a:pt x="190" y="15"/>
                </a:cubicBezTo>
                <a:cubicBezTo>
                  <a:pt x="191" y="15"/>
                  <a:pt x="191" y="15"/>
                  <a:pt x="191" y="15"/>
                </a:cubicBezTo>
                <a:cubicBezTo>
                  <a:pt x="195" y="15"/>
                  <a:pt x="198" y="12"/>
                  <a:pt x="198" y="7"/>
                </a:cubicBezTo>
                <a:cubicBezTo>
                  <a:pt x="198" y="3"/>
                  <a:pt x="195" y="0"/>
                  <a:pt x="191" y="0"/>
                </a:cubicBezTo>
                <a:moveTo>
                  <a:pt x="227" y="0"/>
                </a:moveTo>
                <a:cubicBezTo>
                  <a:pt x="227" y="0"/>
                  <a:pt x="227" y="0"/>
                  <a:pt x="227" y="0"/>
                </a:cubicBezTo>
                <a:cubicBezTo>
                  <a:pt x="222" y="0"/>
                  <a:pt x="219" y="3"/>
                  <a:pt x="219" y="7"/>
                </a:cubicBezTo>
                <a:cubicBezTo>
                  <a:pt x="219" y="12"/>
                  <a:pt x="222" y="15"/>
                  <a:pt x="227" y="15"/>
                </a:cubicBezTo>
                <a:cubicBezTo>
                  <a:pt x="227" y="15"/>
                  <a:pt x="227" y="15"/>
                  <a:pt x="227" y="15"/>
                </a:cubicBezTo>
                <a:cubicBezTo>
                  <a:pt x="231" y="15"/>
                  <a:pt x="235" y="12"/>
                  <a:pt x="235" y="7"/>
                </a:cubicBezTo>
                <a:cubicBezTo>
                  <a:pt x="235" y="3"/>
                  <a:pt x="231" y="0"/>
                  <a:pt x="227" y="0"/>
                </a:cubicBezTo>
                <a:moveTo>
                  <a:pt x="264" y="0"/>
                </a:moveTo>
                <a:cubicBezTo>
                  <a:pt x="263" y="0"/>
                  <a:pt x="263" y="0"/>
                  <a:pt x="263" y="0"/>
                </a:cubicBezTo>
                <a:cubicBezTo>
                  <a:pt x="259" y="0"/>
                  <a:pt x="255" y="3"/>
                  <a:pt x="255" y="7"/>
                </a:cubicBezTo>
                <a:cubicBezTo>
                  <a:pt x="255" y="12"/>
                  <a:pt x="259" y="15"/>
                  <a:pt x="263" y="15"/>
                </a:cubicBezTo>
                <a:cubicBezTo>
                  <a:pt x="264" y="15"/>
                  <a:pt x="264" y="15"/>
                  <a:pt x="264" y="15"/>
                </a:cubicBezTo>
                <a:cubicBezTo>
                  <a:pt x="268" y="15"/>
                  <a:pt x="271" y="12"/>
                  <a:pt x="271" y="7"/>
                </a:cubicBezTo>
                <a:cubicBezTo>
                  <a:pt x="271" y="3"/>
                  <a:pt x="268" y="0"/>
                  <a:pt x="264" y="0"/>
                </a:cubicBezTo>
                <a:moveTo>
                  <a:pt x="300" y="0"/>
                </a:moveTo>
                <a:cubicBezTo>
                  <a:pt x="300" y="0"/>
                  <a:pt x="300" y="0"/>
                  <a:pt x="300" y="0"/>
                </a:cubicBezTo>
                <a:cubicBezTo>
                  <a:pt x="295" y="0"/>
                  <a:pt x="292" y="3"/>
                  <a:pt x="292" y="7"/>
                </a:cubicBezTo>
                <a:cubicBezTo>
                  <a:pt x="292" y="12"/>
                  <a:pt x="295" y="15"/>
                  <a:pt x="300" y="15"/>
                </a:cubicBezTo>
                <a:cubicBezTo>
                  <a:pt x="300" y="15"/>
                  <a:pt x="300" y="15"/>
                  <a:pt x="300" y="15"/>
                </a:cubicBezTo>
                <a:cubicBezTo>
                  <a:pt x="304" y="15"/>
                  <a:pt x="308" y="12"/>
                  <a:pt x="308" y="7"/>
                </a:cubicBezTo>
                <a:cubicBezTo>
                  <a:pt x="308" y="3"/>
                  <a:pt x="304" y="0"/>
                  <a:pt x="300" y="0"/>
                </a:cubicBezTo>
                <a:moveTo>
                  <a:pt x="336" y="0"/>
                </a:moveTo>
                <a:cubicBezTo>
                  <a:pt x="336" y="0"/>
                  <a:pt x="336" y="0"/>
                  <a:pt x="336" y="0"/>
                </a:cubicBezTo>
                <a:cubicBezTo>
                  <a:pt x="332" y="0"/>
                  <a:pt x="328" y="3"/>
                  <a:pt x="328" y="7"/>
                </a:cubicBezTo>
                <a:cubicBezTo>
                  <a:pt x="328" y="12"/>
                  <a:pt x="332" y="15"/>
                  <a:pt x="336" y="15"/>
                </a:cubicBezTo>
                <a:cubicBezTo>
                  <a:pt x="336" y="15"/>
                  <a:pt x="336" y="15"/>
                  <a:pt x="336" y="15"/>
                </a:cubicBezTo>
                <a:cubicBezTo>
                  <a:pt x="341" y="15"/>
                  <a:pt x="344" y="12"/>
                  <a:pt x="344" y="7"/>
                </a:cubicBezTo>
                <a:cubicBezTo>
                  <a:pt x="344" y="3"/>
                  <a:pt x="341" y="0"/>
                  <a:pt x="336" y="0"/>
                </a:cubicBezTo>
                <a:moveTo>
                  <a:pt x="373" y="0"/>
                </a:moveTo>
                <a:cubicBezTo>
                  <a:pt x="372" y="0"/>
                  <a:pt x="372" y="0"/>
                  <a:pt x="372" y="0"/>
                </a:cubicBezTo>
                <a:cubicBezTo>
                  <a:pt x="368" y="0"/>
                  <a:pt x="365" y="3"/>
                  <a:pt x="365" y="7"/>
                </a:cubicBezTo>
                <a:cubicBezTo>
                  <a:pt x="365" y="12"/>
                  <a:pt x="368" y="15"/>
                  <a:pt x="372" y="15"/>
                </a:cubicBezTo>
                <a:cubicBezTo>
                  <a:pt x="373" y="15"/>
                  <a:pt x="373" y="15"/>
                  <a:pt x="373" y="15"/>
                </a:cubicBezTo>
                <a:cubicBezTo>
                  <a:pt x="377" y="15"/>
                  <a:pt x="381" y="12"/>
                  <a:pt x="381" y="7"/>
                </a:cubicBezTo>
                <a:cubicBezTo>
                  <a:pt x="381" y="3"/>
                  <a:pt x="377" y="0"/>
                  <a:pt x="373" y="0"/>
                </a:cubicBezTo>
                <a:moveTo>
                  <a:pt x="409" y="0"/>
                </a:moveTo>
                <a:cubicBezTo>
                  <a:pt x="409" y="0"/>
                  <a:pt x="409" y="0"/>
                  <a:pt x="409" y="0"/>
                </a:cubicBezTo>
                <a:cubicBezTo>
                  <a:pt x="405" y="0"/>
                  <a:pt x="401" y="3"/>
                  <a:pt x="401" y="7"/>
                </a:cubicBezTo>
                <a:cubicBezTo>
                  <a:pt x="401" y="12"/>
                  <a:pt x="405" y="15"/>
                  <a:pt x="409" y="15"/>
                </a:cubicBezTo>
                <a:cubicBezTo>
                  <a:pt x="409" y="15"/>
                  <a:pt x="409" y="15"/>
                  <a:pt x="409" y="15"/>
                </a:cubicBezTo>
                <a:cubicBezTo>
                  <a:pt x="414" y="15"/>
                  <a:pt x="417" y="12"/>
                  <a:pt x="417" y="7"/>
                </a:cubicBezTo>
                <a:cubicBezTo>
                  <a:pt x="417" y="3"/>
                  <a:pt x="414" y="0"/>
                  <a:pt x="409" y="0"/>
                </a:cubicBezTo>
                <a:moveTo>
                  <a:pt x="446" y="0"/>
                </a:moveTo>
                <a:cubicBezTo>
                  <a:pt x="445" y="0"/>
                  <a:pt x="445" y="0"/>
                  <a:pt x="445" y="0"/>
                </a:cubicBezTo>
                <a:cubicBezTo>
                  <a:pt x="441" y="0"/>
                  <a:pt x="438" y="3"/>
                  <a:pt x="438" y="7"/>
                </a:cubicBezTo>
                <a:cubicBezTo>
                  <a:pt x="438" y="12"/>
                  <a:pt x="441" y="15"/>
                  <a:pt x="445" y="15"/>
                </a:cubicBezTo>
                <a:cubicBezTo>
                  <a:pt x="446" y="15"/>
                  <a:pt x="446" y="15"/>
                  <a:pt x="446" y="15"/>
                </a:cubicBezTo>
                <a:cubicBezTo>
                  <a:pt x="450" y="15"/>
                  <a:pt x="453" y="12"/>
                  <a:pt x="453" y="7"/>
                </a:cubicBezTo>
                <a:cubicBezTo>
                  <a:pt x="453" y="3"/>
                  <a:pt x="450" y="0"/>
                  <a:pt x="446" y="0"/>
                </a:cubicBezTo>
                <a:moveTo>
                  <a:pt x="482" y="0"/>
                </a:moveTo>
                <a:cubicBezTo>
                  <a:pt x="482" y="0"/>
                  <a:pt x="482" y="0"/>
                  <a:pt x="482" y="0"/>
                </a:cubicBezTo>
                <a:cubicBezTo>
                  <a:pt x="477" y="0"/>
                  <a:pt x="474" y="3"/>
                  <a:pt x="474" y="7"/>
                </a:cubicBezTo>
                <a:cubicBezTo>
                  <a:pt x="474" y="12"/>
                  <a:pt x="477" y="15"/>
                  <a:pt x="482" y="15"/>
                </a:cubicBezTo>
                <a:cubicBezTo>
                  <a:pt x="482" y="15"/>
                  <a:pt x="482" y="15"/>
                  <a:pt x="482" y="15"/>
                </a:cubicBezTo>
                <a:cubicBezTo>
                  <a:pt x="486" y="15"/>
                  <a:pt x="490" y="12"/>
                  <a:pt x="490" y="7"/>
                </a:cubicBezTo>
                <a:cubicBezTo>
                  <a:pt x="490" y="3"/>
                  <a:pt x="486" y="0"/>
                  <a:pt x="482" y="0"/>
                </a:cubicBezTo>
                <a:moveTo>
                  <a:pt x="519" y="0"/>
                </a:moveTo>
                <a:cubicBezTo>
                  <a:pt x="518" y="0"/>
                  <a:pt x="518" y="0"/>
                  <a:pt x="518" y="0"/>
                </a:cubicBezTo>
                <a:cubicBezTo>
                  <a:pt x="514" y="0"/>
                  <a:pt x="511" y="3"/>
                  <a:pt x="511" y="7"/>
                </a:cubicBezTo>
                <a:cubicBezTo>
                  <a:pt x="511" y="12"/>
                  <a:pt x="514" y="15"/>
                  <a:pt x="518" y="15"/>
                </a:cubicBezTo>
                <a:cubicBezTo>
                  <a:pt x="519" y="15"/>
                  <a:pt x="519" y="15"/>
                  <a:pt x="519" y="15"/>
                </a:cubicBezTo>
                <a:cubicBezTo>
                  <a:pt x="523" y="15"/>
                  <a:pt x="526" y="12"/>
                  <a:pt x="526" y="7"/>
                </a:cubicBezTo>
                <a:cubicBezTo>
                  <a:pt x="526" y="3"/>
                  <a:pt x="523" y="0"/>
                  <a:pt x="519" y="0"/>
                </a:cubicBezTo>
                <a:moveTo>
                  <a:pt x="555" y="0"/>
                </a:moveTo>
                <a:cubicBezTo>
                  <a:pt x="555" y="0"/>
                  <a:pt x="555" y="0"/>
                  <a:pt x="555" y="0"/>
                </a:cubicBezTo>
                <a:cubicBezTo>
                  <a:pt x="550" y="0"/>
                  <a:pt x="547" y="3"/>
                  <a:pt x="547" y="7"/>
                </a:cubicBezTo>
                <a:cubicBezTo>
                  <a:pt x="547" y="12"/>
                  <a:pt x="550" y="15"/>
                  <a:pt x="555" y="15"/>
                </a:cubicBezTo>
                <a:cubicBezTo>
                  <a:pt x="555" y="15"/>
                  <a:pt x="555" y="15"/>
                  <a:pt x="555" y="15"/>
                </a:cubicBezTo>
                <a:cubicBezTo>
                  <a:pt x="559" y="15"/>
                  <a:pt x="563" y="12"/>
                  <a:pt x="563" y="7"/>
                </a:cubicBezTo>
                <a:cubicBezTo>
                  <a:pt x="563" y="3"/>
                  <a:pt x="559" y="0"/>
                  <a:pt x="555" y="0"/>
                </a:cubicBezTo>
                <a:moveTo>
                  <a:pt x="592" y="0"/>
                </a:moveTo>
                <a:cubicBezTo>
                  <a:pt x="591" y="0"/>
                  <a:pt x="591" y="0"/>
                  <a:pt x="591" y="0"/>
                </a:cubicBezTo>
                <a:cubicBezTo>
                  <a:pt x="587" y="0"/>
                  <a:pt x="583" y="3"/>
                  <a:pt x="583" y="7"/>
                </a:cubicBezTo>
                <a:cubicBezTo>
                  <a:pt x="583" y="12"/>
                  <a:pt x="587" y="15"/>
                  <a:pt x="591" y="15"/>
                </a:cubicBezTo>
                <a:cubicBezTo>
                  <a:pt x="592" y="15"/>
                  <a:pt x="592" y="15"/>
                  <a:pt x="592" y="15"/>
                </a:cubicBezTo>
                <a:cubicBezTo>
                  <a:pt x="596" y="15"/>
                  <a:pt x="599" y="12"/>
                  <a:pt x="599" y="7"/>
                </a:cubicBezTo>
                <a:cubicBezTo>
                  <a:pt x="599" y="3"/>
                  <a:pt x="596" y="0"/>
                  <a:pt x="592" y="0"/>
                </a:cubicBezTo>
                <a:moveTo>
                  <a:pt x="628" y="0"/>
                </a:moveTo>
                <a:cubicBezTo>
                  <a:pt x="627" y="0"/>
                  <a:pt x="627" y="0"/>
                  <a:pt x="627" y="0"/>
                </a:cubicBezTo>
                <a:cubicBezTo>
                  <a:pt x="623" y="0"/>
                  <a:pt x="620" y="3"/>
                  <a:pt x="620" y="7"/>
                </a:cubicBezTo>
                <a:cubicBezTo>
                  <a:pt x="620" y="12"/>
                  <a:pt x="623" y="15"/>
                  <a:pt x="627" y="15"/>
                </a:cubicBezTo>
                <a:cubicBezTo>
                  <a:pt x="628" y="15"/>
                  <a:pt x="628" y="15"/>
                  <a:pt x="628" y="15"/>
                </a:cubicBezTo>
                <a:cubicBezTo>
                  <a:pt x="632" y="15"/>
                  <a:pt x="636" y="12"/>
                  <a:pt x="636" y="7"/>
                </a:cubicBezTo>
                <a:cubicBezTo>
                  <a:pt x="636" y="3"/>
                  <a:pt x="632" y="0"/>
                  <a:pt x="628" y="0"/>
                </a:cubicBezTo>
                <a:moveTo>
                  <a:pt x="664" y="0"/>
                </a:moveTo>
                <a:cubicBezTo>
                  <a:pt x="664" y="0"/>
                  <a:pt x="664" y="0"/>
                  <a:pt x="664" y="0"/>
                </a:cubicBezTo>
                <a:cubicBezTo>
                  <a:pt x="660" y="0"/>
                  <a:pt x="656" y="3"/>
                  <a:pt x="656" y="7"/>
                </a:cubicBezTo>
                <a:cubicBezTo>
                  <a:pt x="656" y="12"/>
                  <a:pt x="660" y="15"/>
                  <a:pt x="664" y="15"/>
                </a:cubicBezTo>
                <a:cubicBezTo>
                  <a:pt x="664" y="15"/>
                  <a:pt x="664" y="15"/>
                  <a:pt x="664" y="15"/>
                </a:cubicBezTo>
                <a:cubicBezTo>
                  <a:pt x="669" y="15"/>
                  <a:pt x="672" y="12"/>
                  <a:pt x="672" y="7"/>
                </a:cubicBezTo>
                <a:cubicBezTo>
                  <a:pt x="672" y="3"/>
                  <a:pt x="669" y="0"/>
                  <a:pt x="664" y="0"/>
                </a:cubicBezTo>
                <a:moveTo>
                  <a:pt x="701" y="0"/>
                </a:moveTo>
                <a:cubicBezTo>
                  <a:pt x="700" y="0"/>
                  <a:pt x="700" y="0"/>
                  <a:pt x="700" y="0"/>
                </a:cubicBezTo>
                <a:cubicBezTo>
                  <a:pt x="696" y="0"/>
                  <a:pt x="693" y="3"/>
                  <a:pt x="693" y="7"/>
                </a:cubicBezTo>
                <a:cubicBezTo>
                  <a:pt x="693" y="12"/>
                  <a:pt x="696" y="15"/>
                  <a:pt x="700" y="15"/>
                </a:cubicBezTo>
                <a:cubicBezTo>
                  <a:pt x="701" y="15"/>
                  <a:pt x="701" y="15"/>
                  <a:pt x="701" y="15"/>
                </a:cubicBezTo>
                <a:cubicBezTo>
                  <a:pt x="705" y="15"/>
                  <a:pt x="708" y="12"/>
                  <a:pt x="708" y="7"/>
                </a:cubicBezTo>
                <a:cubicBezTo>
                  <a:pt x="708" y="3"/>
                  <a:pt x="705" y="0"/>
                  <a:pt x="701" y="0"/>
                </a:cubicBezTo>
              </a:path>
            </a:pathLst>
          </a:custGeom>
          <a:solidFill>
            <a:srgbClr val="706D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8" name="Freeform 168">
            <a:extLst>
              <a:ext uri="{FF2B5EF4-FFF2-40B4-BE49-F238E27FC236}">
                <a16:creationId xmlns:a16="http://schemas.microsoft.com/office/drawing/2014/main" id="{8F2DFD38-7DD4-4098-98BE-FE784D8FC159}"/>
              </a:ext>
            </a:extLst>
          </p:cNvPr>
          <p:cNvSpPr/>
          <p:nvPr/>
        </p:nvSpPr>
        <p:spPr bwMode="auto">
          <a:xfrm>
            <a:off x="11305015" y="5069475"/>
            <a:ext cx="42629" cy="39786"/>
          </a:xfrm>
          <a:custGeom>
            <a:gdLst>
              <a:gd name="T0" fmla="*/ 8 w 16"/>
              <a:gd name="T1" fmla="*/ 0 h 15"/>
              <a:gd name="T2" fmla="*/ 8 w 16"/>
              <a:gd name="T3" fmla="*/ 0 h 15"/>
              <a:gd name="T4" fmla="*/ 0 w 16"/>
              <a:gd name="T5" fmla="*/ 7 h 15"/>
              <a:gd name="T6" fmla="*/ 8 w 16"/>
              <a:gd name="T7" fmla="*/ 15 h 15"/>
              <a:gd name="T8" fmla="*/ 16 w 16"/>
              <a:gd name="T9" fmla="*/ 7 h 15"/>
              <a:gd name="T10" fmla="*/ 8 w 16"/>
              <a:gd name="T11" fmla="*/ 0 h 1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" h="15">
                <a:moveTo>
                  <a:pt x="8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3"/>
                  <a:pt x="0" y="7"/>
                </a:cubicBezTo>
                <a:cubicBezTo>
                  <a:pt x="0" y="12"/>
                  <a:pt x="4" y="15"/>
                  <a:pt x="8" y="15"/>
                </a:cubicBezTo>
                <a:cubicBezTo>
                  <a:pt x="12" y="15"/>
                  <a:pt x="16" y="12"/>
                  <a:pt x="16" y="7"/>
                </a:cubicBezTo>
                <a:cubicBezTo>
                  <a:pt x="16" y="3"/>
                  <a:pt x="12" y="0"/>
                  <a:pt x="8" y="0"/>
                </a:cubicBezTo>
              </a:path>
            </a:pathLst>
          </a:custGeom>
          <a:solidFill>
            <a:srgbClr val="706D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Freeform 169">
            <a:extLst>
              <a:ext uri="{FF2B5EF4-FFF2-40B4-BE49-F238E27FC236}">
                <a16:creationId xmlns:a16="http://schemas.microsoft.com/office/drawing/2014/main" id="{126D6773-3969-40AC-8806-E7856AF7757F}"/>
              </a:ext>
            </a:extLst>
          </p:cNvPr>
          <p:cNvSpPr/>
          <p:nvPr/>
        </p:nvSpPr>
        <p:spPr bwMode="auto">
          <a:xfrm>
            <a:off x="6493705" y="5069475"/>
            <a:ext cx="42629" cy="39786"/>
          </a:xfrm>
          <a:custGeom>
            <a:gdLst>
              <a:gd name="T0" fmla="*/ 8 w 16"/>
              <a:gd name="T1" fmla="*/ 15 h 15"/>
              <a:gd name="T2" fmla="*/ 0 w 16"/>
              <a:gd name="T3" fmla="*/ 7 h 15"/>
              <a:gd name="T4" fmla="*/ 8 w 16"/>
              <a:gd name="T5" fmla="*/ 0 h 15"/>
              <a:gd name="T6" fmla="*/ 8 w 16"/>
              <a:gd name="T7" fmla="*/ 0 h 15"/>
              <a:gd name="T8" fmla="*/ 16 w 16"/>
              <a:gd name="T9" fmla="*/ 7 h 15"/>
              <a:gd name="T10" fmla="*/ 8 w 16"/>
              <a:gd name="T11" fmla="*/ 15 h 1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" h="15">
                <a:moveTo>
                  <a:pt x="8" y="15"/>
                </a:moveTo>
                <a:cubicBezTo>
                  <a:pt x="4" y="15"/>
                  <a:pt x="0" y="12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7"/>
                </a:cubicBezTo>
                <a:cubicBezTo>
                  <a:pt x="16" y="12"/>
                  <a:pt x="12" y="15"/>
                  <a:pt x="8" y="15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Freeform 170">
            <a:extLst>
              <a:ext uri="{FF2B5EF4-FFF2-40B4-BE49-F238E27FC236}">
                <a16:creationId xmlns:a16="http://schemas.microsoft.com/office/drawing/2014/main" id="{57D81F76-97D5-444E-AECD-06F2B74290B3}"/>
              </a:ext>
            </a:extLst>
          </p:cNvPr>
          <p:cNvSpPr>
            <a:spLocks noEditPoints="1"/>
          </p:cNvSpPr>
          <p:nvPr/>
        </p:nvSpPr>
        <p:spPr bwMode="auto">
          <a:xfrm>
            <a:off x="6587487" y="5069475"/>
            <a:ext cx="1815965" cy="39786"/>
          </a:xfrm>
          <a:custGeom>
            <a:gdLst>
              <a:gd name="T0" fmla="*/ 693 w 708"/>
              <a:gd name="T1" fmla="*/ 7 h 15"/>
              <a:gd name="T2" fmla="*/ 708 w 708"/>
              <a:gd name="T3" fmla="*/ 7 h 15"/>
              <a:gd name="T4" fmla="*/ 664 w 708"/>
              <a:gd name="T5" fmla="*/ 15 h 15"/>
              <a:gd name="T6" fmla="*/ 664 w 708"/>
              <a:gd name="T7" fmla="*/ 0 h 15"/>
              <a:gd name="T8" fmla="*/ 628 w 708"/>
              <a:gd name="T9" fmla="*/ 15 h 15"/>
              <a:gd name="T10" fmla="*/ 627 w 708"/>
              <a:gd name="T11" fmla="*/ 0 h 15"/>
              <a:gd name="T12" fmla="*/ 628 w 708"/>
              <a:gd name="T13" fmla="*/ 15 h 15"/>
              <a:gd name="T14" fmla="*/ 583 w 708"/>
              <a:gd name="T15" fmla="*/ 7 h 15"/>
              <a:gd name="T16" fmla="*/ 599 w 708"/>
              <a:gd name="T17" fmla="*/ 7 h 15"/>
              <a:gd name="T18" fmla="*/ 555 w 708"/>
              <a:gd name="T19" fmla="*/ 15 h 15"/>
              <a:gd name="T20" fmla="*/ 555 w 708"/>
              <a:gd name="T21" fmla="*/ 0 h 15"/>
              <a:gd name="T22" fmla="*/ 519 w 708"/>
              <a:gd name="T23" fmla="*/ 15 h 15"/>
              <a:gd name="T24" fmla="*/ 518 w 708"/>
              <a:gd name="T25" fmla="*/ 0 h 15"/>
              <a:gd name="T26" fmla="*/ 519 w 708"/>
              <a:gd name="T27" fmla="*/ 15 h 15"/>
              <a:gd name="T28" fmla="*/ 474 w 708"/>
              <a:gd name="T29" fmla="*/ 7 h 15"/>
              <a:gd name="T30" fmla="*/ 490 w 708"/>
              <a:gd name="T31" fmla="*/ 7 h 15"/>
              <a:gd name="T32" fmla="*/ 445 w 708"/>
              <a:gd name="T33" fmla="*/ 15 h 15"/>
              <a:gd name="T34" fmla="*/ 446 w 708"/>
              <a:gd name="T35" fmla="*/ 0 h 15"/>
              <a:gd name="T36" fmla="*/ 409 w 708"/>
              <a:gd name="T37" fmla="*/ 15 h 15"/>
              <a:gd name="T38" fmla="*/ 409 w 708"/>
              <a:gd name="T39" fmla="*/ 0 h 15"/>
              <a:gd name="T40" fmla="*/ 409 w 708"/>
              <a:gd name="T41" fmla="*/ 15 h 15"/>
              <a:gd name="T42" fmla="*/ 365 w 708"/>
              <a:gd name="T43" fmla="*/ 7 h 15"/>
              <a:gd name="T44" fmla="*/ 381 w 708"/>
              <a:gd name="T45" fmla="*/ 7 h 15"/>
              <a:gd name="T46" fmla="*/ 336 w 708"/>
              <a:gd name="T47" fmla="*/ 15 h 15"/>
              <a:gd name="T48" fmla="*/ 336 w 708"/>
              <a:gd name="T49" fmla="*/ 0 h 15"/>
              <a:gd name="T50" fmla="*/ 300 w 708"/>
              <a:gd name="T51" fmla="*/ 15 h 15"/>
              <a:gd name="T52" fmla="*/ 300 w 708"/>
              <a:gd name="T53" fmla="*/ 0 h 15"/>
              <a:gd name="T54" fmla="*/ 300 w 708"/>
              <a:gd name="T55" fmla="*/ 15 h 15"/>
              <a:gd name="T56" fmla="*/ 255 w 708"/>
              <a:gd name="T57" fmla="*/ 7 h 15"/>
              <a:gd name="T58" fmla="*/ 271 w 708"/>
              <a:gd name="T59" fmla="*/ 7 h 15"/>
              <a:gd name="T60" fmla="*/ 227 w 708"/>
              <a:gd name="T61" fmla="*/ 15 h 15"/>
              <a:gd name="T62" fmla="*/ 227 w 708"/>
              <a:gd name="T63" fmla="*/ 0 h 15"/>
              <a:gd name="T64" fmla="*/ 191 w 708"/>
              <a:gd name="T65" fmla="*/ 15 h 15"/>
              <a:gd name="T66" fmla="*/ 190 w 708"/>
              <a:gd name="T67" fmla="*/ 0 h 15"/>
              <a:gd name="T68" fmla="*/ 191 w 708"/>
              <a:gd name="T69" fmla="*/ 15 h 15"/>
              <a:gd name="T70" fmla="*/ 146 w 708"/>
              <a:gd name="T71" fmla="*/ 7 h 15"/>
              <a:gd name="T72" fmla="*/ 162 w 708"/>
              <a:gd name="T73" fmla="*/ 7 h 15"/>
              <a:gd name="T74" fmla="*/ 117 w 708"/>
              <a:gd name="T75" fmla="*/ 15 h 15"/>
              <a:gd name="T76" fmla="*/ 118 w 708"/>
              <a:gd name="T77" fmla="*/ 0 h 15"/>
              <a:gd name="T78" fmla="*/ 81 w 708"/>
              <a:gd name="T79" fmla="*/ 15 h 15"/>
              <a:gd name="T80" fmla="*/ 81 w 708"/>
              <a:gd name="T81" fmla="*/ 0 h 15"/>
              <a:gd name="T82" fmla="*/ 81 w 708"/>
              <a:gd name="T83" fmla="*/ 15 h 15"/>
              <a:gd name="T84" fmla="*/ 37 w 708"/>
              <a:gd name="T85" fmla="*/ 7 h 15"/>
              <a:gd name="T86" fmla="*/ 53 w 708"/>
              <a:gd name="T87" fmla="*/ 7 h 15"/>
              <a:gd name="T88" fmla="*/ 8 w 708"/>
              <a:gd name="T89" fmla="*/ 15 h 15"/>
              <a:gd name="T90" fmla="*/ 9 w 708"/>
              <a:gd name="T91" fmla="*/ 0 h 1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708" h="15">
                <a:moveTo>
                  <a:pt x="701" y="15"/>
                </a:moveTo>
                <a:cubicBezTo>
                  <a:pt x="700" y="15"/>
                  <a:pt x="700" y="15"/>
                  <a:pt x="700" y="15"/>
                </a:cubicBezTo>
                <a:cubicBezTo>
                  <a:pt x="696" y="15"/>
                  <a:pt x="693" y="12"/>
                  <a:pt x="693" y="7"/>
                </a:cubicBezTo>
                <a:cubicBezTo>
                  <a:pt x="693" y="3"/>
                  <a:pt x="696" y="0"/>
                  <a:pt x="700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5" y="0"/>
                  <a:pt x="708" y="3"/>
                  <a:pt x="708" y="7"/>
                </a:cubicBezTo>
                <a:cubicBezTo>
                  <a:pt x="708" y="12"/>
                  <a:pt x="705" y="15"/>
                  <a:pt x="701" y="15"/>
                </a:cubicBezTo>
                <a:close/>
                <a:moveTo>
                  <a:pt x="664" y="15"/>
                </a:moveTo>
                <a:cubicBezTo>
                  <a:pt x="664" y="15"/>
                  <a:pt x="664" y="15"/>
                  <a:pt x="664" y="15"/>
                </a:cubicBezTo>
                <a:cubicBezTo>
                  <a:pt x="660" y="15"/>
                  <a:pt x="656" y="12"/>
                  <a:pt x="656" y="7"/>
                </a:cubicBezTo>
                <a:cubicBezTo>
                  <a:pt x="656" y="3"/>
                  <a:pt x="660" y="0"/>
                  <a:pt x="664" y="0"/>
                </a:cubicBezTo>
                <a:cubicBezTo>
                  <a:pt x="664" y="0"/>
                  <a:pt x="664" y="0"/>
                  <a:pt x="664" y="0"/>
                </a:cubicBezTo>
                <a:cubicBezTo>
                  <a:pt x="669" y="0"/>
                  <a:pt x="672" y="3"/>
                  <a:pt x="672" y="7"/>
                </a:cubicBezTo>
                <a:cubicBezTo>
                  <a:pt x="672" y="12"/>
                  <a:pt x="669" y="15"/>
                  <a:pt x="664" y="15"/>
                </a:cubicBezTo>
                <a:close/>
                <a:moveTo>
                  <a:pt x="628" y="15"/>
                </a:moveTo>
                <a:cubicBezTo>
                  <a:pt x="627" y="15"/>
                  <a:pt x="627" y="15"/>
                  <a:pt x="627" y="15"/>
                </a:cubicBezTo>
                <a:cubicBezTo>
                  <a:pt x="623" y="15"/>
                  <a:pt x="620" y="12"/>
                  <a:pt x="620" y="7"/>
                </a:cubicBezTo>
                <a:cubicBezTo>
                  <a:pt x="620" y="3"/>
                  <a:pt x="623" y="0"/>
                  <a:pt x="627" y="0"/>
                </a:cubicBezTo>
                <a:cubicBezTo>
                  <a:pt x="628" y="0"/>
                  <a:pt x="628" y="0"/>
                  <a:pt x="628" y="0"/>
                </a:cubicBezTo>
                <a:cubicBezTo>
                  <a:pt x="632" y="0"/>
                  <a:pt x="636" y="3"/>
                  <a:pt x="636" y="7"/>
                </a:cubicBezTo>
                <a:cubicBezTo>
                  <a:pt x="636" y="12"/>
                  <a:pt x="632" y="15"/>
                  <a:pt x="628" y="15"/>
                </a:cubicBezTo>
                <a:close/>
                <a:moveTo>
                  <a:pt x="592" y="15"/>
                </a:moveTo>
                <a:cubicBezTo>
                  <a:pt x="591" y="15"/>
                  <a:pt x="591" y="15"/>
                  <a:pt x="591" y="15"/>
                </a:cubicBezTo>
                <a:cubicBezTo>
                  <a:pt x="587" y="15"/>
                  <a:pt x="583" y="12"/>
                  <a:pt x="583" y="7"/>
                </a:cubicBezTo>
                <a:cubicBezTo>
                  <a:pt x="583" y="3"/>
                  <a:pt x="587" y="0"/>
                  <a:pt x="591" y="0"/>
                </a:cubicBezTo>
                <a:cubicBezTo>
                  <a:pt x="592" y="0"/>
                  <a:pt x="592" y="0"/>
                  <a:pt x="592" y="0"/>
                </a:cubicBezTo>
                <a:cubicBezTo>
                  <a:pt x="596" y="0"/>
                  <a:pt x="599" y="3"/>
                  <a:pt x="599" y="7"/>
                </a:cubicBezTo>
                <a:cubicBezTo>
                  <a:pt x="599" y="12"/>
                  <a:pt x="596" y="15"/>
                  <a:pt x="592" y="15"/>
                </a:cubicBezTo>
                <a:close/>
                <a:moveTo>
                  <a:pt x="555" y="15"/>
                </a:moveTo>
                <a:cubicBezTo>
                  <a:pt x="555" y="15"/>
                  <a:pt x="555" y="15"/>
                  <a:pt x="555" y="15"/>
                </a:cubicBezTo>
                <a:cubicBezTo>
                  <a:pt x="550" y="15"/>
                  <a:pt x="547" y="12"/>
                  <a:pt x="547" y="7"/>
                </a:cubicBezTo>
                <a:cubicBezTo>
                  <a:pt x="547" y="3"/>
                  <a:pt x="550" y="0"/>
                  <a:pt x="555" y="0"/>
                </a:cubicBezTo>
                <a:cubicBezTo>
                  <a:pt x="555" y="0"/>
                  <a:pt x="555" y="0"/>
                  <a:pt x="555" y="0"/>
                </a:cubicBezTo>
                <a:cubicBezTo>
                  <a:pt x="559" y="0"/>
                  <a:pt x="563" y="3"/>
                  <a:pt x="563" y="7"/>
                </a:cubicBezTo>
                <a:cubicBezTo>
                  <a:pt x="563" y="12"/>
                  <a:pt x="559" y="15"/>
                  <a:pt x="555" y="15"/>
                </a:cubicBezTo>
                <a:close/>
                <a:moveTo>
                  <a:pt x="519" y="15"/>
                </a:moveTo>
                <a:cubicBezTo>
                  <a:pt x="518" y="15"/>
                  <a:pt x="518" y="15"/>
                  <a:pt x="518" y="15"/>
                </a:cubicBezTo>
                <a:cubicBezTo>
                  <a:pt x="514" y="15"/>
                  <a:pt x="511" y="12"/>
                  <a:pt x="511" y="7"/>
                </a:cubicBezTo>
                <a:cubicBezTo>
                  <a:pt x="511" y="3"/>
                  <a:pt x="514" y="0"/>
                  <a:pt x="518" y="0"/>
                </a:cubicBezTo>
                <a:cubicBezTo>
                  <a:pt x="519" y="0"/>
                  <a:pt x="519" y="0"/>
                  <a:pt x="519" y="0"/>
                </a:cubicBezTo>
                <a:cubicBezTo>
                  <a:pt x="523" y="0"/>
                  <a:pt x="526" y="3"/>
                  <a:pt x="526" y="7"/>
                </a:cubicBezTo>
                <a:cubicBezTo>
                  <a:pt x="526" y="12"/>
                  <a:pt x="523" y="15"/>
                  <a:pt x="519" y="15"/>
                </a:cubicBezTo>
                <a:close/>
                <a:moveTo>
                  <a:pt x="482" y="15"/>
                </a:moveTo>
                <a:cubicBezTo>
                  <a:pt x="482" y="15"/>
                  <a:pt x="482" y="15"/>
                  <a:pt x="482" y="15"/>
                </a:cubicBezTo>
                <a:cubicBezTo>
                  <a:pt x="478" y="15"/>
                  <a:pt x="474" y="12"/>
                  <a:pt x="474" y="7"/>
                </a:cubicBezTo>
                <a:cubicBezTo>
                  <a:pt x="474" y="3"/>
                  <a:pt x="478" y="0"/>
                  <a:pt x="482" y="0"/>
                </a:cubicBezTo>
                <a:cubicBezTo>
                  <a:pt x="482" y="0"/>
                  <a:pt x="482" y="0"/>
                  <a:pt x="482" y="0"/>
                </a:cubicBezTo>
                <a:cubicBezTo>
                  <a:pt x="486" y="0"/>
                  <a:pt x="490" y="3"/>
                  <a:pt x="490" y="7"/>
                </a:cubicBezTo>
                <a:cubicBezTo>
                  <a:pt x="490" y="12"/>
                  <a:pt x="486" y="15"/>
                  <a:pt x="482" y="15"/>
                </a:cubicBezTo>
                <a:close/>
                <a:moveTo>
                  <a:pt x="446" y="15"/>
                </a:moveTo>
                <a:cubicBezTo>
                  <a:pt x="445" y="15"/>
                  <a:pt x="445" y="15"/>
                  <a:pt x="445" y="15"/>
                </a:cubicBezTo>
                <a:cubicBezTo>
                  <a:pt x="441" y="15"/>
                  <a:pt x="438" y="12"/>
                  <a:pt x="438" y="7"/>
                </a:cubicBezTo>
                <a:cubicBezTo>
                  <a:pt x="438" y="3"/>
                  <a:pt x="441" y="0"/>
                  <a:pt x="445" y="0"/>
                </a:cubicBezTo>
                <a:cubicBezTo>
                  <a:pt x="446" y="0"/>
                  <a:pt x="446" y="0"/>
                  <a:pt x="446" y="0"/>
                </a:cubicBezTo>
                <a:cubicBezTo>
                  <a:pt x="450" y="0"/>
                  <a:pt x="453" y="3"/>
                  <a:pt x="453" y="7"/>
                </a:cubicBezTo>
                <a:cubicBezTo>
                  <a:pt x="453" y="12"/>
                  <a:pt x="450" y="15"/>
                  <a:pt x="446" y="15"/>
                </a:cubicBezTo>
                <a:close/>
                <a:moveTo>
                  <a:pt x="409" y="15"/>
                </a:moveTo>
                <a:cubicBezTo>
                  <a:pt x="409" y="15"/>
                  <a:pt x="409" y="15"/>
                  <a:pt x="409" y="15"/>
                </a:cubicBezTo>
                <a:cubicBezTo>
                  <a:pt x="405" y="15"/>
                  <a:pt x="401" y="12"/>
                  <a:pt x="401" y="7"/>
                </a:cubicBezTo>
                <a:cubicBezTo>
                  <a:pt x="401" y="3"/>
                  <a:pt x="405" y="0"/>
                  <a:pt x="409" y="0"/>
                </a:cubicBezTo>
                <a:cubicBezTo>
                  <a:pt x="409" y="0"/>
                  <a:pt x="409" y="0"/>
                  <a:pt x="409" y="0"/>
                </a:cubicBezTo>
                <a:cubicBezTo>
                  <a:pt x="414" y="0"/>
                  <a:pt x="417" y="3"/>
                  <a:pt x="417" y="7"/>
                </a:cubicBezTo>
                <a:cubicBezTo>
                  <a:pt x="417" y="12"/>
                  <a:pt x="414" y="15"/>
                  <a:pt x="409" y="15"/>
                </a:cubicBezTo>
                <a:close/>
                <a:moveTo>
                  <a:pt x="373" y="15"/>
                </a:moveTo>
                <a:cubicBezTo>
                  <a:pt x="372" y="15"/>
                  <a:pt x="372" y="15"/>
                  <a:pt x="372" y="15"/>
                </a:cubicBezTo>
                <a:cubicBezTo>
                  <a:pt x="368" y="15"/>
                  <a:pt x="365" y="12"/>
                  <a:pt x="365" y="7"/>
                </a:cubicBezTo>
                <a:cubicBezTo>
                  <a:pt x="365" y="3"/>
                  <a:pt x="368" y="0"/>
                  <a:pt x="372" y="0"/>
                </a:cubicBezTo>
                <a:cubicBezTo>
                  <a:pt x="373" y="0"/>
                  <a:pt x="373" y="0"/>
                  <a:pt x="373" y="0"/>
                </a:cubicBezTo>
                <a:cubicBezTo>
                  <a:pt x="377" y="0"/>
                  <a:pt x="381" y="3"/>
                  <a:pt x="381" y="7"/>
                </a:cubicBezTo>
                <a:cubicBezTo>
                  <a:pt x="381" y="12"/>
                  <a:pt x="377" y="15"/>
                  <a:pt x="373" y="15"/>
                </a:cubicBezTo>
                <a:close/>
                <a:moveTo>
                  <a:pt x="336" y="15"/>
                </a:moveTo>
                <a:cubicBezTo>
                  <a:pt x="336" y="15"/>
                  <a:pt x="336" y="15"/>
                  <a:pt x="336" y="15"/>
                </a:cubicBezTo>
                <a:cubicBezTo>
                  <a:pt x="332" y="15"/>
                  <a:pt x="328" y="12"/>
                  <a:pt x="328" y="7"/>
                </a:cubicBezTo>
                <a:cubicBezTo>
                  <a:pt x="328" y="3"/>
                  <a:pt x="332" y="0"/>
                  <a:pt x="336" y="0"/>
                </a:cubicBezTo>
                <a:cubicBezTo>
                  <a:pt x="336" y="0"/>
                  <a:pt x="336" y="0"/>
                  <a:pt x="336" y="0"/>
                </a:cubicBezTo>
                <a:cubicBezTo>
                  <a:pt x="341" y="0"/>
                  <a:pt x="344" y="3"/>
                  <a:pt x="344" y="7"/>
                </a:cubicBezTo>
                <a:cubicBezTo>
                  <a:pt x="344" y="12"/>
                  <a:pt x="341" y="15"/>
                  <a:pt x="336" y="15"/>
                </a:cubicBezTo>
                <a:close/>
                <a:moveTo>
                  <a:pt x="300" y="15"/>
                </a:moveTo>
                <a:cubicBezTo>
                  <a:pt x="300" y="15"/>
                  <a:pt x="300" y="15"/>
                  <a:pt x="300" y="15"/>
                </a:cubicBezTo>
                <a:cubicBezTo>
                  <a:pt x="295" y="15"/>
                  <a:pt x="292" y="12"/>
                  <a:pt x="292" y="7"/>
                </a:cubicBezTo>
                <a:cubicBezTo>
                  <a:pt x="292" y="3"/>
                  <a:pt x="295" y="0"/>
                  <a:pt x="300" y="0"/>
                </a:cubicBezTo>
                <a:cubicBezTo>
                  <a:pt x="300" y="0"/>
                  <a:pt x="300" y="0"/>
                  <a:pt x="300" y="0"/>
                </a:cubicBezTo>
                <a:cubicBezTo>
                  <a:pt x="304" y="0"/>
                  <a:pt x="308" y="3"/>
                  <a:pt x="308" y="7"/>
                </a:cubicBezTo>
                <a:cubicBezTo>
                  <a:pt x="308" y="12"/>
                  <a:pt x="304" y="15"/>
                  <a:pt x="300" y="15"/>
                </a:cubicBezTo>
                <a:close/>
                <a:moveTo>
                  <a:pt x="264" y="15"/>
                </a:moveTo>
                <a:cubicBezTo>
                  <a:pt x="263" y="15"/>
                  <a:pt x="263" y="15"/>
                  <a:pt x="263" y="15"/>
                </a:cubicBezTo>
                <a:cubicBezTo>
                  <a:pt x="259" y="15"/>
                  <a:pt x="255" y="12"/>
                  <a:pt x="255" y="7"/>
                </a:cubicBezTo>
                <a:cubicBezTo>
                  <a:pt x="255" y="3"/>
                  <a:pt x="259" y="0"/>
                  <a:pt x="263" y="0"/>
                </a:cubicBezTo>
                <a:cubicBezTo>
                  <a:pt x="264" y="0"/>
                  <a:pt x="264" y="0"/>
                  <a:pt x="264" y="0"/>
                </a:cubicBezTo>
                <a:cubicBezTo>
                  <a:pt x="268" y="0"/>
                  <a:pt x="271" y="3"/>
                  <a:pt x="271" y="7"/>
                </a:cubicBezTo>
                <a:cubicBezTo>
                  <a:pt x="271" y="12"/>
                  <a:pt x="268" y="15"/>
                  <a:pt x="264" y="15"/>
                </a:cubicBezTo>
                <a:close/>
                <a:moveTo>
                  <a:pt x="227" y="15"/>
                </a:moveTo>
                <a:cubicBezTo>
                  <a:pt x="227" y="15"/>
                  <a:pt x="227" y="15"/>
                  <a:pt x="227" y="15"/>
                </a:cubicBezTo>
                <a:cubicBezTo>
                  <a:pt x="222" y="15"/>
                  <a:pt x="219" y="12"/>
                  <a:pt x="219" y="7"/>
                </a:cubicBezTo>
                <a:cubicBezTo>
                  <a:pt x="219" y="3"/>
                  <a:pt x="222" y="0"/>
                  <a:pt x="227" y="0"/>
                </a:cubicBezTo>
                <a:cubicBezTo>
                  <a:pt x="227" y="0"/>
                  <a:pt x="227" y="0"/>
                  <a:pt x="227" y="0"/>
                </a:cubicBezTo>
                <a:cubicBezTo>
                  <a:pt x="231" y="0"/>
                  <a:pt x="235" y="3"/>
                  <a:pt x="235" y="7"/>
                </a:cubicBezTo>
                <a:cubicBezTo>
                  <a:pt x="235" y="12"/>
                  <a:pt x="231" y="15"/>
                  <a:pt x="227" y="15"/>
                </a:cubicBezTo>
                <a:close/>
                <a:moveTo>
                  <a:pt x="191" y="15"/>
                </a:moveTo>
                <a:cubicBezTo>
                  <a:pt x="190" y="15"/>
                  <a:pt x="190" y="15"/>
                  <a:pt x="190" y="15"/>
                </a:cubicBezTo>
                <a:cubicBezTo>
                  <a:pt x="186" y="15"/>
                  <a:pt x="183" y="12"/>
                  <a:pt x="183" y="7"/>
                </a:cubicBezTo>
                <a:cubicBezTo>
                  <a:pt x="183" y="3"/>
                  <a:pt x="186" y="0"/>
                  <a:pt x="190" y="0"/>
                </a:cubicBezTo>
                <a:cubicBezTo>
                  <a:pt x="191" y="0"/>
                  <a:pt x="191" y="0"/>
                  <a:pt x="191" y="0"/>
                </a:cubicBezTo>
                <a:cubicBezTo>
                  <a:pt x="195" y="0"/>
                  <a:pt x="198" y="3"/>
                  <a:pt x="198" y="7"/>
                </a:cubicBezTo>
                <a:cubicBezTo>
                  <a:pt x="198" y="12"/>
                  <a:pt x="195" y="15"/>
                  <a:pt x="191" y="15"/>
                </a:cubicBezTo>
                <a:close/>
                <a:moveTo>
                  <a:pt x="154" y="15"/>
                </a:moveTo>
                <a:cubicBezTo>
                  <a:pt x="154" y="15"/>
                  <a:pt x="154" y="15"/>
                  <a:pt x="154" y="15"/>
                </a:cubicBezTo>
                <a:cubicBezTo>
                  <a:pt x="150" y="15"/>
                  <a:pt x="146" y="12"/>
                  <a:pt x="146" y="7"/>
                </a:cubicBezTo>
                <a:cubicBezTo>
                  <a:pt x="146" y="3"/>
                  <a:pt x="150" y="0"/>
                  <a:pt x="154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59" y="0"/>
                  <a:pt x="162" y="3"/>
                  <a:pt x="162" y="7"/>
                </a:cubicBezTo>
                <a:cubicBezTo>
                  <a:pt x="162" y="12"/>
                  <a:pt x="159" y="15"/>
                  <a:pt x="154" y="15"/>
                </a:cubicBezTo>
                <a:close/>
                <a:moveTo>
                  <a:pt x="118" y="15"/>
                </a:moveTo>
                <a:cubicBezTo>
                  <a:pt x="117" y="15"/>
                  <a:pt x="117" y="15"/>
                  <a:pt x="117" y="15"/>
                </a:cubicBezTo>
                <a:cubicBezTo>
                  <a:pt x="113" y="15"/>
                  <a:pt x="110" y="12"/>
                  <a:pt x="110" y="7"/>
                </a:cubicBezTo>
                <a:cubicBezTo>
                  <a:pt x="110" y="3"/>
                  <a:pt x="113" y="0"/>
                  <a:pt x="117" y="0"/>
                </a:cubicBezTo>
                <a:cubicBezTo>
                  <a:pt x="118" y="0"/>
                  <a:pt x="118" y="0"/>
                  <a:pt x="118" y="0"/>
                </a:cubicBezTo>
                <a:cubicBezTo>
                  <a:pt x="122" y="0"/>
                  <a:pt x="125" y="3"/>
                  <a:pt x="125" y="7"/>
                </a:cubicBezTo>
                <a:cubicBezTo>
                  <a:pt x="125" y="12"/>
                  <a:pt x="122" y="15"/>
                  <a:pt x="118" y="15"/>
                </a:cubicBezTo>
                <a:close/>
                <a:moveTo>
                  <a:pt x="81" y="15"/>
                </a:moveTo>
                <a:cubicBezTo>
                  <a:pt x="81" y="15"/>
                  <a:pt x="81" y="15"/>
                  <a:pt x="81" y="15"/>
                </a:cubicBezTo>
                <a:cubicBezTo>
                  <a:pt x="77" y="15"/>
                  <a:pt x="73" y="12"/>
                  <a:pt x="73" y="7"/>
                </a:cubicBezTo>
                <a:cubicBezTo>
                  <a:pt x="73" y="3"/>
                  <a:pt x="77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6" y="0"/>
                  <a:pt x="89" y="3"/>
                  <a:pt x="89" y="7"/>
                </a:cubicBezTo>
                <a:cubicBezTo>
                  <a:pt x="89" y="12"/>
                  <a:pt x="86" y="15"/>
                  <a:pt x="81" y="15"/>
                </a:cubicBezTo>
                <a:close/>
                <a:moveTo>
                  <a:pt x="45" y="15"/>
                </a:moveTo>
                <a:cubicBezTo>
                  <a:pt x="44" y="15"/>
                  <a:pt x="44" y="15"/>
                  <a:pt x="44" y="15"/>
                </a:cubicBezTo>
                <a:cubicBezTo>
                  <a:pt x="40" y="15"/>
                  <a:pt x="37" y="12"/>
                  <a:pt x="37" y="7"/>
                </a:cubicBezTo>
                <a:cubicBezTo>
                  <a:pt x="37" y="3"/>
                  <a:pt x="40" y="0"/>
                  <a:pt x="4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9" y="0"/>
                  <a:pt x="53" y="3"/>
                  <a:pt x="53" y="7"/>
                </a:cubicBezTo>
                <a:cubicBezTo>
                  <a:pt x="53" y="12"/>
                  <a:pt x="49" y="15"/>
                  <a:pt x="45" y="15"/>
                </a:cubicBezTo>
                <a:close/>
                <a:moveTo>
                  <a:pt x="9" y="15"/>
                </a:moveTo>
                <a:cubicBezTo>
                  <a:pt x="8" y="15"/>
                  <a:pt x="8" y="15"/>
                  <a:pt x="8" y="15"/>
                </a:cubicBezTo>
                <a:cubicBezTo>
                  <a:pt x="4" y="15"/>
                  <a:pt x="0" y="12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9" y="0"/>
                  <a:pt x="9" y="0"/>
                  <a:pt x="9" y="0"/>
                </a:cubicBezTo>
                <a:cubicBezTo>
                  <a:pt x="13" y="0"/>
                  <a:pt x="16" y="3"/>
                  <a:pt x="16" y="7"/>
                </a:cubicBezTo>
                <a:cubicBezTo>
                  <a:pt x="16" y="12"/>
                  <a:pt x="13" y="15"/>
                  <a:pt x="9" y="15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Freeform 171">
            <a:extLst>
              <a:ext uri="{FF2B5EF4-FFF2-40B4-BE49-F238E27FC236}">
                <a16:creationId xmlns:a16="http://schemas.microsoft.com/office/drawing/2014/main" id="{5ACF1257-BFBD-45CE-94B1-EA564E25402F}"/>
              </a:ext>
            </a:extLst>
          </p:cNvPr>
          <p:cNvSpPr/>
          <p:nvPr/>
        </p:nvSpPr>
        <p:spPr bwMode="auto">
          <a:xfrm>
            <a:off x="8457447" y="5069475"/>
            <a:ext cx="39786" cy="39786"/>
          </a:xfrm>
          <a:custGeom>
            <a:gdLst>
              <a:gd name="T0" fmla="*/ 8 w 16"/>
              <a:gd name="T1" fmla="*/ 15 h 15"/>
              <a:gd name="T2" fmla="*/ 0 w 16"/>
              <a:gd name="T3" fmla="*/ 7 h 15"/>
              <a:gd name="T4" fmla="*/ 8 w 16"/>
              <a:gd name="T5" fmla="*/ 0 h 15"/>
              <a:gd name="T6" fmla="*/ 8 w 16"/>
              <a:gd name="T7" fmla="*/ 0 h 15"/>
              <a:gd name="T8" fmla="*/ 16 w 16"/>
              <a:gd name="T9" fmla="*/ 7 h 15"/>
              <a:gd name="T10" fmla="*/ 8 w 16"/>
              <a:gd name="T11" fmla="*/ 15 h 1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" h="15">
                <a:moveTo>
                  <a:pt x="8" y="15"/>
                </a:moveTo>
                <a:cubicBezTo>
                  <a:pt x="4" y="15"/>
                  <a:pt x="0" y="12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7"/>
                </a:cubicBezTo>
                <a:cubicBezTo>
                  <a:pt x="16" y="12"/>
                  <a:pt x="12" y="15"/>
                  <a:pt x="8" y="15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Freeform 172">
            <a:extLst>
              <a:ext uri="{FF2B5EF4-FFF2-40B4-BE49-F238E27FC236}">
                <a16:creationId xmlns:a16="http://schemas.microsoft.com/office/drawing/2014/main" id="{25BABCA4-2CCA-4328-8B0B-0C8F417C1B25}"/>
              </a:ext>
            </a:extLst>
          </p:cNvPr>
          <p:cNvSpPr/>
          <p:nvPr/>
        </p:nvSpPr>
        <p:spPr bwMode="auto">
          <a:xfrm>
            <a:off x="3762654" y="5069475"/>
            <a:ext cx="39786" cy="39786"/>
          </a:xfrm>
          <a:custGeom>
            <a:gdLst>
              <a:gd name="T0" fmla="*/ 8 w 15"/>
              <a:gd name="T1" fmla="*/ 15 h 15"/>
              <a:gd name="T2" fmla="*/ 0 w 15"/>
              <a:gd name="T3" fmla="*/ 7 h 15"/>
              <a:gd name="T4" fmla="*/ 8 w 15"/>
              <a:gd name="T5" fmla="*/ 0 h 15"/>
              <a:gd name="T6" fmla="*/ 8 w 15"/>
              <a:gd name="T7" fmla="*/ 0 h 15"/>
              <a:gd name="T8" fmla="*/ 15 w 15"/>
              <a:gd name="T9" fmla="*/ 7 h 15"/>
              <a:gd name="T10" fmla="*/ 8 w 15"/>
              <a:gd name="T11" fmla="*/ 15 h 1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" h="15">
                <a:moveTo>
                  <a:pt x="8" y="15"/>
                </a:moveTo>
                <a:cubicBezTo>
                  <a:pt x="4" y="15"/>
                  <a:pt x="0" y="12"/>
                  <a:pt x="0" y="7"/>
                </a:cubicBezTo>
                <a:cubicBezTo>
                  <a:pt x="0" y="3"/>
                  <a:pt x="3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2"/>
                  <a:pt x="12" y="15"/>
                  <a:pt x="8" y="15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Freeform 173">
            <a:extLst>
              <a:ext uri="{FF2B5EF4-FFF2-40B4-BE49-F238E27FC236}">
                <a16:creationId xmlns:a16="http://schemas.microsoft.com/office/drawing/2014/main" id="{B6614E56-9E0D-46A1-8B6C-483AC9AD2030}"/>
              </a:ext>
            </a:extLst>
          </p:cNvPr>
          <p:cNvSpPr>
            <a:spLocks noEditPoints="1"/>
          </p:cNvSpPr>
          <p:nvPr/>
        </p:nvSpPr>
        <p:spPr bwMode="auto">
          <a:xfrm>
            <a:off x="3853594" y="5069475"/>
            <a:ext cx="1733549" cy="39786"/>
          </a:xfrm>
          <a:custGeom>
            <a:gdLst>
              <a:gd name="T0" fmla="*/ 660 w 675"/>
              <a:gd name="T1" fmla="*/ 7 h 15"/>
              <a:gd name="T2" fmla="*/ 675 w 675"/>
              <a:gd name="T3" fmla="*/ 7 h 15"/>
              <a:gd name="T4" fmla="*/ 630 w 675"/>
              <a:gd name="T5" fmla="*/ 15 h 15"/>
              <a:gd name="T6" fmla="*/ 631 w 675"/>
              <a:gd name="T7" fmla="*/ 0 h 15"/>
              <a:gd name="T8" fmla="*/ 594 w 675"/>
              <a:gd name="T9" fmla="*/ 15 h 15"/>
              <a:gd name="T10" fmla="*/ 594 w 675"/>
              <a:gd name="T11" fmla="*/ 0 h 15"/>
              <a:gd name="T12" fmla="*/ 594 w 675"/>
              <a:gd name="T13" fmla="*/ 15 h 15"/>
              <a:gd name="T14" fmla="*/ 550 w 675"/>
              <a:gd name="T15" fmla="*/ 7 h 15"/>
              <a:gd name="T16" fmla="*/ 565 w 675"/>
              <a:gd name="T17" fmla="*/ 7 h 15"/>
              <a:gd name="T18" fmla="*/ 521 w 675"/>
              <a:gd name="T19" fmla="*/ 15 h 15"/>
              <a:gd name="T20" fmla="*/ 521 w 675"/>
              <a:gd name="T21" fmla="*/ 0 h 15"/>
              <a:gd name="T22" fmla="*/ 485 w 675"/>
              <a:gd name="T23" fmla="*/ 15 h 15"/>
              <a:gd name="T24" fmla="*/ 484 w 675"/>
              <a:gd name="T25" fmla="*/ 0 h 15"/>
              <a:gd name="T26" fmla="*/ 485 w 675"/>
              <a:gd name="T27" fmla="*/ 15 h 15"/>
              <a:gd name="T28" fmla="*/ 440 w 675"/>
              <a:gd name="T29" fmla="*/ 7 h 15"/>
              <a:gd name="T30" fmla="*/ 456 w 675"/>
              <a:gd name="T31" fmla="*/ 7 h 15"/>
              <a:gd name="T32" fmla="*/ 411 w 675"/>
              <a:gd name="T33" fmla="*/ 15 h 15"/>
              <a:gd name="T34" fmla="*/ 411 w 675"/>
              <a:gd name="T35" fmla="*/ 0 h 15"/>
              <a:gd name="T36" fmla="*/ 375 w 675"/>
              <a:gd name="T37" fmla="*/ 15 h 15"/>
              <a:gd name="T38" fmla="*/ 374 w 675"/>
              <a:gd name="T39" fmla="*/ 0 h 15"/>
              <a:gd name="T40" fmla="*/ 375 w 675"/>
              <a:gd name="T41" fmla="*/ 15 h 15"/>
              <a:gd name="T42" fmla="*/ 330 w 675"/>
              <a:gd name="T43" fmla="*/ 7 h 15"/>
              <a:gd name="T44" fmla="*/ 346 w 675"/>
              <a:gd name="T45" fmla="*/ 7 h 15"/>
              <a:gd name="T46" fmla="*/ 301 w 675"/>
              <a:gd name="T47" fmla="*/ 15 h 15"/>
              <a:gd name="T48" fmla="*/ 301 w 675"/>
              <a:gd name="T49" fmla="*/ 0 h 15"/>
              <a:gd name="T50" fmla="*/ 265 w 675"/>
              <a:gd name="T51" fmla="*/ 15 h 15"/>
              <a:gd name="T52" fmla="*/ 264 w 675"/>
              <a:gd name="T53" fmla="*/ 0 h 15"/>
              <a:gd name="T54" fmla="*/ 265 w 675"/>
              <a:gd name="T55" fmla="*/ 15 h 15"/>
              <a:gd name="T56" fmla="*/ 220 w 675"/>
              <a:gd name="T57" fmla="*/ 7 h 15"/>
              <a:gd name="T58" fmla="*/ 236 w 675"/>
              <a:gd name="T59" fmla="*/ 7 h 15"/>
              <a:gd name="T60" fmla="*/ 191 w 675"/>
              <a:gd name="T61" fmla="*/ 15 h 15"/>
              <a:gd name="T62" fmla="*/ 192 w 675"/>
              <a:gd name="T63" fmla="*/ 0 h 15"/>
              <a:gd name="T64" fmla="*/ 155 w 675"/>
              <a:gd name="T65" fmla="*/ 15 h 15"/>
              <a:gd name="T66" fmla="*/ 154 w 675"/>
              <a:gd name="T67" fmla="*/ 0 h 15"/>
              <a:gd name="T68" fmla="*/ 155 w 675"/>
              <a:gd name="T69" fmla="*/ 15 h 15"/>
              <a:gd name="T70" fmla="*/ 110 w 675"/>
              <a:gd name="T71" fmla="*/ 7 h 15"/>
              <a:gd name="T72" fmla="*/ 126 w 675"/>
              <a:gd name="T73" fmla="*/ 7 h 15"/>
              <a:gd name="T74" fmla="*/ 81 w 675"/>
              <a:gd name="T75" fmla="*/ 15 h 15"/>
              <a:gd name="T76" fmla="*/ 82 w 675"/>
              <a:gd name="T77" fmla="*/ 0 h 15"/>
              <a:gd name="T78" fmla="*/ 45 w 675"/>
              <a:gd name="T79" fmla="*/ 15 h 15"/>
              <a:gd name="T80" fmla="*/ 45 w 675"/>
              <a:gd name="T81" fmla="*/ 0 h 15"/>
              <a:gd name="T82" fmla="*/ 45 w 675"/>
              <a:gd name="T83" fmla="*/ 15 h 15"/>
              <a:gd name="T84" fmla="*/ 0 w 675"/>
              <a:gd name="T85" fmla="*/ 7 h 15"/>
              <a:gd name="T86" fmla="*/ 16 w 675"/>
              <a:gd name="T87" fmla="*/ 7 h 1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675" h="15">
                <a:moveTo>
                  <a:pt x="668" y="15"/>
                </a:moveTo>
                <a:cubicBezTo>
                  <a:pt x="667" y="15"/>
                  <a:pt x="667" y="15"/>
                  <a:pt x="667" y="15"/>
                </a:cubicBezTo>
                <a:cubicBezTo>
                  <a:pt x="663" y="15"/>
                  <a:pt x="660" y="12"/>
                  <a:pt x="660" y="7"/>
                </a:cubicBezTo>
                <a:cubicBezTo>
                  <a:pt x="660" y="3"/>
                  <a:pt x="663" y="0"/>
                  <a:pt x="667" y="0"/>
                </a:cubicBezTo>
                <a:cubicBezTo>
                  <a:pt x="668" y="0"/>
                  <a:pt x="668" y="0"/>
                  <a:pt x="668" y="0"/>
                </a:cubicBezTo>
                <a:cubicBezTo>
                  <a:pt x="672" y="0"/>
                  <a:pt x="675" y="3"/>
                  <a:pt x="675" y="7"/>
                </a:cubicBezTo>
                <a:cubicBezTo>
                  <a:pt x="675" y="12"/>
                  <a:pt x="672" y="15"/>
                  <a:pt x="668" y="15"/>
                </a:cubicBezTo>
                <a:close/>
                <a:moveTo>
                  <a:pt x="631" y="15"/>
                </a:moveTo>
                <a:cubicBezTo>
                  <a:pt x="630" y="15"/>
                  <a:pt x="630" y="15"/>
                  <a:pt x="630" y="15"/>
                </a:cubicBezTo>
                <a:cubicBezTo>
                  <a:pt x="626" y="15"/>
                  <a:pt x="623" y="12"/>
                  <a:pt x="623" y="7"/>
                </a:cubicBezTo>
                <a:cubicBezTo>
                  <a:pt x="623" y="3"/>
                  <a:pt x="626" y="0"/>
                  <a:pt x="630" y="0"/>
                </a:cubicBezTo>
                <a:cubicBezTo>
                  <a:pt x="631" y="0"/>
                  <a:pt x="631" y="0"/>
                  <a:pt x="631" y="0"/>
                </a:cubicBezTo>
                <a:cubicBezTo>
                  <a:pt x="635" y="0"/>
                  <a:pt x="639" y="3"/>
                  <a:pt x="639" y="7"/>
                </a:cubicBezTo>
                <a:cubicBezTo>
                  <a:pt x="639" y="12"/>
                  <a:pt x="635" y="15"/>
                  <a:pt x="631" y="15"/>
                </a:cubicBezTo>
                <a:close/>
                <a:moveTo>
                  <a:pt x="594" y="15"/>
                </a:moveTo>
                <a:cubicBezTo>
                  <a:pt x="594" y="15"/>
                  <a:pt x="594" y="15"/>
                  <a:pt x="594" y="15"/>
                </a:cubicBezTo>
                <a:cubicBezTo>
                  <a:pt x="590" y="15"/>
                  <a:pt x="586" y="12"/>
                  <a:pt x="586" y="7"/>
                </a:cubicBezTo>
                <a:cubicBezTo>
                  <a:pt x="586" y="3"/>
                  <a:pt x="590" y="0"/>
                  <a:pt x="594" y="0"/>
                </a:cubicBezTo>
                <a:cubicBezTo>
                  <a:pt x="594" y="0"/>
                  <a:pt x="594" y="0"/>
                  <a:pt x="594" y="0"/>
                </a:cubicBezTo>
                <a:cubicBezTo>
                  <a:pt x="599" y="0"/>
                  <a:pt x="602" y="3"/>
                  <a:pt x="602" y="7"/>
                </a:cubicBezTo>
                <a:cubicBezTo>
                  <a:pt x="602" y="12"/>
                  <a:pt x="599" y="15"/>
                  <a:pt x="594" y="15"/>
                </a:cubicBezTo>
                <a:close/>
                <a:moveTo>
                  <a:pt x="558" y="15"/>
                </a:moveTo>
                <a:cubicBezTo>
                  <a:pt x="557" y="15"/>
                  <a:pt x="557" y="15"/>
                  <a:pt x="557" y="15"/>
                </a:cubicBezTo>
                <a:cubicBezTo>
                  <a:pt x="553" y="15"/>
                  <a:pt x="550" y="12"/>
                  <a:pt x="550" y="7"/>
                </a:cubicBezTo>
                <a:cubicBezTo>
                  <a:pt x="550" y="3"/>
                  <a:pt x="553" y="0"/>
                  <a:pt x="557" y="0"/>
                </a:cubicBezTo>
                <a:cubicBezTo>
                  <a:pt x="558" y="0"/>
                  <a:pt x="558" y="0"/>
                  <a:pt x="558" y="0"/>
                </a:cubicBezTo>
                <a:cubicBezTo>
                  <a:pt x="562" y="0"/>
                  <a:pt x="565" y="3"/>
                  <a:pt x="565" y="7"/>
                </a:cubicBezTo>
                <a:cubicBezTo>
                  <a:pt x="565" y="12"/>
                  <a:pt x="562" y="15"/>
                  <a:pt x="558" y="15"/>
                </a:cubicBezTo>
                <a:close/>
                <a:moveTo>
                  <a:pt x="521" y="15"/>
                </a:moveTo>
                <a:cubicBezTo>
                  <a:pt x="521" y="15"/>
                  <a:pt x="521" y="15"/>
                  <a:pt x="521" y="15"/>
                </a:cubicBezTo>
                <a:cubicBezTo>
                  <a:pt x="516" y="15"/>
                  <a:pt x="513" y="12"/>
                  <a:pt x="513" y="7"/>
                </a:cubicBezTo>
                <a:cubicBezTo>
                  <a:pt x="513" y="3"/>
                  <a:pt x="516" y="0"/>
                  <a:pt x="521" y="0"/>
                </a:cubicBezTo>
                <a:cubicBezTo>
                  <a:pt x="521" y="0"/>
                  <a:pt x="521" y="0"/>
                  <a:pt x="521" y="0"/>
                </a:cubicBezTo>
                <a:cubicBezTo>
                  <a:pt x="525" y="0"/>
                  <a:pt x="529" y="3"/>
                  <a:pt x="529" y="7"/>
                </a:cubicBezTo>
                <a:cubicBezTo>
                  <a:pt x="529" y="12"/>
                  <a:pt x="525" y="15"/>
                  <a:pt x="521" y="15"/>
                </a:cubicBezTo>
                <a:close/>
                <a:moveTo>
                  <a:pt x="485" y="15"/>
                </a:moveTo>
                <a:cubicBezTo>
                  <a:pt x="484" y="15"/>
                  <a:pt x="484" y="15"/>
                  <a:pt x="484" y="15"/>
                </a:cubicBezTo>
                <a:cubicBezTo>
                  <a:pt x="480" y="15"/>
                  <a:pt x="476" y="12"/>
                  <a:pt x="476" y="7"/>
                </a:cubicBezTo>
                <a:cubicBezTo>
                  <a:pt x="476" y="3"/>
                  <a:pt x="480" y="0"/>
                  <a:pt x="484" y="0"/>
                </a:cubicBezTo>
                <a:cubicBezTo>
                  <a:pt x="485" y="0"/>
                  <a:pt x="485" y="0"/>
                  <a:pt x="485" y="0"/>
                </a:cubicBezTo>
                <a:cubicBezTo>
                  <a:pt x="489" y="0"/>
                  <a:pt x="492" y="3"/>
                  <a:pt x="492" y="7"/>
                </a:cubicBezTo>
                <a:cubicBezTo>
                  <a:pt x="492" y="12"/>
                  <a:pt x="489" y="15"/>
                  <a:pt x="485" y="15"/>
                </a:cubicBezTo>
                <a:close/>
                <a:moveTo>
                  <a:pt x="448" y="15"/>
                </a:moveTo>
                <a:cubicBezTo>
                  <a:pt x="447" y="15"/>
                  <a:pt x="447" y="15"/>
                  <a:pt x="447" y="15"/>
                </a:cubicBezTo>
                <a:cubicBezTo>
                  <a:pt x="443" y="15"/>
                  <a:pt x="440" y="12"/>
                  <a:pt x="440" y="7"/>
                </a:cubicBezTo>
                <a:cubicBezTo>
                  <a:pt x="440" y="3"/>
                  <a:pt x="443" y="0"/>
                  <a:pt x="447" y="0"/>
                </a:cubicBezTo>
                <a:cubicBezTo>
                  <a:pt x="448" y="0"/>
                  <a:pt x="448" y="0"/>
                  <a:pt x="448" y="0"/>
                </a:cubicBezTo>
                <a:cubicBezTo>
                  <a:pt x="452" y="0"/>
                  <a:pt x="456" y="3"/>
                  <a:pt x="456" y="7"/>
                </a:cubicBezTo>
                <a:cubicBezTo>
                  <a:pt x="456" y="12"/>
                  <a:pt x="452" y="15"/>
                  <a:pt x="448" y="15"/>
                </a:cubicBezTo>
                <a:close/>
                <a:moveTo>
                  <a:pt x="411" y="15"/>
                </a:moveTo>
                <a:cubicBezTo>
                  <a:pt x="411" y="15"/>
                  <a:pt x="411" y="15"/>
                  <a:pt x="411" y="15"/>
                </a:cubicBezTo>
                <a:cubicBezTo>
                  <a:pt x="407" y="15"/>
                  <a:pt x="403" y="12"/>
                  <a:pt x="403" y="7"/>
                </a:cubicBezTo>
                <a:cubicBezTo>
                  <a:pt x="403" y="3"/>
                  <a:pt x="407" y="0"/>
                  <a:pt x="411" y="0"/>
                </a:cubicBezTo>
                <a:cubicBezTo>
                  <a:pt x="411" y="0"/>
                  <a:pt x="411" y="0"/>
                  <a:pt x="411" y="0"/>
                </a:cubicBezTo>
                <a:cubicBezTo>
                  <a:pt x="415" y="0"/>
                  <a:pt x="419" y="3"/>
                  <a:pt x="419" y="7"/>
                </a:cubicBezTo>
                <a:cubicBezTo>
                  <a:pt x="419" y="12"/>
                  <a:pt x="415" y="15"/>
                  <a:pt x="411" y="15"/>
                </a:cubicBezTo>
                <a:close/>
                <a:moveTo>
                  <a:pt x="375" y="15"/>
                </a:moveTo>
                <a:cubicBezTo>
                  <a:pt x="374" y="15"/>
                  <a:pt x="374" y="15"/>
                  <a:pt x="374" y="15"/>
                </a:cubicBezTo>
                <a:cubicBezTo>
                  <a:pt x="370" y="15"/>
                  <a:pt x="367" y="12"/>
                  <a:pt x="367" y="7"/>
                </a:cubicBezTo>
                <a:cubicBezTo>
                  <a:pt x="367" y="3"/>
                  <a:pt x="370" y="0"/>
                  <a:pt x="374" y="0"/>
                </a:cubicBezTo>
                <a:cubicBezTo>
                  <a:pt x="375" y="0"/>
                  <a:pt x="375" y="0"/>
                  <a:pt x="375" y="0"/>
                </a:cubicBezTo>
                <a:cubicBezTo>
                  <a:pt x="379" y="0"/>
                  <a:pt x="382" y="3"/>
                  <a:pt x="382" y="7"/>
                </a:cubicBezTo>
                <a:cubicBezTo>
                  <a:pt x="382" y="12"/>
                  <a:pt x="379" y="15"/>
                  <a:pt x="375" y="15"/>
                </a:cubicBezTo>
                <a:close/>
                <a:moveTo>
                  <a:pt x="338" y="15"/>
                </a:moveTo>
                <a:cubicBezTo>
                  <a:pt x="338" y="15"/>
                  <a:pt x="338" y="15"/>
                  <a:pt x="338" y="15"/>
                </a:cubicBezTo>
                <a:cubicBezTo>
                  <a:pt x="333" y="15"/>
                  <a:pt x="330" y="12"/>
                  <a:pt x="330" y="7"/>
                </a:cubicBezTo>
                <a:cubicBezTo>
                  <a:pt x="330" y="3"/>
                  <a:pt x="333" y="0"/>
                  <a:pt x="338" y="0"/>
                </a:cubicBezTo>
                <a:cubicBezTo>
                  <a:pt x="338" y="0"/>
                  <a:pt x="338" y="0"/>
                  <a:pt x="338" y="0"/>
                </a:cubicBezTo>
                <a:cubicBezTo>
                  <a:pt x="342" y="0"/>
                  <a:pt x="346" y="3"/>
                  <a:pt x="346" y="7"/>
                </a:cubicBezTo>
                <a:cubicBezTo>
                  <a:pt x="346" y="12"/>
                  <a:pt x="342" y="15"/>
                  <a:pt x="338" y="15"/>
                </a:cubicBezTo>
                <a:close/>
                <a:moveTo>
                  <a:pt x="301" y="15"/>
                </a:moveTo>
                <a:cubicBezTo>
                  <a:pt x="301" y="15"/>
                  <a:pt x="301" y="15"/>
                  <a:pt x="301" y="15"/>
                </a:cubicBezTo>
                <a:cubicBezTo>
                  <a:pt x="297" y="15"/>
                  <a:pt x="293" y="12"/>
                  <a:pt x="293" y="7"/>
                </a:cubicBezTo>
                <a:cubicBezTo>
                  <a:pt x="293" y="3"/>
                  <a:pt x="297" y="0"/>
                  <a:pt x="301" y="0"/>
                </a:cubicBezTo>
                <a:cubicBezTo>
                  <a:pt x="301" y="0"/>
                  <a:pt x="301" y="0"/>
                  <a:pt x="301" y="0"/>
                </a:cubicBezTo>
                <a:cubicBezTo>
                  <a:pt x="306" y="0"/>
                  <a:pt x="309" y="3"/>
                  <a:pt x="309" y="7"/>
                </a:cubicBezTo>
                <a:cubicBezTo>
                  <a:pt x="309" y="12"/>
                  <a:pt x="306" y="15"/>
                  <a:pt x="301" y="15"/>
                </a:cubicBezTo>
                <a:close/>
                <a:moveTo>
                  <a:pt x="265" y="15"/>
                </a:moveTo>
                <a:cubicBezTo>
                  <a:pt x="264" y="15"/>
                  <a:pt x="264" y="15"/>
                  <a:pt x="264" y="15"/>
                </a:cubicBezTo>
                <a:cubicBezTo>
                  <a:pt x="260" y="15"/>
                  <a:pt x="257" y="12"/>
                  <a:pt x="257" y="7"/>
                </a:cubicBezTo>
                <a:cubicBezTo>
                  <a:pt x="257" y="3"/>
                  <a:pt x="260" y="0"/>
                  <a:pt x="264" y="0"/>
                </a:cubicBezTo>
                <a:cubicBezTo>
                  <a:pt x="265" y="0"/>
                  <a:pt x="265" y="0"/>
                  <a:pt x="265" y="0"/>
                </a:cubicBezTo>
                <a:cubicBezTo>
                  <a:pt x="269" y="0"/>
                  <a:pt x="272" y="3"/>
                  <a:pt x="272" y="7"/>
                </a:cubicBezTo>
                <a:cubicBezTo>
                  <a:pt x="272" y="12"/>
                  <a:pt x="269" y="15"/>
                  <a:pt x="265" y="15"/>
                </a:cubicBezTo>
                <a:close/>
                <a:moveTo>
                  <a:pt x="228" y="15"/>
                </a:moveTo>
                <a:cubicBezTo>
                  <a:pt x="228" y="15"/>
                  <a:pt x="228" y="15"/>
                  <a:pt x="228" y="15"/>
                </a:cubicBezTo>
                <a:cubicBezTo>
                  <a:pt x="223" y="15"/>
                  <a:pt x="220" y="12"/>
                  <a:pt x="220" y="7"/>
                </a:cubicBezTo>
                <a:cubicBezTo>
                  <a:pt x="220" y="3"/>
                  <a:pt x="223" y="0"/>
                  <a:pt x="228" y="0"/>
                </a:cubicBezTo>
                <a:cubicBezTo>
                  <a:pt x="228" y="0"/>
                  <a:pt x="228" y="0"/>
                  <a:pt x="228" y="0"/>
                </a:cubicBezTo>
                <a:cubicBezTo>
                  <a:pt x="232" y="0"/>
                  <a:pt x="236" y="3"/>
                  <a:pt x="236" y="7"/>
                </a:cubicBezTo>
                <a:cubicBezTo>
                  <a:pt x="236" y="12"/>
                  <a:pt x="232" y="15"/>
                  <a:pt x="228" y="15"/>
                </a:cubicBezTo>
                <a:close/>
                <a:moveTo>
                  <a:pt x="192" y="15"/>
                </a:moveTo>
                <a:cubicBezTo>
                  <a:pt x="191" y="15"/>
                  <a:pt x="191" y="15"/>
                  <a:pt x="191" y="15"/>
                </a:cubicBezTo>
                <a:cubicBezTo>
                  <a:pt x="187" y="15"/>
                  <a:pt x="183" y="12"/>
                  <a:pt x="183" y="7"/>
                </a:cubicBezTo>
                <a:cubicBezTo>
                  <a:pt x="183" y="3"/>
                  <a:pt x="187" y="0"/>
                  <a:pt x="191" y="0"/>
                </a:cubicBezTo>
                <a:cubicBezTo>
                  <a:pt x="192" y="0"/>
                  <a:pt x="192" y="0"/>
                  <a:pt x="192" y="0"/>
                </a:cubicBezTo>
                <a:cubicBezTo>
                  <a:pt x="196" y="0"/>
                  <a:pt x="199" y="3"/>
                  <a:pt x="199" y="7"/>
                </a:cubicBezTo>
                <a:cubicBezTo>
                  <a:pt x="199" y="12"/>
                  <a:pt x="196" y="15"/>
                  <a:pt x="192" y="15"/>
                </a:cubicBezTo>
                <a:close/>
                <a:moveTo>
                  <a:pt x="155" y="15"/>
                </a:moveTo>
                <a:cubicBezTo>
                  <a:pt x="154" y="15"/>
                  <a:pt x="154" y="15"/>
                  <a:pt x="154" y="15"/>
                </a:cubicBezTo>
                <a:cubicBezTo>
                  <a:pt x="150" y="15"/>
                  <a:pt x="147" y="12"/>
                  <a:pt x="147" y="7"/>
                </a:cubicBezTo>
                <a:cubicBezTo>
                  <a:pt x="147" y="3"/>
                  <a:pt x="150" y="0"/>
                  <a:pt x="154" y="0"/>
                </a:cubicBezTo>
                <a:cubicBezTo>
                  <a:pt x="155" y="0"/>
                  <a:pt x="155" y="0"/>
                  <a:pt x="155" y="0"/>
                </a:cubicBezTo>
                <a:cubicBezTo>
                  <a:pt x="159" y="0"/>
                  <a:pt x="163" y="3"/>
                  <a:pt x="163" y="7"/>
                </a:cubicBezTo>
                <a:cubicBezTo>
                  <a:pt x="163" y="12"/>
                  <a:pt x="159" y="15"/>
                  <a:pt x="155" y="15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8" y="15"/>
                </a:cubicBezTo>
                <a:cubicBezTo>
                  <a:pt x="114" y="15"/>
                  <a:pt x="110" y="12"/>
                  <a:pt x="110" y="7"/>
                </a:cubicBezTo>
                <a:cubicBezTo>
                  <a:pt x="110" y="3"/>
                  <a:pt x="114" y="0"/>
                  <a:pt x="118" y="0"/>
                </a:cubicBezTo>
                <a:cubicBezTo>
                  <a:pt x="118" y="0"/>
                  <a:pt x="118" y="0"/>
                  <a:pt x="118" y="0"/>
                </a:cubicBezTo>
                <a:cubicBezTo>
                  <a:pt x="122" y="0"/>
                  <a:pt x="126" y="3"/>
                  <a:pt x="126" y="7"/>
                </a:cubicBezTo>
                <a:cubicBezTo>
                  <a:pt x="126" y="12"/>
                  <a:pt x="122" y="15"/>
                  <a:pt x="118" y="15"/>
                </a:cubicBezTo>
                <a:close/>
                <a:moveTo>
                  <a:pt x="82" y="15"/>
                </a:moveTo>
                <a:cubicBezTo>
                  <a:pt x="81" y="15"/>
                  <a:pt x="81" y="15"/>
                  <a:pt x="81" y="15"/>
                </a:cubicBezTo>
                <a:cubicBezTo>
                  <a:pt x="77" y="15"/>
                  <a:pt x="74" y="12"/>
                  <a:pt x="74" y="7"/>
                </a:cubicBezTo>
                <a:cubicBezTo>
                  <a:pt x="74" y="3"/>
                  <a:pt x="77" y="0"/>
                  <a:pt x="81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6" y="0"/>
                  <a:pt x="89" y="3"/>
                  <a:pt x="89" y="7"/>
                </a:cubicBezTo>
                <a:cubicBezTo>
                  <a:pt x="89" y="12"/>
                  <a:pt x="86" y="15"/>
                  <a:pt x="82" y="15"/>
                </a:cubicBezTo>
                <a:close/>
                <a:moveTo>
                  <a:pt x="45" y="15"/>
                </a:moveTo>
                <a:cubicBezTo>
                  <a:pt x="45" y="15"/>
                  <a:pt x="45" y="15"/>
                  <a:pt x="45" y="15"/>
                </a:cubicBezTo>
                <a:cubicBezTo>
                  <a:pt x="40" y="15"/>
                  <a:pt x="37" y="12"/>
                  <a:pt x="37" y="7"/>
                </a:cubicBezTo>
                <a:cubicBezTo>
                  <a:pt x="37" y="3"/>
                  <a:pt x="40" y="0"/>
                  <a:pt x="45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9" y="0"/>
                  <a:pt x="53" y="3"/>
                  <a:pt x="53" y="7"/>
                </a:cubicBezTo>
                <a:cubicBezTo>
                  <a:pt x="53" y="12"/>
                  <a:pt x="49" y="15"/>
                  <a:pt x="45" y="15"/>
                </a:cubicBezTo>
                <a:close/>
                <a:moveTo>
                  <a:pt x="8" y="15"/>
                </a:moveTo>
                <a:cubicBezTo>
                  <a:pt x="8" y="15"/>
                  <a:pt x="8" y="15"/>
                  <a:pt x="8" y="15"/>
                </a:cubicBezTo>
                <a:cubicBezTo>
                  <a:pt x="4" y="15"/>
                  <a:pt x="0" y="12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3" y="0"/>
                  <a:pt x="16" y="3"/>
                  <a:pt x="16" y="7"/>
                </a:cubicBezTo>
                <a:cubicBezTo>
                  <a:pt x="16" y="12"/>
                  <a:pt x="13" y="15"/>
                  <a:pt x="8" y="15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" name="Freeform 174">
            <a:extLst>
              <a:ext uri="{FF2B5EF4-FFF2-40B4-BE49-F238E27FC236}">
                <a16:creationId xmlns:a16="http://schemas.microsoft.com/office/drawing/2014/main" id="{B6D2BC12-DF77-4B27-956D-C3897CF74D9E}"/>
              </a:ext>
            </a:extLst>
          </p:cNvPr>
          <p:cNvSpPr/>
          <p:nvPr/>
        </p:nvSpPr>
        <p:spPr bwMode="auto">
          <a:xfrm>
            <a:off x="5641140" y="5069475"/>
            <a:ext cx="39786" cy="39786"/>
          </a:xfrm>
          <a:custGeom>
            <a:gdLst>
              <a:gd name="T0" fmla="*/ 8 w 16"/>
              <a:gd name="T1" fmla="*/ 15 h 15"/>
              <a:gd name="T2" fmla="*/ 0 w 16"/>
              <a:gd name="T3" fmla="*/ 7 h 15"/>
              <a:gd name="T4" fmla="*/ 8 w 16"/>
              <a:gd name="T5" fmla="*/ 0 h 15"/>
              <a:gd name="T6" fmla="*/ 8 w 16"/>
              <a:gd name="T7" fmla="*/ 0 h 15"/>
              <a:gd name="T8" fmla="*/ 16 w 16"/>
              <a:gd name="T9" fmla="*/ 7 h 15"/>
              <a:gd name="T10" fmla="*/ 8 w 16"/>
              <a:gd name="T11" fmla="*/ 15 h 1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" h="15">
                <a:moveTo>
                  <a:pt x="8" y="15"/>
                </a:moveTo>
                <a:cubicBezTo>
                  <a:pt x="4" y="15"/>
                  <a:pt x="0" y="12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7"/>
                </a:cubicBezTo>
                <a:cubicBezTo>
                  <a:pt x="16" y="12"/>
                  <a:pt x="12" y="15"/>
                  <a:pt x="8" y="15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5" name="Freeform 175">
            <a:extLst>
              <a:ext uri="{FF2B5EF4-FFF2-40B4-BE49-F238E27FC236}">
                <a16:creationId xmlns:a16="http://schemas.microsoft.com/office/drawing/2014/main" id="{D7628F25-A88A-453A-90E2-04687C766953}"/>
              </a:ext>
            </a:extLst>
          </p:cNvPr>
          <p:cNvSpPr/>
          <p:nvPr/>
        </p:nvSpPr>
        <p:spPr bwMode="auto">
          <a:xfrm>
            <a:off x="977607" y="5069475"/>
            <a:ext cx="39786" cy="39786"/>
          </a:xfrm>
          <a:custGeom>
            <a:gdLst>
              <a:gd name="T0" fmla="*/ 8 w 16"/>
              <a:gd name="T1" fmla="*/ 15 h 15"/>
              <a:gd name="T2" fmla="*/ 0 w 16"/>
              <a:gd name="T3" fmla="*/ 7 h 15"/>
              <a:gd name="T4" fmla="*/ 8 w 16"/>
              <a:gd name="T5" fmla="*/ 0 h 15"/>
              <a:gd name="T6" fmla="*/ 8 w 16"/>
              <a:gd name="T7" fmla="*/ 0 h 15"/>
              <a:gd name="T8" fmla="*/ 16 w 16"/>
              <a:gd name="T9" fmla="*/ 7 h 15"/>
              <a:gd name="T10" fmla="*/ 8 w 16"/>
              <a:gd name="T11" fmla="*/ 15 h 1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" h="15">
                <a:moveTo>
                  <a:pt x="8" y="15"/>
                </a:moveTo>
                <a:cubicBezTo>
                  <a:pt x="4" y="15"/>
                  <a:pt x="0" y="12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7"/>
                </a:cubicBezTo>
                <a:cubicBezTo>
                  <a:pt x="16" y="12"/>
                  <a:pt x="12" y="15"/>
                  <a:pt x="8" y="15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6" name="Freeform 176">
            <a:extLst>
              <a:ext uri="{FF2B5EF4-FFF2-40B4-BE49-F238E27FC236}">
                <a16:creationId xmlns:a16="http://schemas.microsoft.com/office/drawing/2014/main" id="{8C478DBA-9EB2-4988-A0EB-F781786AC4CF}"/>
              </a:ext>
            </a:extLst>
          </p:cNvPr>
          <p:cNvSpPr>
            <a:spLocks noEditPoints="1"/>
          </p:cNvSpPr>
          <p:nvPr/>
        </p:nvSpPr>
        <p:spPr bwMode="auto">
          <a:xfrm>
            <a:off x="1068547" y="5069475"/>
            <a:ext cx="1705131" cy="39786"/>
          </a:xfrm>
          <a:custGeom>
            <a:gdLst>
              <a:gd name="T0" fmla="*/ 648 w 664"/>
              <a:gd name="T1" fmla="*/ 7 h 15"/>
              <a:gd name="T2" fmla="*/ 664 w 664"/>
              <a:gd name="T3" fmla="*/ 7 h 15"/>
              <a:gd name="T4" fmla="*/ 620 w 664"/>
              <a:gd name="T5" fmla="*/ 15 h 15"/>
              <a:gd name="T6" fmla="*/ 620 w 664"/>
              <a:gd name="T7" fmla="*/ 0 h 15"/>
              <a:gd name="T8" fmla="*/ 584 w 664"/>
              <a:gd name="T9" fmla="*/ 15 h 15"/>
              <a:gd name="T10" fmla="*/ 584 w 664"/>
              <a:gd name="T11" fmla="*/ 0 h 15"/>
              <a:gd name="T12" fmla="*/ 548 w 664"/>
              <a:gd name="T13" fmla="*/ 15 h 15"/>
              <a:gd name="T14" fmla="*/ 548 w 664"/>
              <a:gd name="T15" fmla="*/ 0 h 15"/>
              <a:gd name="T16" fmla="*/ 548 w 664"/>
              <a:gd name="T17" fmla="*/ 15 h 15"/>
              <a:gd name="T18" fmla="*/ 504 w 664"/>
              <a:gd name="T19" fmla="*/ 7 h 15"/>
              <a:gd name="T20" fmla="*/ 520 w 664"/>
              <a:gd name="T21" fmla="*/ 7 h 15"/>
              <a:gd name="T22" fmla="*/ 476 w 664"/>
              <a:gd name="T23" fmla="*/ 15 h 15"/>
              <a:gd name="T24" fmla="*/ 476 w 664"/>
              <a:gd name="T25" fmla="*/ 0 h 15"/>
              <a:gd name="T26" fmla="*/ 440 w 664"/>
              <a:gd name="T27" fmla="*/ 15 h 15"/>
              <a:gd name="T28" fmla="*/ 440 w 664"/>
              <a:gd name="T29" fmla="*/ 0 h 15"/>
              <a:gd name="T30" fmla="*/ 404 w 664"/>
              <a:gd name="T31" fmla="*/ 15 h 15"/>
              <a:gd name="T32" fmla="*/ 404 w 664"/>
              <a:gd name="T33" fmla="*/ 0 h 15"/>
              <a:gd name="T34" fmla="*/ 404 w 664"/>
              <a:gd name="T35" fmla="*/ 15 h 15"/>
              <a:gd name="T36" fmla="*/ 360 w 664"/>
              <a:gd name="T37" fmla="*/ 7 h 15"/>
              <a:gd name="T38" fmla="*/ 376 w 664"/>
              <a:gd name="T39" fmla="*/ 7 h 15"/>
              <a:gd name="T40" fmla="*/ 332 w 664"/>
              <a:gd name="T41" fmla="*/ 15 h 15"/>
              <a:gd name="T42" fmla="*/ 332 w 664"/>
              <a:gd name="T43" fmla="*/ 0 h 15"/>
              <a:gd name="T44" fmla="*/ 296 w 664"/>
              <a:gd name="T45" fmla="*/ 15 h 15"/>
              <a:gd name="T46" fmla="*/ 296 w 664"/>
              <a:gd name="T47" fmla="*/ 0 h 15"/>
              <a:gd name="T48" fmla="*/ 296 w 664"/>
              <a:gd name="T49" fmla="*/ 15 h 15"/>
              <a:gd name="T50" fmla="*/ 260 w 664"/>
              <a:gd name="T51" fmla="*/ 0 h 15"/>
              <a:gd name="T52" fmla="*/ 260 w 664"/>
              <a:gd name="T53" fmla="*/ 15 h 15"/>
              <a:gd name="T54" fmla="*/ 216 w 664"/>
              <a:gd name="T55" fmla="*/ 7 h 15"/>
              <a:gd name="T56" fmla="*/ 232 w 664"/>
              <a:gd name="T57" fmla="*/ 7 h 15"/>
              <a:gd name="T58" fmla="*/ 188 w 664"/>
              <a:gd name="T59" fmla="*/ 15 h 15"/>
              <a:gd name="T60" fmla="*/ 188 w 664"/>
              <a:gd name="T61" fmla="*/ 0 h 15"/>
              <a:gd name="T62" fmla="*/ 152 w 664"/>
              <a:gd name="T63" fmla="*/ 15 h 15"/>
              <a:gd name="T64" fmla="*/ 152 w 664"/>
              <a:gd name="T65" fmla="*/ 0 h 15"/>
              <a:gd name="T66" fmla="*/ 152 w 664"/>
              <a:gd name="T67" fmla="*/ 15 h 15"/>
              <a:gd name="T68" fmla="*/ 116 w 664"/>
              <a:gd name="T69" fmla="*/ 0 h 15"/>
              <a:gd name="T70" fmla="*/ 116 w 664"/>
              <a:gd name="T71" fmla="*/ 15 h 15"/>
              <a:gd name="T72" fmla="*/ 72 w 664"/>
              <a:gd name="T73" fmla="*/ 7 h 15"/>
              <a:gd name="T74" fmla="*/ 88 w 664"/>
              <a:gd name="T75" fmla="*/ 7 h 15"/>
              <a:gd name="T76" fmla="*/ 44 w 664"/>
              <a:gd name="T77" fmla="*/ 15 h 15"/>
              <a:gd name="T78" fmla="*/ 44 w 664"/>
              <a:gd name="T79" fmla="*/ 0 h 15"/>
              <a:gd name="T80" fmla="*/ 8 w 664"/>
              <a:gd name="T81" fmla="*/ 15 h 15"/>
              <a:gd name="T82" fmla="*/ 8 w 664"/>
              <a:gd name="T83" fmla="*/ 0 h 15"/>
              <a:gd name="T84" fmla="*/ 8 w 664"/>
              <a:gd name="T85" fmla="*/ 15 h 1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64" h="15">
                <a:moveTo>
                  <a:pt x="656" y="15"/>
                </a:moveTo>
                <a:cubicBezTo>
                  <a:pt x="656" y="15"/>
                  <a:pt x="656" y="15"/>
                  <a:pt x="656" y="15"/>
                </a:cubicBezTo>
                <a:cubicBezTo>
                  <a:pt x="652" y="15"/>
                  <a:pt x="648" y="12"/>
                  <a:pt x="648" y="7"/>
                </a:cubicBezTo>
                <a:cubicBezTo>
                  <a:pt x="648" y="3"/>
                  <a:pt x="652" y="0"/>
                  <a:pt x="656" y="0"/>
                </a:cubicBezTo>
                <a:cubicBezTo>
                  <a:pt x="656" y="0"/>
                  <a:pt x="656" y="0"/>
                  <a:pt x="656" y="0"/>
                </a:cubicBezTo>
                <a:cubicBezTo>
                  <a:pt x="661" y="0"/>
                  <a:pt x="664" y="3"/>
                  <a:pt x="664" y="7"/>
                </a:cubicBezTo>
                <a:cubicBezTo>
                  <a:pt x="664" y="12"/>
                  <a:pt x="661" y="15"/>
                  <a:pt x="656" y="15"/>
                </a:cubicBezTo>
                <a:close/>
                <a:moveTo>
                  <a:pt x="620" y="15"/>
                </a:moveTo>
                <a:cubicBezTo>
                  <a:pt x="620" y="15"/>
                  <a:pt x="620" y="15"/>
                  <a:pt x="620" y="15"/>
                </a:cubicBezTo>
                <a:cubicBezTo>
                  <a:pt x="616" y="15"/>
                  <a:pt x="612" y="12"/>
                  <a:pt x="612" y="7"/>
                </a:cubicBezTo>
                <a:cubicBezTo>
                  <a:pt x="612" y="3"/>
                  <a:pt x="616" y="0"/>
                  <a:pt x="620" y="0"/>
                </a:cubicBezTo>
                <a:cubicBezTo>
                  <a:pt x="620" y="0"/>
                  <a:pt x="620" y="0"/>
                  <a:pt x="620" y="0"/>
                </a:cubicBezTo>
                <a:cubicBezTo>
                  <a:pt x="625" y="0"/>
                  <a:pt x="628" y="3"/>
                  <a:pt x="628" y="7"/>
                </a:cubicBezTo>
                <a:cubicBezTo>
                  <a:pt x="628" y="12"/>
                  <a:pt x="625" y="15"/>
                  <a:pt x="620" y="15"/>
                </a:cubicBezTo>
                <a:close/>
                <a:moveTo>
                  <a:pt x="584" y="15"/>
                </a:moveTo>
                <a:cubicBezTo>
                  <a:pt x="580" y="15"/>
                  <a:pt x="577" y="12"/>
                  <a:pt x="577" y="7"/>
                </a:cubicBezTo>
                <a:cubicBezTo>
                  <a:pt x="577" y="3"/>
                  <a:pt x="580" y="0"/>
                  <a:pt x="584" y="0"/>
                </a:cubicBezTo>
                <a:cubicBezTo>
                  <a:pt x="584" y="0"/>
                  <a:pt x="584" y="0"/>
                  <a:pt x="584" y="0"/>
                </a:cubicBezTo>
                <a:cubicBezTo>
                  <a:pt x="589" y="0"/>
                  <a:pt x="592" y="3"/>
                  <a:pt x="592" y="7"/>
                </a:cubicBezTo>
                <a:cubicBezTo>
                  <a:pt x="592" y="12"/>
                  <a:pt x="589" y="15"/>
                  <a:pt x="584" y="15"/>
                </a:cubicBezTo>
                <a:close/>
                <a:moveTo>
                  <a:pt x="548" y="15"/>
                </a:moveTo>
                <a:cubicBezTo>
                  <a:pt x="548" y="15"/>
                  <a:pt x="548" y="15"/>
                  <a:pt x="548" y="15"/>
                </a:cubicBezTo>
                <a:cubicBezTo>
                  <a:pt x="544" y="15"/>
                  <a:pt x="540" y="12"/>
                  <a:pt x="540" y="7"/>
                </a:cubicBezTo>
                <a:cubicBezTo>
                  <a:pt x="540" y="3"/>
                  <a:pt x="544" y="0"/>
                  <a:pt x="548" y="0"/>
                </a:cubicBezTo>
                <a:cubicBezTo>
                  <a:pt x="548" y="0"/>
                  <a:pt x="548" y="0"/>
                  <a:pt x="548" y="0"/>
                </a:cubicBezTo>
                <a:cubicBezTo>
                  <a:pt x="553" y="0"/>
                  <a:pt x="556" y="3"/>
                  <a:pt x="556" y="7"/>
                </a:cubicBezTo>
                <a:cubicBezTo>
                  <a:pt x="556" y="12"/>
                  <a:pt x="553" y="15"/>
                  <a:pt x="548" y="15"/>
                </a:cubicBezTo>
                <a:close/>
                <a:moveTo>
                  <a:pt x="512" y="15"/>
                </a:moveTo>
                <a:cubicBezTo>
                  <a:pt x="512" y="15"/>
                  <a:pt x="512" y="15"/>
                  <a:pt x="512" y="15"/>
                </a:cubicBezTo>
                <a:cubicBezTo>
                  <a:pt x="508" y="15"/>
                  <a:pt x="504" y="12"/>
                  <a:pt x="504" y="7"/>
                </a:cubicBezTo>
                <a:cubicBezTo>
                  <a:pt x="504" y="3"/>
                  <a:pt x="508" y="0"/>
                  <a:pt x="512" y="0"/>
                </a:cubicBezTo>
                <a:cubicBezTo>
                  <a:pt x="512" y="0"/>
                  <a:pt x="512" y="0"/>
                  <a:pt x="512" y="0"/>
                </a:cubicBezTo>
                <a:cubicBezTo>
                  <a:pt x="517" y="0"/>
                  <a:pt x="520" y="3"/>
                  <a:pt x="520" y="7"/>
                </a:cubicBezTo>
                <a:cubicBezTo>
                  <a:pt x="520" y="12"/>
                  <a:pt x="517" y="15"/>
                  <a:pt x="512" y="15"/>
                </a:cubicBezTo>
                <a:close/>
                <a:moveTo>
                  <a:pt x="476" y="15"/>
                </a:moveTo>
                <a:cubicBezTo>
                  <a:pt x="476" y="15"/>
                  <a:pt x="476" y="15"/>
                  <a:pt x="476" y="15"/>
                </a:cubicBezTo>
                <a:cubicBezTo>
                  <a:pt x="472" y="15"/>
                  <a:pt x="468" y="12"/>
                  <a:pt x="468" y="7"/>
                </a:cubicBezTo>
                <a:cubicBezTo>
                  <a:pt x="468" y="3"/>
                  <a:pt x="472" y="0"/>
                  <a:pt x="476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481" y="0"/>
                  <a:pt x="484" y="3"/>
                  <a:pt x="484" y="7"/>
                </a:cubicBezTo>
                <a:cubicBezTo>
                  <a:pt x="484" y="12"/>
                  <a:pt x="481" y="15"/>
                  <a:pt x="476" y="15"/>
                </a:cubicBezTo>
                <a:close/>
                <a:moveTo>
                  <a:pt x="440" y="15"/>
                </a:moveTo>
                <a:cubicBezTo>
                  <a:pt x="436" y="15"/>
                  <a:pt x="433" y="12"/>
                  <a:pt x="433" y="7"/>
                </a:cubicBezTo>
                <a:cubicBezTo>
                  <a:pt x="433" y="3"/>
                  <a:pt x="436" y="0"/>
                  <a:pt x="440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445" y="0"/>
                  <a:pt x="448" y="3"/>
                  <a:pt x="448" y="7"/>
                </a:cubicBezTo>
                <a:cubicBezTo>
                  <a:pt x="448" y="12"/>
                  <a:pt x="445" y="15"/>
                  <a:pt x="440" y="15"/>
                </a:cubicBezTo>
                <a:close/>
                <a:moveTo>
                  <a:pt x="404" y="15"/>
                </a:moveTo>
                <a:cubicBezTo>
                  <a:pt x="404" y="15"/>
                  <a:pt x="404" y="15"/>
                  <a:pt x="404" y="15"/>
                </a:cubicBezTo>
                <a:cubicBezTo>
                  <a:pt x="400" y="15"/>
                  <a:pt x="396" y="12"/>
                  <a:pt x="396" y="7"/>
                </a:cubicBezTo>
                <a:cubicBezTo>
                  <a:pt x="396" y="3"/>
                  <a:pt x="400" y="0"/>
                  <a:pt x="404" y="0"/>
                </a:cubicBezTo>
                <a:cubicBezTo>
                  <a:pt x="404" y="0"/>
                  <a:pt x="404" y="0"/>
                  <a:pt x="404" y="0"/>
                </a:cubicBezTo>
                <a:cubicBezTo>
                  <a:pt x="409" y="0"/>
                  <a:pt x="412" y="3"/>
                  <a:pt x="412" y="7"/>
                </a:cubicBezTo>
                <a:cubicBezTo>
                  <a:pt x="412" y="12"/>
                  <a:pt x="409" y="15"/>
                  <a:pt x="404" y="15"/>
                </a:cubicBezTo>
                <a:close/>
                <a:moveTo>
                  <a:pt x="368" y="15"/>
                </a:moveTo>
                <a:cubicBezTo>
                  <a:pt x="368" y="15"/>
                  <a:pt x="368" y="15"/>
                  <a:pt x="368" y="15"/>
                </a:cubicBezTo>
                <a:cubicBezTo>
                  <a:pt x="364" y="15"/>
                  <a:pt x="360" y="12"/>
                  <a:pt x="360" y="7"/>
                </a:cubicBezTo>
                <a:cubicBezTo>
                  <a:pt x="360" y="3"/>
                  <a:pt x="364" y="0"/>
                  <a:pt x="368" y="0"/>
                </a:cubicBezTo>
                <a:cubicBezTo>
                  <a:pt x="368" y="0"/>
                  <a:pt x="368" y="0"/>
                  <a:pt x="368" y="0"/>
                </a:cubicBezTo>
                <a:cubicBezTo>
                  <a:pt x="373" y="0"/>
                  <a:pt x="376" y="3"/>
                  <a:pt x="376" y="7"/>
                </a:cubicBezTo>
                <a:cubicBezTo>
                  <a:pt x="376" y="12"/>
                  <a:pt x="373" y="15"/>
                  <a:pt x="368" y="15"/>
                </a:cubicBezTo>
                <a:close/>
                <a:moveTo>
                  <a:pt x="332" y="15"/>
                </a:moveTo>
                <a:cubicBezTo>
                  <a:pt x="332" y="15"/>
                  <a:pt x="332" y="15"/>
                  <a:pt x="332" y="15"/>
                </a:cubicBezTo>
                <a:cubicBezTo>
                  <a:pt x="328" y="15"/>
                  <a:pt x="324" y="12"/>
                  <a:pt x="324" y="7"/>
                </a:cubicBezTo>
                <a:cubicBezTo>
                  <a:pt x="324" y="3"/>
                  <a:pt x="328" y="0"/>
                  <a:pt x="332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337" y="0"/>
                  <a:pt x="340" y="3"/>
                  <a:pt x="340" y="7"/>
                </a:cubicBezTo>
                <a:cubicBezTo>
                  <a:pt x="340" y="12"/>
                  <a:pt x="337" y="15"/>
                  <a:pt x="332" y="15"/>
                </a:cubicBezTo>
                <a:close/>
                <a:moveTo>
                  <a:pt x="296" y="15"/>
                </a:moveTo>
                <a:cubicBezTo>
                  <a:pt x="296" y="15"/>
                  <a:pt x="296" y="15"/>
                  <a:pt x="296" y="15"/>
                </a:cubicBezTo>
                <a:cubicBezTo>
                  <a:pt x="292" y="15"/>
                  <a:pt x="288" y="12"/>
                  <a:pt x="288" y="7"/>
                </a:cubicBezTo>
                <a:cubicBezTo>
                  <a:pt x="288" y="3"/>
                  <a:pt x="292" y="0"/>
                  <a:pt x="296" y="0"/>
                </a:cubicBezTo>
                <a:cubicBezTo>
                  <a:pt x="296" y="0"/>
                  <a:pt x="296" y="0"/>
                  <a:pt x="296" y="0"/>
                </a:cubicBezTo>
                <a:cubicBezTo>
                  <a:pt x="301" y="0"/>
                  <a:pt x="304" y="3"/>
                  <a:pt x="304" y="7"/>
                </a:cubicBezTo>
                <a:cubicBezTo>
                  <a:pt x="304" y="12"/>
                  <a:pt x="301" y="15"/>
                  <a:pt x="296" y="15"/>
                </a:cubicBezTo>
                <a:close/>
                <a:moveTo>
                  <a:pt x="260" y="15"/>
                </a:moveTo>
                <a:cubicBezTo>
                  <a:pt x="256" y="15"/>
                  <a:pt x="252" y="12"/>
                  <a:pt x="252" y="7"/>
                </a:cubicBezTo>
                <a:cubicBezTo>
                  <a:pt x="252" y="3"/>
                  <a:pt x="256" y="0"/>
                  <a:pt x="260" y="0"/>
                </a:cubicBezTo>
                <a:cubicBezTo>
                  <a:pt x="260" y="0"/>
                  <a:pt x="260" y="0"/>
                  <a:pt x="260" y="0"/>
                </a:cubicBezTo>
                <a:cubicBezTo>
                  <a:pt x="265" y="0"/>
                  <a:pt x="268" y="3"/>
                  <a:pt x="268" y="7"/>
                </a:cubicBezTo>
                <a:cubicBezTo>
                  <a:pt x="268" y="12"/>
                  <a:pt x="265" y="15"/>
                  <a:pt x="260" y="15"/>
                </a:cubicBezTo>
                <a:close/>
                <a:moveTo>
                  <a:pt x="224" y="15"/>
                </a:moveTo>
                <a:cubicBezTo>
                  <a:pt x="224" y="15"/>
                  <a:pt x="224" y="15"/>
                  <a:pt x="224" y="15"/>
                </a:cubicBezTo>
                <a:cubicBezTo>
                  <a:pt x="220" y="15"/>
                  <a:pt x="216" y="12"/>
                  <a:pt x="216" y="7"/>
                </a:cubicBezTo>
                <a:cubicBezTo>
                  <a:pt x="216" y="3"/>
                  <a:pt x="220" y="0"/>
                  <a:pt x="224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228" y="0"/>
                  <a:pt x="232" y="3"/>
                  <a:pt x="232" y="7"/>
                </a:cubicBezTo>
                <a:cubicBezTo>
                  <a:pt x="232" y="12"/>
                  <a:pt x="228" y="15"/>
                  <a:pt x="224" y="15"/>
                </a:cubicBezTo>
                <a:close/>
                <a:moveTo>
                  <a:pt x="188" y="15"/>
                </a:moveTo>
                <a:cubicBezTo>
                  <a:pt x="188" y="15"/>
                  <a:pt x="188" y="15"/>
                  <a:pt x="188" y="15"/>
                </a:cubicBezTo>
                <a:cubicBezTo>
                  <a:pt x="184" y="15"/>
                  <a:pt x="180" y="12"/>
                  <a:pt x="180" y="7"/>
                </a:cubicBezTo>
                <a:cubicBezTo>
                  <a:pt x="180" y="3"/>
                  <a:pt x="184" y="0"/>
                  <a:pt x="188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2" y="0"/>
                  <a:pt x="196" y="3"/>
                  <a:pt x="196" y="7"/>
                </a:cubicBezTo>
                <a:cubicBezTo>
                  <a:pt x="196" y="12"/>
                  <a:pt x="192" y="15"/>
                  <a:pt x="188" y="15"/>
                </a:cubicBezTo>
                <a:close/>
                <a:moveTo>
                  <a:pt x="152" y="15"/>
                </a:moveTo>
                <a:cubicBezTo>
                  <a:pt x="152" y="15"/>
                  <a:pt x="152" y="15"/>
                  <a:pt x="152" y="15"/>
                </a:cubicBezTo>
                <a:cubicBezTo>
                  <a:pt x="148" y="15"/>
                  <a:pt x="144" y="12"/>
                  <a:pt x="144" y="7"/>
                </a:cubicBezTo>
                <a:cubicBezTo>
                  <a:pt x="144" y="3"/>
                  <a:pt x="148" y="0"/>
                  <a:pt x="152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6" y="0"/>
                  <a:pt x="160" y="3"/>
                  <a:pt x="160" y="7"/>
                </a:cubicBezTo>
                <a:cubicBezTo>
                  <a:pt x="160" y="12"/>
                  <a:pt x="156" y="15"/>
                  <a:pt x="152" y="15"/>
                </a:cubicBezTo>
                <a:close/>
                <a:moveTo>
                  <a:pt x="116" y="15"/>
                </a:moveTo>
                <a:cubicBezTo>
                  <a:pt x="112" y="15"/>
                  <a:pt x="108" y="12"/>
                  <a:pt x="108" y="7"/>
                </a:cubicBezTo>
                <a:cubicBezTo>
                  <a:pt x="108" y="3"/>
                  <a:pt x="112" y="0"/>
                  <a:pt x="116" y="0"/>
                </a:cubicBezTo>
                <a:cubicBezTo>
                  <a:pt x="116" y="0"/>
                  <a:pt x="116" y="0"/>
                  <a:pt x="116" y="0"/>
                </a:cubicBezTo>
                <a:cubicBezTo>
                  <a:pt x="120" y="0"/>
                  <a:pt x="124" y="3"/>
                  <a:pt x="124" y="7"/>
                </a:cubicBezTo>
                <a:cubicBezTo>
                  <a:pt x="124" y="12"/>
                  <a:pt x="120" y="15"/>
                  <a:pt x="116" y="15"/>
                </a:cubicBezTo>
                <a:close/>
                <a:moveTo>
                  <a:pt x="80" y="15"/>
                </a:moveTo>
                <a:cubicBezTo>
                  <a:pt x="80" y="15"/>
                  <a:pt x="80" y="15"/>
                  <a:pt x="80" y="15"/>
                </a:cubicBezTo>
                <a:cubicBezTo>
                  <a:pt x="76" y="15"/>
                  <a:pt x="72" y="12"/>
                  <a:pt x="72" y="7"/>
                </a:cubicBezTo>
                <a:cubicBezTo>
                  <a:pt x="72" y="3"/>
                  <a:pt x="76" y="0"/>
                  <a:pt x="80" y="0"/>
                </a:cubicBezTo>
                <a:cubicBezTo>
                  <a:pt x="80" y="0"/>
                  <a:pt x="80" y="0"/>
                  <a:pt x="80" y="0"/>
                </a:cubicBezTo>
                <a:cubicBezTo>
                  <a:pt x="84" y="0"/>
                  <a:pt x="88" y="3"/>
                  <a:pt x="88" y="7"/>
                </a:cubicBezTo>
                <a:cubicBezTo>
                  <a:pt x="88" y="12"/>
                  <a:pt x="84" y="15"/>
                  <a:pt x="80" y="15"/>
                </a:cubicBezTo>
                <a:close/>
                <a:moveTo>
                  <a:pt x="44" y="15"/>
                </a:moveTo>
                <a:cubicBezTo>
                  <a:pt x="44" y="15"/>
                  <a:pt x="44" y="15"/>
                  <a:pt x="44" y="15"/>
                </a:cubicBezTo>
                <a:cubicBezTo>
                  <a:pt x="40" y="15"/>
                  <a:pt x="36" y="12"/>
                  <a:pt x="36" y="7"/>
                </a:cubicBezTo>
                <a:cubicBezTo>
                  <a:pt x="36" y="3"/>
                  <a:pt x="40" y="0"/>
                  <a:pt x="44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8" y="0"/>
                  <a:pt x="52" y="3"/>
                  <a:pt x="52" y="7"/>
                </a:cubicBezTo>
                <a:cubicBezTo>
                  <a:pt x="52" y="12"/>
                  <a:pt x="48" y="15"/>
                  <a:pt x="44" y="15"/>
                </a:cubicBezTo>
                <a:close/>
                <a:moveTo>
                  <a:pt x="8" y="15"/>
                </a:moveTo>
                <a:cubicBezTo>
                  <a:pt x="8" y="15"/>
                  <a:pt x="8" y="15"/>
                  <a:pt x="8" y="15"/>
                </a:cubicBezTo>
                <a:cubicBezTo>
                  <a:pt x="3" y="15"/>
                  <a:pt x="0" y="12"/>
                  <a:pt x="0" y="7"/>
                </a:cubicBezTo>
                <a:cubicBezTo>
                  <a:pt x="0" y="3"/>
                  <a:pt x="3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7"/>
                </a:cubicBezTo>
                <a:cubicBezTo>
                  <a:pt x="16" y="12"/>
                  <a:pt x="12" y="15"/>
                  <a:pt x="8" y="15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7" name="Freeform 177">
            <a:extLst>
              <a:ext uri="{FF2B5EF4-FFF2-40B4-BE49-F238E27FC236}">
                <a16:creationId xmlns:a16="http://schemas.microsoft.com/office/drawing/2014/main" id="{C87A7A2C-CF2B-4D25-AB91-ACE67197410C}"/>
              </a:ext>
            </a:extLst>
          </p:cNvPr>
          <p:cNvSpPr/>
          <p:nvPr/>
        </p:nvSpPr>
        <p:spPr bwMode="auto">
          <a:xfrm>
            <a:off x="2827675" y="5069475"/>
            <a:ext cx="36945" cy="39786"/>
          </a:xfrm>
          <a:custGeom>
            <a:gdLst>
              <a:gd name="T0" fmla="*/ 7 w 15"/>
              <a:gd name="T1" fmla="*/ 15 h 15"/>
              <a:gd name="T2" fmla="*/ 0 w 15"/>
              <a:gd name="T3" fmla="*/ 7 h 15"/>
              <a:gd name="T4" fmla="*/ 7 w 15"/>
              <a:gd name="T5" fmla="*/ 0 h 15"/>
              <a:gd name="T6" fmla="*/ 7 w 15"/>
              <a:gd name="T7" fmla="*/ 0 h 15"/>
              <a:gd name="T8" fmla="*/ 15 w 15"/>
              <a:gd name="T9" fmla="*/ 7 h 15"/>
              <a:gd name="T10" fmla="*/ 7 w 15"/>
              <a:gd name="T11" fmla="*/ 15 h 1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" h="15">
                <a:moveTo>
                  <a:pt x="7" y="15"/>
                </a:moveTo>
                <a:cubicBezTo>
                  <a:pt x="3" y="15"/>
                  <a:pt x="0" y="12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7" y="0"/>
                  <a:pt x="7" y="0"/>
                  <a:pt x="7" y="0"/>
                </a:cubicBezTo>
                <a:cubicBezTo>
                  <a:pt x="11" y="0"/>
                  <a:pt x="15" y="3"/>
                  <a:pt x="15" y="7"/>
                </a:cubicBezTo>
                <a:cubicBezTo>
                  <a:pt x="15" y="12"/>
                  <a:pt x="11" y="15"/>
                  <a:pt x="7" y="15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0BC2A540-8145-4DC7-A620-211CCA1B7242}"/>
              </a:ext>
            </a:extLst>
          </p:cNvPr>
          <p:cNvGrpSpPr/>
          <p:nvPr/>
        </p:nvGrpSpPr>
        <p:grpSpPr>
          <a:xfrm>
            <a:off x="806467" y="4696437"/>
            <a:ext cx="2252663" cy="1328133"/>
            <a:chOff x="806467" y="4696437"/>
            <a:chExt cx="2252663" cy="1328133"/>
          </a:xfrm>
        </p:grpSpPr>
        <p:sp>
          <p:nvSpPr>
            <p:cNvPr id="129" name="Title 20">
              <a:extLst>
                <a:ext uri="{FF2B5EF4-FFF2-40B4-BE49-F238E27FC236}">
                  <a16:creationId xmlns:a16="http://schemas.microsoft.com/office/drawing/2014/main" id="{D6DFCF43-B589-4811-BAFC-4D8485202641}"/>
                </a:ext>
              </a:extLst>
            </p:cNvPr>
            <p:cNvSpPr txBox="1"/>
            <p:nvPr/>
          </p:nvSpPr>
          <p:spPr bwMode="auto">
            <a:xfrm>
              <a:off x="806467" y="5162796"/>
              <a:ext cx="2252663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根据自己的需要添加适当的文字，模板中的所有颜色板式均可自由编辑替换，添加适当的文字。</a:t>
              </a:r>
            </a:p>
          </p:txBody>
        </p:sp>
        <p:sp>
          <p:nvSpPr>
            <p:cNvPr id="130" name="Title 20">
              <a:extLst>
                <a:ext uri="{FF2B5EF4-FFF2-40B4-BE49-F238E27FC236}">
                  <a16:creationId xmlns:a16="http://schemas.microsoft.com/office/drawing/2014/main" id="{57489F17-E0CF-4E98-8895-4BF161E39AB5}"/>
                </a:ext>
              </a:extLst>
            </p:cNvPr>
            <p:cNvSpPr txBox="1"/>
            <p:nvPr/>
          </p:nvSpPr>
          <p:spPr bwMode="auto">
            <a:xfrm>
              <a:off x="1024160" y="4696437"/>
              <a:ext cx="181727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zh-CN" altLang="en-US" sz="1800" b="1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31" name="文本框 130">
            <a:extLst>
              <a:ext uri="{FF2B5EF4-FFF2-40B4-BE49-F238E27FC236}">
                <a16:creationId xmlns:a16="http://schemas.microsoft.com/office/drawing/2014/main" id="{32D473A2-0AC0-48DE-A618-C4D736BD299C}"/>
              </a:ext>
            </a:extLst>
          </p:cNvPr>
          <p:cNvSpPr txBox="1"/>
          <p:nvPr/>
        </p:nvSpPr>
        <p:spPr>
          <a:xfrm>
            <a:off x="8617881" y="1789130"/>
            <a:ext cx="3136091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单击此处添加标题</a:t>
            </a:r>
            <a:endParaRPr lang="en-US" altLang="zh-CN" sz="2800" b="1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2" name="Rectangle 27">
            <a:extLst>
              <a:ext uri="{FF2B5EF4-FFF2-40B4-BE49-F238E27FC236}">
                <a16:creationId xmlns:a16="http://schemas.microsoft.com/office/drawing/2014/main" id="{81314573-BB6B-42EF-AAB5-85855AD87A7B}"/>
              </a:ext>
            </a:extLst>
          </p:cNvPr>
          <p:cNvSpPr/>
          <p:nvPr/>
        </p:nvSpPr>
        <p:spPr>
          <a:xfrm>
            <a:off x="8711382" y="2427047"/>
            <a:ext cx="1257300" cy="3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F6CD1B53-FBD3-4324-A4B8-87EFDCDC9207}"/>
              </a:ext>
            </a:extLst>
          </p:cNvPr>
          <p:cNvGrpSpPr/>
          <p:nvPr/>
        </p:nvGrpSpPr>
        <p:grpSpPr>
          <a:xfrm>
            <a:off x="3602878" y="4696437"/>
            <a:ext cx="2252663" cy="1328133"/>
            <a:chOff x="3602878" y="4696437"/>
            <a:chExt cx="2252663" cy="1328133"/>
          </a:xfrm>
        </p:grpSpPr>
        <p:sp>
          <p:nvSpPr>
            <p:cNvPr id="134" name="Title 20">
              <a:extLst>
                <a:ext uri="{FF2B5EF4-FFF2-40B4-BE49-F238E27FC236}">
                  <a16:creationId xmlns:a16="http://schemas.microsoft.com/office/drawing/2014/main" id="{4323A233-4636-461A-BD26-11D62E128EB9}"/>
                </a:ext>
              </a:extLst>
            </p:cNvPr>
            <p:cNvSpPr txBox="1"/>
            <p:nvPr/>
          </p:nvSpPr>
          <p:spPr bwMode="auto">
            <a:xfrm>
              <a:off x="3602878" y="5162796"/>
              <a:ext cx="2252663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根据自己的需要添加适当的文字，模板中的所有颜色板式均可自由编辑替换，添加适当的文字。</a:t>
              </a:r>
            </a:p>
          </p:txBody>
        </p:sp>
        <p:sp>
          <p:nvSpPr>
            <p:cNvPr id="135" name="Title 20">
              <a:extLst>
                <a:ext uri="{FF2B5EF4-FFF2-40B4-BE49-F238E27FC236}">
                  <a16:creationId xmlns:a16="http://schemas.microsoft.com/office/drawing/2014/main" id="{8EAAA721-5EB3-494F-9376-4E5297FE00BC}"/>
                </a:ext>
              </a:extLst>
            </p:cNvPr>
            <p:cNvSpPr txBox="1"/>
            <p:nvPr/>
          </p:nvSpPr>
          <p:spPr bwMode="auto">
            <a:xfrm>
              <a:off x="3820571" y="4696437"/>
              <a:ext cx="181727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zh-CN" altLang="en-US" sz="1800" b="1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CD6D8FFB-4F76-497A-95C9-A893A0A5D1AF}"/>
              </a:ext>
            </a:extLst>
          </p:cNvPr>
          <p:cNvGrpSpPr/>
          <p:nvPr/>
        </p:nvGrpSpPr>
        <p:grpSpPr>
          <a:xfrm>
            <a:off x="6429793" y="4696437"/>
            <a:ext cx="2252663" cy="1328133"/>
            <a:chOff x="6429793" y="4696437"/>
            <a:chExt cx="2252663" cy="1328133"/>
          </a:xfrm>
        </p:grpSpPr>
        <p:sp>
          <p:nvSpPr>
            <p:cNvPr id="137" name="Title 20">
              <a:extLst>
                <a:ext uri="{FF2B5EF4-FFF2-40B4-BE49-F238E27FC236}">
                  <a16:creationId xmlns:a16="http://schemas.microsoft.com/office/drawing/2014/main" id="{91CCCD64-D4B2-4B8D-BBF5-E6E8A44DA5E2}"/>
                </a:ext>
              </a:extLst>
            </p:cNvPr>
            <p:cNvSpPr txBox="1"/>
            <p:nvPr/>
          </p:nvSpPr>
          <p:spPr bwMode="auto">
            <a:xfrm>
              <a:off x="6429793" y="5162796"/>
              <a:ext cx="2252663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根据自己的需要添加适当的文字，模板中的所有颜色板式均可自由编辑替换，添加适当的文字。</a:t>
              </a:r>
            </a:p>
          </p:txBody>
        </p:sp>
        <p:sp>
          <p:nvSpPr>
            <p:cNvPr id="138" name="Title 20">
              <a:extLst>
                <a:ext uri="{FF2B5EF4-FFF2-40B4-BE49-F238E27FC236}">
                  <a16:creationId xmlns:a16="http://schemas.microsoft.com/office/drawing/2014/main" id="{3A77FF76-C8BA-427B-95A5-4E8E28E8B52F}"/>
                </a:ext>
              </a:extLst>
            </p:cNvPr>
            <p:cNvSpPr txBox="1"/>
            <p:nvPr/>
          </p:nvSpPr>
          <p:spPr bwMode="auto">
            <a:xfrm>
              <a:off x="6647486" y="4696437"/>
              <a:ext cx="181727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zh-CN" altLang="en-US" sz="1800" b="1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65AEC04F-AFF1-4ACC-948B-3604FE3E1A7C}"/>
              </a:ext>
            </a:extLst>
          </p:cNvPr>
          <p:cNvGrpSpPr/>
          <p:nvPr/>
        </p:nvGrpSpPr>
        <p:grpSpPr>
          <a:xfrm>
            <a:off x="9294345" y="4696437"/>
            <a:ext cx="2252663" cy="1328133"/>
            <a:chOff x="9294345" y="4696437"/>
            <a:chExt cx="2252663" cy="1328133"/>
          </a:xfrm>
        </p:grpSpPr>
        <p:sp>
          <p:nvSpPr>
            <p:cNvPr id="140" name="Title 20">
              <a:extLst>
                <a:ext uri="{FF2B5EF4-FFF2-40B4-BE49-F238E27FC236}">
                  <a16:creationId xmlns:a16="http://schemas.microsoft.com/office/drawing/2014/main" id="{8A6723E5-3ACF-4913-A673-39969B4E8F9D}"/>
                </a:ext>
              </a:extLst>
            </p:cNvPr>
            <p:cNvSpPr txBox="1"/>
            <p:nvPr/>
          </p:nvSpPr>
          <p:spPr bwMode="auto">
            <a:xfrm>
              <a:off x="9294345" y="5162796"/>
              <a:ext cx="2252663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根据自己的需要添加适当的文字，模板中的所有颜色板式均可自由编辑替换，添加适当的文字。</a:t>
              </a:r>
            </a:p>
          </p:txBody>
        </p:sp>
        <p:sp>
          <p:nvSpPr>
            <p:cNvPr id="141" name="Title 20">
              <a:extLst>
                <a:ext uri="{FF2B5EF4-FFF2-40B4-BE49-F238E27FC236}">
                  <a16:creationId xmlns:a16="http://schemas.microsoft.com/office/drawing/2014/main" id="{BBEB8134-F979-468D-AC39-68B3B5A580F5}"/>
                </a:ext>
              </a:extLst>
            </p:cNvPr>
            <p:cNvSpPr txBox="1"/>
            <p:nvPr/>
          </p:nvSpPr>
          <p:spPr bwMode="auto">
            <a:xfrm>
              <a:off x="9512038" y="4696437"/>
              <a:ext cx="181727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zh-CN" altLang="en-US" sz="1800" b="1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325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/>
      <p:bldP spid="101" grpId="0" animBg="1"/>
      <p:bldP spid="102" grpId="0" animBg="1"/>
      <p:bldP spid="109" grpId="0" animBg="1"/>
      <p:bldP spid="110" grpId="0" animBg="1"/>
      <p:bldP spid="111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31" grpId="0"/>
      <p:bldP spid="1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59969"/>
            <a:ext cx="1687075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可行性评估</a:t>
            </a:r>
          </a:p>
        </p:txBody>
      </p:sp>
      <p:sp>
        <p:nvSpPr>
          <p:cNvPr id="32" name="不完整圆 31">
            <a:extLst>
              <a:ext uri="{FF2B5EF4-FFF2-40B4-BE49-F238E27FC236}">
                <a16:creationId xmlns:a16="http://schemas.microsoft.com/office/drawing/2014/main" id="{FF5D0436-E9C8-485A-BF68-D934D336D907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CDA66A5-06BA-401C-A255-7DA74AF1C005}"/>
              </a:ext>
            </a:extLst>
          </p:cNvPr>
          <p:cNvGrpSpPr/>
          <p:nvPr/>
        </p:nvGrpSpPr>
        <p:grpSpPr>
          <a:xfrm>
            <a:off x="315882" y="2852121"/>
            <a:ext cx="755651" cy="146051"/>
            <a:chOff x="1665288" y="1774825"/>
            <a:chExt cx="755651" cy="146051"/>
          </a:xfrm>
          <a:solidFill>
            <a:srgbClr val="C00000"/>
          </a:solidFill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132A3B73-9CC1-4DE4-A2C8-334EAC401841}"/>
                </a:ext>
              </a:extLst>
            </p:cNvPr>
            <p:cNvSpPr/>
            <p:nvPr/>
          </p:nvSpPr>
          <p:spPr bwMode="auto">
            <a:xfrm>
              <a:off x="1665288" y="1774825"/>
              <a:ext cx="112713" cy="142875"/>
            </a:xfrm>
            <a:custGeom>
              <a:gdLst>
                <a:gd name="T0" fmla="*/ 37 w 44"/>
                <a:gd name="T1" fmla="*/ 13 h 56"/>
                <a:gd name="T2" fmla="*/ 35 w 44"/>
                <a:gd name="T3" fmla="*/ 11 h 56"/>
                <a:gd name="T4" fmla="*/ 32 w 44"/>
                <a:gd name="T5" fmla="*/ 9 h 56"/>
                <a:gd name="T6" fmla="*/ 27 w 44"/>
                <a:gd name="T7" fmla="*/ 8 h 56"/>
                <a:gd name="T8" fmla="*/ 22 w 44"/>
                <a:gd name="T9" fmla="*/ 7 h 56"/>
                <a:gd name="T10" fmla="*/ 14 w 44"/>
                <a:gd name="T11" fmla="*/ 9 h 56"/>
                <a:gd name="T12" fmla="*/ 12 w 44"/>
                <a:gd name="T13" fmla="*/ 15 h 56"/>
                <a:gd name="T14" fmla="*/ 12 w 44"/>
                <a:gd name="T15" fmla="*/ 18 h 56"/>
                <a:gd name="T16" fmla="*/ 15 w 44"/>
                <a:gd name="T17" fmla="*/ 21 h 56"/>
                <a:gd name="T18" fmla="*/ 19 w 44"/>
                <a:gd name="T19" fmla="*/ 22 h 56"/>
                <a:gd name="T20" fmla="*/ 25 w 44"/>
                <a:gd name="T21" fmla="*/ 24 h 56"/>
                <a:gd name="T22" fmla="*/ 33 w 44"/>
                <a:gd name="T23" fmla="*/ 26 h 56"/>
                <a:gd name="T24" fmla="*/ 39 w 44"/>
                <a:gd name="T25" fmla="*/ 29 h 56"/>
                <a:gd name="T26" fmla="*/ 42 w 44"/>
                <a:gd name="T27" fmla="*/ 34 h 56"/>
                <a:gd name="T28" fmla="*/ 44 w 44"/>
                <a:gd name="T29" fmla="*/ 40 h 56"/>
                <a:gd name="T30" fmla="*/ 42 w 44"/>
                <a:gd name="T31" fmla="*/ 48 h 56"/>
                <a:gd name="T32" fmla="*/ 38 w 44"/>
                <a:gd name="T33" fmla="*/ 53 h 56"/>
                <a:gd name="T34" fmla="*/ 31 w 44"/>
                <a:gd name="T35" fmla="*/ 55 h 56"/>
                <a:gd name="T36" fmla="*/ 23 w 44"/>
                <a:gd name="T37" fmla="*/ 56 h 56"/>
                <a:gd name="T38" fmla="*/ 11 w 44"/>
                <a:gd name="T39" fmla="*/ 54 h 56"/>
                <a:gd name="T40" fmla="*/ 0 w 44"/>
                <a:gd name="T41" fmla="*/ 49 h 56"/>
                <a:gd name="T42" fmla="*/ 4 w 44"/>
                <a:gd name="T43" fmla="*/ 41 h 56"/>
                <a:gd name="T44" fmla="*/ 7 w 44"/>
                <a:gd name="T45" fmla="*/ 44 h 56"/>
                <a:gd name="T46" fmla="*/ 12 w 44"/>
                <a:gd name="T47" fmla="*/ 46 h 56"/>
                <a:gd name="T48" fmla="*/ 17 w 44"/>
                <a:gd name="T49" fmla="*/ 48 h 56"/>
                <a:gd name="T50" fmla="*/ 23 w 44"/>
                <a:gd name="T51" fmla="*/ 48 h 56"/>
                <a:gd name="T52" fmla="*/ 31 w 44"/>
                <a:gd name="T53" fmla="*/ 47 h 56"/>
                <a:gd name="T54" fmla="*/ 34 w 44"/>
                <a:gd name="T55" fmla="*/ 41 h 56"/>
                <a:gd name="T56" fmla="*/ 33 w 44"/>
                <a:gd name="T57" fmla="*/ 38 h 56"/>
                <a:gd name="T58" fmla="*/ 30 w 44"/>
                <a:gd name="T59" fmla="*/ 35 h 56"/>
                <a:gd name="T60" fmla="*/ 25 w 44"/>
                <a:gd name="T61" fmla="*/ 33 h 56"/>
                <a:gd name="T62" fmla="*/ 19 w 44"/>
                <a:gd name="T63" fmla="*/ 31 h 56"/>
                <a:gd name="T64" fmla="*/ 12 w 44"/>
                <a:gd name="T65" fmla="*/ 29 h 56"/>
                <a:gd name="T66" fmla="*/ 6 w 44"/>
                <a:gd name="T67" fmla="*/ 26 h 56"/>
                <a:gd name="T68" fmla="*/ 3 w 44"/>
                <a:gd name="T69" fmla="*/ 22 h 56"/>
                <a:gd name="T70" fmla="*/ 2 w 44"/>
                <a:gd name="T71" fmla="*/ 17 h 56"/>
                <a:gd name="T72" fmla="*/ 4 w 44"/>
                <a:gd name="T73" fmla="*/ 9 h 56"/>
                <a:gd name="T74" fmla="*/ 8 w 44"/>
                <a:gd name="T75" fmla="*/ 4 h 56"/>
                <a:gd name="T76" fmla="*/ 15 w 44"/>
                <a:gd name="T77" fmla="*/ 1 h 56"/>
                <a:gd name="T78" fmla="*/ 23 w 44"/>
                <a:gd name="T79" fmla="*/ 0 h 56"/>
                <a:gd name="T80" fmla="*/ 33 w 44"/>
                <a:gd name="T81" fmla="*/ 1 h 56"/>
                <a:gd name="T82" fmla="*/ 41 w 44"/>
                <a:gd name="T83" fmla="*/ 6 h 56"/>
                <a:gd name="T84" fmla="*/ 37 w 44"/>
                <a:gd name="T85" fmla="*/ 13 h 5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4" h="56">
                  <a:moveTo>
                    <a:pt x="37" y="13"/>
                  </a:moveTo>
                  <a:cubicBezTo>
                    <a:pt x="37" y="13"/>
                    <a:pt x="36" y="12"/>
                    <a:pt x="35" y="11"/>
                  </a:cubicBezTo>
                  <a:cubicBezTo>
                    <a:pt x="34" y="11"/>
                    <a:pt x="33" y="10"/>
                    <a:pt x="32" y="9"/>
                  </a:cubicBezTo>
                  <a:cubicBezTo>
                    <a:pt x="30" y="9"/>
                    <a:pt x="29" y="8"/>
                    <a:pt x="27" y="8"/>
                  </a:cubicBezTo>
                  <a:cubicBezTo>
                    <a:pt x="26" y="8"/>
                    <a:pt x="24" y="7"/>
                    <a:pt x="22" y="7"/>
                  </a:cubicBezTo>
                  <a:cubicBezTo>
                    <a:pt x="19" y="7"/>
                    <a:pt x="16" y="8"/>
                    <a:pt x="14" y="9"/>
                  </a:cubicBezTo>
                  <a:cubicBezTo>
                    <a:pt x="12" y="11"/>
                    <a:pt x="12" y="13"/>
                    <a:pt x="12" y="15"/>
                  </a:cubicBezTo>
                  <a:cubicBezTo>
                    <a:pt x="12" y="17"/>
                    <a:pt x="12" y="18"/>
                    <a:pt x="12" y="18"/>
                  </a:cubicBezTo>
                  <a:cubicBezTo>
                    <a:pt x="13" y="19"/>
                    <a:pt x="14" y="20"/>
                    <a:pt x="15" y="21"/>
                  </a:cubicBezTo>
                  <a:cubicBezTo>
                    <a:pt x="16" y="21"/>
                    <a:pt x="17" y="22"/>
                    <a:pt x="19" y="22"/>
                  </a:cubicBezTo>
                  <a:cubicBezTo>
                    <a:pt x="21" y="23"/>
                    <a:pt x="23" y="24"/>
                    <a:pt x="25" y="24"/>
                  </a:cubicBezTo>
                  <a:cubicBezTo>
                    <a:pt x="28" y="25"/>
                    <a:pt x="31" y="26"/>
                    <a:pt x="33" y="26"/>
                  </a:cubicBezTo>
                  <a:cubicBezTo>
                    <a:pt x="35" y="27"/>
                    <a:pt x="37" y="28"/>
                    <a:pt x="39" y="29"/>
                  </a:cubicBezTo>
                  <a:cubicBezTo>
                    <a:pt x="40" y="31"/>
                    <a:pt x="41" y="32"/>
                    <a:pt x="42" y="34"/>
                  </a:cubicBezTo>
                  <a:cubicBezTo>
                    <a:pt x="43" y="36"/>
                    <a:pt x="44" y="38"/>
                    <a:pt x="44" y="40"/>
                  </a:cubicBezTo>
                  <a:cubicBezTo>
                    <a:pt x="44" y="43"/>
                    <a:pt x="43" y="46"/>
                    <a:pt x="42" y="48"/>
                  </a:cubicBezTo>
                  <a:cubicBezTo>
                    <a:pt x="41" y="50"/>
                    <a:pt x="39" y="51"/>
                    <a:pt x="38" y="53"/>
                  </a:cubicBezTo>
                  <a:cubicBezTo>
                    <a:pt x="36" y="54"/>
                    <a:pt x="34" y="55"/>
                    <a:pt x="31" y="55"/>
                  </a:cubicBezTo>
                  <a:cubicBezTo>
                    <a:pt x="29" y="56"/>
                    <a:pt x="26" y="56"/>
                    <a:pt x="23" y="56"/>
                  </a:cubicBezTo>
                  <a:cubicBezTo>
                    <a:pt x="19" y="56"/>
                    <a:pt x="15" y="56"/>
                    <a:pt x="11" y="54"/>
                  </a:cubicBezTo>
                  <a:cubicBezTo>
                    <a:pt x="7" y="53"/>
                    <a:pt x="3" y="51"/>
                    <a:pt x="0" y="49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5" y="42"/>
                    <a:pt x="6" y="43"/>
                    <a:pt x="7" y="44"/>
                  </a:cubicBezTo>
                  <a:cubicBezTo>
                    <a:pt x="8" y="44"/>
                    <a:pt x="10" y="45"/>
                    <a:pt x="12" y="46"/>
                  </a:cubicBezTo>
                  <a:cubicBezTo>
                    <a:pt x="13" y="47"/>
                    <a:pt x="15" y="47"/>
                    <a:pt x="17" y="48"/>
                  </a:cubicBezTo>
                  <a:cubicBezTo>
                    <a:pt x="19" y="48"/>
                    <a:pt x="21" y="48"/>
                    <a:pt x="23" y="48"/>
                  </a:cubicBezTo>
                  <a:cubicBezTo>
                    <a:pt x="27" y="48"/>
                    <a:pt x="30" y="48"/>
                    <a:pt x="31" y="47"/>
                  </a:cubicBezTo>
                  <a:cubicBezTo>
                    <a:pt x="33" y="45"/>
                    <a:pt x="34" y="44"/>
                    <a:pt x="34" y="41"/>
                  </a:cubicBezTo>
                  <a:cubicBezTo>
                    <a:pt x="34" y="40"/>
                    <a:pt x="34" y="39"/>
                    <a:pt x="33" y="38"/>
                  </a:cubicBezTo>
                  <a:cubicBezTo>
                    <a:pt x="32" y="37"/>
                    <a:pt x="31" y="36"/>
                    <a:pt x="30" y="35"/>
                  </a:cubicBezTo>
                  <a:cubicBezTo>
                    <a:pt x="29" y="35"/>
                    <a:pt x="27" y="34"/>
                    <a:pt x="25" y="33"/>
                  </a:cubicBezTo>
                  <a:cubicBezTo>
                    <a:pt x="23" y="33"/>
                    <a:pt x="21" y="32"/>
                    <a:pt x="19" y="31"/>
                  </a:cubicBezTo>
                  <a:cubicBezTo>
                    <a:pt x="16" y="31"/>
                    <a:pt x="14" y="30"/>
                    <a:pt x="12" y="29"/>
                  </a:cubicBezTo>
                  <a:cubicBezTo>
                    <a:pt x="10" y="28"/>
                    <a:pt x="8" y="27"/>
                    <a:pt x="6" y="26"/>
                  </a:cubicBezTo>
                  <a:cubicBezTo>
                    <a:pt x="5" y="25"/>
                    <a:pt x="4" y="24"/>
                    <a:pt x="3" y="22"/>
                  </a:cubicBezTo>
                  <a:cubicBezTo>
                    <a:pt x="3" y="21"/>
                    <a:pt x="2" y="19"/>
                    <a:pt x="2" y="17"/>
                  </a:cubicBezTo>
                  <a:cubicBezTo>
                    <a:pt x="2" y="14"/>
                    <a:pt x="3" y="11"/>
                    <a:pt x="4" y="9"/>
                  </a:cubicBezTo>
                  <a:cubicBezTo>
                    <a:pt x="5" y="7"/>
                    <a:pt x="6" y="5"/>
                    <a:pt x="8" y="4"/>
                  </a:cubicBezTo>
                  <a:cubicBezTo>
                    <a:pt x="10" y="3"/>
                    <a:pt x="12" y="1"/>
                    <a:pt x="15" y="1"/>
                  </a:cubicBezTo>
                  <a:cubicBezTo>
                    <a:pt x="17" y="0"/>
                    <a:pt x="20" y="0"/>
                    <a:pt x="23" y="0"/>
                  </a:cubicBezTo>
                  <a:cubicBezTo>
                    <a:pt x="26" y="0"/>
                    <a:pt x="30" y="0"/>
                    <a:pt x="33" y="1"/>
                  </a:cubicBezTo>
                  <a:cubicBezTo>
                    <a:pt x="36" y="3"/>
                    <a:pt x="39" y="4"/>
                    <a:pt x="41" y="6"/>
                  </a:cubicBezTo>
                  <a:cubicBezTo>
                    <a:pt x="37" y="13"/>
                    <a:pt x="37" y="13"/>
                    <a:pt x="37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2DA9BA62-E281-4C5F-BB22-7B1963BF89F7}"/>
                </a:ext>
              </a:extLst>
            </p:cNvPr>
            <p:cNvSpPr/>
            <p:nvPr/>
          </p:nvSpPr>
          <p:spPr bwMode="auto">
            <a:xfrm>
              <a:off x="1785938" y="1774825"/>
              <a:ext cx="117475" cy="142875"/>
            </a:xfrm>
            <a:custGeom>
              <a:gdLst>
                <a:gd name="T0" fmla="*/ 74 w 74"/>
                <a:gd name="T1" fmla="*/ 13 h 90"/>
                <a:gd name="T2" fmla="*/ 43 w 74"/>
                <a:gd name="T3" fmla="*/ 13 h 90"/>
                <a:gd name="T4" fmla="*/ 43 w 74"/>
                <a:gd name="T5" fmla="*/ 90 h 90"/>
                <a:gd name="T6" fmla="*/ 30 w 74"/>
                <a:gd name="T7" fmla="*/ 90 h 90"/>
                <a:gd name="T8" fmla="*/ 30 w 74"/>
                <a:gd name="T9" fmla="*/ 13 h 90"/>
                <a:gd name="T10" fmla="*/ 0 w 74"/>
                <a:gd name="T11" fmla="*/ 13 h 90"/>
                <a:gd name="T12" fmla="*/ 0 w 74"/>
                <a:gd name="T13" fmla="*/ 0 h 90"/>
                <a:gd name="T14" fmla="*/ 74 w 74"/>
                <a:gd name="T15" fmla="*/ 0 h 90"/>
                <a:gd name="T16" fmla="*/ 74 w 74"/>
                <a:gd name="T17" fmla="*/ 13 h 90"/>
                <a:gd name="T18" fmla="*/ 74 w 74"/>
                <a:gd name="T19" fmla="*/ 13 h 9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4" h="90">
                  <a:moveTo>
                    <a:pt x="74" y="13"/>
                  </a:moveTo>
                  <a:lnTo>
                    <a:pt x="43" y="13"/>
                  </a:lnTo>
                  <a:lnTo>
                    <a:pt x="43" y="90"/>
                  </a:lnTo>
                  <a:lnTo>
                    <a:pt x="30" y="90"/>
                  </a:lnTo>
                  <a:lnTo>
                    <a:pt x="30" y="13"/>
                  </a:lnTo>
                  <a:lnTo>
                    <a:pt x="0" y="13"/>
                  </a:lnTo>
                  <a:lnTo>
                    <a:pt x="0" y="0"/>
                  </a:lnTo>
                  <a:lnTo>
                    <a:pt x="74" y="0"/>
                  </a:lnTo>
                  <a:lnTo>
                    <a:pt x="74" y="13"/>
                  </a:lnTo>
                  <a:lnTo>
                    <a:pt x="7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353BE031-D28F-46A2-A3E0-51A9CE4D7D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92301" y="1774825"/>
              <a:ext cx="133350" cy="142875"/>
            </a:xfrm>
            <a:custGeom>
              <a:gdLst>
                <a:gd name="T0" fmla="*/ 36 w 84"/>
                <a:gd name="T1" fmla="*/ 0 h 90"/>
                <a:gd name="T2" fmla="*/ 48 w 84"/>
                <a:gd name="T3" fmla="*/ 0 h 90"/>
                <a:gd name="T4" fmla="*/ 84 w 84"/>
                <a:gd name="T5" fmla="*/ 90 h 90"/>
                <a:gd name="T6" fmla="*/ 69 w 84"/>
                <a:gd name="T7" fmla="*/ 90 h 90"/>
                <a:gd name="T8" fmla="*/ 60 w 84"/>
                <a:gd name="T9" fmla="*/ 66 h 90"/>
                <a:gd name="T10" fmla="*/ 24 w 84"/>
                <a:gd name="T11" fmla="*/ 66 h 90"/>
                <a:gd name="T12" fmla="*/ 16 w 84"/>
                <a:gd name="T13" fmla="*/ 90 h 90"/>
                <a:gd name="T14" fmla="*/ 0 w 84"/>
                <a:gd name="T15" fmla="*/ 90 h 90"/>
                <a:gd name="T16" fmla="*/ 36 w 84"/>
                <a:gd name="T17" fmla="*/ 0 h 90"/>
                <a:gd name="T18" fmla="*/ 36 w 84"/>
                <a:gd name="T19" fmla="*/ 0 h 90"/>
                <a:gd name="T20" fmla="*/ 57 w 84"/>
                <a:gd name="T21" fmla="*/ 55 h 90"/>
                <a:gd name="T22" fmla="*/ 42 w 84"/>
                <a:gd name="T23" fmla="*/ 16 h 90"/>
                <a:gd name="T24" fmla="*/ 28 w 84"/>
                <a:gd name="T25" fmla="*/ 55 h 90"/>
                <a:gd name="T26" fmla="*/ 57 w 84"/>
                <a:gd name="T27" fmla="*/ 55 h 90"/>
                <a:gd name="T28" fmla="*/ 57 w 84"/>
                <a:gd name="T29" fmla="*/ 55 h 9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4" h="90">
                  <a:moveTo>
                    <a:pt x="36" y="0"/>
                  </a:moveTo>
                  <a:lnTo>
                    <a:pt x="48" y="0"/>
                  </a:lnTo>
                  <a:lnTo>
                    <a:pt x="84" y="90"/>
                  </a:lnTo>
                  <a:lnTo>
                    <a:pt x="69" y="90"/>
                  </a:lnTo>
                  <a:lnTo>
                    <a:pt x="60" y="66"/>
                  </a:lnTo>
                  <a:lnTo>
                    <a:pt x="24" y="66"/>
                  </a:lnTo>
                  <a:lnTo>
                    <a:pt x="16" y="90"/>
                  </a:lnTo>
                  <a:lnTo>
                    <a:pt x="0" y="90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57" y="55"/>
                  </a:moveTo>
                  <a:lnTo>
                    <a:pt x="42" y="16"/>
                  </a:lnTo>
                  <a:lnTo>
                    <a:pt x="28" y="55"/>
                  </a:lnTo>
                  <a:lnTo>
                    <a:pt x="57" y="55"/>
                  </a:lnTo>
                  <a:lnTo>
                    <a:pt x="57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8114C30D-9AE9-4343-868C-69F2FF823B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3113" y="1774825"/>
              <a:ext cx="112713" cy="142875"/>
            </a:xfrm>
            <a:custGeom>
              <a:gdLst>
                <a:gd name="T0" fmla="*/ 0 w 44"/>
                <a:gd name="T1" fmla="*/ 56 h 56"/>
                <a:gd name="T2" fmla="*/ 0 w 44"/>
                <a:gd name="T3" fmla="*/ 0 h 56"/>
                <a:gd name="T4" fmla="*/ 24 w 44"/>
                <a:gd name="T5" fmla="*/ 0 h 56"/>
                <a:gd name="T6" fmla="*/ 31 w 44"/>
                <a:gd name="T7" fmla="*/ 2 h 56"/>
                <a:gd name="T8" fmla="*/ 37 w 44"/>
                <a:gd name="T9" fmla="*/ 6 h 56"/>
                <a:gd name="T10" fmla="*/ 40 w 44"/>
                <a:gd name="T11" fmla="*/ 11 h 56"/>
                <a:gd name="T12" fmla="*/ 42 w 44"/>
                <a:gd name="T13" fmla="*/ 18 h 56"/>
                <a:gd name="T14" fmla="*/ 41 w 44"/>
                <a:gd name="T15" fmla="*/ 24 h 56"/>
                <a:gd name="T16" fmla="*/ 39 w 44"/>
                <a:gd name="T17" fmla="*/ 28 h 56"/>
                <a:gd name="T18" fmla="*/ 35 w 44"/>
                <a:gd name="T19" fmla="*/ 32 h 56"/>
                <a:gd name="T20" fmla="*/ 31 w 44"/>
                <a:gd name="T21" fmla="*/ 35 h 56"/>
                <a:gd name="T22" fmla="*/ 44 w 44"/>
                <a:gd name="T23" fmla="*/ 56 h 56"/>
                <a:gd name="T24" fmla="*/ 34 w 44"/>
                <a:gd name="T25" fmla="*/ 56 h 56"/>
                <a:gd name="T26" fmla="*/ 22 w 44"/>
                <a:gd name="T27" fmla="*/ 36 h 56"/>
                <a:gd name="T28" fmla="*/ 9 w 44"/>
                <a:gd name="T29" fmla="*/ 36 h 56"/>
                <a:gd name="T30" fmla="*/ 9 w 44"/>
                <a:gd name="T31" fmla="*/ 56 h 56"/>
                <a:gd name="T32" fmla="*/ 0 w 44"/>
                <a:gd name="T33" fmla="*/ 56 h 56"/>
                <a:gd name="T34" fmla="*/ 9 w 44"/>
                <a:gd name="T35" fmla="*/ 29 h 56"/>
                <a:gd name="T36" fmla="*/ 24 w 44"/>
                <a:gd name="T37" fmla="*/ 29 h 56"/>
                <a:gd name="T38" fmla="*/ 28 w 44"/>
                <a:gd name="T39" fmla="*/ 28 h 56"/>
                <a:gd name="T40" fmla="*/ 30 w 44"/>
                <a:gd name="T41" fmla="*/ 25 h 56"/>
                <a:gd name="T42" fmla="*/ 32 w 44"/>
                <a:gd name="T43" fmla="*/ 22 h 56"/>
                <a:gd name="T44" fmla="*/ 33 w 44"/>
                <a:gd name="T45" fmla="*/ 18 h 56"/>
                <a:gd name="T46" fmla="*/ 32 w 44"/>
                <a:gd name="T47" fmla="*/ 14 h 56"/>
                <a:gd name="T48" fmla="*/ 30 w 44"/>
                <a:gd name="T49" fmla="*/ 11 h 56"/>
                <a:gd name="T50" fmla="*/ 27 w 44"/>
                <a:gd name="T51" fmla="*/ 9 h 56"/>
                <a:gd name="T52" fmla="*/ 24 w 44"/>
                <a:gd name="T53" fmla="*/ 8 h 56"/>
                <a:gd name="T54" fmla="*/ 9 w 44"/>
                <a:gd name="T55" fmla="*/ 8 h 56"/>
                <a:gd name="T56" fmla="*/ 9 w 44"/>
                <a:gd name="T57" fmla="*/ 29 h 5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4" h="56">
                  <a:moveTo>
                    <a:pt x="0" y="5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7" y="0"/>
                    <a:pt x="29" y="1"/>
                    <a:pt x="31" y="2"/>
                  </a:cubicBezTo>
                  <a:cubicBezTo>
                    <a:pt x="33" y="3"/>
                    <a:pt x="35" y="4"/>
                    <a:pt x="37" y="6"/>
                  </a:cubicBezTo>
                  <a:cubicBezTo>
                    <a:pt x="38" y="7"/>
                    <a:pt x="39" y="9"/>
                    <a:pt x="40" y="11"/>
                  </a:cubicBezTo>
                  <a:cubicBezTo>
                    <a:pt x="41" y="14"/>
                    <a:pt x="42" y="16"/>
                    <a:pt x="42" y="18"/>
                  </a:cubicBezTo>
                  <a:cubicBezTo>
                    <a:pt x="42" y="20"/>
                    <a:pt x="41" y="22"/>
                    <a:pt x="41" y="24"/>
                  </a:cubicBezTo>
                  <a:cubicBezTo>
                    <a:pt x="40" y="25"/>
                    <a:pt x="39" y="27"/>
                    <a:pt x="39" y="28"/>
                  </a:cubicBezTo>
                  <a:cubicBezTo>
                    <a:pt x="38" y="30"/>
                    <a:pt x="36" y="31"/>
                    <a:pt x="35" y="32"/>
                  </a:cubicBezTo>
                  <a:cubicBezTo>
                    <a:pt x="34" y="33"/>
                    <a:pt x="32" y="34"/>
                    <a:pt x="31" y="35"/>
                  </a:cubicBezTo>
                  <a:cubicBezTo>
                    <a:pt x="44" y="56"/>
                    <a:pt x="44" y="56"/>
                    <a:pt x="44" y="56"/>
                  </a:cubicBezTo>
                  <a:cubicBezTo>
                    <a:pt x="34" y="56"/>
                    <a:pt x="34" y="56"/>
                    <a:pt x="34" y="5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0" y="56"/>
                    <a:pt x="0" y="56"/>
                    <a:pt x="0" y="56"/>
                  </a:cubicBezTo>
                  <a:close/>
                  <a:moveTo>
                    <a:pt x="9" y="29"/>
                  </a:moveTo>
                  <a:cubicBezTo>
                    <a:pt x="24" y="29"/>
                    <a:pt x="24" y="29"/>
                    <a:pt x="24" y="29"/>
                  </a:cubicBezTo>
                  <a:cubicBezTo>
                    <a:pt x="25" y="29"/>
                    <a:pt x="27" y="28"/>
                    <a:pt x="28" y="28"/>
                  </a:cubicBezTo>
                  <a:cubicBezTo>
                    <a:pt x="29" y="27"/>
                    <a:pt x="29" y="26"/>
                    <a:pt x="30" y="25"/>
                  </a:cubicBezTo>
                  <a:cubicBezTo>
                    <a:pt x="31" y="25"/>
                    <a:pt x="32" y="23"/>
                    <a:pt x="32" y="22"/>
                  </a:cubicBezTo>
                  <a:cubicBezTo>
                    <a:pt x="32" y="21"/>
                    <a:pt x="33" y="20"/>
                    <a:pt x="33" y="18"/>
                  </a:cubicBezTo>
                  <a:cubicBezTo>
                    <a:pt x="33" y="17"/>
                    <a:pt x="32" y="15"/>
                    <a:pt x="32" y="14"/>
                  </a:cubicBezTo>
                  <a:cubicBezTo>
                    <a:pt x="31" y="13"/>
                    <a:pt x="31" y="12"/>
                    <a:pt x="30" y="11"/>
                  </a:cubicBezTo>
                  <a:cubicBezTo>
                    <a:pt x="29" y="10"/>
                    <a:pt x="28" y="9"/>
                    <a:pt x="27" y="9"/>
                  </a:cubicBezTo>
                  <a:cubicBezTo>
                    <a:pt x="26" y="8"/>
                    <a:pt x="25" y="8"/>
                    <a:pt x="24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29"/>
                    <a:pt x="9" y="29"/>
                    <a:pt x="9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91C08363-53F1-4246-9C79-B3B690BEB5C5}"/>
                </a:ext>
              </a:extLst>
            </p:cNvPr>
            <p:cNvSpPr/>
            <p:nvPr/>
          </p:nvSpPr>
          <p:spPr bwMode="auto">
            <a:xfrm>
              <a:off x="2160588" y="1774825"/>
              <a:ext cx="117475" cy="142875"/>
            </a:xfrm>
            <a:custGeom>
              <a:gdLst>
                <a:gd name="T0" fmla="*/ 74 w 74"/>
                <a:gd name="T1" fmla="*/ 13 h 90"/>
                <a:gd name="T2" fmla="*/ 44 w 74"/>
                <a:gd name="T3" fmla="*/ 13 h 90"/>
                <a:gd name="T4" fmla="*/ 44 w 74"/>
                <a:gd name="T5" fmla="*/ 90 h 90"/>
                <a:gd name="T6" fmla="*/ 31 w 74"/>
                <a:gd name="T7" fmla="*/ 90 h 90"/>
                <a:gd name="T8" fmla="*/ 31 w 74"/>
                <a:gd name="T9" fmla="*/ 13 h 90"/>
                <a:gd name="T10" fmla="*/ 0 w 74"/>
                <a:gd name="T11" fmla="*/ 13 h 90"/>
                <a:gd name="T12" fmla="*/ 0 w 74"/>
                <a:gd name="T13" fmla="*/ 0 h 90"/>
                <a:gd name="T14" fmla="*/ 74 w 74"/>
                <a:gd name="T15" fmla="*/ 0 h 90"/>
                <a:gd name="T16" fmla="*/ 74 w 74"/>
                <a:gd name="T17" fmla="*/ 13 h 90"/>
                <a:gd name="T18" fmla="*/ 74 w 74"/>
                <a:gd name="T19" fmla="*/ 13 h 9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4" h="90">
                  <a:moveTo>
                    <a:pt x="74" y="13"/>
                  </a:moveTo>
                  <a:lnTo>
                    <a:pt x="44" y="13"/>
                  </a:lnTo>
                  <a:lnTo>
                    <a:pt x="44" y="90"/>
                  </a:lnTo>
                  <a:lnTo>
                    <a:pt x="31" y="90"/>
                  </a:lnTo>
                  <a:lnTo>
                    <a:pt x="31" y="13"/>
                  </a:lnTo>
                  <a:lnTo>
                    <a:pt x="0" y="13"/>
                  </a:lnTo>
                  <a:lnTo>
                    <a:pt x="0" y="0"/>
                  </a:lnTo>
                  <a:lnTo>
                    <a:pt x="74" y="0"/>
                  </a:lnTo>
                  <a:lnTo>
                    <a:pt x="74" y="13"/>
                  </a:lnTo>
                  <a:lnTo>
                    <a:pt x="7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31535D61-6A9A-4407-9E40-36533EB8BFDA}"/>
                </a:ext>
              </a:extLst>
            </p:cNvPr>
            <p:cNvSpPr/>
            <p:nvPr/>
          </p:nvSpPr>
          <p:spPr bwMode="auto">
            <a:xfrm>
              <a:off x="2336801" y="1811338"/>
              <a:ext cx="84138" cy="109538"/>
            </a:xfrm>
            <a:custGeom>
              <a:gdLst>
                <a:gd name="T0" fmla="*/ 53 w 53"/>
                <a:gd name="T1" fmla="*/ 38 h 69"/>
                <a:gd name="T2" fmla="*/ 0 w 53"/>
                <a:gd name="T3" fmla="*/ 69 h 69"/>
                <a:gd name="T4" fmla="*/ 0 w 53"/>
                <a:gd name="T5" fmla="*/ 54 h 69"/>
                <a:gd name="T6" fmla="*/ 32 w 53"/>
                <a:gd name="T7" fmla="*/ 34 h 69"/>
                <a:gd name="T8" fmla="*/ 0 w 53"/>
                <a:gd name="T9" fmla="*/ 14 h 69"/>
                <a:gd name="T10" fmla="*/ 0 w 53"/>
                <a:gd name="T11" fmla="*/ 0 h 69"/>
                <a:gd name="T12" fmla="*/ 53 w 53"/>
                <a:gd name="T13" fmla="*/ 30 h 69"/>
                <a:gd name="T14" fmla="*/ 53 w 53"/>
                <a:gd name="T15" fmla="*/ 38 h 69"/>
                <a:gd name="T16" fmla="*/ 53 w 53"/>
                <a:gd name="T17" fmla="*/ 38 h 6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69">
                  <a:moveTo>
                    <a:pt x="53" y="38"/>
                  </a:moveTo>
                  <a:lnTo>
                    <a:pt x="0" y="69"/>
                  </a:lnTo>
                  <a:lnTo>
                    <a:pt x="0" y="54"/>
                  </a:lnTo>
                  <a:lnTo>
                    <a:pt x="32" y="3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53" y="30"/>
                  </a:lnTo>
                  <a:lnTo>
                    <a:pt x="53" y="38"/>
                  </a:lnTo>
                  <a:lnTo>
                    <a:pt x="53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200EE4D-5EA6-4764-832D-11A2A3E034E3}"/>
              </a:ext>
            </a:extLst>
          </p:cNvPr>
          <p:cNvGrpSpPr/>
          <p:nvPr/>
        </p:nvGrpSpPr>
        <p:grpSpPr>
          <a:xfrm>
            <a:off x="9759151" y="2847358"/>
            <a:ext cx="774700" cy="147638"/>
            <a:chOff x="9742488" y="1752600"/>
            <a:chExt cx="774700" cy="147638"/>
          </a:xfrm>
          <a:solidFill>
            <a:srgbClr val="C00000"/>
          </a:solidFill>
        </p:grpSpPr>
        <p:sp>
          <p:nvSpPr>
            <p:cNvPr id="41" name="Freeform 43">
              <a:extLst>
                <a:ext uri="{FF2B5EF4-FFF2-40B4-BE49-F238E27FC236}">
                  <a16:creationId xmlns:a16="http://schemas.microsoft.com/office/drawing/2014/main" id="{80DD0CAE-91EF-427E-9BB4-A3A79758B7FB}"/>
                </a:ext>
              </a:extLst>
            </p:cNvPr>
            <p:cNvSpPr/>
            <p:nvPr/>
          </p:nvSpPr>
          <p:spPr bwMode="auto">
            <a:xfrm>
              <a:off x="9742488" y="1787525"/>
              <a:ext cx="84138" cy="112713"/>
            </a:xfrm>
            <a:custGeom>
              <a:gdLst>
                <a:gd name="T0" fmla="*/ 53 w 53"/>
                <a:gd name="T1" fmla="*/ 39 h 71"/>
                <a:gd name="T2" fmla="*/ 0 w 53"/>
                <a:gd name="T3" fmla="*/ 71 h 71"/>
                <a:gd name="T4" fmla="*/ 0 w 53"/>
                <a:gd name="T5" fmla="*/ 55 h 71"/>
                <a:gd name="T6" fmla="*/ 32 w 53"/>
                <a:gd name="T7" fmla="*/ 36 h 71"/>
                <a:gd name="T8" fmla="*/ 0 w 53"/>
                <a:gd name="T9" fmla="*/ 15 h 71"/>
                <a:gd name="T10" fmla="*/ 0 w 53"/>
                <a:gd name="T11" fmla="*/ 0 h 71"/>
                <a:gd name="T12" fmla="*/ 53 w 53"/>
                <a:gd name="T13" fmla="*/ 32 h 71"/>
                <a:gd name="T14" fmla="*/ 53 w 53"/>
                <a:gd name="T15" fmla="*/ 39 h 71"/>
                <a:gd name="T16" fmla="*/ 53 w 53"/>
                <a:gd name="T17" fmla="*/ 39 h 7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71">
                  <a:moveTo>
                    <a:pt x="53" y="39"/>
                  </a:moveTo>
                  <a:lnTo>
                    <a:pt x="0" y="71"/>
                  </a:lnTo>
                  <a:lnTo>
                    <a:pt x="0" y="55"/>
                  </a:lnTo>
                  <a:lnTo>
                    <a:pt x="32" y="36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3" y="32"/>
                  </a:lnTo>
                  <a:lnTo>
                    <a:pt x="53" y="39"/>
                  </a:lnTo>
                  <a:lnTo>
                    <a:pt x="53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44">
              <a:extLst>
                <a:ext uri="{FF2B5EF4-FFF2-40B4-BE49-F238E27FC236}">
                  <a16:creationId xmlns:a16="http://schemas.microsoft.com/office/drawing/2014/main" id="{F6FCF281-E1C9-4D36-AC52-3816EDF1DB9B}"/>
                </a:ext>
              </a:extLst>
            </p:cNvPr>
            <p:cNvSpPr/>
            <p:nvPr/>
          </p:nvSpPr>
          <p:spPr bwMode="auto">
            <a:xfrm>
              <a:off x="9898063" y="1752600"/>
              <a:ext cx="95250" cy="142875"/>
            </a:xfrm>
            <a:custGeom>
              <a:gdLst>
                <a:gd name="T0" fmla="*/ 0 w 60"/>
                <a:gd name="T1" fmla="*/ 90 h 90"/>
                <a:gd name="T2" fmla="*/ 0 w 60"/>
                <a:gd name="T3" fmla="*/ 0 h 90"/>
                <a:gd name="T4" fmla="*/ 60 w 60"/>
                <a:gd name="T5" fmla="*/ 0 h 90"/>
                <a:gd name="T6" fmla="*/ 60 w 60"/>
                <a:gd name="T7" fmla="*/ 13 h 90"/>
                <a:gd name="T8" fmla="*/ 15 w 60"/>
                <a:gd name="T9" fmla="*/ 13 h 90"/>
                <a:gd name="T10" fmla="*/ 15 w 60"/>
                <a:gd name="T11" fmla="*/ 40 h 90"/>
                <a:gd name="T12" fmla="*/ 53 w 60"/>
                <a:gd name="T13" fmla="*/ 40 h 90"/>
                <a:gd name="T14" fmla="*/ 53 w 60"/>
                <a:gd name="T15" fmla="*/ 51 h 90"/>
                <a:gd name="T16" fmla="*/ 15 w 60"/>
                <a:gd name="T17" fmla="*/ 51 h 90"/>
                <a:gd name="T18" fmla="*/ 15 w 60"/>
                <a:gd name="T19" fmla="*/ 90 h 90"/>
                <a:gd name="T20" fmla="*/ 0 w 60"/>
                <a:gd name="T21" fmla="*/ 90 h 90"/>
                <a:gd name="T22" fmla="*/ 0 w 60"/>
                <a:gd name="T23" fmla="*/ 90 h 9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0" h="90">
                  <a:moveTo>
                    <a:pt x="0" y="90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60" y="13"/>
                  </a:lnTo>
                  <a:lnTo>
                    <a:pt x="15" y="13"/>
                  </a:lnTo>
                  <a:lnTo>
                    <a:pt x="15" y="40"/>
                  </a:lnTo>
                  <a:lnTo>
                    <a:pt x="53" y="40"/>
                  </a:lnTo>
                  <a:lnTo>
                    <a:pt x="53" y="51"/>
                  </a:lnTo>
                  <a:lnTo>
                    <a:pt x="15" y="51"/>
                  </a:lnTo>
                  <a:lnTo>
                    <a:pt x="15" y="90"/>
                  </a:lnTo>
                  <a:lnTo>
                    <a:pt x="0" y="90"/>
                  </a:lnTo>
                  <a:lnTo>
                    <a:pt x="0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5">
              <a:extLst>
                <a:ext uri="{FF2B5EF4-FFF2-40B4-BE49-F238E27FC236}">
                  <a16:creationId xmlns:a16="http://schemas.microsoft.com/office/drawing/2014/main" id="{7E17744B-2535-467F-9B0B-90453AB3009C}"/>
                </a:ext>
              </a:extLst>
            </p:cNvPr>
            <p:cNvSpPr/>
            <p:nvPr/>
          </p:nvSpPr>
          <p:spPr bwMode="auto">
            <a:xfrm>
              <a:off x="10015538" y="1752600"/>
              <a:ext cx="20638" cy="142875"/>
            </a:xfrm>
            <a:custGeom>
              <a:gdLst>
                <a:gd name="T0" fmla="*/ 0 w 13"/>
                <a:gd name="T1" fmla="*/ 90 h 90"/>
                <a:gd name="T2" fmla="*/ 0 w 13"/>
                <a:gd name="T3" fmla="*/ 0 h 90"/>
                <a:gd name="T4" fmla="*/ 13 w 13"/>
                <a:gd name="T5" fmla="*/ 0 h 90"/>
                <a:gd name="T6" fmla="*/ 13 w 13"/>
                <a:gd name="T7" fmla="*/ 90 h 90"/>
                <a:gd name="T8" fmla="*/ 0 w 13"/>
                <a:gd name="T9" fmla="*/ 90 h 90"/>
                <a:gd name="T10" fmla="*/ 0 w 13"/>
                <a:gd name="T11" fmla="*/ 90 h 9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90">
                  <a:moveTo>
                    <a:pt x="0" y="90"/>
                  </a:moveTo>
                  <a:lnTo>
                    <a:pt x="0" y="0"/>
                  </a:lnTo>
                  <a:lnTo>
                    <a:pt x="13" y="0"/>
                  </a:lnTo>
                  <a:lnTo>
                    <a:pt x="13" y="90"/>
                  </a:lnTo>
                  <a:lnTo>
                    <a:pt x="0" y="90"/>
                  </a:lnTo>
                  <a:lnTo>
                    <a:pt x="0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2B32BEB2-AD0E-4181-8865-1A52106DB2FF}"/>
                </a:ext>
              </a:extLst>
            </p:cNvPr>
            <p:cNvSpPr/>
            <p:nvPr/>
          </p:nvSpPr>
          <p:spPr bwMode="auto">
            <a:xfrm>
              <a:off x="10069513" y="1752600"/>
              <a:ext cx="122238" cy="142875"/>
            </a:xfrm>
            <a:custGeom>
              <a:gdLst>
                <a:gd name="T0" fmla="*/ 14 w 77"/>
                <a:gd name="T1" fmla="*/ 27 h 90"/>
                <a:gd name="T2" fmla="*/ 14 w 77"/>
                <a:gd name="T3" fmla="*/ 90 h 90"/>
                <a:gd name="T4" fmla="*/ 0 w 77"/>
                <a:gd name="T5" fmla="*/ 90 h 90"/>
                <a:gd name="T6" fmla="*/ 0 w 77"/>
                <a:gd name="T7" fmla="*/ 0 h 90"/>
                <a:gd name="T8" fmla="*/ 11 w 77"/>
                <a:gd name="T9" fmla="*/ 0 h 90"/>
                <a:gd name="T10" fmla="*/ 63 w 77"/>
                <a:gd name="T11" fmla="*/ 64 h 90"/>
                <a:gd name="T12" fmla="*/ 63 w 77"/>
                <a:gd name="T13" fmla="*/ 0 h 90"/>
                <a:gd name="T14" fmla="*/ 77 w 77"/>
                <a:gd name="T15" fmla="*/ 0 h 90"/>
                <a:gd name="T16" fmla="*/ 77 w 77"/>
                <a:gd name="T17" fmla="*/ 90 h 90"/>
                <a:gd name="T18" fmla="*/ 64 w 77"/>
                <a:gd name="T19" fmla="*/ 90 h 90"/>
                <a:gd name="T20" fmla="*/ 14 w 77"/>
                <a:gd name="T21" fmla="*/ 27 h 90"/>
                <a:gd name="T22" fmla="*/ 14 w 77"/>
                <a:gd name="T23" fmla="*/ 27 h 9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7" h="90">
                  <a:moveTo>
                    <a:pt x="14" y="27"/>
                  </a:moveTo>
                  <a:lnTo>
                    <a:pt x="14" y="90"/>
                  </a:lnTo>
                  <a:lnTo>
                    <a:pt x="0" y="90"/>
                  </a:lnTo>
                  <a:lnTo>
                    <a:pt x="0" y="0"/>
                  </a:lnTo>
                  <a:lnTo>
                    <a:pt x="11" y="0"/>
                  </a:lnTo>
                  <a:lnTo>
                    <a:pt x="63" y="64"/>
                  </a:lnTo>
                  <a:lnTo>
                    <a:pt x="63" y="0"/>
                  </a:lnTo>
                  <a:lnTo>
                    <a:pt x="77" y="0"/>
                  </a:lnTo>
                  <a:lnTo>
                    <a:pt x="77" y="90"/>
                  </a:lnTo>
                  <a:lnTo>
                    <a:pt x="64" y="90"/>
                  </a:lnTo>
                  <a:lnTo>
                    <a:pt x="14" y="27"/>
                  </a:lnTo>
                  <a:lnTo>
                    <a:pt x="14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7">
              <a:extLst>
                <a:ext uri="{FF2B5EF4-FFF2-40B4-BE49-F238E27FC236}">
                  <a16:creationId xmlns:a16="http://schemas.microsoft.com/office/drawing/2014/main" id="{EEC9B369-6963-4AA5-9CD5-81D7B2D701E7}"/>
                </a:ext>
              </a:extLst>
            </p:cNvPr>
            <p:cNvSpPr/>
            <p:nvPr/>
          </p:nvSpPr>
          <p:spPr bwMode="auto">
            <a:xfrm>
              <a:off x="10221913" y="1752600"/>
              <a:ext cx="23813" cy="142875"/>
            </a:xfrm>
            <a:custGeom>
              <a:gdLst>
                <a:gd name="T0" fmla="*/ 0 w 15"/>
                <a:gd name="T1" fmla="*/ 90 h 90"/>
                <a:gd name="T2" fmla="*/ 0 w 15"/>
                <a:gd name="T3" fmla="*/ 0 h 90"/>
                <a:gd name="T4" fmla="*/ 15 w 15"/>
                <a:gd name="T5" fmla="*/ 0 h 90"/>
                <a:gd name="T6" fmla="*/ 15 w 15"/>
                <a:gd name="T7" fmla="*/ 90 h 90"/>
                <a:gd name="T8" fmla="*/ 0 w 15"/>
                <a:gd name="T9" fmla="*/ 90 h 90"/>
                <a:gd name="T10" fmla="*/ 0 w 15"/>
                <a:gd name="T11" fmla="*/ 90 h 9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90">
                  <a:moveTo>
                    <a:pt x="0" y="90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90"/>
                  </a:lnTo>
                  <a:lnTo>
                    <a:pt x="0" y="90"/>
                  </a:lnTo>
                  <a:lnTo>
                    <a:pt x="0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8">
              <a:extLst>
                <a:ext uri="{FF2B5EF4-FFF2-40B4-BE49-F238E27FC236}">
                  <a16:creationId xmlns:a16="http://schemas.microsoft.com/office/drawing/2014/main" id="{51B999C1-13B2-4B8A-A6B5-30E34E9BCFF0}"/>
                </a:ext>
              </a:extLst>
            </p:cNvPr>
            <p:cNvSpPr/>
            <p:nvPr/>
          </p:nvSpPr>
          <p:spPr bwMode="auto">
            <a:xfrm>
              <a:off x="10266363" y="1752600"/>
              <a:ext cx="112713" cy="142875"/>
            </a:xfrm>
            <a:custGeom>
              <a:gdLst>
                <a:gd name="T0" fmla="*/ 37 w 44"/>
                <a:gd name="T1" fmla="*/ 13 h 56"/>
                <a:gd name="T2" fmla="*/ 35 w 44"/>
                <a:gd name="T3" fmla="*/ 11 h 56"/>
                <a:gd name="T4" fmla="*/ 32 w 44"/>
                <a:gd name="T5" fmla="*/ 10 h 56"/>
                <a:gd name="T6" fmla="*/ 27 w 44"/>
                <a:gd name="T7" fmla="*/ 8 h 56"/>
                <a:gd name="T8" fmla="*/ 22 w 44"/>
                <a:gd name="T9" fmla="*/ 8 h 56"/>
                <a:gd name="T10" fmla="*/ 14 w 44"/>
                <a:gd name="T11" fmla="*/ 10 h 56"/>
                <a:gd name="T12" fmla="*/ 12 w 44"/>
                <a:gd name="T13" fmla="*/ 15 h 56"/>
                <a:gd name="T14" fmla="*/ 12 w 44"/>
                <a:gd name="T15" fmla="*/ 19 h 56"/>
                <a:gd name="T16" fmla="*/ 15 w 44"/>
                <a:gd name="T17" fmla="*/ 21 h 56"/>
                <a:gd name="T18" fmla="*/ 19 w 44"/>
                <a:gd name="T19" fmla="*/ 23 h 56"/>
                <a:gd name="T20" fmla="*/ 25 w 44"/>
                <a:gd name="T21" fmla="*/ 24 h 56"/>
                <a:gd name="T22" fmla="*/ 33 w 44"/>
                <a:gd name="T23" fmla="*/ 27 h 56"/>
                <a:gd name="T24" fmla="*/ 39 w 44"/>
                <a:gd name="T25" fmla="*/ 30 h 56"/>
                <a:gd name="T26" fmla="*/ 42 w 44"/>
                <a:gd name="T27" fmla="*/ 34 h 56"/>
                <a:gd name="T28" fmla="*/ 44 w 44"/>
                <a:gd name="T29" fmla="*/ 40 h 56"/>
                <a:gd name="T30" fmla="*/ 42 w 44"/>
                <a:gd name="T31" fmla="*/ 48 h 56"/>
                <a:gd name="T32" fmla="*/ 38 w 44"/>
                <a:gd name="T33" fmla="*/ 53 h 56"/>
                <a:gd name="T34" fmla="*/ 31 w 44"/>
                <a:gd name="T35" fmla="*/ 56 h 56"/>
                <a:gd name="T36" fmla="*/ 23 w 44"/>
                <a:gd name="T37" fmla="*/ 56 h 56"/>
                <a:gd name="T38" fmla="*/ 11 w 44"/>
                <a:gd name="T39" fmla="*/ 55 h 56"/>
                <a:gd name="T40" fmla="*/ 0 w 44"/>
                <a:gd name="T41" fmla="*/ 49 h 56"/>
                <a:gd name="T42" fmla="*/ 4 w 44"/>
                <a:gd name="T43" fmla="*/ 41 h 56"/>
                <a:gd name="T44" fmla="*/ 7 w 44"/>
                <a:gd name="T45" fmla="*/ 44 h 56"/>
                <a:gd name="T46" fmla="*/ 12 w 44"/>
                <a:gd name="T47" fmla="*/ 46 h 56"/>
                <a:gd name="T48" fmla="*/ 17 w 44"/>
                <a:gd name="T49" fmla="*/ 48 h 56"/>
                <a:gd name="T50" fmla="*/ 23 w 44"/>
                <a:gd name="T51" fmla="*/ 49 h 56"/>
                <a:gd name="T52" fmla="*/ 31 w 44"/>
                <a:gd name="T53" fmla="*/ 47 h 56"/>
                <a:gd name="T54" fmla="*/ 34 w 44"/>
                <a:gd name="T55" fmla="*/ 41 h 56"/>
                <a:gd name="T56" fmla="*/ 33 w 44"/>
                <a:gd name="T57" fmla="*/ 38 h 56"/>
                <a:gd name="T58" fmla="*/ 30 w 44"/>
                <a:gd name="T59" fmla="*/ 35 h 56"/>
                <a:gd name="T60" fmla="*/ 25 w 44"/>
                <a:gd name="T61" fmla="*/ 33 h 56"/>
                <a:gd name="T62" fmla="*/ 19 w 44"/>
                <a:gd name="T63" fmla="*/ 32 h 56"/>
                <a:gd name="T64" fmla="*/ 12 w 44"/>
                <a:gd name="T65" fmla="*/ 29 h 56"/>
                <a:gd name="T66" fmla="*/ 7 w 44"/>
                <a:gd name="T67" fmla="*/ 26 h 56"/>
                <a:gd name="T68" fmla="*/ 3 w 44"/>
                <a:gd name="T69" fmla="*/ 22 h 56"/>
                <a:gd name="T70" fmla="*/ 2 w 44"/>
                <a:gd name="T71" fmla="*/ 17 h 56"/>
                <a:gd name="T72" fmla="*/ 4 w 44"/>
                <a:gd name="T73" fmla="*/ 9 h 56"/>
                <a:gd name="T74" fmla="*/ 8 w 44"/>
                <a:gd name="T75" fmla="*/ 4 h 56"/>
                <a:gd name="T76" fmla="*/ 15 w 44"/>
                <a:gd name="T77" fmla="*/ 1 h 56"/>
                <a:gd name="T78" fmla="*/ 23 w 44"/>
                <a:gd name="T79" fmla="*/ 0 h 56"/>
                <a:gd name="T80" fmla="*/ 33 w 44"/>
                <a:gd name="T81" fmla="*/ 2 h 56"/>
                <a:gd name="T82" fmla="*/ 42 w 44"/>
                <a:gd name="T83" fmla="*/ 6 h 56"/>
                <a:gd name="T84" fmla="*/ 37 w 44"/>
                <a:gd name="T85" fmla="*/ 13 h 5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4" h="56">
                  <a:moveTo>
                    <a:pt x="37" y="13"/>
                  </a:moveTo>
                  <a:cubicBezTo>
                    <a:pt x="37" y="13"/>
                    <a:pt x="36" y="12"/>
                    <a:pt x="35" y="11"/>
                  </a:cubicBezTo>
                  <a:cubicBezTo>
                    <a:pt x="34" y="11"/>
                    <a:pt x="33" y="10"/>
                    <a:pt x="32" y="10"/>
                  </a:cubicBezTo>
                  <a:cubicBezTo>
                    <a:pt x="30" y="9"/>
                    <a:pt x="29" y="8"/>
                    <a:pt x="27" y="8"/>
                  </a:cubicBezTo>
                  <a:cubicBezTo>
                    <a:pt x="26" y="8"/>
                    <a:pt x="24" y="8"/>
                    <a:pt x="22" y="8"/>
                  </a:cubicBezTo>
                  <a:cubicBezTo>
                    <a:pt x="19" y="8"/>
                    <a:pt x="16" y="8"/>
                    <a:pt x="14" y="10"/>
                  </a:cubicBezTo>
                  <a:cubicBezTo>
                    <a:pt x="12" y="11"/>
                    <a:pt x="12" y="13"/>
                    <a:pt x="12" y="15"/>
                  </a:cubicBezTo>
                  <a:cubicBezTo>
                    <a:pt x="12" y="17"/>
                    <a:pt x="12" y="18"/>
                    <a:pt x="12" y="19"/>
                  </a:cubicBezTo>
                  <a:cubicBezTo>
                    <a:pt x="13" y="19"/>
                    <a:pt x="14" y="20"/>
                    <a:pt x="15" y="21"/>
                  </a:cubicBezTo>
                  <a:cubicBezTo>
                    <a:pt x="16" y="22"/>
                    <a:pt x="18" y="22"/>
                    <a:pt x="19" y="23"/>
                  </a:cubicBezTo>
                  <a:cubicBezTo>
                    <a:pt x="21" y="23"/>
                    <a:pt x="23" y="24"/>
                    <a:pt x="25" y="24"/>
                  </a:cubicBezTo>
                  <a:cubicBezTo>
                    <a:pt x="28" y="25"/>
                    <a:pt x="31" y="26"/>
                    <a:pt x="33" y="27"/>
                  </a:cubicBezTo>
                  <a:cubicBezTo>
                    <a:pt x="35" y="27"/>
                    <a:pt x="37" y="28"/>
                    <a:pt x="39" y="30"/>
                  </a:cubicBezTo>
                  <a:cubicBezTo>
                    <a:pt x="40" y="31"/>
                    <a:pt x="42" y="32"/>
                    <a:pt x="42" y="34"/>
                  </a:cubicBezTo>
                  <a:cubicBezTo>
                    <a:pt x="43" y="36"/>
                    <a:pt x="44" y="38"/>
                    <a:pt x="44" y="40"/>
                  </a:cubicBezTo>
                  <a:cubicBezTo>
                    <a:pt x="44" y="43"/>
                    <a:pt x="43" y="46"/>
                    <a:pt x="42" y="48"/>
                  </a:cubicBezTo>
                  <a:cubicBezTo>
                    <a:pt x="41" y="50"/>
                    <a:pt x="40" y="51"/>
                    <a:pt x="38" y="53"/>
                  </a:cubicBezTo>
                  <a:cubicBezTo>
                    <a:pt x="36" y="54"/>
                    <a:pt x="34" y="55"/>
                    <a:pt x="31" y="56"/>
                  </a:cubicBezTo>
                  <a:cubicBezTo>
                    <a:pt x="29" y="56"/>
                    <a:pt x="26" y="56"/>
                    <a:pt x="23" y="56"/>
                  </a:cubicBezTo>
                  <a:cubicBezTo>
                    <a:pt x="19" y="56"/>
                    <a:pt x="15" y="56"/>
                    <a:pt x="11" y="55"/>
                  </a:cubicBezTo>
                  <a:cubicBezTo>
                    <a:pt x="7" y="53"/>
                    <a:pt x="3" y="51"/>
                    <a:pt x="0" y="49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5" y="42"/>
                    <a:pt x="6" y="43"/>
                    <a:pt x="7" y="44"/>
                  </a:cubicBezTo>
                  <a:cubicBezTo>
                    <a:pt x="8" y="44"/>
                    <a:pt x="10" y="45"/>
                    <a:pt x="12" y="46"/>
                  </a:cubicBezTo>
                  <a:cubicBezTo>
                    <a:pt x="13" y="47"/>
                    <a:pt x="15" y="47"/>
                    <a:pt x="17" y="48"/>
                  </a:cubicBezTo>
                  <a:cubicBezTo>
                    <a:pt x="19" y="48"/>
                    <a:pt x="21" y="49"/>
                    <a:pt x="23" y="49"/>
                  </a:cubicBezTo>
                  <a:cubicBezTo>
                    <a:pt x="27" y="49"/>
                    <a:pt x="30" y="48"/>
                    <a:pt x="31" y="47"/>
                  </a:cubicBezTo>
                  <a:cubicBezTo>
                    <a:pt x="33" y="45"/>
                    <a:pt x="34" y="44"/>
                    <a:pt x="34" y="41"/>
                  </a:cubicBezTo>
                  <a:cubicBezTo>
                    <a:pt x="34" y="40"/>
                    <a:pt x="34" y="39"/>
                    <a:pt x="33" y="38"/>
                  </a:cubicBezTo>
                  <a:cubicBezTo>
                    <a:pt x="32" y="37"/>
                    <a:pt x="31" y="36"/>
                    <a:pt x="30" y="35"/>
                  </a:cubicBezTo>
                  <a:cubicBezTo>
                    <a:pt x="29" y="35"/>
                    <a:pt x="27" y="34"/>
                    <a:pt x="25" y="33"/>
                  </a:cubicBezTo>
                  <a:cubicBezTo>
                    <a:pt x="24" y="33"/>
                    <a:pt x="21" y="32"/>
                    <a:pt x="19" y="32"/>
                  </a:cubicBezTo>
                  <a:cubicBezTo>
                    <a:pt x="16" y="31"/>
                    <a:pt x="14" y="30"/>
                    <a:pt x="12" y="29"/>
                  </a:cubicBezTo>
                  <a:cubicBezTo>
                    <a:pt x="10" y="28"/>
                    <a:pt x="8" y="28"/>
                    <a:pt x="7" y="26"/>
                  </a:cubicBezTo>
                  <a:cubicBezTo>
                    <a:pt x="5" y="25"/>
                    <a:pt x="4" y="24"/>
                    <a:pt x="3" y="22"/>
                  </a:cubicBezTo>
                  <a:cubicBezTo>
                    <a:pt x="3" y="21"/>
                    <a:pt x="2" y="19"/>
                    <a:pt x="2" y="17"/>
                  </a:cubicBezTo>
                  <a:cubicBezTo>
                    <a:pt x="2" y="14"/>
                    <a:pt x="3" y="12"/>
                    <a:pt x="4" y="9"/>
                  </a:cubicBezTo>
                  <a:cubicBezTo>
                    <a:pt x="5" y="7"/>
                    <a:pt x="6" y="6"/>
                    <a:pt x="8" y="4"/>
                  </a:cubicBezTo>
                  <a:cubicBezTo>
                    <a:pt x="10" y="3"/>
                    <a:pt x="12" y="2"/>
                    <a:pt x="15" y="1"/>
                  </a:cubicBezTo>
                  <a:cubicBezTo>
                    <a:pt x="17" y="0"/>
                    <a:pt x="20" y="0"/>
                    <a:pt x="23" y="0"/>
                  </a:cubicBezTo>
                  <a:cubicBezTo>
                    <a:pt x="26" y="0"/>
                    <a:pt x="30" y="0"/>
                    <a:pt x="33" y="2"/>
                  </a:cubicBezTo>
                  <a:cubicBezTo>
                    <a:pt x="36" y="3"/>
                    <a:pt x="39" y="4"/>
                    <a:pt x="42" y="6"/>
                  </a:cubicBezTo>
                  <a:cubicBezTo>
                    <a:pt x="37" y="13"/>
                    <a:pt x="37" y="13"/>
                    <a:pt x="37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9">
              <a:extLst>
                <a:ext uri="{FF2B5EF4-FFF2-40B4-BE49-F238E27FC236}">
                  <a16:creationId xmlns:a16="http://schemas.microsoft.com/office/drawing/2014/main" id="{BEDF6651-C69B-461F-95ED-31A55BCF278A}"/>
                </a:ext>
              </a:extLst>
            </p:cNvPr>
            <p:cNvSpPr/>
            <p:nvPr/>
          </p:nvSpPr>
          <p:spPr bwMode="auto">
            <a:xfrm>
              <a:off x="10399713" y="1752600"/>
              <a:ext cx="117475" cy="142875"/>
            </a:xfrm>
            <a:custGeom>
              <a:gdLst>
                <a:gd name="T0" fmla="*/ 74 w 74"/>
                <a:gd name="T1" fmla="*/ 0 h 90"/>
                <a:gd name="T2" fmla="*/ 74 w 74"/>
                <a:gd name="T3" fmla="*/ 90 h 90"/>
                <a:gd name="T4" fmla="*/ 59 w 74"/>
                <a:gd name="T5" fmla="*/ 90 h 90"/>
                <a:gd name="T6" fmla="*/ 59 w 74"/>
                <a:gd name="T7" fmla="*/ 50 h 90"/>
                <a:gd name="T8" fmla="*/ 14 w 74"/>
                <a:gd name="T9" fmla="*/ 50 h 90"/>
                <a:gd name="T10" fmla="*/ 14 w 74"/>
                <a:gd name="T11" fmla="*/ 90 h 90"/>
                <a:gd name="T12" fmla="*/ 0 w 74"/>
                <a:gd name="T13" fmla="*/ 90 h 90"/>
                <a:gd name="T14" fmla="*/ 0 w 74"/>
                <a:gd name="T15" fmla="*/ 0 h 90"/>
                <a:gd name="T16" fmla="*/ 14 w 74"/>
                <a:gd name="T17" fmla="*/ 0 h 90"/>
                <a:gd name="T18" fmla="*/ 14 w 74"/>
                <a:gd name="T19" fmla="*/ 37 h 90"/>
                <a:gd name="T20" fmla="*/ 59 w 74"/>
                <a:gd name="T21" fmla="*/ 37 h 90"/>
                <a:gd name="T22" fmla="*/ 59 w 74"/>
                <a:gd name="T23" fmla="*/ 0 h 90"/>
                <a:gd name="T24" fmla="*/ 74 w 74"/>
                <a:gd name="T25" fmla="*/ 0 h 90"/>
                <a:gd name="T26" fmla="*/ 74 w 74"/>
                <a:gd name="T27" fmla="*/ 0 h 9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90">
                  <a:moveTo>
                    <a:pt x="74" y="0"/>
                  </a:moveTo>
                  <a:lnTo>
                    <a:pt x="74" y="90"/>
                  </a:lnTo>
                  <a:lnTo>
                    <a:pt x="59" y="90"/>
                  </a:lnTo>
                  <a:lnTo>
                    <a:pt x="59" y="50"/>
                  </a:lnTo>
                  <a:lnTo>
                    <a:pt x="14" y="50"/>
                  </a:lnTo>
                  <a:lnTo>
                    <a:pt x="14" y="90"/>
                  </a:lnTo>
                  <a:lnTo>
                    <a:pt x="0" y="90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37"/>
                  </a:lnTo>
                  <a:lnTo>
                    <a:pt x="59" y="37"/>
                  </a:lnTo>
                  <a:lnTo>
                    <a:pt x="59" y="0"/>
                  </a:lnTo>
                  <a:lnTo>
                    <a:pt x="74" y="0"/>
                  </a:lnTo>
                  <a:lnTo>
                    <a:pt x="7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8" name="Freeform 5">
            <a:extLst>
              <a:ext uri="{FF2B5EF4-FFF2-40B4-BE49-F238E27FC236}">
                <a16:creationId xmlns:a16="http://schemas.microsoft.com/office/drawing/2014/main" id="{719D54BB-C918-4C71-8947-FE76FC918A2F}"/>
              </a:ext>
            </a:extLst>
          </p:cNvPr>
          <p:cNvSpPr/>
          <p:nvPr/>
        </p:nvSpPr>
        <p:spPr bwMode="auto">
          <a:xfrm>
            <a:off x="6762750" y="1858347"/>
            <a:ext cx="4116388" cy="1608138"/>
          </a:xfrm>
          <a:custGeom>
            <a:gdLst>
              <a:gd name="T0" fmla="*/ 907 w 2400"/>
              <a:gd name="T1" fmla="*/ 764 h 938"/>
              <a:gd name="T2" fmla="*/ 0 w 2400"/>
              <a:gd name="T3" fmla="*/ 764 h 938"/>
              <a:gd name="T4" fmla="*/ 0 w 2400"/>
              <a:gd name="T5" fmla="*/ 896 h 938"/>
              <a:gd name="T6" fmla="*/ 2216 w 2400"/>
              <a:gd name="T7" fmla="*/ 898 h 938"/>
              <a:gd name="T8" fmla="*/ 2248 w 2400"/>
              <a:gd name="T9" fmla="*/ 925 h 938"/>
              <a:gd name="T10" fmla="*/ 2302 w 2400"/>
              <a:gd name="T11" fmla="*/ 925 h 938"/>
              <a:gd name="T12" fmla="*/ 2386 w 2400"/>
              <a:gd name="T13" fmla="*/ 854 h 938"/>
              <a:gd name="T14" fmla="*/ 2385 w 2400"/>
              <a:gd name="T15" fmla="*/ 807 h 938"/>
              <a:gd name="T16" fmla="*/ 2303 w 2400"/>
              <a:gd name="T17" fmla="*/ 736 h 938"/>
              <a:gd name="T18" fmla="*/ 2248 w 2400"/>
              <a:gd name="T19" fmla="*/ 735 h 938"/>
              <a:gd name="T20" fmla="*/ 2216 w 2400"/>
              <a:gd name="T21" fmla="*/ 763 h 938"/>
              <a:gd name="T22" fmla="*/ 1227 w 2400"/>
              <a:gd name="T23" fmla="*/ 763 h 938"/>
              <a:gd name="T24" fmla="*/ 913 w 2400"/>
              <a:gd name="T25" fmla="*/ 449 h 938"/>
              <a:gd name="T26" fmla="*/ 1227 w 2400"/>
              <a:gd name="T27" fmla="*/ 134 h 938"/>
              <a:gd name="T28" fmla="*/ 1541 w 2400"/>
              <a:gd name="T29" fmla="*/ 449 h 938"/>
              <a:gd name="T30" fmla="*/ 1366 w 2400"/>
              <a:gd name="T31" fmla="*/ 730 h 938"/>
              <a:gd name="T32" fmla="*/ 1577 w 2400"/>
              <a:gd name="T33" fmla="*/ 730 h 938"/>
              <a:gd name="T34" fmla="*/ 1676 w 2400"/>
              <a:gd name="T35" fmla="*/ 449 h 938"/>
              <a:gd name="T36" fmla="*/ 1227 w 2400"/>
              <a:gd name="T37" fmla="*/ 0 h 938"/>
              <a:gd name="T38" fmla="*/ 778 w 2400"/>
              <a:gd name="T39" fmla="*/ 449 h 938"/>
              <a:gd name="T40" fmla="*/ 907 w 2400"/>
              <a:gd name="T41" fmla="*/ 764 h 93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00" h="938">
                <a:moveTo>
                  <a:pt x="907" y="764"/>
                </a:moveTo>
                <a:cubicBezTo>
                  <a:pt x="0" y="764"/>
                  <a:pt x="0" y="764"/>
                  <a:pt x="0" y="764"/>
                </a:cubicBezTo>
                <a:cubicBezTo>
                  <a:pt x="0" y="896"/>
                  <a:pt x="0" y="896"/>
                  <a:pt x="0" y="896"/>
                </a:cubicBezTo>
                <a:cubicBezTo>
                  <a:pt x="739" y="896"/>
                  <a:pt x="1478" y="898"/>
                  <a:pt x="2216" y="898"/>
                </a:cubicBezTo>
                <a:cubicBezTo>
                  <a:pt x="2248" y="925"/>
                  <a:pt x="2248" y="925"/>
                  <a:pt x="2248" y="925"/>
                </a:cubicBezTo>
                <a:cubicBezTo>
                  <a:pt x="2263" y="938"/>
                  <a:pt x="2288" y="938"/>
                  <a:pt x="2302" y="925"/>
                </a:cubicBezTo>
                <a:cubicBezTo>
                  <a:pt x="2386" y="854"/>
                  <a:pt x="2386" y="854"/>
                  <a:pt x="2386" y="854"/>
                </a:cubicBezTo>
                <a:cubicBezTo>
                  <a:pt x="2400" y="841"/>
                  <a:pt x="2400" y="820"/>
                  <a:pt x="2385" y="807"/>
                </a:cubicBezTo>
                <a:cubicBezTo>
                  <a:pt x="2303" y="736"/>
                  <a:pt x="2303" y="736"/>
                  <a:pt x="2303" y="736"/>
                </a:cubicBezTo>
                <a:cubicBezTo>
                  <a:pt x="2288" y="723"/>
                  <a:pt x="2263" y="723"/>
                  <a:pt x="2248" y="735"/>
                </a:cubicBezTo>
                <a:cubicBezTo>
                  <a:pt x="2216" y="763"/>
                  <a:pt x="2216" y="763"/>
                  <a:pt x="2216" y="763"/>
                </a:cubicBezTo>
                <a:cubicBezTo>
                  <a:pt x="1227" y="763"/>
                  <a:pt x="1227" y="763"/>
                  <a:pt x="1227" y="763"/>
                </a:cubicBezTo>
                <a:cubicBezTo>
                  <a:pt x="1054" y="763"/>
                  <a:pt x="913" y="622"/>
                  <a:pt x="913" y="449"/>
                </a:cubicBezTo>
                <a:cubicBezTo>
                  <a:pt x="913" y="275"/>
                  <a:pt x="1054" y="134"/>
                  <a:pt x="1227" y="134"/>
                </a:cubicBezTo>
                <a:cubicBezTo>
                  <a:pt x="1401" y="134"/>
                  <a:pt x="1541" y="275"/>
                  <a:pt x="1541" y="449"/>
                </a:cubicBezTo>
                <a:cubicBezTo>
                  <a:pt x="1541" y="572"/>
                  <a:pt x="1470" y="679"/>
                  <a:pt x="1366" y="730"/>
                </a:cubicBezTo>
                <a:cubicBezTo>
                  <a:pt x="1577" y="730"/>
                  <a:pt x="1577" y="730"/>
                  <a:pt x="1577" y="730"/>
                </a:cubicBezTo>
                <a:cubicBezTo>
                  <a:pt x="1641" y="650"/>
                  <a:pt x="1676" y="552"/>
                  <a:pt x="1676" y="449"/>
                </a:cubicBezTo>
                <a:cubicBezTo>
                  <a:pt x="1676" y="201"/>
                  <a:pt x="1475" y="0"/>
                  <a:pt x="1227" y="0"/>
                </a:cubicBezTo>
                <a:cubicBezTo>
                  <a:pt x="979" y="0"/>
                  <a:pt x="778" y="201"/>
                  <a:pt x="778" y="449"/>
                </a:cubicBezTo>
                <a:cubicBezTo>
                  <a:pt x="778" y="571"/>
                  <a:pt x="827" y="683"/>
                  <a:pt x="907" y="76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Freeform 6">
            <a:extLst>
              <a:ext uri="{FF2B5EF4-FFF2-40B4-BE49-F238E27FC236}">
                <a16:creationId xmlns:a16="http://schemas.microsoft.com/office/drawing/2014/main" id="{0A385DF8-88F1-460B-AF90-FFD28793CF23}"/>
              </a:ext>
            </a:extLst>
          </p:cNvPr>
          <p:cNvSpPr/>
          <p:nvPr/>
        </p:nvSpPr>
        <p:spPr bwMode="auto">
          <a:xfrm>
            <a:off x="4505325" y="1858347"/>
            <a:ext cx="4116388" cy="1608138"/>
          </a:xfrm>
          <a:custGeom>
            <a:gdLst>
              <a:gd name="T0" fmla="*/ 1227 w 2400"/>
              <a:gd name="T1" fmla="*/ 0 h 938"/>
              <a:gd name="T2" fmla="*/ 778 w 2400"/>
              <a:gd name="T3" fmla="*/ 449 h 938"/>
              <a:gd name="T4" fmla="*/ 907 w 2400"/>
              <a:gd name="T5" fmla="*/ 764 h 938"/>
              <a:gd name="T6" fmla="*/ 0 w 2400"/>
              <a:gd name="T7" fmla="*/ 764 h 938"/>
              <a:gd name="T8" fmla="*/ 0 w 2400"/>
              <a:gd name="T9" fmla="*/ 896 h 938"/>
              <a:gd name="T10" fmla="*/ 2216 w 2400"/>
              <a:gd name="T11" fmla="*/ 898 h 938"/>
              <a:gd name="T12" fmla="*/ 2248 w 2400"/>
              <a:gd name="T13" fmla="*/ 925 h 938"/>
              <a:gd name="T14" fmla="*/ 2302 w 2400"/>
              <a:gd name="T15" fmla="*/ 925 h 938"/>
              <a:gd name="T16" fmla="*/ 2385 w 2400"/>
              <a:gd name="T17" fmla="*/ 854 h 938"/>
              <a:gd name="T18" fmla="*/ 2385 w 2400"/>
              <a:gd name="T19" fmla="*/ 807 h 938"/>
              <a:gd name="T20" fmla="*/ 2302 w 2400"/>
              <a:gd name="T21" fmla="*/ 736 h 938"/>
              <a:gd name="T22" fmla="*/ 2248 w 2400"/>
              <a:gd name="T23" fmla="*/ 735 h 938"/>
              <a:gd name="T24" fmla="*/ 2216 w 2400"/>
              <a:gd name="T25" fmla="*/ 763 h 938"/>
              <a:gd name="T26" fmla="*/ 1227 w 2400"/>
              <a:gd name="T27" fmla="*/ 763 h 938"/>
              <a:gd name="T28" fmla="*/ 912 w 2400"/>
              <a:gd name="T29" fmla="*/ 449 h 938"/>
              <a:gd name="T30" fmla="*/ 1227 w 2400"/>
              <a:gd name="T31" fmla="*/ 134 h 938"/>
              <a:gd name="T32" fmla="*/ 1541 w 2400"/>
              <a:gd name="T33" fmla="*/ 449 h 938"/>
              <a:gd name="T34" fmla="*/ 1366 w 2400"/>
              <a:gd name="T35" fmla="*/ 730 h 938"/>
              <a:gd name="T36" fmla="*/ 1576 w 2400"/>
              <a:gd name="T37" fmla="*/ 730 h 938"/>
              <a:gd name="T38" fmla="*/ 1675 w 2400"/>
              <a:gd name="T39" fmla="*/ 449 h 938"/>
              <a:gd name="T40" fmla="*/ 1227 w 2400"/>
              <a:gd name="T41" fmla="*/ 0 h 93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00" h="938">
                <a:moveTo>
                  <a:pt x="1227" y="0"/>
                </a:moveTo>
                <a:cubicBezTo>
                  <a:pt x="979" y="0"/>
                  <a:pt x="778" y="201"/>
                  <a:pt x="778" y="449"/>
                </a:cubicBezTo>
                <a:cubicBezTo>
                  <a:pt x="778" y="571"/>
                  <a:pt x="827" y="683"/>
                  <a:pt x="907" y="764"/>
                </a:cubicBezTo>
                <a:cubicBezTo>
                  <a:pt x="0" y="764"/>
                  <a:pt x="0" y="764"/>
                  <a:pt x="0" y="764"/>
                </a:cubicBezTo>
                <a:cubicBezTo>
                  <a:pt x="0" y="896"/>
                  <a:pt x="0" y="896"/>
                  <a:pt x="0" y="896"/>
                </a:cubicBezTo>
                <a:cubicBezTo>
                  <a:pt x="739" y="896"/>
                  <a:pt x="1477" y="898"/>
                  <a:pt x="2216" y="898"/>
                </a:cubicBezTo>
                <a:cubicBezTo>
                  <a:pt x="2248" y="925"/>
                  <a:pt x="2248" y="925"/>
                  <a:pt x="2248" y="925"/>
                </a:cubicBezTo>
                <a:cubicBezTo>
                  <a:pt x="2263" y="938"/>
                  <a:pt x="2287" y="938"/>
                  <a:pt x="2302" y="925"/>
                </a:cubicBezTo>
                <a:cubicBezTo>
                  <a:pt x="2385" y="854"/>
                  <a:pt x="2385" y="854"/>
                  <a:pt x="2385" y="854"/>
                </a:cubicBezTo>
                <a:cubicBezTo>
                  <a:pt x="2400" y="841"/>
                  <a:pt x="2400" y="820"/>
                  <a:pt x="2385" y="807"/>
                </a:cubicBezTo>
                <a:cubicBezTo>
                  <a:pt x="2302" y="736"/>
                  <a:pt x="2302" y="736"/>
                  <a:pt x="2302" y="736"/>
                </a:cubicBezTo>
                <a:cubicBezTo>
                  <a:pt x="2287" y="723"/>
                  <a:pt x="2263" y="723"/>
                  <a:pt x="2248" y="735"/>
                </a:cubicBezTo>
                <a:cubicBezTo>
                  <a:pt x="2216" y="763"/>
                  <a:pt x="2216" y="763"/>
                  <a:pt x="2216" y="763"/>
                </a:cubicBezTo>
                <a:cubicBezTo>
                  <a:pt x="1227" y="763"/>
                  <a:pt x="1227" y="763"/>
                  <a:pt x="1227" y="763"/>
                </a:cubicBezTo>
                <a:cubicBezTo>
                  <a:pt x="1053" y="763"/>
                  <a:pt x="912" y="622"/>
                  <a:pt x="912" y="449"/>
                </a:cubicBezTo>
                <a:cubicBezTo>
                  <a:pt x="912" y="275"/>
                  <a:pt x="1053" y="134"/>
                  <a:pt x="1227" y="134"/>
                </a:cubicBezTo>
                <a:cubicBezTo>
                  <a:pt x="1400" y="134"/>
                  <a:pt x="1541" y="275"/>
                  <a:pt x="1541" y="449"/>
                </a:cubicBezTo>
                <a:cubicBezTo>
                  <a:pt x="1541" y="572"/>
                  <a:pt x="1469" y="679"/>
                  <a:pt x="1366" y="730"/>
                </a:cubicBezTo>
                <a:cubicBezTo>
                  <a:pt x="1576" y="730"/>
                  <a:pt x="1576" y="730"/>
                  <a:pt x="1576" y="730"/>
                </a:cubicBezTo>
                <a:cubicBezTo>
                  <a:pt x="1640" y="650"/>
                  <a:pt x="1675" y="552"/>
                  <a:pt x="1675" y="449"/>
                </a:cubicBezTo>
                <a:cubicBezTo>
                  <a:pt x="1675" y="201"/>
                  <a:pt x="1474" y="0"/>
                  <a:pt x="1227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Freeform 7">
            <a:extLst>
              <a:ext uri="{FF2B5EF4-FFF2-40B4-BE49-F238E27FC236}">
                <a16:creationId xmlns:a16="http://schemas.microsoft.com/office/drawing/2014/main" id="{1816763F-89FB-4B4F-AA22-E9D0CFB475B3}"/>
              </a:ext>
            </a:extLst>
          </p:cNvPr>
          <p:cNvSpPr/>
          <p:nvPr/>
        </p:nvSpPr>
        <p:spPr bwMode="auto">
          <a:xfrm>
            <a:off x="2252662" y="1858347"/>
            <a:ext cx="4116388" cy="1608138"/>
          </a:xfrm>
          <a:custGeom>
            <a:gdLst>
              <a:gd name="T0" fmla="*/ 1226 w 2400"/>
              <a:gd name="T1" fmla="*/ 0 h 938"/>
              <a:gd name="T2" fmla="*/ 778 w 2400"/>
              <a:gd name="T3" fmla="*/ 449 h 938"/>
              <a:gd name="T4" fmla="*/ 907 w 2400"/>
              <a:gd name="T5" fmla="*/ 764 h 938"/>
              <a:gd name="T6" fmla="*/ 0 w 2400"/>
              <a:gd name="T7" fmla="*/ 764 h 938"/>
              <a:gd name="T8" fmla="*/ 0 w 2400"/>
              <a:gd name="T9" fmla="*/ 896 h 938"/>
              <a:gd name="T10" fmla="*/ 2216 w 2400"/>
              <a:gd name="T11" fmla="*/ 898 h 938"/>
              <a:gd name="T12" fmla="*/ 2248 w 2400"/>
              <a:gd name="T13" fmla="*/ 925 h 938"/>
              <a:gd name="T14" fmla="*/ 2302 w 2400"/>
              <a:gd name="T15" fmla="*/ 925 h 938"/>
              <a:gd name="T16" fmla="*/ 2385 w 2400"/>
              <a:gd name="T17" fmla="*/ 854 h 938"/>
              <a:gd name="T18" fmla="*/ 2385 w 2400"/>
              <a:gd name="T19" fmla="*/ 807 h 938"/>
              <a:gd name="T20" fmla="*/ 2302 w 2400"/>
              <a:gd name="T21" fmla="*/ 736 h 938"/>
              <a:gd name="T22" fmla="*/ 2248 w 2400"/>
              <a:gd name="T23" fmla="*/ 735 h 938"/>
              <a:gd name="T24" fmla="*/ 2216 w 2400"/>
              <a:gd name="T25" fmla="*/ 763 h 938"/>
              <a:gd name="T26" fmla="*/ 1226 w 2400"/>
              <a:gd name="T27" fmla="*/ 763 h 938"/>
              <a:gd name="T28" fmla="*/ 912 w 2400"/>
              <a:gd name="T29" fmla="*/ 449 h 938"/>
              <a:gd name="T30" fmla="*/ 1226 w 2400"/>
              <a:gd name="T31" fmla="*/ 134 h 938"/>
              <a:gd name="T32" fmla="*/ 1541 w 2400"/>
              <a:gd name="T33" fmla="*/ 449 h 938"/>
              <a:gd name="T34" fmla="*/ 1366 w 2400"/>
              <a:gd name="T35" fmla="*/ 730 h 938"/>
              <a:gd name="T36" fmla="*/ 1576 w 2400"/>
              <a:gd name="T37" fmla="*/ 730 h 938"/>
              <a:gd name="T38" fmla="*/ 1675 w 2400"/>
              <a:gd name="T39" fmla="*/ 449 h 938"/>
              <a:gd name="T40" fmla="*/ 1226 w 2400"/>
              <a:gd name="T41" fmla="*/ 0 h 93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00" h="938">
                <a:moveTo>
                  <a:pt x="1226" y="0"/>
                </a:moveTo>
                <a:cubicBezTo>
                  <a:pt x="979" y="0"/>
                  <a:pt x="778" y="201"/>
                  <a:pt x="778" y="449"/>
                </a:cubicBezTo>
                <a:cubicBezTo>
                  <a:pt x="778" y="571"/>
                  <a:pt x="827" y="683"/>
                  <a:pt x="907" y="764"/>
                </a:cubicBezTo>
                <a:cubicBezTo>
                  <a:pt x="0" y="764"/>
                  <a:pt x="0" y="764"/>
                  <a:pt x="0" y="764"/>
                </a:cubicBezTo>
                <a:cubicBezTo>
                  <a:pt x="0" y="896"/>
                  <a:pt x="0" y="896"/>
                  <a:pt x="0" y="896"/>
                </a:cubicBezTo>
                <a:cubicBezTo>
                  <a:pt x="739" y="896"/>
                  <a:pt x="1477" y="898"/>
                  <a:pt x="2216" y="898"/>
                </a:cubicBezTo>
                <a:cubicBezTo>
                  <a:pt x="2248" y="925"/>
                  <a:pt x="2248" y="925"/>
                  <a:pt x="2248" y="925"/>
                </a:cubicBezTo>
                <a:cubicBezTo>
                  <a:pt x="2263" y="938"/>
                  <a:pt x="2287" y="938"/>
                  <a:pt x="2302" y="925"/>
                </a:cubicBezTo>
                <a:cubicBezTo>
                  <a:pt x="2385" y="854"/>
                  <a:pt x="2385" y="854"/>
                  <a:pt x="2385" y="854"/>
                </a:cubicBezTo>
                <a:cubicBezTo>
                  <a:pt x="2400" y="841"/>
                  <a:pt x="2400" y="820"/>
                  <a:pt x="2385" y="807"/>
                </a:cubicBezTo>
                <a:cubicBezTo>
                  <a:pt x="2302" y="736"/>
                  <a:pt x="2302" y="736"/>
                  <a:pt x="2302" y="736"/>
                </a:cubicBezTo>
                <a:cubicBezTo>
                  <a:pt x="2287" y="723"/>
                  <a:pt x="2263" y="723"/>
                  <a:pt x="2248" y="735"/>
                </a:cubicBezTo>
                <a:cubicBezTo>
                  <a:pt x="2216" y="763"/>
                  <a:pt x="2216" y="763"/>
                  <a:pt x="2216" y="763"/>
                </a:cubicBezTo>
                <a:cubicBezTo>
                  <a:pt x="1226" y="763"/>
                  <a:pt x="1226" y="763"/>
                  <a:pt x="1226" y="763"/>
                </a:cubicBezTo>
                <a:cubicBezTo>
                  <a:pt x="1053" y="763"/>
                  <a:pt x="912" y="622"/>
                  <a:pt x="912" y="449"/>
                </a:cubicBezTo>
                <a:cubicBezTo>
                  <a:pt x="912" y="275"/>
                  <a:pt x="1053" y="134"/>
                  <a:pt x="1226" y="134"/>
                </a:cubicBezTo>
                <a:cubicBezTo>
                  <a:pt x="1400" y="134"/>
                  <a:pt x="1541" y="275"/>
                  <a:pt x="1541" y="449"/>
                </a:cubicBezTo>
                <a:cubicBezTo>
                  <a:pt x="1541" y="572"/>
                  <a:pt x="1469" y="679"/>
                  <a:pt x="1366" y="730"/>
                </a:cubicBezTo>
                <a:cubicBezTo>
                  <a:pt x="1576" y="730"/>
                  <a:pt x="1576" y="730"/>
                  <a:pt x="1576" y="730"/>
                </a:cubicBezTo>
                <a:cubicBezTo>
                  <a:pt x="1640" y="650"/>
                  <a:pt x="1675" y="552"/>
                  <a:pt x="1675" y="449"/>
                </a:cubicBezTo>
                <a:cubicBezTo>
                  <a:pt x="1675" y="201"/>
                  <a:pt x="1474" y="0"/>
                  <a:pt x="1226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8">
            <a:extLst>
              <a:ext uri="{FF2B5EF4-FFF2-40B4-BE49-F238E27FC236}">
                <a16:creationId xmlns:a16="http://schemas.microsoft.com/office/drawing/2014/main" id="{B13F7886-EEA2-4E5F-AC2D-13269827AAD5}"/>
              </a:ext>
            </a:extLst>
          </p:cNvPr>
          <p:cNvSpPr/>
          <p:nvPr/>
        </p:nvSpPr>
        <p:spPr bwMode="auto">
          <a:xfrm>
            <a:off x="-1588" y="1858347"/>
            <a:ext cx="4113213" cy="1608138"/>
          </a:xfrm>
          <a:custGeom>
            <a:gdLst>
              <a:gd name="T0" fmla="*/ 905 w 2398"/>
              <a:gd name="T1" fmla="*/ 764 h 938"/>
              <a:gd name="T2" fmla="*/ 0 w 2398"/>
              <a:gd name="T3" fmla="*/ 764 h 938"/>
              <a:gd name="T4" fmla="*/ 0 w 2398"/>
              <a:gd name="T5" fmla="*/ 896 h 938"/>
              <a:gd name="T6" fmla="*/ 2214 w 2398"/>
              <a:gd name="T7" fmla="*/ 898 h 938"/>
              <a:gd name="T8" fmla="*/ 2246 w 2398"/>
              <a:gd name="T9" fmla="*/ 925 h 938"/>
              <a:gd name="T10" fmla="*/ 2300 w 2398"/>
              <a:gd name="T11" fmla="*/ 925 h 938"/>
              <a:gd name="T12" fmla="*/ 2383 w 2398"/>
              <a:gd name="T13" fmla="*/ 854 h 938"/>
              <a:gd name="T14" fmla="*/ 2383 w 2398"/>
              <a:gd name="T15" fmla="*/ 807 h 938"/>
              <a:gd name="T16" fmla="*/ 2300 w 2398"/>
              <a:gd name="T17" fmla="*/ 736 h 938"/>
              <a:gd name="T18" fmla="*/ 2246 w 2398"/>
              <a:gd name="T19" fmla="*/ 735 h 938"/>
              <a:gd name="T20" fmla="*/ 2214 w 2398"/>
              <a:gd name="T21" fmla="*/ 763 h 938"/>
              <a:gd name="T22" fmla="*/ 1225 w 2398"/>
              <a:gd name="T23" fmla="*/ 763 h 938"/>
              <a:gd name="T24" fmla="*/ 911 w 2398"/>
              <a:gd name="T25" fmla="*/ 449 h 938"/>
              <a:gd name="T26" fmla="*/ 1225 w 2398"/>
              <a:gd name="T27" fmla="*/ 134 h 938"/>
              <a:gd name="T28" fmla="*/ 1539 w 2398"/>
              <a:gd name="T29" fmla="*/ 449 h 938"/>
              <a:gd name="T30" fmla="*/ 1364 w 2398"/>
              <a:gd name="T31" fmla="*/ 730 h 938"/>
              <a:gd name="T32" fmla="*/ 1575 w 2398"/>
              <a:gd name="T33" fmla="*/ 730 h 938"/>
              <a:gd name="T34" fmla="*/ 1674 w 2398"/>
              <a:gd name="T35" fmla="*/ 449 h 938"/>
              <a:gd name="T36" fmla="*/ 1225 w 2398"/>
              <a:gd name="T37" fmla="*/ 0 h 938"/>
              <a:gd name="T38" fmla="*/ 776 w 2398"/>
              <a:gd name="T39" fmla="*/ 449 h 938"/>
              <a:gd name="T40" fmla="*/ 905 w 2398"/>
              <a:gd name="T41" fmla="*/ 764 h 93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398" h="938">
                <a:moveTo>
                  <a:pt x="905" y="764"/>
                </a:moveTo>
                <a:cubicBezTo>
                  <a:pt x="0" y="764"/>
                  <a:pt x="0" y="764"/>
                  <a:pt x="0" y="764"/>
                </a:cubicBezTo>
                <a:cubicBezTo>
                  <a:pt x="0" y="896"/>
                  <a:pt x="0" y="896"/>
                  <a:pt x="0" y="896"/>
                </a:cubicBezTo>
                <a:cubicBezTo>
                  <a:pt x="738" y="896"/>
                  <a:pt x="1476" y="898"/>
                  <a:pt x="2214" y="898"/>
                </a:cubicBezTo>
                <a:cubicBezTo>
                  <a:pt x="2246" y="925"/>
                  <a:pt x="2246" y="925"/>
                  <a:pt x="2246" y="925"/>
                </a:cubicBezTo>
                <a:cubicBezTo>
                  <a:pt x="2261" y="938"/>
                  <a:pt x="2285" y="938"/>
                  <a:pt x="2300" y="925"/>
                </a:cubicBezTo>
                <a:cubicBezTo>
                  <a:pt x="2383" y="854"/>
                  <a:pt x="2383" y="854"/>
                  <a:pt x="2383" y="854"/>
                </a:cubicBezTo>
                <a:cubicBezTo>
                  <a:pt x="2398" y="841"/>
                  <a:pt x="2398" y="820"/>
                  <a:pt x="2383" y="807"/>
                </a:cubicBezTo>
                <a:cubicBezTo>
                  <a:pt x="2300" y="736"/>
                  <a:pt x="2300" y="736"/>
                  <a:pt x="2300" y="736"/>
                </a:cubicBezTo>
                <a:cubicBezTo>
                  <a:pt x="2285" y="723"/>
                  <a:pt x="2261" y="723"/>
                  <a:pt x="2246" y="735"/>
                </a:cubicBezTo>
                <a:cubicBezTo>
                  <a:pt x="2214" y="763"/>
                  <a:pt x="2214" y="763"/>
                  <a:pt x="2214" y="763"/>
                </a:cubicBezTo>
                <a:cubicBezTo>
                  <a:pt x="1225" y="763"/>
                  <a:pt x="1225" y="763"/>
                  <a:pt x="1225" y="763"/>
                </a:cubicBezTo>
                <a:cubicBezTo>
                  <a:pt x="1051" y="763"/>
                  <a:pt x="911" y="622"/>
                  <a:pt x="911" y="449"/>
                </a:cubicBezTo>
                <a:cubicBezTo>
                  <a:pt x="911" y="275"/>
                  <a:pt x="1051" y="134"/>
                  <a:pt x="1225" y="134"/>
                </a:cubicBezTo>
                <a:cubicBezTo>
                  <a:pt x="1398" y="134"/>
                  <a:pt x="1539" y="275"/>
                  <a:pt x="1539" y="449"/>
                </a:cubicBezTo>
                <a:cubicBezTo>
                  <a:pt x="1539" y="572"/>
                  <a:pt x="1468" y="679"/>
                  <a:pt x="1364" y="730"/>
                </a:cubicBezTo>
                <a:cubicBezTo>
                  <a:pt x="1575" y="730"/>
                  <a:pt x="1575" y="730"/>
                  <a:pt x="1575" y="730"/>
                </a:cubicBezTo>
                <a:cubicBezTo>
                  <a:pt x="1638" y="650"/>
                  <a:pt x="1674" y="552"/>
                  <a:pt x="1674" y="449"/>
                </a:cubicBezTo>
                <a:cubicBezTo>
                  <a:pt x="1674" y="201"/>
                  <a:pt x="1473" y="0"/>
                  <a:pt x="1225" y="0"/>
                </a:cubicBezTo>
                <a:cubicBezTo>
                  <a:pt x="977" y="0"/>
                  <a:pt x="776" y="201"/>
                  <a:pt x="776" y="449"/>
                </a:cubicBezTo>
                <a:cubicBezTo>
                  <a:pt x="776" y="571"/>
                  <a:pt x="825" y="683"/>
                  <a:pt x="905" y="764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59CE12A-E942-47CD-BF3C-7940CC7FAF2A}"/>
              </a:ext>
            </a:extLst>
          </p:cNvPr>
          <p:cNvGrpSpPr/>
          <p:nvPr/>
        </p:nvGrpSpPr>
        <p:grpSpPr>
          <a:xfrm>
            <a:off x="1827212" y="2333010"/>
            <a:ext cx="549275" cy="547688"/>
            <a:chOff x="1827212" y="2836863"/>
            <a:chExt cx="549275" cy="547688"/>
          </a:xfrm>
          <a:solidFill>
            <a:srgbClr val="C00000"/>
          </a:solidFill>
        </p:grpSpPr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CA4D2633-02AC-4380-BA52-39123652BF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7212" y="2836863"/>
              <a:ext cx="549275" cy="547688"/>
            </a:xfrm>
            <a:custGeom>
              <a:gdLst>
                <a:gd name="T0" fmla="*/ 160 w 320"/>
                <a:gd name="T1" fmla="*/ 295 h 319"/>
                <a:gd name="T2" fmla="*/ 24 w 320"/>
                <a:gd name="T3" fmla="*/ 160 h 319"/>
                <a:gd name="T4" fmla="*/ 160 w 320"/>
                <a:gd name="T5" fmla="*/ 24 h 319"/>
                <a:gd name="T6" fmla="*/ 296 w 320"/>
                <a:gd name="T7" fmla="*/ 160 h 319"/>
                <a:gd name="T8" fmla="*/ 160 w 320"/>
                <a:gd name="T9" fmla="*/ 295 h 319"/>
                <a:gd name="T10" fmla="*/ 160 w 320"/>
                <a:gd name="T11" fmla="*/ 0 h 319"/>
                <a:gd name="T12" fmla="*/ 0 w 320"/>
                <a:gd name="T13" fmla="*/ 160 h 319"/>
                <a:gd name="T14" fmla="*/ 160 w 320"/>
                <a:gd name="T15" fmla="*/ 319 h 319"/>
                <a:gd name="T16" fmla="*/ 320 w 320"/>
                <a:gd name="T17" fmla="*/ 160 h 319"/>
                <a:gd name="T18" fmla="*/ 160 w 320"/>
                <a:gd name="T19" fmla="*/ 0 h 3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0" h="319">
                  <a:moveTo>
                    <a:pt x="160" y="295"/>
                  </a:moveTo>
                  <a:cubicBezTo>
                    <a:pt x="85" y="295"/>
                    <a:pt x="24" y="234"/>
                    <a:pt x="24" y="160"/>
                  </a:cubicBezTo>
                  <a:cubicBezTo>
                    <a:pt x="24" y="85"/>
                    <a:pt x="85" y="24"/>
                    <a:pt x="160" y="24"/>
                  </a:cubicBezTo>
                  <a:cubicBezTo>
                    <a:pt x="235" y="24"/>
                    <a:pt x="296" y="85"/>
                    <a:pt x="296" y="160"/>
                  </a:cubicBezTo>
                  <a:cubicBezTo>
                    <a:pt x="296" y="234"/>
                    <a:pt x="235" y="295"/>
                    <a:pt x="160" y="295"/>
                  </a:cubicBezTo>
                  <a:close/>
                  <a:moveTo>
                    <a:pt x="160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8"/>
                    <a:pt x="72" y="319"/>
                    <a:pt x="160" y="319"/>
                  </a:cubicBezTo>
                  <a:cubicBezTo>
                    <a:pt x="248" y="319"/>
                    <a:pt x="320" y="248"/>
                    <a:pt x="320" y="160"/>
                  </a:cubicBezTo>
                  <a:cubicBezTo>
                    <a:pt x="320" y="72"/>
                    <a:pt x="248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AB9D21F7-69E5-4989-B700-83BFA628EBE3}"/>
                </a:ext>
              </a:extLst>
            </p:cNvPr>
            <p:cNvSpPr/>
            <p:nvPr/>
          </p:nvSpPr>
          <p:spPr bwMode="auto">
            <a:xfrm>
              <a:off x="2087562" y="2890838"/>
              <a:ext cx="26988" cy="53975"/>
            </a:xfrm>
            <a:custGeom>
              <a:gdLst>
                <a:gd name="T0" fmla="*/ 8 w 16"/>
                <a:gd name="T1" fmla="*/ 32 h 32"/>
                <a:gd name="T2" fmla="*/ 16 w 16"/>
                <a:gd name="T3" fmla="*/ 24 h 32"/>
                <a:gd name="T4" fmla="*/ 16 w 16"/>
                <a:gd name="T5" fmla="*/ 8 h 32"/>
                <a:gd name="T6" fmla="*/ 8 w 16"/>
                <a:gd name="T7" fmla="*/ 0 h 32"/>
                <a:gd name="T8" fmla="*/ 0 w 16"/>
                <a:gd name="T9" fmla="*/ 8 h 32"/>
                <a:gd name="T10" fmla="*/ 0 w 16"/>
                <a:gd name="T11" fmla="*/ 24 h 32"/>
                <a:gd name="T12" fmla="*/ 8 w 16"/>
                <a:gd name="T13" fmla="*/ 32 h 3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32">
                  <a:moveTo>
                    <a:pt x="8" y="32"/>
                  </a:moveTo>
                  <a:cubicBezTo>
                    <a:pt x="12" y="32"/>
                    <a:pt x="16" y="28"/>
                    <a:pt x="16" y="24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4"/>
                    <a:pt x="12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4" y="32"/>
                    <a:pt x="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EC586562-D144-41CD-AED4-84E8F5DAF341}"/>
                </a:ext>
              </a:extLst>
            </p:cNvPr>
            <p:cNvSpPr/>
            <p:nvPr/>
          </p:nvSpPr>
          <p:spPr bwMode="auto">
            <a:xfrm>
              <a:off x="2087562" y="3275013"/>
              <a:ext cx="26988" cy="52388"/>
            </a:xfrm>
            <a:custGeom>
              <a:gdLst>
                <a:gd name="T0" fmla="*/ 8 w 16"/>
                <a:gd name="T1" fmla="*/ 0 h 31"/>
                <a:gd name="T2" fmla="*/ 0 w 16"/>
                <a:gd name="T3" fmla="*/ 7 h 31"/>
                <a:gd name="T4" fmla="*/ 0 w 16"/>
                <a:gd name="T5" fmla="*/ 23 h 31"/>
                <a:gd name="T6" fmla="*/ 8 w 16"/>
                <a:gd name="T7" fmla="*/ 31 h 31"/>
                <a:gd name="T8" fmla="*/ 16 w 16"/>
                <a:gd name="T9" fmla="*/ 23 h 31"/>
                <a:gd name="T10" fmla="*/ 16 w 16"/>
                <a:gd name="T11" fmla="*/ 7 h 31"/>
                <a:gd name="T12" fmla="*/ 8 w 16"/>
                <a:gd name="T13" fmla="*/ 0 h 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31">
                  <a:moveTo>
                    <a:pt x="8" y="0"/>
                  </a:moveTo>
                  <a:cubicBezTo>
                    <a:pt x="4" y="0"/>
                    <a:pt x="0" y="3"/>
                    <a:pt x="0" y="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7"/>
                    <a:pt x="4" y="31"/>
                    <a:pt x="8" y="31"/>
                  </a:cubicBezTo>
                  <a:cubicBezTo>
                    <a:pt x="12" y="31"/>
                    <a:pt x="16" y="27"/>
                    <a:pt x="16" y="23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3"/>
                    <a:pt x="12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70CE9B1C-DC03-42F5-AF4E-0E93AD46B057}"/>
                </a:ext>
              </a:extLst>
            </p:cNvPr>
            <p:cNvSpPr/>
            <p:nvPr/>
          </p:nvSpPr>
          <p:spPr bwMode="auto">
            <a:xfrm>
              <a:off x="1884362" y="3095625"/>
              <a:ext cx="52388" cy="25400"/>
            </a:xfrm>
            <a:custGeom>
              <a:gdLst>
                <a:gd name="T0" fmla="*/ 23 w 31"/>
                <a:gd name="T1" fmla="*/ 0 h 15"/>
                <a:gd name="T2" fmla="*/ 7 w 31"/>
                <a:gd name="T3" fmla="*/ 0 h 15"/>
                <a:gd name="T4" fmla="*/ 0 w 31"/>
                <a:gd name="T5" fmla="*/ 8 h 15"/>
                <a:gd name="T6" fmla="*/ 7 w 31"/>
                <a:gd name="T7" fmla="*/ 15 h 15"/>
                <a:gd name="T8" fmla="*/ 23 w 31"/>
                <a:gd name="T9" fmla="*/ 15 h 15"/>
                <a:gd name="T10" fmla="*/ 31 w 31"/>
                <a:gd name="T11" fmla="*/ 8 h 15"/>
                <a:gd name="T12" fmla="*/ 23 w 31"/>
                <a:gd name="T13" fmla="*/ 0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5">
                  <a:moveTo>
                    <a:pt x="2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8"/>
                  </a:cubicBezTo>
                  <a:cubicBezTo>
                    <a:pt x="0" y="12"/>
                    <a:pt x="3" y="15"/>
                    <a:pt x="7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7" y="15"/>
                    <a:pt x="31" y="12"/>
                    <a:pt x="31" y="8"/>
                  </a:cubicBezTo>
                  <a:cubicBezTo>
                    <a:pt x="31" y="3"/>
                    <a:pt x="27" y="0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AB500CAB-FDD1-4A9F-87AA-1069C45BC7EC}"/>
                </a:ext>
              </a:extLst>
            </p:cNvPr>
            <p:cNvSpPr/>
            <p:nvPr/>
          </p:nvSpPr>
          <p:spPr bwMode="auto">
            <a:xfrm>
              <a:off x="2266950" y="3095625"/>
              <a:ext cx="52388" cy="25400"/>
            </a:xfrm>
            <a:custGeom>
              <a:gdLst>
                <a:gd name="T0" fmla="*/ 23 w 31"/>
                <a:gd name="T1" fmla="*/ 0 h 15"/>
                <a:gd name="T2" fmla="*/ 8 w 31"/>
                <a:gd name="T3" fmla="*/ 0 h 15"/>
                <a:gd name="T4" fmla="*/ 0 w 31"/>
                <a:gd name="T5" fmla="*/ 8 h 15"/>
                <a:gd name="T6" fmla="*/ 8 w 31"/>
                <a:gd name="T7" fmla="*/ 15 h 15"/>
                <a:gd name="T8" fmla="*/ 23 w 31"/>
                <a:gd name="T9" fmla="*/ 15 h 15"/>
                <a:gd name="T10" fmla="*/ 31 w 31"/>
                <a:gd name="T11" fmla="*/ 8 h 15"/>
                <a:gd name="T12" fmla="*/ 23 w 31"/>
                <a:gd name="T13" fmla="*/ 0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5">
                  <a:moveTo>
                    <a:pt x="23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3"/>
                    <a:pt x="0" y="8"/>
                  </a:cubicBezTo>
                  <a:cubicBezTo>
                    <a:pt x="0" y="12"/>
                    <a:pt x="3" y="15"/>
                    <a:pt x="8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8" y="15"/>
                    <a:pt x="31" y="12"/>
                    <a:pt x="31" y="8"/>
                  </a:cubicBezTo>
                  <a:cubicBezTo>
                    <a:pt x="31" y="3"/>
                    <a:pt x="28" y="0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FA121CB8-B823-4FAF-974B-DA8CAFA6BEC6}"/>
                </a:ext>
              </a:extLst>
            </p:cNvPr>
            <p:cNvSpPr/>
            <p:nvPr/>
          </p:nvSpPr>
          <p:spPr bwMode="auto">
            <a:xfrm>
              <a:off x="1954212" y="2981325"/>
              <a:ext cx="193675" cy="254000"/>
            </a:xfrm>
            <a:custGeom>
              <a:gdLst>
                <a:gd name="T0" fmla="*/ 94 w 113"/>
                <a:gd name="T1" fmla="*/ 58 h 148"/>
                <a:gd name="T2" fmla="*/ 94 w 113"/>
                <a:gd name="T3" fmla="*/ 8 h 148"/>
                <a:gd name="T4" fmla="*/ 86 w 113"/>
                <a:gd name="T5" fmla="*/ 0 h 148"/>
                <a:gd name="T6" fmla="*/ 78 w 113"/>
                <a:gd name="T7" fmla="*/ 8 h 148"/>
                <a:gd name="T8" fmla="*/ 78 w 113"/>
                <a:gd name="T9" fmla="*/ 58 h 148"/>
                <a:gd name="T10" fmla="*/ 70 w 113"/>
                <a:gd name="T11" fmla="*/ 82 h 148"/>
                <a:gd name="T12" fmla="*/ 4 w 113"/>
                <a:gd name="T13" fmla="*/ 133 h 148"/>
                <a:gd name="T14" fmla="*/ 2 w 113"/>
                <a:gd name="T15" fmla="*/ 144 h 148"/>
                <a:gd name="T16" fmla="*/ 13 w 113"/>
                <a:gd name="T17" fmla="*/ 145 h 148"/>
                <a:gd name="T18" fmla="*/ 82 w 113"/>
                <a:gd name="T19" fmla="*/ 92 h 148"/>
                <a:gd name="T20" fmla="*/ 94 w 113"/>
                <a:gd name="T21" fmla="*/ 58 h 1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3" h="148">
                  <a:moveTo>
                    <a:pt x="94" y="58"/>
                  </a:moveTo>
                  <a:cubicBezTo>
                    <a:pt x="94" y="8"/>
                    <a:pt x="94" y="8"/>
                    <a:pt x="94" y="8"/>
                  </a:cubicBezTo>
                  <a:cubicBezTo>
                    <a:pt x="94" y="4"/>
                    <a:pt x="90" y="0"/>
                    <a:pt x="86" y="0"/>
                  </a:cubicBezTo>
                  <a:cubicBezTo>
                    <a:pt x="82" y="0"/>
                    <a:pt x="78" y="4"/>
                    <a:pt x="78" y="8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0" y="63"/>
                    <a:pt x="66" y="73"/>
                    <a:pt x="70" y="82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0" y="136"/>
                    <a:pt x="0" y="141"/>
                    <a:pt x="2" y="144"/>
                  </a:cubicBezTo>
                  <a:cubicBezTo>
                    <a:pt x="5" y="147"/>
                    <a:pt x="10" y="148"/>
                    <a:pt x="13" y="145"/>
                  </a:cubicBezTo>
                  <a:cubicBezTo>
                    <a:pt x="82" y="92"/>
                    <a:pt x="82" y="92"/>
                    <a:pt x="82" y="92"/>
                  </a:cubicBezTo>
                  <a:cubicBezTo>
                    <a:pt x="103" y="96"/>
                    <a:pt x="113" y="67"/>
                    <a:pt x="94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B2E9548-785D-4DDC-AF01-19614FDFDDD1}"/>
              </a:ext>
            </a:extLst>
          </p:cNvPr>
          <p:cNvGrpSpPr/>
          <p:nvPr/>
        </p:nvGrpSpPr>
        <p:grpSpPr>
          <a:xfrm>
            <a:off x="4157662" y="2310785"/>
            <a:ext cx="401638" cy="533400"/>
            <a:chOff x="4157662" y="2814638"/>
            <a:chExt cx="401638" cy="533400"/>
          </a:xfrm>
          <a:solidFill>
            <a:srgbClr val="C00000"/>
          </a:solidFill>
        </p:grpSpPr>
        <p:sp>
          <p:nvSpPr>
            <p:cNvPr id="60" name="Freeform 15">
              <a:extLst>
                <a:ext uri="{FF2B5EF4-FFF2-40B4-BE49-F238E27FC236}">
                  <a16:creationId xmlns:a16="http://schemas.microsoft.com/office/drawing/2014/main" id="{D536875F-AB2D-4E4E-9B48-DF36892F8FFC}"/>
                </a:ext>
              </a:extLst>
            </p:cNvPr>
            <p:cNvSpPr/>
            <p:nvPr/>
          </p:nvSpPr>
          <p:spPr bwMode="auto">
            <a:xfrm>
              <a:off x="4322762" y="3094038"/>
              <a:ext cx="25400" cy="42863"/>
            </a:xfrm>
            <a:custGeom>
              <a:gdLst>
                <a:gd name="T0" fmla="*/ 0 w 15"/>
                <a:gd name="T1" fmla="*/ 12 h 25"/>
                <a:gd name="T2" fmla="*/ 15 w 15"/>
                <a:gd name="T3" fmla="*/ 25 h 25"/>
                <a:gd name="T4" fmla="*/ 15 w 15"/>
                <a:gd name="T5" fmla="*/ 0 h 25"/>
                <a:gd name="T6" fmla="*/ 4 w 15"/>
                <a:gd name="T7" fmla="*/ 3 h 25"/>
                <a:gd name="T8" fmla="*/ 0 w 15"/>
                <a:gd name="T9" fmla="*/ 12 h 2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5">
                  <a:moveTo>
                    <a:pt x="0" y="12"/>
                  </a:moveTo>
                  <a:cubicBezTo>
                    <a:pt x="0" y="19"/>
                    <a:pt x="5" y="24"/>
                    <a:pt x="15" y="2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0" y="0"/>
                    <a:pt x="7" y="1"/>
                    <a:pt x="4" y="3"/>
                  </a:cubicBezTo>
                  <a:cubicBezTo>
                    <a:pt x="1" y="5"/>
                    <a:pt x="0" y="8"/>
                    <a:pt x="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5E112365-3C96-455E-ABAD-D3B82C1D4B7B}"/>
                </a:ext>
              </a:extLst>
            </p:cNvPr>
            <p:cNvSpPr/>
            <p:nvPr/>
          </p:nvSpPr>
          <p:spPr bwMode="auto">
            <a:xfrm>
              <a:off x="4365625" y="3170238"/>
              <a:ext cx="26988" cy="49213"/>
            </a:xfrm>
            <a:custGeom>
              <a:gdLst>
                <a:gd name="T0" fmla="*/ 0 w 16"/>
                <a:gd name="T1" fmla="*/ 0 h 29"/>
                <a:gd name="T2" fmla="*/ 0 w 16"/>
                <a:gd name="T3" fmla="*/ 29 h 29"/>
                <a:gd name="T4" fmla="*/ 12 w 16"/>
                <a:gd name="T5" fmla="*/ 24 h 29"/>
                <a:gd name="T6" fmla="*/ 16 w 16"/>
                <a:gd name="T7" fmla="*/ 14 h 29"/>
                <a:gd name="T8" fmla="*/ 0 w 16"/>
                <a:gd name="T9" fmla="*/ 0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8">
                  <a:moveTo>
                    <a:pt x="0" y="0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4" y="28"/>
                    <a:pt x="8" y="27"/>
                    <a:pt x="12" y="24"/>
                  </a:cubicBezTo>
                  <a:cubicBezTo>
                    <a:pt x="15" y="22"/>
                    <a:pt x="16" y="18"/>
                    <a:pt x="16" y="14"/>
                  </a:cubicBezTo>
                  <a:cubicBezTo>
                    <a:pt x="16" y="7"/>
                    <a:pt x="11" y="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17">
              <a:extLst>
                <a:ext uri="{FF2B5EF4-FFF2-40B4-BE49-F238E27FC236}">
                  <a16:creationId xmlns:a16="http://schemas.microsoft.com/office/drawing/2014/main" id="{5F16604E-D5B1-4CA3-B6BE-12C23C9377B0}"/>
                </a:ext>
              </a:extLst>
            </p:cNvPr>
            <p:cNvSpPr/>
            <p:nvPr/>
          </p:nvSpPr>
          <p:spPr bwMode="auto">
            <a:xfrm>
              <a:off x="4248150" y="2814638"/>
              <a:ext cx="225425" cy="101600"/>
            </a:xfrm>
            <a:custGeom>
              <a:gdLst>
                <a:gd name="T0" fmla="*/ 95 w 132"/>
                <a:gd name="T1" fmla="*/ 58 h 59"/>
                <a:gd name="T2" fmla="*/ 96 w 132"/>
                <a:gd name="T3" fmla="*/ 59 h 59"/>
                <a:gd name="T4" fmla="*/ 116 w 132"/>
                <a:gd name="T5" fmla="*/ 27 h 59"/>
                <a:gd name="T6" fmla="*/ 65 w 132"/>
                <a:gd name="T7" fmla="*/ 0 h 59"/>
                <a:gd name="T8" fmla="*/ 13 w 132"/>
                <a:gd name="T9" fmla="*/ 27 h 59"/>
                <a:gd name="T10" fmla="*/ 33 w 132"/>
                <a:gd name="T11" fmla="*/ 59 h 59"/>
                <a:gd name="T12" fmla="*/ 36 w 132"/>
                <a:gd name="T13" fmla="*/ 58 h 59"/>
                <a:gd name="T14" fmla="*/ 95 w 132"/>
                <a:gd name="T15" fmla="*/ 58 h 5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2" h="59">
                  <a:moveTo>
                    <a:pt x="95" y="58"/>
                  </a:moveTo>
                  <a:cubicBezTo>
                    <a:pt x="96" y="58"/>
                    <a:pt x="96" y="58"/>
                    <a:pt x="96" y="59"/>
                  </a:cubicBezTo>
                  <a:cubicBezTo>
                    <a:pt x="102" y="51"/>
                    <a:pt x="109" y="40"/>
                    <a:pt x="116" y="27"/>
                  </a:cubicBezTo>
                  <a:cubicBezTo>
                    <a:pt x="132" y="0"/>
                    <a:pt x="94" y="0"/>
                    <a:pt x="65" y="0"/>
                  </a:cubicBezTo>
                  <a:cubicBezTo>
                    <a:pt x="37" y="0"/>
                    <a:pt x="0" y="0"/>
                    <a:pt x="13" y="27"/>
                  </a:cubicBezTo>
                  <a:cubicBezTo>
                    <a:pt x="20" y="40"/>
                    <a:pt x="27" y="51"/>
                    <a:pt x="33" y="59"/>
                  </a:cubicBezTo>
                  <a:cubicBezTo>
                    <a:pt x="34" y="59"/>
                    <a:pt x="35" y="58"/>
                    <a:pt x="36" y="58"/>
                  </a:cubicBezTo>
                  <a:cubicBezTo>
                    <a:pt x="95" y="58"/>
                    <a:pt x="95" y="58"/>
                    <a:pt x="95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686C6E4D-5EB9-4EB2-809A-E0EF89017F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7662" y="2941638"/>
              <a:ext cx="401638" cy="406400"/>
            </a:xfrm>
            <a:custGeom>
              <a:gdLst>
                <a:gd name="T0" fmla="*/ 145 w 234"/>
                <a:gd name="T1" fmla="*/ 166 h 237"/>
                <a:gd name="T2" fmla="*/ 121 w 234"/>
                <a:gd name="T3" fmla="*/ 175 h 237"/>
                <a:gd name="T4" fmla="*/ 121 w 234"/>
                <a:gd name="T5" fmla="*/ 189 h 237"/>
                <a:gd name="T6" fmla="*/ 111 w 234"/>
                <a:gd name="T7" fmla="*/ 189 h 237"/>
                <a:gd name="T8" fmla="*/ 111 w 234"/>
                <a:gd name="T9" fmla="*/ 175 h 237"/>
                <a:gd name="T10" fmla="*/ 75 w 234"/>
                <a:gd name="T11" fmla="*/ 148 h 237"/>
                <a:gd name="T12" fmla="*/ 91 w 234"/>
                <a:gd name="T13" fmla="*/ 145 h 237"/>
                <a:gd name="T14" fmla="*/ 111 w 234"/>
                <a:gd name="T15" fmla="*/ 162 h 237"/>
                <a:gd name="T16" fmla="*/ 111 w 234"/>
                <a:gd name="T17" fmla="*/ 132 h 237"/>
                <a:gd name="T18" fmla="*/ 85 w 234"/>
                <a:gd name="T19" fmla="*/ 121 h 237"/>
                <a:gd name="T20" fmla="*/ 79 w 234"/>
                <a:gd name="T21" fmla="*/ 104 h 237"/>
                <a:gd name="T22" fmla="*/ 111 w 234"/>
                <a:gd name="T23" fmla="*/ 75 h 237"/>
                <a:gd name="T24" fmla="*/ 111 w 234"/>
                <a:gd name="T25" fmla="*/ 65 h 237"/>
                <a:gd name="T26" fmla="*/ 121 w 234"/>
                <a:gd name="T27" fmla="*/ 65 h 237"/>
                <a:gd name="T28" fmla="*/ 121 w 234"/>
                <a:gd name="T29" fmla="*/ 75 h 237"/>
                <a:gd name="T30" fmla="*/ 150 w 234"/>
                <a:gd name="T31" fmla="*/ 98 h 237"/>
                <a:gd name="T32" fmla="*/ 135 w 234"/>
                <a:gd name="T33" fmla="*/ 101 h 237"/>
                <a:gd name="T34" fmla="*/ 121 w 234"/>
                <a:gd name="T35" fmla="*/ 89 h 237"/>
                <a:gd name="T36" fmla="*/ 121 w 234"/>
                <a:gd name="T37" fmla="*/ 115 h 237"/>
                <a:gd name="T38" fmla="*/ 140 w 234"/>
                <a:gd name="T39" fmla="*/ 121 h 237"/>
                <a:gd name="T40" fmla="*/ 150 w 234"/>
                <a:gd name="T41" fmla="*/ 130 h 237"/>
                <a:gd name="T42" fmla="*/ 154 w 234"/>
                <a:gd name="T43" fmla="*/ 145 h 237"/>
                <a:gd name="T44" fmla="*/ 145 w 234"/>
                <a:gd name="T45" fmla="*/ 166 h 237"/>
                <a:gd name="T46" fmla="*/ 154 w 234"/>
                <a:gd name="T47" fmla="*/ 2 h 237"/>
                <a:gd name="T48" fmla="*/ 147 w 234"/>
                <a:gd name="T49" fmla="*/ 11 h 237"/>
                <a:gd name="T50" fmla="*/ 88 w 234"/>
                <a:gd name="T51" fmla="*/ 11 h 237"/>
                <a:gd name="T52" fmla="*/ 80 w 234"/>
                <a:gd name="T53" fmla="*/ 0 h 237"/>
                <a:gd name="T54" fmla="*/ 0 w 234"/>
                <a:gd name="T55" fmla="*/ 149 h 237"/>
                <a:gd name="T56" fmla="*/ 117 w 234"/>
                <a:gd name="T57" fmla="*/ 237 h 237"/>
                <a:gd name="T58" fmla="*/ 234 w 234"/>
                <a:gd name="T59" fmla="*/ 149 h 237"/>
                <a:gd name="T60" fmla="*/ 154 w 234"/>
                <a:gd name="T61" fmla="*/ 2 h 2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4" h="236">
                  <a:moveTo>
                    <a:pt x="145" y="166"/>
                  </a:moveTo>
                  <a:cubicBezTo>
                    <a:pt x="140" y="171"/>
                    <a:pt x="131" y="174"/>
                    <a:pt x="121" y="175"/>
                  </a:cubicBezTo>
                  <a:cubicBezTo>
                    <a:pt x="121" y="189"/>
                    <a:pt x="121" y="189"/>
                    <a:pt x="121" y="189"/>
                  </a:cubicBezTo>
                  <a:cubicBezTo>
                    <a:pt x="111" y="189"/>
                    <a:pt x="111" y="189"/>
                    <a:pt x="111" y="189"/>
                  </a:cubicBezTo>
                  <a:cubicBezTo>
                    <a:pt x="111" y="175"/>
                    <a:pt x="111" y="175"/>
                    <a:pt x="111" y="175"/>
                  </a:cubicBezTo>
                  <a:cubicBezTo>
                    <a:pt x="92" y="174"/>
                    <a:pt x="81" y="165"/>
                    <a:pt x="75" y="148"/>
                  </a:cubicBezTo>
                  <a:cubicBezTo>
                    <a:pt x="91" y="145"/>
                    <a:pt x="91" y="145"/>
                    <a:pt x="91" y="145"/>
                  </a:cubicBezTo>
                  <a:cubicBezTo>
                    <a:pt x="94" y="155"/>
                    <a:pt x="101" y="161"/>
                    <a:pt x="111" y="162"/>
                  </a:cubicBezTo>
                  <a:cubicBezTo>
                    <a:pt x="111" y="132"/>
                    <a:pt x="111" y="132"/>
                    <a:pt x="111" y="132"/>
                  </a:cubicBezTo>
                  <a:cubicBezTo>
                    <a:pt x="98" y="129"/>
                    <a:pt x="89" y="125"/>
                    <a:pt x="85" y="121"/>
                  </a:cubicBezTo>
                  <a:cubicBezTo>
                    <a:pt x="81" y="116"/>
                    <a:pt x="79" y="111"/>
                    <a:pt x="79" y="104"/>
                  </a:cubicBezTo>
                  <a:cubicBezTo>
                    <a:pt x="79" y="87"/>
                    <a:pt x="90" y="78"/>
                    <a:pt x="111" y="75"/>
                  </a:cubicBezTo>
                  <a:cubicBezTo>
                    <a:pt x="111" y="65"/>
                    <a:pt x="111" y="65"/>
                    <a:pt x="111" y="65"/>
                  </a:cubicBezTo>
                  <a:cubicBezTo>
                    <a:pt x="121" y="65"/>
                    <a:pt x="121" y="65"/>
                    <a:pt x="121" y="65"/>
                  </a:cubicBezTo>
                  <a:cubicBezTo>
                    <a:pt x="121" y="75"/>
                    <a:pt x="121" y="75"/>
                    <a:pt x="121" y="75"/>
                  </a:cubicBezTo>
                  <a:cubicBezTo>
                    <a:pt x="136" y="77"/>
                    <a:pt x="146" y="85"/>
                    <a:pt x="150" y="98"/>
                  </a:cubicBezTo>
                  <a:cubicBezTo>
                    <a:pt x="135" y="101"/>
                    <a:pt x="135" y="101"/>
                    <a:pt x="135" y="101"/>
                  </a:cubicBezTo>
                  <a:cubicBezTo>
                    <a:pt x="132" y="94"/>
                    <a:pt x="128" y="89"/>
                    <a:pt x="121" y="89"/>
                  </a:cubicBezTo>
                  <a:cubicBezTo>
                    <a:pt x="121" y="115"/>
                    <a:pt x="121" y="115"/>
                    <a:pt x="121" y="115"/>
                  </a:cubicBezTo>
                  <a:cubicBezTo>
                    <a:pt x="131" y="118"/>
                    <a:pt x="137" y="120"/>
                    <a:pt x="140" y="121"/>
                  </a:cubicBezTo>
                  <a:cubicBezTo>
                    <a:pt x="144" y="123"/>
                    <a:pt x="147" y="126"/>
                    <a:pt x="150" y="130"/>
                  </a:cubicBezTo>
                  <a:cubicBezTo>
                    <a:pt x="152" y="134"/>
                    <a:pt x="154" y="139"/>
                    <a:pt x="154" y="145"/>
                  </a:cubicBezTo>
                  <a:cubicBezTo>
                    <a:pt x="154" y="153"/>
                    <a:pt x="151" y="160"/>
                    <a:pt x="145" y="166"/>
                  </a:cubicBezTo>
                  <a:close/>
                  <a:moveTo>
                    <a:pt x="154" y="2"/>
                  </a:moveTo>
                  <a:cubicBezTo>
                    <a:pt x="153" y="7"/>
                    <a:pt x="150" y="11"/>
                    <a:pt x="147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4" y="11"/>
                    <a:pt x="81" y="6"/>
                    <a:pt x="80" y="0"/>
                  </a:cubicBezTo>
                  <a:cubicBezTo>
                    <a:pt x="36" y="27"/>
                    <a:pt x="0" y="95"/>
                    <a:pt x="0" y="149"/>
                  </a:cubicBezTo>
                  <a:cubicBezTo>
                    <a:pt x="0" y="218"/>
                    <a:pt x="53" y="237"/>
                    <a:pt x="117" y="237"/>
                  </a:cubicBezTo>
                  <a:cubicBezTo>
                    <a:pt x="182" y="237"/>
                    <a:pt x="234" y="218"/>
                    <a:pt x="234" y="149"/>
                  </a:cubicBezTo>
                  <a:cubicBezTo>
                    <a:pt x="234" y="97"/>
                    <a:pt x="195" y="31"/>
                    <a:pt x="15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4" name="Freeform 19">
            <a:extLst>
              <a:ext uri="{FF2B5EF4-FFF2-40B4-BE49-F238E27FC236}">
                <a16:creationId xmlns:a16="http://schemas.microsoft.com/office/drawing/2014/main" id="{CF62B8BC-79F1-4112-B084-836CFDC0592D}"/>
              </a:ext>
            </a:extLst>
          </p:cNvPr>
          <p:cNvSpPr>
            <a:spLocks noEditPoints="1"/>
          </p:cNvSpPr>
          <p:nvPr/>
        </p:nvSpPr>
        <p:spPr bwMode="auto">
          <a:xfrm>
            <a:off x="6402387" y="2401272"/>
            <a:ext cx="446088" cy="436563"/>
          </a:xfrm>
          <a:custGeom>
            <a:gdLst>
              <a:gd name="T0" fmla="*/ 130 w 260"/>
              <a:gd name="T1" fmla="*/ 106 h 254"/>
              <a:gd name="T2" fmla="*/ 14 w 260"/>
              <a:gd name="T3" fmla="*/ 67 h 254"/>
              <a:gd name="T4" fmla="*/ 247 w 260"/>
              <a:gd name="T5" fmla="*/ 67 h 254"/>
              <a:gd name="T6" fmla="*/ 255 w 260"/>
              <a:gd name="T7" fmla="*/ 119 h 254"/>
              <a:gd name="T8" fmla="*/ 5 w 260"/>
              <a:gd name="T9" fmla="*/ 119 h 254"/>
              <a:gd name="T10" fmla="*/ 130 w 260"/>
              <a:gd name="T11" fmla="*/ 127 h 254"/>
              <a:gd name="T12" fmla="*/ 255 w 260"/>
              <a:gd name="T13" fmla="*/ 119 h 254"/>
              <a:gd name="T14" fmla="*/ 130 w 260"/>
              <a:gd name="T15" fmla="*/ 191 h 254"/>
              <a:gd name="T16" fmla="*/ 14 w 260"/>
              <a:gd name="T17" fmla="*/ 151 h 254"/>
              <a:gd name="T18" fmla="*/ 247 w 260"/>
              <a:gd name="T19" fmla="*/ 151 h 254"/>
              <a:gd name="T20" fmla="*/ 255 w 260"/>
              <a:gd name="T21" fmla="*/ 204 h 254"/>
              <a:gd name="T22" fmla="*/ 5 w 260"/>
              <a:gd name="T23" fmla="*/ 204 h 254"/>
              <a:gd name="T24" fmla="*/ 130 w 260"/>
              <a:gd name="T25" fmla="*/ 212 h 254"/>
              <a:gd name="T26" fmla="*/ 255 w 260"/>
              <a:gd name="T27" fmla="*/ 204 h 254"/>
              <a:gd name="T28" fmla="*/ 255 w 260"/>
              <a:gd name="T29" fmla="*/ 34 h 254"/>
              <a:gd name="T30" fmla="*/ 5 w 260"/>
              <a:gd name="T31" fmla="*/ 34 h 254"/>
              <a:gd name="T32" fmla="*/ 260 w 260"/>
              <a:gd name="T33" fmla="*/ 51 h 254"/>
              <a:gd name="T34" fmla="*/ 130 w 260"/>
              <a:gd name="T35" fmla="*/ 0 h 254"/>
              <a:gd name="T36" fmla="*/ 0 w 260"/>
              <a:gd name="T37" fmla="*/ 51 h 254"/>
              <a:gd name="T38" fmla="*/ 0 w 260"/>
              <a:gd name="T39" fmla="*/ 77 h 254"/>
              <a:gd name="T40" fmla="*/ 9 w 260"/>
              <a:gd name="T41" fmla="*/ 106 h 254"/>
              <a:gd name="T42" fmla="*/ 0 w 260"/>
              <a:gd name="T43" fmla="*/ 135 h 254"/>
              <a:gd name="T44" fmla="*/ 0 w 260"/>
              <a:gd name="T45" fmla="*/ 161 h 254"/>
              <a:gd name="T46" fmla="*/ 9 w 260"/>
              <a:gd name="T47" fmla="*/ 191 h 254"/>
              <a:gd name="T48" fmla="*/ 0 w 260"/>
              <a:gd name="T49" fmla="*/ 220 h 254"/>
              <a:gd name="T50" fmla="*/ 260 w 260"/>
              <a:gd name="T51" fmla="*/ 220 h 254"/>
              <a:gd name="T52" fmla="*/ 251 w 260"/>
              <a:gd name="T53" fmla="*/ 191 h 254"/>
              <a:gd name="T54" fmla="*/ 260 w 260"/>
              <a:gd name="T55" fmla="*/ 161 h 254"/>
              <a:gd name="T56" fmla="*/ 260 w 260"/>
              <a:gd name="T57" fmla="*/ 135 h 254"/>
              <a:gd name="T58" fmla="*/ 251 w 260"/>
              <a:gd name="T59" fmla="*/ 106 h 254"/>
              <a:gd name="T60" fmla="*/ 260 w 260"/>
              <a:gd name="T61" fmla="*/ 77 h 254"/>
              <a:gd name="T62" fmla="*/ 260 w 260"/>
              <a:gd name="T63" fmla="*/ 51 h 254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60" h="254">
                <a:moveTo>
                  <a:pt x="255" y="77"/>
                </a:moveTo>
                <a:cubicBezTo>
                  <a:pt x="255" y="90"/>
                  <a:pt x="204" y="106"/>
                  <a:pt x="130" y="106"/>
                </a:cubicBezTo>
                <a:cubicBezTo>
                  <a:pt x="56" y="106"/>
                  <a:pt x="5" y="90"/>
                  <a:pt x="5" y="77"/>
                </a:cubicBezTo>
                <a:cubicBezTo>
                  <a:pt x="5" y="73"/>
                  <a:pt x="8" y="70"/>
                  <a:pt x="14" y="67"/>
                </a:cubicBezTo>
                <a:cubicBezTo>
                  <a:pt x="37" y="79"/>
                  <a:pt x="84" y="85"/>
                  <a:pt x="130" y="85"/>
                </a:cubicBezTo>
                <a:cubicBezTo>
                  <a:pt x="176" y="85"/>
                  <a:pt x="224" y="79"/>
                  <a:pt x="247" y="67"/>
                </a:cubicBezTo>
                <a:cubicBezTo>
                  <a:pt x="252" y="70"/>
                  <a:pt x="255" y="73"/>
                  <a:pt x="255" y="77"/>
                </a:cubicBezTo>
                <a:close/>
                <a:moveTo>
                  <a:pt x="255" y="119"/>
                </a:moveTo>
                <a:cubicBezTo>
                  <a:pt x="255" y="133"/>
                  <a:pt x="204" y="148"/>
                  <a:pt x="130" y="148"/>
                </a:cubicBezTo>
                <a:cubicBezTo>
                  <a:pt x="56" y="148"/>
                  <a:pt x="5" y="133"/>
                  <a:pt x="5" y="119"/>
                </a:cubicBezTo>
                <a:cubicBezTo>
                  <a:pt x="5" y="116"/>
                  <a:pt x="8" y="112"/>
                  <a:pt x="14" y="109"/>
                </a:cubicBezTo>
                <a:cubicBezTo>
                  <a:pt x="36" y="121"/>
                  <a:pt x="84" y="127"/>
                  <a:pt x="130" y="127"/>
                </a:cubicBezTo>
                <a:cubicBezTo>
                  <a:pt x="176" y="127"/>
                  <a:pt x="224" y="121"/>
                  <a:pt x="247" y="109"/>
                </a:cubicBezTo>
                <a:cubicBezTo>
                  <a:pt x="252" y="112"/>
                  <a:pt x="255" y="116"/>
                  <a:pt x="255" y="119"/>
                </a:cubicBezTo>
                <a:close/>
                <a:moveTo>
                  <a:pt x="255" y="161"/>
                </a:moveTo>
                <a:cubicBezTo>
                  <a:pt x="255" y="175"/>
                  <a:pt x="204" y="191"/>
                  <a:pt x="130" y="191"/>
                </a:cubicBezTo>
                <a:cubicBezTo>
                  <a:pt x="56" y="191"/>
                  <a:pt x="5" y="175"/>
                  <a:pt x="5" y="161"/>
                </a:cubicBezTo>
                <a:cubicBezTo>
                  <a:pt x="5" y="158"/>
                  <a:pt x="8" y="155"/>
                  <a:pt x="14" y="151"/>
                </a:cubicBezTo>
                <a:cubicBezTo>
                  <a:pt x="36" y="163"/>
                  <a:pt x="84" y="170"/>
                  <a:pt x="130" y="170"/>
                </a:cubicBezTo>
                <a:cubicBezTo>
                  <a:pt x="176" y="170"/>
                  <a:pt x="224" y="163"/>
                  <a:pt x="247" y="151"/>
                </a:cubicBezTo>
                <a:cubicBezTo>
                  <a:pt x="252" y="155"/>
                  <a:pt x="255" y="158"/>
                  <a:pt x="255" y="161"/>
                </a:cubicBezTo>
                <a:close/>
                <a:moveTo>
                  <a:pt x="255" y="204"/>
                </a:moveTo>
                <a:cubicBezTo>
                  <a:pt x="255" y="217"/>
                  <a:pt x="204" y="233"/>
                  <a:pt x="130" y="233"/>
                </a:cubicBezTo>
                <a:cubicBezTo>
                  <a:pt x="56" y="233"/>
                  <a:pt x="5" y="217"/>
                  <a:pt x="5" y="204"/>
                </a:cubicBezTo>
                <a:cubicBezTo>
                  <a:pt x="5" y="200"/>
                  <a:pt x="8" y="197"/>
                  <a:pt x="14" y="194"/>
                </a:cubicBezTo>
                <a:cubicBezTo>
                  <a:pt x="36" y="206"/>
                  <a:pt x="84" y="212"/>
                  <a:pt x="130" y="212"/>
                </a:cubicBezTo>
                <a:cubicBezTo>
                  <a:pt x="176" y="212"/>
                  <a:pt x="224" y="206"/>
                  <a:pt x="247" y="194"/>
                </a:cubicBezTo>
                <a:cubicBezTo>
                  <a:pt x="252" y="197"/>
                  <a:pt x="255" y="200"/>
                  <a:pt x="255" y="204"/>
                </a:cubicBezTo>
                <a:close/>
                <a:moveTo>
                  <a:pt x="130" y="5"/>
                </a:moveTo>
                <a:cubicBezTo>
                  <a:pt x="204" y="5"/>
                  <a:pt x="255" y="21"/>
                  <a:pt x="255" y="34"/>
                </a:cubicBezTo>
                <a:cubicBezTo>
                  <a:pt x="255" y="48"/>
                  <a:pt x="204" y="64"/>
                  <a:pt x="130" y="64"/>
                </a:cubicBezTo>
                <a:cubicBezTo>
                  <a:pt x="56" y="64"/>
                  <a:pt x="5" y="48"/>
                  <a:pt x="5" y="34"/>
                </a:cubicBezTo>
                <a:cubicBezTo>
                  <a:pt x="5" y="21"/>
                  <a:pt x="56" y="5"/>
                  <a:pt x="130" y="5"/>
                </a:cubicBezTo>
                <a:close/>
                <a:moveTo>
                  <a:pt x="260" y="51"/>
                </a:moveTo>
                <a:cubicBezTo>
                  <a:pt x="260" y="34"/>
                  <a:pt x="260" y="34"/>
                  <a:pt x="260" y="34"/>
                </a:cubicBezTo>
                <a:cubicBezTo>
                  <a:pt x="260" y="12"/>
                  <a:pt x="193" y="0"/>
                  <a:pt x="130" y="0"/>
                </a:cubicBezTo>
                <a:cubicBezTo>
                  <a:pt x="67" y="0"/>
                  <a:pt x="0" y="12"/>
                  <a:pt x="0" y="34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6"/>
                  <a:pt x="3" y="60"/>
                  <a:pt x="9" y="64"/>
                </a:cubicBezTo>
                <a:cubicBezTo>
                  <a:pt x="3" y="68"/>
                  <a:pt x="0" y="72"/>
                  <a:pt x="0" y="77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3" y="102"/>
                  <a:pt x="9" y="106"/>
                </a:cubicBezTo>
                <a:cubicBezTo>
                  <a:pt x="3" y="110"/>
                  <a:pt x="0" y="114"/>
                  <a:pt x="0" y="119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0"/>
                  <a:pt x="3" y="145"/>
                  <a:pt x="9" y="148"/>
                </a:cubicBezTo>
                <a:cubicBezTo>
                  <a:pt x="3" y="152"/>
                  <a:pt x="0" y="157"/>
                  <a:pt x="0" y="161"/>
                </a:cubicBezTo>
                <a:cubicBezTo>
                  <a:pt x="0" y="178"/>
                  <a:pt x="0" y="178"/>
                  <a:pt x="0" y="178"/>
                </a:cubicBezTo>
                <a:cubicBezTo>
                  <a:pt x="0" y="183"/>
                  <a:pt x="3" y="187"/>
                  <a:pt x="9" y="191"/>
                </a:cubicBezTo>
                <a:cubicBezTo>
                  <a:pt x="3" y="195"/>
                  <a:pt x="0" y="199"/>
                  <a:pt x="0" y="204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2"/>
                  <a:pt x="67" y="254"/>
                  <a:pt x="130" y="254"/>
                </a:cubicBezTo>
                <a:cubicBezTo>
                  <a:pt x="193" y="254"/>
                  <a:pt x="260" y="242"/>
                  <a:pt x="260" y="220"/>
                </a:cubicBezTo>
                <a:cubicBezTo>
                  <a:pt x="260" y="204"/>
                  <a:pt x="260" y="204"/>
                  <a:pt x="260" y="204"/>
                </a:cubicBezTo>
                <a:cubicBezTo>
                  <a:pt x="260" y="199"/>
                  <a:pt x="257" y="195"/>
                  <a:pt x="251" y="191"/>
                </a:cubicBezTo>
                <a:cubicBezTo>
                  <a:pt x="257" y="187"/>
                  <a:pt x="260" y="183"/>
                  <a:pt x="260" y="178"/>
                </a:cubicBezTo>
                <a:cubicBezTo>
                  <a:pt x="260" y="161"/>
                  <a:pt x="260" y="161"/>
                  <a:pt x="260" y="161"/>
                </a:cubicBezTo>
                <a:cubicBezTo>
                  <a:pt x="260" y="157"/>
                  <a:pt x="257" y="152"/>
                  <a:pt x="251" y="148"/>
                </a:cubicBezTo>
                <a:cubicBezTo>
                  <a:pt x="257" y="145"/>
                  <a:pt x="260" y="140"/>
                  <a:pt x="260" y="135"/>
                </a:cubicBezTo>
                <a:cubicBezTo>
                  <a:pt x="260" y="119"/>
                  <a:pt x="260" y="119"/>
                  <a:pt x="260" y="119"/>
                </a:cubicBezTo>
                <a:cubicBezTo>
                  <a:pt x="260" y="114"/>
                  <a:pt x="257" y="110"/>
                  <a:pt x="251" y="106"/>
                </a:cubicBezTo>
                <a:cubicBezTo>
                  <a:pt x="257" y="102"/>
                  <a:pt x="260" y="98"/>
                  <a:pt x="260" y="93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60" y="72"/>
                  <a:pt x="257" y="68"/>
                  <a:pt x="251" y="64"/>
                </a:cubicBezTo>
                <a:cubicBezTo>
                  <a:pt x="257" y="60"/>
                  <a:pt x="260" y="56"/>
                  <a:pt x="260" y="51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2033CA65-4D41-4986-96EC-ACD967BF781F}"/>
              </a:ext>
            </a:extLst>
          </p:cNvPr>
          <p:cNvGrpSpPr/>
          <p:nvPr/>
        </p:nvGrpSpPr>
        <p:grpSpPr>
          <a:xfrm>
            <a:off x="8637587" y="2366347"/>
            <a:ext cx="450850" cy="485775"/>
            <a:chOff x="8637587" y="2870200"/>
            <a:chExt cx="450850" cy="485775"/>
          </a:xfrm>
          <a:solidFill>
            <a:srgbClr val="C00000"/>
          </a:solidFill>
        </p:grpSpPr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F8E8966D-F235-4817-9968-627DFE24B1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37587" y="2870200"/>
              <a:ext cx="450850" cy="485775"/>
            </a:xfrm>
            <a:custGeom>
              <a:gdLst>
                <a:gd name="T0" fmla="*/ 260 w 263"/>
                <a:gd name="T1" fmla="*/ 93 h 284"/>
                <a:gd name="T2" fmla="*/ 225 w 263"/>
                <a:gd name="T3" fmla="*/ 24 h 284"/>
                <a:gd name="T4" fmla="*/ 160 w 263"/>
                <a:gd name="T5" fmla="*/ 0 h 284"/>
                <a:gd name="T6" fmla="*/ 83 w 263"/>
                <a:gd name="T7" fmla="*/ 36 h 284"/>
                <a:gd name="T8" fmla="*/ 85 w 263"/>
                <a:gd name="T9" fmla="*/ 168 h 284"/>
                <a:gd name="T10" fmla="*/ 66 w 263"/>
                <a:gd name="T11" fmla="*/ 190 h 284"/>
                <a:gd name="T12" fmla="*/ 51 w 263"/>
                <a:gd name="T13" fmla="*/ 194 h 284"/>
                <a:gd name="T14" fmla="*/ 5 w 263"/>
                <a:gd name="T15" fmla="*/ 248 h 284"/>
                <a:gd name="T16" fmla="*/ 7 w 263"/>
                <a:gd name="T17" fmla="*/ 267 h 284"/>
                <a:gd name="T18" fmla="*/ 21 w 263"/>
                <a:gd name="T19" fmla="*/ 279 h 284"/>
                <a:gd name="T20" fmla="*/ 40 w 263"/>
                <a:gd name="T21" fmla="*/ 278 h 284"/>
                <a:gd name="T22" fmla="*/ 86 w 263"/>
                <a:gd name="T23" fmla="*/ 224 h 284"/>
                <a:gd name="T24" fmla="*/ 87 w 263"/>
                <a:gd name="T25" fmla="*/ 208 h 284"/>
                <a:gd name="T26" fmla="*/ 106 w 263"/>
                <a:gd name="T27" fmla="*/ 186 h 284"/>
                <a:gd name="T28" fmla="*/ 160 w 263"/>
                <a:gd name="T29" fmla="*/ 202 h 284"/>
                <a:gd name="T30" fmla="*/ 237 w 263"/>
                <a:gd name="T31" fmla="*/ 166 h 284"/>
                <a:gd name="T32" fmla="*/ 260 w 263"/>
                <a:gd name="T33" fmla="*/ 93 h 284"/>
                <a:gd name="T34" fmla="*/ 216 w 263"/>
                <a:gd name="T35" fmla="*/ 148 h 284"/>
                <a:gd name="T36" fmla="*/ 160 w 263"/>
                <a:gd name="T37" fmla="*/ 174 h 284"/>
                <a:gd name="T38" fmla="*/ 113 w 263"/>
                <a:gd name="T39" fmla="*/ 157 h 284"/>
                <a:gd name="T40" fmla="*/ 104 w 263"/>
                <a:gd name="T41" fmla="*/ 54 h 284"/>
                <a:gd name="T42" fmla="*/ 160 w 263"/>
                <a:gd name="T43" fmla="*/ 28 h 284"/>
                <a:gd name="T44" fmla="*/ 207 w 263"/>
                <a:gd name="T45" fmla="*/ 45 h 284"/>
                <a:gd name="T46" fmla="*/ 233 w 263"/>
                <a:gd name="T47" fmla="*/ 95 h 284"/>
                <a:gd name="T48" fmla="*/ 216 w 263"/>
                <a:gd name="T49" fmla="*/ 148 h 28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3" h="284">
                  <a:moveTo>
                    <a:pt x="260" y="93"/>
                  </a:moveTo>
                  <a:cubicBezTo>
                    <a:pt x="258" y="66"/>
                    <a:pt x="246" y="42"/>
                    <a:pt x="225" y="24"/>
                  </a:cubicBezTo>
                  <a:cubicBezTo>
                    <a:pt x="207" y="9"/>
                    <a:pt x="184" y="0"/>
                    <a:pt x="160" y="0"/>
                  </a:cubicBezTo>
                  <a:cubicBezTo>
                    <a:pt x="130" y="0"/>
                    <a:pt x="102" y="13"/>
                    <a:pt x="83" y="36"/>
                  </a:cubicBezTo>
                  <a:cubicBezTo>
                    <a:pt x="50" y="75"/>
                    <a:pt x="52" y="131"/>
                    <a:pt x="85" y="168"/>
                  </a:cubicBezTo>
                  <a:cubicBezTo>
                    <a:pt x="66" y="190"/>
                    <a:pt x="66" y="190"/>
                    <a:pt x="66" y="190"/>
                  </a:cubicBezTo>
                  <a:cubicBezTo>
                    <a:pt x="61" y="188"/>
                    <a:pt x="55" y="190"/>
                    <a:pt x="51" y="194"/>
                  </a:cubicBezTo>
                  <a:cubicBezTo>
                    <a:pt x="5" y="248"/>
                    <a:pt x="5" y="248"/>
                    <a:pt x="5" y="248"/>
                  </a:cubicBezTo>
                  <a:cubicBezTo>
                    <a:pt x="0" y="254"/>
                    <a:pt x="1" y="262"/>
                    <a:pt x="7" y="267"/>
                  </a:cubicBezTo>
                  <a:cubicBezTo>
                    <a:pt x="21" y="279"/>
                    <a:pt x="21" y="279"/>
                    <a:pt x="21" y="279"/>
                  </a:cubicBezTo>
                  <a:cubicBezTo>
                    <a:pt x="27" y="284"/>
                    <a:pt x="36" y="283"/>
                    <a:pt x="40" y="278"/>
                  </a:cubicBezTo>
                  <a:cubicBezTo>
                    <a:pt x="86" y="224"/>
                    <a:pt x="86" y="224"/>
                    <a:pt x="86" y="224"/>
                  </a:cubicBezTo>
                  <a:cubicBezTo>
                    <a:pt x="90" y="219"/>
                    <a:pt x="90" y="213"/>
                    <a:pt x="87" y="208"/>
                  </a:cubicBezTo>
                  <a:cubicBezTo>
                    <a:pt x="106" y="186"/>
                    <a:pt x="106" y="186"/>
                    <a:pt x="106" y="186"/>
                  </a:cubicBezTo>
                  <a:cubicBezTo>
                    <a:pt x="122" y="196"/>
                    <a:pt x="141" y="202"/>
                    <a:pt x="160" y="202"/>
                  </a:cubicBezTo>
                  <a:cubicBezTo>
                    <a:pt x="190" y="202"/>
                    <a:pt x="217" y="189"/>
                    <a:pt x="237" y="166"/>
                  </a:cubicBezTo>
                  <a:cubicBezTo>
                    <a:pt x="254" y="146"/>
                    <a:pt x="263" y="120"/>
                    <a:pt x="260" y="93"/>
                  </a:cubicBezTo>
                  <a:close/>
                  <a:moveTo>
                    <a:pt x="216" y="148"/>
                  </a:moveTo>
                  <a:cubicBezTo>
                    <a:pt x="202" y="165"/>
                    <a:pt x="181" y="174"/>
                    <a:pt x="160" y="174"/>
                  </a:cubicBezTo>
                  <a:cubicBezTo>
                    <a:pt x="143" y="174"/>
                    <a:pt x="126" y="168"/>
                    <a:pt x="113" y="157"/>
                  </a:cubicBezTo>
                  <a:cubicBezTo>
                    <a:pt x="82" y="131"/>
                    <a:pt x="78" y="85"/>
                    <a:pt x="104" y="54"/>
                  </a:cubicBezTo>
                  <a:cubicBezTo>
                    <a:pt x="118" y="37"/>
                    <a:pt x="138" y="28"/>
                    <a:pt x="160" y="28"/>
                  </a:cubicBezTo>
                  <a:cubicBezTo>
                    <a:pt x="177" y="28"/>
                    <a:pt x="194" y="34"/>
                    <a:pt x="207" y="45"/>
                  </a:cubicBezTo>
                  <a:cubicBezTo>
                    <a:pt x="222" y="58"/>
                    <a:pt x="231" y="76"/>
                    <a:pt x="233" y="95"/>
                  </a:cubicBezTo>
                  <a:cubicBezTo>
                    <a:pt x="234" y="115"/>
                    <a:pt x="228" y="134"/>
                    <a:pt x="216" y="1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06C863C6-0277-4D8E-9E8E-6C53C8B539E6}"/>
                </a:ext>
              </a:extLst>
            </p:cNvPr>
            <p:cNvSpPr/>
            <p:nvPr/>
          </p:nvSpPr>
          <p:spPr bwMode="auto">
            <a:xfrm>
              <a:off x="8831262" y="2933700"/>
              <a:ext cx="119063" cy="66675"/>
            </a:xfrm>
            <a:custGeom>
              <a:gdLst>
                <a:gd name="T0" fmla="*/ 67 w 69"/>
                <a:gd name="T1" fmla="*/ 14 h 39"/>
                <a:gd name="T2" fmla="*/ 35 w 69"/>
                <a:gd name="T3" fmla="*/ 19 h 39"/>
                <a:gd name="T4" fmla="*/ 3 w 69"/>
                <a:gd name="T5" fmla="*/ 29 h 39"/>
                <a:gd name="T6" fmla="*/ 30 w 69"/>
                <a:gd name="T7" fmla="*/ 4 h 39"/>
                <a:gd name="T8" fmla="*/ 67 w 69"/>
                <a:gd name="T9" fmla="*/ 14 h 3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39">
                  <a:moveTo>
                    <a:pt x="67" y="14"/>
                  </a:moveTo>
                  <a:cubicBezTo>
                    <a:pt x="69" y="24"/>
                    <a:pt x="53" y="14"/>
                    <a:pt x="35" y="19"/>
                  </a:cubicBezTo>
                  <a:cubicBezTo>
                    <a:pt x="18" y="23"/>
                    <a:pt x="5" y="39"/>
                    <a:pt x="3" y="29"/>
                  </a:cubicBezTo>
                  <a:cubicBezTo>
                    <a:pt x="0" y="19"/>
                    <a:pt x="20" y="6"/>
                    <a:pt x="30" y="4"/>
                  </a:cubicBezTo>
                  <a:cubicBezTo>
                    <a:pt x="42" y="0"/>
                    <a:pt x="64" y="4"/>
                    <a:pt x="67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F2C822AF-1CC7-4621-9AE3-7982A1E8F65C}"/>
                </a:ext>
              </a:extLst>
            </p:cNvPr>
            <p:cNvSpPr/>
            <p:nvPr/>
          </p:nvSpPr>
          <p:spPr bwMode="auto">
            <a:xfrm>
              <a:off x="8951912" y="2949575"/>
              <a:ext cx="30163" cy="28575"/>
            </a:xfrm>
            <a:custGeom>
              <a:gdLst>
                <a:gd name="T0" fmla="*/ 17 w 18"/>
                <a:gd name="T1" fmla="*/ 12 h 16"/>
                <a:gd name="T2" fmla="*/ 6 w 18"/>
                <a:gd name="T3" fmla="*/ 13 h 16"/>
                <a:gd name="T4" fmla="*/ 1 w 18"/>
                <a:gd name="T5" fmla="*/ 7 h 16"/>
                <a:gd name="T6" fmla="*/ 8 w 18"/>
                <a:gd name="T7" fmla="*/ 2 h 16"/>
                <a:gd name="T8" fmla="*/ 17 w 18"/>
                <a:gd name="T9" fmla="*/ 12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17" y="12"/>
                  </a:moveTo>
                  <a:cubicBezTo>
                    <a:pt x="15" y="16"/>
                    <a:pt x="10" y="15"/>
                    <a:pt x="6" y="13"/>
                  </a:cubicBezTo>
                  <a:cubicBezTo>
                    <a:pt x="2" y="12"/>
                    <a:pt x="0" y="11"/>
                    <a:pt x="1" y="7"/>
                  </a:cubicBezTo>
                  <a:cubicBezTo>
                    <a:pt x="3" y="2"/>
                    <a:pt x="3" y="0"/>
                    <a:pt x="8" y="2"/>
                  </a:cubicBezTo>
                  <a:cubicBezTo>
                    <a:pt x="12" y="3"/>
                    <a:pt x="18" y="8"/>
                    <a:pt x="1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9" name="Freeform 23">
            <a:extLst>
              <a:ext uri="{FF2B5EF4-FFF2-40B4-BE49-F238E27FC236}">
                <a16:creationId xmlns:a16="http://schemas.microsoft.com/office/drawing/2014/main" id="{E4F95487-4159-4575-96C9-634B39E9E46D}"/>
              </a:ext>
            </a:extLst>
          </p:cNvPr>
          <p:cNvSpPr/>
          <p:nvPr/>
        </p:nvSpPr>
        <p:spPr bwMode="auto">
          <a:xfrm>
            <a:off x="2054225" y="3528398"/>
            <a:ext cx="95250" cy="758825"/>
          </a:xfrm>
          <a:custGeom>
            <a:gdLst>
              <a:gd name="T0" fmla="*/ 28 w 56"/>
              <a:gd name="T1" fmla="*/ 0 h 443"/>
              <a:gd name="T2" fmla="*/ 56 w 56"/>
              <a:gd name="T3" fmla="*/ 27 h 443"/>
              <a:gd name="T4" fmla="*/ 36 w 56"/>
              <a:gd name="T5" fmla="*/ 54 h 443"/>
              <a:gd name="T6" fmla="*/ 36 w 56"/>
              <a:gd name="T7" fmla="*/ 389 h 443"/>
              <a:gd name="T8" fmla="*/ 56 w 56"/>
              <a:gd name="T9" fmla="*/ 416 h 443"/>
              <a:gd name="T10" fmla="*/ 28 w 56"/>
              <a:gd name="T11" fmla="*/ 443 h 443"/>
              <a:gd name="T12" fmla="*/ 0 w 56"/>
              <a:gd name="T13" fmla="*/ 416 h 443"/>
              <a:gd name="T14" fmla="*/ 20 w 56"/>
              <a:gd name="T15" fmla="*/ 389 h 443"/>
              <a:gd name="T16" fmla="*/ 20 w 56"/>
              <a:gd name="T17" fmla="*/ 54 h 443"/>
              <a:gd name="T18" fmla="*/ 0 w 56"/>
              <a:gd name="T19" fmla="*/ 27 h 443"/>
              <a:gd name="T20" fmla="*/ 28 w 56"/>
              <a:gd name="T21" fmla="*/ 0 h 443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" h="442">
                <a:moveTo>
                  <a:pt x="28" y="0"/>
                </a:moveTo>
                <a:cubicBezTo>
                  <a:pt x="43" y="0"/>
                  <a:pt x="56" y="13"/>
                  <a:pt x="56" y="27"/>
                </a:cubicBezTo>
                <a:cubicBezTo>
                  <a:pt x="56" y="41"/>
                  <a:pt x="47" y="51"/>
                  <a:pt x="36" y="54"/>
                </a:cubicBezTo>
                <a:cubicBezTo>
                  <a:pt x="36" y="389"/>
                  <a:pt x="36" y="389"/>
                  <a:pt x="36" y="389"/>
                </a:cubicBezTo>
                <a:cubicBezTo>
                  <a:pt x="47" y="392"/>
                  <a:pt x="56" y="403"/>
                  <a:pt x="56" y="416"/>
                </a:cubicBezTo>
                <a:cubicBezTo>
                  <a:pt x="56" y="431"/>
                  <a:pt x="43" y="443"/>
                  <a:pt x="28" y="443"/>
                </a:cubicBezTo>
                <a:cubicBezTo>
                  <a:pt x="13" y="443"/>
                  <a:pt x="0" y="431"/>
                  <a:pt x="0" y="416"/>
                </a:cubicBezTo>
                <a:cubicBezTo>
                  <a:pt x="0" y="403"/>
                  <a:pt x="9" y="392"/>
                  <a:pt x="20" y="389"/>
                </a:cubicBezTo>
                <a:cubicBezTo>
                  <a:pt x="20" y="54"/>
                  <a:pt x="20" y="54"/>
                  <a:pt x="20" y="54"/>
                </a:cubicBezTo>
                <a:cubicBezTo>
                  <a:pt x="9" y="51"/>
                  <a:pt x="0" y="40"/>
                  <a:pt x="0" y="27"/>
                </a:cubicBezTo>
                <a:cubicBezTo>
                  <a:pt x="0" y="12"/>
                  <a:pt x="13" y="0"/>
                  <a:pt x="28" y="0"/>
                </a:cubicBezTo>
                <a:close/>
              </a:path>
            </a:pathLst>
          </a:custGeom>
          <a:solidFill>
            <a:srgbClr val="A09D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" name="Freeform 24">
            <a:extLst>
              <a:ext uri="{FF2B5EF4-FFF2-40B4-BE49-F238E27FC236}">
                <a16:creationId xmlns:a16="http://schemas.microsoft.com/office/drawing/2014/main" id="{96D03233-C28C-4F5A-A3D2-5AD5EBC351E3}"/>
              </a:ext>
            </a:extLst>
          </p:cNvPr>
          <p:cNvSpPr/>
          <p:nvPr/>
        </p:nvSpPr>
        <p:spPr bwMode="auto">
          <a:xfrm>
            <a:off x="4318000" y="3528398"/>
            <a:ext cx="93663" cy="758825"/>
          </a:xfrm>
          <a:custGeom>
            <a:gdLst>
              <a:gd name="T0" fmla="*/ 27 w 55"/>
              <a:gd name="T1" fmla="*/ 0 h 443"/>
              <a:gd name="T2" fmla="*/ 55 w 55"/>
              <a:gd name="T3" fmla="*/ 27 h 443"/>
              <a:gd name="T4" fmla="*/ 35 w 55"/>
              <a:gd name="T5" fmla="*/ 54 h 443"/>
              <a:gd name="T6" fmla="*/ 35 w 55"/>
              <a:gd name="T7" fmla="*/ 389 h 443"/>
              <a:gd name="T8" fmla="*/ 55 w 55"/>
              <a:gd name="T9" fmla="*/ 416 h 443"/>
              <a:gd name="T10" fmla="*/ 27 w 55"/>
              <a:gd name="T11" fmla="*/ 443 h 443"/>
              <a:gd name="T12" fmla="*/ 0 w 55"/>
              <a:gd name="T13" fmla="*/ 416 h 443"/>
              <a:gd name="T14" fmla="*/ 20 w 55"/>
              <a:gd name="T15" fmla="*/ 389 h 443"/>
              <a:gd name="T16" fmla="*/ 20 w 55"/>
              <a:gd name="T17" fmla="*/ 54 h 443"/>
              <a:gd name="T18" fmla="*/ 0 w 55"/>
              <a:gd name="T19" fmla="*/ 27 h 443"/>
              <a:gd name="T20" fmla="*/ 27 w 55"/>
              <a:gd name="T21" fmla="*/ 0 h 443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5" h="442">
                <a:moveTo>
                  <a:pt x="27" y="0"/>
                </a:moveTo>
                <a:cubicBezTo>
                  <a:pt x="43" y="0"/>
                  <a:pt x="55" y="13"/>
                  <a:pt x="55" y="27"/>
                </a:cubicBezTo>
                <a:cubicBezTo>
                  <a:pt x="55" y="41"/>
                  <a:pt x="47" y="51"/>
                  <a:pt x="35" y="54"/>
                </a:cubicBezTo>
                <a:cubicBezTo>
                  <a:pt x="35" y="389"/>
                  <a:pt x="35" y="389"/>
                  <a:pt x="35" y="389"/>
                </a:cubicBezTo>
                <a:cubicBezTo>
                  <a:pt x="47" y="392"/>
                  <a:pt x="55" y="403"/>
                  <a:pt x="55" y="416"/>
                </a:cubicBezTo>
                <a:cubicBezTo>
                  <a:pt x="55" y="431"/>
                  <a:pt x="43" y="443"/>
                  <a:pt x="27" y="443"/>
                </a:cubicBezTo>
                <a:cubicBezTo>
                  <a:pt x="12" y="443"/>
                  <a:pt x="0" y="431"/>
                  <a:pt x="0" y="416"/>
                </a:cubicBezTo>
                <a:cubicBezTo>
                  <a:pt x="0" y="403"/>
                  <a:pt x="8" y="392"/>
                  <a:pt x="20" y="389"/>
                </a:cubicBezTo>
                <a:cubicBezTo>
                  <a:pt x="20" y="54"/>
                  <a:pt x="20" y="54"/>
                  <a:pt x="20" y="54"/>
                </a:cubicBezTo>
                <a:cubicBezTo>
                  <a:pt x="8" y="51"/>
                  <a:pt x="0" y="40"/>
                  <a:pt x="0" y="27"/>
                </a:cubicBezTo>
                <a:cubicBezTo>
                  <a:pt x="0" y="12"/>
                  <a:pt x="12" y="0"/>
                  <a:pt x="27" y="0"/>
                </a:cubicBezTo>
                <a:close/>
              </a:path>
            </a:pathLst>
          </a:custGeom>
          <a:solidFill>
            <a:srgbClr val="A09D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" name="Freeform 25">
            <a:extLst>
              <a:ext uri="{FF2B5EF4-FFF2-40B4-BE49-F238E27FC236}">
                <a16:creationId xmlns:a16="http://schemas.microsoft.com/office/drawing/2014/main" id="{B97F0227-EC10-4239-8A08-EDA3CDCFA220}"/>
              </a:ext>
            </a:extLst>
          </p:cNvPr>
          <p:cNvSpPr/>
          <p:nvPr/>
        </p:nvSpPr>
        <p:spPr bwMode="auto">
          <a:xfrm>
            <a:off x="6567487" y="3528398"/>
            <a:ext cx="93663" cy="758825"/>
          </a:xfrm>
          <a:custGeom>
            <a:gdLst>
              <a:gd name="T0" fmla="*/ 27 w 55"/>
              <a:gd name="T1" fmla="*/ 0 h 443"/>
              <a:gd name="T2" fmla="*/ 55 w 55"/>
              <a:gd name="T3" fmla="*/ 27 h 443"/>
              <a:gd name="T4" fmla="*/ 35 w 55"/>
              <a:gd name="T5" fmla="*/ 54 h 443"/>
              <a:gd name="T6" fmla="*/ 35 w 55"/>
              <a:gd name="T7" fmla="*/ 389 h 443"/>
              <a:gd name="T8" fmla="*/ 55 w 55"/>
              <a:gd name="T9" fmla="*/ 416 h 443"/>
              <a:gd name="T10" fmla="*/ 27 w 55"/>
              <a:gd name="T11" fmla="*/ 443 h 443"/>
              <a:gd name="T12" fmla="*/ 0 w 55"/>
              <a:gd name="T13" fmla="*/ 416 h 443"/>
              <a:gd name="T14" fmla="*/ 20 w 55"/>
              <a:gd name="T15" fmla="*/ 389 h 443"/>
              <a:gd name="T16" fmla="*/ 20 w 55"/>
              <a:gd name="T17" fmla="*/ 54 h 443"/>
              <a:gd name="T18" fmla="*/ 0 w 55"/>
              <a:gd name="T19" fmla="*/ 27 h 443"/>
              <a:gd name="T20" fmla="*/ 27 w 55"/>
              <a:gd name="T21" fmla="*/ 0 h 443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5" h="442">
                <a:moveTo>
                  <a:pt x="27" y="0"/>
                </a:moveTo>
                <a:cubicBezTo>
                  <a:pt x="43" y="0"/>
                  <a:pt x="55" y="13"/>
                  <a:pt x="55" y="27"/>
                </a:cubicBezTo>
                <a:cubicBezTo>
                  <a:pt x="55" y="41"/>
                  <a:pt x="47" y="51"/>
                  <a:pt x="35" y="54"/>
                </a:cubicBezTo>
                <a:cubicBezTo>
                  <a:pt x="35" y="389"/>
                  <a:pt x="35" y="389"/>
                  <a:pt x="35" y="389"/>
                </a:cubicBezTo>
                <a:cubicBezTo>
                  <a:pt x="47" y="392"/>
                  <a:pt x="55" y="403"/>
                  <a:pt x="55" y="416"/>
                </a:cubicBezTo>
                <a:cubicBezTo>
                  <a:pt x="55" y="431"/>
                  <a:pt x="43" y="443"/>
                  <a:pt x="27" y="443"/>
                </a:cubicBezTo>
                <a:cubicBezTo>
                  <a:pt x="12" y="443"/>
                  <a:pt x="0" y="431"/>
                  <a:pt x="0" y="416"/>
                </a:cubicBezTo>
                <a:cubicBezTo>
                  <a:pt x="0" y="403"/>
                  <a:pt x="8" y="392"/>
                  <a:pt x="20" y="389"/>
                </a:cubicBezTo>
                <a:cubicBezTo>
                  <a:pt x="20" y="54"/>
                  <a:pt x="20" y="54"/>
                  <a:pt x="20" y="54"/>
                </a:cubicBezTo>
                <a:cubicBezTo>
                  <a:pt x="8" y="51"/>
                  <a:pt x="0" y="40"/>
                  <a:pt x="0" y="27"/>
                </a:cubicBezTo>
                <a:cubicBezTo>
                  <a:pt x="0" y="12"/>
                  <a:pt x="12" y="0"/>
                  <a:pt x="27" y="0"/>
                </a:cubicBezTo>
                <a:close/>
              </a:path>
            </a:pathLst>
          </a:custGeom>
          <a:solidFill>
            <a:srgbClr val="A09D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" name="Freeform 26">
            <a:extLst>
              <a:ext uri="{FF2B5EF4-FFF2-40B4-BE49-F238E27FC236}">
                <a16:creationId xmlns:a16="http://schemas.microsoft.com/office/drawing/2014/main" id="{8E97C29E-C884-4B7A-B494-17DB1BE39249}"/>
              </a:ext>
            </a:extLst>
          </p:cNvPr>
          <p:cNvSpPr/>
          <p:nvPr/>
        </p:nvSpPr>
        <p:spPr bwMode="auto">
          <a:xfrm>
            <a:off x="8839200" y="3528398"/>
            <a:ext cx="95250" cy="758825"/>
          </a:xfrm>
          <a:custGeom>
            <a:gdLst>
              <a:gd name="T0" fmla="*/ 28 w 55"/>
              <a:gd name="T1" fmla="*/ 0 h 443"/>
              <a:gd name="T2" fmla="*/ 55 w 55"/>
              <a:gd name="T3" fmla="*/ 27 h 443"/>
              <a:gd name="T4" fmla="*/ 35 w 55"/>
              <a:gd name="T5" fmla="*/ 54 h 443"/>
              <a:gd name="T6" fmla="*/ 35 w 55"/>
              <a:gd name="T7" fmla="*/ 389 h 443"/>
              <a:gd name="T8" fmla="*/ 55 w 55"/>
              <a:gd name="T9" fmla="*/ 416 h 443"/>
              <a:gd name="T10" fmla="*/ 28 w 55"/>
              <a:gd name="T11" fmla="*/ 443 h 443"/>
              <a:gd name="T12" fmla="*/ 0 w 55"/>
              <a:gd name="T13" fmla="*/ 416 h 443"/>
              <a:gd name="T14" fmla="*/ 20 w 55"/>
              <a:gd name="T15" fmla="*/ 389 h 443"/>
              <a:gd name="T16" fmla="*/ 20 w 55"/>
              <a:gd name="T17" fmla="*/ 54 h 443"/>
              <a:gd name="T18" fmla="*/ 0 w 55"/>
              <a:gd name="T19" fmla="*/ 27 h 443"/>
              <a:gd name="T20" fmla="*/ 28 w 55"/>
              <a:gd name="T21" fmla="*/ 0 h 443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5" h="442">
                <a:moveTo>
                  <a:pt x="28" y="0"/>
                </a:moveTo>
                <a:cubicBezTo>
                  <a:pt x="43" y="0"/>
                  <a:pt x="55" y="13"/>
                  <a:pt x="55" y="27"/>
                </a:cubicBezTo>
                <a:cubicBezTo>
                  <a:pt x="55" y="41"/>
                  <a:pt x="47" y="51"/>
                  <a:pt x="35" y="54"/>
                </a:cubicBezTo>
                <a:cubicBezTo>
                  <a:pt x="35" y="389"/>
                  <a:pt x="35" y="389"/>
                  <a:pt x="35" y="389"/>
                </a:cubicBezTo>
                <a:cubicBezTo>
                  <a:pt x="47" y="392"/>
                  <a:pt x="55" y="403"/>
                  <a:pt x="55" y="416"/>
                </a:cubicBezTo>
                <a:cubicBezTo>
                  <a:pt x="55" y="431"/>
                  <a:pt x="43" y="443"/>
                  <a:pt x="28" y="443"/>
                </a:cubicBezTo>
                <a:cubicBezTo>
                  <a:pt x="12" y="443"/>
                  <a:pt x="0" y="431"/>
                  <a:pt x="0" y="416"/>
                </a:cubicBezTo>
                <a:cubicBezTo>
                  <a:pt x="0" y="403"/>
                  <a:pt x="8" y="392"/>
                  <a:pt x="20" y="389"/>
                </a:cubicBezTo>
                <a:cubicBezTo>
                  <a:pt x="20" y="54"/>
                  <a:pt x="20" y="54"/>
                  <a:pt x="20" y="54"/>
                </a:cubicBezTo>
                <a:cubicBezTo>
                  <a:pt x="8" y="51"/>
                  <a:pt x="0" y="40"/>
                  <a:pt x="0" y="27"/>
                </a:cubicBezTo>
                <a:cubicBezTo>
                  <a:pt x="0" y="12"/>
                  <a:pt x="12" y="0"/>
                  <a:pt x="28" y="0"/>
                </a:cubicBezTo>
                <a:close/>
              </a:path>
            </a:pathLst>
          </a:custGeom>
          <a:solidFill>
            <a:srgbClr val="A09D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9A6E1F32-ABCC-4FD9-B233-53A24A9D63A3}"/>
              </a:ext>
            </a:extLst>
          </p:cNvPr>
          <p:cNvGrpSpPr/>
          <p:nvPr/>
        </p:nvGrpSpPr>
        <p:grpSpPr>
          <a:xfrm>
            <a:off x="1016914" y="4371519"/>
            <a:ext cx="2123412" cy="1250260"/>
            <a:chOff x="1122789" y="4371519"/>
            <a:chExt cx="1941541" cy="1250260"/>
          </a:xfrm>
        </p:grpSpPr>
        <p:sp>
          <p:nvSpPr>
            <p:cNvPr id="74" name="Title 20">
              <a:extLst>
                <a:ext uri="{FF2B5EF4-FFF2-40B4-BE49-F238E27FC236}">
                  <a16:creationId xmlns:a16="http://schemas.microsoft.com/office/drawing/2014/main" id="{888460BE-CFEC-4B71-9110-AF4D059CC06D}"/>
                </a:ext>
              </a:extLst>
            </p:cNvPr>
            <p:cNvSpPr txBox="1"/>
            <p:nvPr/>
          </p:nvSpPr>
          <p:spPr bwMode="auto">
            <a:xfrm>
              <a:off x="1122789" y="4544561"/>
              <a:ext cx="1941541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根据自己的需要添加适当的文字，模板中的所有颜色板式均可自由编辑替换，添加适当的文字。</a:t>
              </a:r>
            </a:p>
          </p:txBody>
        </p:sp>
        <p:sp>
          <p:nvSpPr>
            <p:cNvPr id="75" name="Title 20">
              <a:extLst>
                <a:ext uri="{FF2B5EF4-FFF2-40B4-BE49-F238E27FC236}">
                  <a16:creationId xmlns:a16="http://schemas.microsoft.com/office/drawing/2014/main" id="{A5878FCE-9A5C-415A-B344-C2624DE08D28}"/>
                </a:ext>
              </a:extLst>
            </p:cNvPr>
            <p:cNvSpPr txBox="1"/>
            <p:nvPr/>
          </p:nvSpPr>
          <p:spPr bwMode="auto">
            <a:xfrm>
              <a:off x="1184921" y="4371519"/>
              <a:ext cx="181727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zh-CN" altLang="en-US" sz="1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ADC5744F-45F2-401A-9FBA-C70C8C83DCAA}"/>
              </a:ext>
            </a:extLst>
          </p:cNvPr>
          <p:cNvGrpSpPr/>
          <p:nvPr/>
        </p:nvGrpSpPr>
        <p:grpSpPr>
          <a:xfrm>
            <a:off x="3288009" y="4371519"/>
            <a:ext cx="2123412" cy="1250260"/>
            <a:chOff x="3393884" y="4371519"/>
            <a:chExt cx="1941541" cy="1250260"/>
          </a:xfrm>
        </p:grpSpPr>
        <p:sp>
          <p:nvSpPr>
            <p:cNvPr id="77" name="Title 20">
              <a:extLst>
                <a:ext uri="{FF2B5EF4-FFF2-40B4-BE49-F238E27FC236}">
                  <a16:creationId xmlns:a16="http://schemas.microsoft.com/office/drawing/2014/main" id="{E99F0FF9-38A6-46C9-93B6-261F886154F5}"/>
                </a:ext>
              </a:extLst>
            </p:cNvPr>
            <p:cNvSpPr txBox="1"/>
            <p:nvPr/>
          </p:nvSpPr>
          <p:spPr bwMode="auto">
            <a:xfrm>
              <a:off x="3393884" y="4544561"/>
              <a:ext cx="1941541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根据自己的需要添加适当的文字，模板中的所有颜色板式均可自由编辑替换，添加适当的文字。</a:t>
              </a:r>
            </a:p>
          </p:txBody>
        </p:sp>
        <p:sp>
          <p:nvSpPr>
            <p:cNvPr id="78" name="Title 20">
              <a:extLst>
                <a:ext uri="{FF2B5EF4-FFF2-40B4-BE49-F238E27FC236}">
                  <a16:creationId xmlns:a16="http://schemas.microsoft.com/office/drawing/2014/main" id="{4988837C-B3ED-4ABC-9E0C-DA8458E864D9}"/>
                </a:ext>
              </a:extLst>
            </p:cNvPr>
            <p:cNvSpPr txBox="1"/>
            <p:nvPr/>
          </p:nvSpPr>
          <p:spPr bwMode="auto">
            <a:xfrm>
              <a:off x="3456016" y="4371519"/>
              <a:ext cx="181727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zh-CN" altLang="en-US" sz="1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8ADFDAFB-7098-4579-BB32-9F7721149E67}"/>
              </a:ext>
            </a:extLst>
          </p:cNvPr>
          <p:cNvGrpSpPr/>
          <p:nvPr/>
        </p:nvGrpSpPr>
        <p:grpSpPr>
          <a:xfrm>
            <a:off x="5546588" y="4371519"/>
            <a:ext cx="2123412" cy="1250260"/>
            <a:chOff x="5652463" y="4371519"/>
            <a:chExt cx="1941541" cy="1250260"/>
          </a:xfrm>
        </p:grpSpPr>
        <p:sp>
          <p:nvSpPr>
            <p:cNvPr id="80" name="Title 20">
              <a:extLst>
                <a:ext uri="{FF2B5EF4-FFF2-40B4-BE49-F238E27FC236}">
                  <a16:creationId xmlns:a16="http://schemas.microsoft.com/office/drawing/2014/main" id="{D6A0AD67-73E8-4940-A46F-F0374A281273}"/>
                </a:ext>
              </a:extLst>
            </p:cNvPr>
            <p:cNvSpPr txBox="1"/>
            <p:nvPr/>
          </p:nvSpPr>
          <p:spPr bwMode="auto">
            <a:xfrm>
              <a:off x="5652463" y="4544561"/>
              <a:ext cx="1941541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根据自己的需要添加适当的文字，模板中的所有颜色板式均可自由编辑替换，添加适当的文字。</a:t>
              </a:r>
            </a:p>
          </p:txBody>
        </p:sp>
        <p:sp>
          <p:nvSpPr>
            <p:cNvPr id="81" name="Title 20">
              <a:extLst>
                <a:ext uri="{FF2B5EF4-FFF2-40B4-BE49-F238E27FC236}">
                  <a16:creationId xmlns:a16="http://schemas.microsoft.com/office/drawing/2014/main" id="{38FE5146-8E24-4C4A-9511-B26340E6BEC6}"/>
                </a:ext>
              </a:extLst>
            </p:cNvPr>
            <p:cNvSpPr txBox="1"/>
            <p:nvPr/>
          </p:nvSpPr>
          <p:spPr bwMode="auto">
            <a:xfrm>
              <a:off x="5714595" y="4371519"/>
              <a:ext cx="181727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zh-CN" altLang="en-US" sz="1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B61F9FF5-6B63-4B42-ABB3-BB00D7AE41A6}"/>
              </a:ext>
            </a:extLst>
          </p:cNvPr>
          <p:cNvGrpSpPr/>
          <p:nvPr/>
        </p:nvGrpSpPr>
        <p:grpSpPr>
          <a:xfrm>
            <a:off x="7823552" y="4371519"/>
            <a:ext cx="2123412" cy="1250260"/>
            <a:chOff x="7929427" y="4371519"/>
            <a:chExt cx="1941541" cy="1250260"/>
          </a:xfrm>
        </p:grpSpPr>
        <p:sp>
          <p:nvSpPr>
            <p:cNvPr id="83" name="Title 20">
              <a:extLst>
                <a:ext uri="{FF2B5EF4-FFF2-40B4-BE49-F238E27FC236}">
                  <a16:creationId xmlns:a16="http://schemas.microsoft.com/office/drawing/2014/main" id="{99228950-D70D-448D-A05E-FED32912B121}"/>
                </a:ext>
              </a:extLst>
            </p:cNvPr>
            <p:cNvSpPr txBox="1"/>
            <p:nvPr/>
          </p:nvSpPr>
          <p:spPr bwMode="auto">
            <a:xfrm>
              <a:off x="7929427" y="4544561"/>
              <a:ext cx="1941541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根据自己的需要添加适当的文字，模板中的所有颜色板式均可自由编辑替换，添加适当的文字。</a:t>
              </a:r>
            </a:p>
          </p:txBody>
        </p:sp>
        <p:sp>
          <p:nvSpPr>
            <p:cNvPr id="84" name="Title 20">
              <a:extLst>
                <a:ext uri="{FF2B5EF4-FFF2-40B4-BE49-F238E27FC236}">
                  <a16:creationId xmlns:a16="http://schemas.microsoft.com/office/drawing/2014/main" id="{BF6C521A-57E6-4004-9D63-08831BEAAF66}"/>
                </a:ext>
              </a:extLst>
            </p:cNvPr>
            <p:cNvSpPr txBox="1"/>
            <p:nvPr/>
          </p:nvSpPr>
          <p:spPr bwMode="auto">
            <a:xfrm>
              <a:off x="7991559" y="4371519"/>
              <a:ext cx="181727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4300">
                  <a:solidFill>
                    <a:schemeClr val="tx1"/>
                  </a:solidFill>
                  <a:latin typeface="Calibri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zh-CN" altLang="en-US" sz="1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单击添加标题</a:t>
              </a:r>
              <a:endParaRPr lang="en-US" altLang="zh-CN" sz="1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64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9"/>
          <p:cNvSpPr txBox="1"/>
          <p:nvPr/>
        </p:nvSpPr>
        <p:spPr>
          <a:xfrm>
            <a:off x="496822" y="176237"/>
            <a:ext cx="1684579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保障措施</a:t>
            </a:r>
          </a:p>
        </p:txBody>
      </p:sp>
      <p:sp>
        <p:nvSpPr>
          <p:cNvPr id="37" name="不完整圆 36">
            <a:extLst>
              <a:ext uri="{FF2B5EF4-FFF2-40B4-BE49-F238E27FC236}">
                <a16:creationId xmlns:a16="http://schemas.microsoft.com/office/drawing/2014/main" id="{44B109B3-2509-40A2-A2F1-AC55355BB37D}"/>
              </a:ext>
            </a:extLst>
          </p:cNvPr>
          <p:cNvSpPr/>
          <p:nvPr/>
        </p:nvSpPr>
        <p:spPr>
          <a:xfrm>
            <a:off x="157324" y="176237"/>
            <a:ext cx="339498" cy="339498"/>
          </a:xfrm>
          <a:prstGeom prst="pi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圆角矩形 4">
            <a:extLst>
              <a:ext uri="{FF2B5EF4-FFF2-40B4-BE49-F238E27FC236}">
                <a16:creationId xmlns:a16="http://schemas.microsoft.com/office/drawing/2014/main" id="{5B2A09EF-1B2A-49E9-AA5C-FD8501541AE4}"/>
              </a:ext>
            </a:extLst>
          </p:cNvPr>
          <p:cNvSpPr/>
          <p:nvPr/>
        </p:nvSpPr>
        <p:spPr bwMode="auto">
          <a:xfrm>
            <a:off x="4710760" y="2075882"/>
            <a:ext cx="1531524" cy="1531524"/>
          </a:xfrm>
          <a:prstGeom prst="round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9" name="圆角矩形 5">
            <a:extLst>
              <a:ext uri="{FF2B5EF4-FFF2-40B4-BE49-F238E27FC236}">
                <a16:creationId xmlns:a16="http://schemas.microsoft.com/office/drawing/2014/main" id="{0F819033-2654-4494-916E-FE6CEE46E07A}"/>
              </a:ext>
            </a:extLst>
          </p:cNvPr>
          <p:cNvSpPr/>
          <p:nvPr/>
        </p:nvSpPr>
        <p:spPr bwMode="auto">
          <a:xfrm>
            <a:off x="6403332" y="2075882"/>
            <a:ext cx="1531524" cy="1531524"/>
          </a:xfrm>
          <a:prstGeom prst="round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0" name="圆角矩形 6">
            <a:extLst>
              <a:ext uri="{FF2B5EF4-FFF2-40B4-BE49-F238E27FC236}">
                <a16:creationId xmlns:a16="http://schemas.microsoft.com/office/drawing/2014/main" id="{C0D25C5D-6981-4893-9739-CD02CA3FDD69}"/>
              </a:ext>
            </a:extLst>
          </p:cNvPr>
          <p:cNvSpPr/>
          <p:nvPr/>
        </p:nvSpPr>
        <p:spPr bwMode="auto">
          <a:xfrm>
            <a:off x="4710760" y="3716320"/>
            <a:ext cx="1531524" cy="1531524"/>
          </a:xfrm>
          <a:prstGeom prst="round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1" name="圆角矩形 7">
            <a:extLst>
              <a:ext uri="{FF2B5EF4-FFF2-40B4-BE49-F238E27FC236}">
                <a16:creationId xmlns:a16="http://schemas.microsoft.com/office/drawing/2014/main" id="{6F52DCFE-FF55-4A9B-9615-B69B482FD6CE}"/>
              </a:ext>
            </a:extLst>
          </p:cNvPr>
          <p:cNvSpPr/>
          <p:nvPr/>
        </p:nvSpPr>
        <p:spPr bwMode="auto">
          <a:xfrm>
            <a:off x="6403332" y="3716320"/>
            <a:ext cx="1531524" cy="1531524"/>
          </a:xfrm>
          <a:prstGeom prst="round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2" name="TextBox 8">
            <a:extLst>
              <a:ext uri="{FF2B5EF4-FFF2-40B4-BE49-F238E27FC236}">
                <a16:creationId xmlns:a16="http://schemas.microsoft.com/office/drawing/2014/main" id="{596503F3-DE7D-4CD9-89BE-6EAFC00144E5}"/>
              </a:ext>
            </a:extLst>
          </p:cNvPr>
          <p:cNvSpPr txBox="1"/>
          <p:nvPr/>
        </p:nvSpPr>
        <p:spPr>
          <a:xfrm>
            <a:off x="5026629" y="2470569"/>
            <a:ext cx="892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人员管理</a:t>
            </a:r>
          </a:p>
        </p:txBody>
      </p:sp>
      <p:sp>
        <p:nvSpPr>
          <p:cNvPr id="43" name="TextBox 9">
            <a:extLst>
              <a:ext uri="{FF2B5EF4-FFF2-40B4-BE49-F238E27FC236}">
                <a16:creationId xmlns:a16="http://schemas.microsoft.com/office/drawing/2014/main" id="{AFFD4111-41A3-43D5-A43F-5A0CD330D5CA}"/>
              </a:ext>
            </a:extLst>
          </p:cNvPr>
          <p:cNvSpPr txBox="1"/>
          <p:nvPr/>
        </p:nvSpPr>
        <p:spPr>
          <a:xfrm>
            <a:off x="6722726" y="2456923"/>
            <a:ext cx="892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目标管理</a:t>
            </a:r>
          </a:p>
        </p:txBody>
      </p:sp>
      <p:sp>
        <p:nvSpPr>
          <p:cNvPr id="44" name="TextBox 10">
            <a:extLst>
              <a:ext uri="{FF2B5EF4-FFF2-40B4-BE49-F238E27FC236}">
                <a16:creationId xmlns:a16="http://schemas.microsoft.com/office/drawing/2014/main" id="{E98F07BA-DF6C-4B07-872C-249933975531}"/>
              </a:ext>
            </a:extLst>
          </p:cNvPr>
          <p:cNvSpPr txBox="1"/>
          <p:nvPr/>
        </p:nvSpPr>
        <p:spPr>
          <a:xfrm>
            <a:off x="5026629" y="4111007"/>
            <a:ext cx="892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规章制度</a:t>
            </a:r>
          </a:p>
        </p:txBody>
      </p:sp>
      <p:sp>
        <p:nvSpPr>
          <p:cNvPr id="45" name="TextBox 11">
            <a:extLst>
              <a:ext uri="{FF2B5EF4-FFF2-40B4-BE49-F238E27FC236}">
                <a16:creationId xmlns:a16="http://schemas.microsoft.com/office/drawing/2014/main" id="{650E678E-7BFF-481B-8725-B833C74BD6AB}"/>
              </a:ext>
            </a:extLst>
          </p:cNvPr>
          <p:cNvSpPr txBox="1"/>
          <p:nvPr/>
        </p:nvSpPr>
        <p:spPr>
          <a:xfrm>
            <a:off x="6722726" y="4097361"/>
            <a:ext cx="892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团队文化</a:t>
            </a:r>
          </a:p>
        </p:txBody>
      </p:sp>
      <p:sp>
        <p:nvSpPr>
          <p:cNvPr id="46" name="TextBox 12">
            <a:extLst>
              <a:ext uri="{FF2B5EF4-FFF2-40B4-BE49-F238E27FC236}">
                <a16:creationId xmlns:a16="http://schemas.microsoft.com/office/drawing/2014/main" id="{2DA0DC14-F869-4751-BE2E-98E0F1770F03}"/>
              </a:ext>
            </a:extLst>
          </p:cNvPr>
          <p:cNvSpPr txBox="1"/>
          <p:nvPr/>
        </p:nvSpPr>
        <p:spPr>
          <a:xfrm>
            <a:off x="8203531" y="2347409"/>
            <a:ext cx="29354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buNone/>
              <a:defRPr sz="2400">
                <a:solidFill>
                  <a:schemeClr val="accent1"/>
                </a:solidFill>
                <a:latin typeface="微软雅黑" charset="0"/>
                <a:ea typeface="微软雅黑" charset="0"/>
              </a:defRPr>
            </a:lvl1pPr>
          </a:lstStyle>
          <a:p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根据自己的需要添加适当的文字，模板中的所有颜色板式均可自由编辑替换，添加适当的文字。</a:t>
            </a:r>
          </a:p>
        </p:txBody>
      </p:sp>
      <p:sp>
        <p:nvSpPr>
          <p:cNvPr id="47" name="TextBox 13">
            <a:extLst>
              <a:ext uri="{FF2B5EF4-FFF2-40B4-BE49-F238E27FC236}">
                <a16:creationId xmlns:a16="http://schemas.microsoft.com/office/drawing/2014/main" id="{6233640F-30E1-4137-9C40-D7DF4800E7D6}"/>
              </a:ext>
            </a:extLst>
          </p:cNvPr>
          <p:cNvSpPr txBox="1"/>
          <p:nvPr/>
        </p:nvSpPr>
        <p:spPr>
          <a:xfrm>
            <a:off x="8203532" y="4318743"/>
            <a:ext cx="29354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buNone/>
              <a:defRPr sz="2400">
                <a:solidFill>
                  <a:schemeClr val="accent1"/>
                </a:solidFill>
                <a:latin typeface="微软雅黑" charset="0"/>
                <a:ea typeface="微软雅黑" charset="0"/>
              </a:defRPr>
            </a:lvl1pPr>
          </a:lstStyle>
          <a:p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根据自己的需要添加适当的文字，模板中的所有颜色板式均可自由编辑替换，添加适当的文字。</a:t>
            </a:r>
          </a:p>
        </p:txBody>
      </p:sp>
      <p:sp>
        <p:nvSpPr>
          <p:cNvPr id="48" name="TextBox 14">
            <a:extLst>
              <a:ext uri="{FF2B5EF4-FFF2-40B4-BE49-F238E27FC236}">
                <a16:creationId xmlns:a16="http://schemas.microsoft.com/office/drawing/2014/main" id="{DDEF076C-C58D-4FE1-895A-0E95D706ABFC}"/>
              </a:ext>
            </a:extLst>
          </p:cNvPr>
          <p:cNvSpPr txBox="1"/>
          <p:nvPr/>
        </p:nvSpPr>
        <p:spPr>
          <a:xfrm>
            <a:off x="1273845" y="2347409"/>
            <a:ext cx="31707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buNone/>
              <a:defRPr sz="2400">
                <a:solidFill>
                  <a:schemeClr val="accent1"/>
                </a:solidFill>
                <a:latin typeface="微软雅黑" charset="0"/>
                <a:ea typeface="微软雅黑" charset="0"/>
              </a:defRPr>
            </a:lvl1pPr>
          </a:lstStyle>
          <a:p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根据自己的需要添加适当的文字，模板中的所有颜色板式均可自由编辑替换，添加适当的文字。</a:t>
            </a:r>
          </a:p>
        </p:txBody>
      </p:sp>
      <p:sp>
        <p:nvSpPr>
          <p:cNvPr id="49" name="TextBox 15">
            <a:extLst>
              <a:ext uri="{FF2B5EF4-FFF2-40B4-BE49-F238E27FC236}">
                <a16:creationId xmlns:a16="http://schemas.microsoft.com/office/drawing/2014/main" id="{5B496A4D-D1B7-49B7-8594-0F1C4E67D4B6}"/>
              </a:ext>
            </a:extLst>
          </p:cNvPr>
          <p:cNvSpPr txBox="1"/>
          <p:nvPr/>
        </p:nvSpPr>
        <p:spPr>
          <a:xfrm>
            <a:off x="1273845" y="4318743"/>
            <a:ext cx="31707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buNone/>
              <a:defRPr sz="2400">
                <a:solidFill>
                  <a:schemeClr val="accent1"/>
                </a:solidFill>
                <a:latin typeface="微软雅黑" charset="0"/>
                <a:ea typeface="微软雅黑" charset="0"/>
              </a:defRPr>
            </a:lvl1pPr>
          </a:lstStyle>
          <a:p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根据自己的需要添加适当的文字，模板中的所有颜色板式均可自由编辑替换，添加适当的文字。</a:t>
            </a:r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06 -1.9334E-06 L 0.09358 0.12188" pathEditMode="relative" rAng="0" ptsTypes="AA">
                                      <p:cBhvr>
                                        <p:cTn id="13" dur="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70" y="608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06 -1.9334E-06 L -0.09149 0.12188" pathEditMode="relative" rAng="0" ptsTypes="AA">
                                      <p:cBhvr>
                                        <p:cTn id="22" dur="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83" y="6082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06 -1.10083E-06 L -0.09149 -0.11702" pathEditMode="relative" rAng="0" ptsTypes="AA">
                                      <p:cBhvr>
                                        <p:cTn id="31" dur="5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83" y="-5851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06 -1.10083E-06 L 0.09358 -0.11702" pathEditMode="relative" rAng="0" ptsTypes="AA">
                                      <p:cBhvr>
                                        <p:cTn id="40" dur="5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70" y="-58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3" name="矩形 259"/>
          <p:cNvSpPr>
            <a:spLocks noChangeArrowheads="1"/>
          </p:cNvSpPr>
          <p:nvPr/>
        </p:nvSpPr>
        <p:spPr bwMode="auto">
          <a:xfrm>
            <a:off x="2631706" y="2018010"/>
            <a:ext cx="6984775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zh-CN" altLang="en-US" sz="8800" b="1" cap="all">
                <a:solidFill>
                  <a:srgbClr val="DE0000"/>
                </a:solidFill>
                <a:latin typeface="微软雅黑" charset="0"/>
                <a:ea typeface="微软雅黑" charset="0"/>
                <a:cs typeface="Arial" pitchFamily="34" charset="0"/>
              </a:rPr>
              <a:t>谢谢你的聆听</a:t>
            </a:r>
          </a:p>
        </p:txBody>
      </p:sp>
      <p:sp>
        <p:nvSpPr>
          <p:cNvPr id="24" name="矩形 259"/>
          <p:cNvSpPr>
            <a:spLocks noChangeArrowheads="1"/>
          </p:cNvSpPr>
          <p:nvPr/>
        </p:nvSpPr>
        <p:spPr bwMode="auto">
          <a:xfrm>
            <a:off x="3602703" y="3854739"/>
            <a:ext cx="4752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buNone/>
            </a:pPr>
            <a:r>
              <a:rPr lang="zh-CN" altLang="en-US" sz="2400" b="1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竞聘岗位：TUKUPPT</a:t>
            </a:r>
          </a:p>
        </p:txBody>
      </p:sp>
      <p:sp>
        <p:nvSpPr>
          <p:cNvPr id="25" name="矩形 259"/>
          <p:cNvSpPr>
            <a:spLocks noChangeArrowheads="1"/>
          </p:cNvSpPr>
          <p:nvPr/>
        </p:nvSpPr>
        <p:spPr bwMode="auto">
          <a:xfrm>
            <a:off x="4647693" y="4316404"/>
            <a:ext cx="266254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buNone/>
            </a:pPr>
            <a:r>
              <a:rPr lang="zh-CN" altLang="en-US" sz="2400" b="1" cap="all">
                <a:solidFill>
                  <a:srgbClr val="404040"/>
                </a:solidFill>
                <a:cs typeface="Arial" pitchFamily="34" charset="0"/>
              </a:rPr>
              <a:t>竞聘人：唐峰设计</a:t>
            </a:r>
          </a:p>
        </p:txBody>
      </p:sp>
      <p:sp>
        <p:nvSpPr>
          <p:cNvPr id="10" name="等腰三角形 20">
            <a:extLst>
              <a:ext uri="{FF2B5EF4-FFF2-40B4-BE49-F238E27FC236}">
                <a16:creationId xmlns:a16="http://schemas.microsoft.com/office/drawing/2014/main" id="{D5A24CEB-3D2D-48C5-BFDC-EBC490362177}"/>
              </a:ext>
            </a:extLst>
          </p:cNvPr>
          <p:cNvSpPr/>
          <p:nvPr/>
        </p:nvSpPr>
        <p:spPr>
          <a:xfrm rot="1800000">
            <a:off x="10709696" y="3944836"/>
            <a:ext cx="1975520" cy="3637424"/>
          </a:xfrm>
          <a:custGeom>
            <a:gdLst>
              <a:gd name="connsiteX0" fmla="*/ 0 w 1975520"/>
              <a:gd name="connsiteY0" fmla="*/ 3637424 h 3637424"/>
              <a:gd name="connsiteX1" fmla="*/ 518448 w 1975520"/>
              <a:gd name="connsiteY1" fmla="*/ 0 h 3637424"/>
              <a:gd name="connsiteX2" fmla="*/ 1975520 w 1975520"/>
              <a:gd name="connsiteY2" fmla="*/ 2512193 h 3637424"/>
              <a:gd name="connsiteX3" fmla="*/ 0 w 1975520"/>
              <a:gd name="connsiteY3" fmla="*/ 3637424 h 363742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5520" h="3637424">
                <a:moveTo>
                  <a:pt x="0" y="3637424"/>
                </a:moveTo>
                <a:lnTo>
                  <a:pt x="518448" y="0"/>
                </a:lnTo>
                <a:lnTo>
                  <a:pt x="1975520" y="2512193"/>
                </a:lnTo>
                <a:lnTo>
                  <a:pt x="0" y="3637424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20">
            <a:extLst>
              <a:ext uri="{FF2B5EF4-FFF2-40B4-BE49-F238E27FC236}">
                <a16:creationId xmlns:a16="http://schemas.microsoft.com/office/drawing/2014/main" id="{9760B6B9-8512-4137-ABB1-231382176496}"/>
              </a:ext>
            </a:extLst>
          </p:cNvPr>
          <p:cNvSpPr/>
          <p:nvPr/>
        </p:nvSpPr>
        <p:spPr>
          <a:xfrm rot="12600000">
            <a:off x="-296141" y="-419459"/>
            <a:ext cx="1152379" cy="2121816"/>
          </a:xfrm>
          <a:custGeom>
            <a:gdLst>
              <a:gd name="connsiteX0" fmla="*/ 0 w 1975520"/>
              <a:gd name="connsiteY0" fmla="*/ 3637424 h 3637424"/>
              <a:gd name="connsiteX1" fmla="*/ 518448 w 1975520"/>
              <a:gd name="connsiteY1" fmla="*/ 0 h 3637424"/>
              <a:gd name="connsiteX2" fmla="*/ 1975520 w 1975520"/>
              <a:gd name="connsiteY2" fmla="*/ 2512193 h 3637424"/>
              <a:gd name="connsiteX3" fmla="*/ 0 w 1975520"/>
              <a:gd name="connsiteY3" fmla="*/ 3637424 h 363742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5520" h="3637424">
                <a:moveTo>
                  <a:pt x="0" y="3637424"/>
                </a:moveTo>
                <a:lnTo>
                  <a:pt x="518448" y="0"/>
                </a:lnTo>
                <a:lnTo>
                  <a:pt x="1975520" y="2512193"/>
                </a:lnTo>
                <a:lnTo>
                  <a:pt x="0" y="3637424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 tmFilter="0,0; .5, 1; 1, 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4" grpId="0"/>
      <p:bldP spid="24" grpId="1"/>
      <p:bldP spid="25" grpId="0"/>
      <p:bldP spid="25" grpId="1"/>
      <p:bldP spid="10" grpId="0" animBg="1"/>
      <p:bldP spid="11" grpId="0" animBg="1"/>
    </p:bldLst>
  </p:timing>
</p:sld>
</file>

<file path=ppt/tags/tag1.xml><?xml version="1.0" encoding="utf-8"?>
<p:tagLst xmlns:p="http://schemas.openxmlformats.org/presentationml/2006/main">
  <p:tag name="MH" val="20160202215101"/>
  <p:tag name="MH_LIBRARY" val="GRAPHIC"/>
  <p:tag name="MH_ORDER" val="9"/>
  <p:tag name="MH_TYPE" val="Other"/>
</p:tagLst>
</file>

<file path=ppt/tags/tag2.xml><?xml version="1.0" encoding="utf-8"?>
<p:tagLst xmlns:p="http://schemas.openxmlformats.org/presentationml/2006/main">
  <p:tag name="MH" val="20160202215101"/>
  <p:tag name="MH_LIBRARY" val="GRAPHIC"/>
  <p:tag name="MH_ORDER" val="9"/>
  <p:tag name="MH_TYPE" val="Other"/>
</p:tagLst>
</file>

<file path=ppt/tags/tag3.xml><?xml version="1.0" encoding="utf-8"?>
<p:tagLst xmlns:p="http://schemas.openxmlformats.org/presentationml/2006/main">
  <p:tag name="MH" val="20160202215101"/>
  <p:tag name="MH_LIBRARY" val="GRAPHIC"/>
  <p:tag name="MH_ORDER" val="9"/>
  <p:tag name="MH_TYPE" val="Other"/>
</p:tagLst>
</file>

<file path=ppt/tags/tag4.xml><?xml version="1.0" encoding="utf-8"?>
<p:tagLst xmlns:p="http://schemas.openxmlformats.org/presentationml/2006/main">
  <p:tag name="MH" val="20160202215101"/>
  <p:tag name="MH_LIBRARY" val="GRAPHIC"/>
  <p:tag name="MH_ORDER" val="9"/>
  <p:tag name="MH_TYPE" val="Other"/>
</p:tagLst>
</file>

<file path=ppt/tags/tag5.xml><?xml version="1.0" encoding="utf-8"?>
<p:tagLst xmlns:p="http://schemas.openxmlformats.org/presentationml/2006/main">
  <p:tag name="MH" val="20160202215101"/>
  <p:tag name="MH_LIBRARY" val="GRAPHIC"/>
  <p:tag name="MH_ORDER" val="9"/>
  <p:tag name="MH_TYPE" val="Other"/>
</p:tagLst>
</file>

<file path=ppt/tags/tag6.xml><?xml version="1.0" encoding="utf-8"?>
<p:tagLst xmlns:p="http://schemas.openxmlformats.org/presentationml/2006/main">
  <p:tag name="MH" val="20160203101803"/>
  <p:tag name="MH_LIBRARY" val="GRAPHIC"/>
  <p:tag name="MH_ORDER" val="1"/>
  <p:tag name="MH_TYPE" val="Other"/>
</p:tagLst>
</file>

<file path=ppt/tags/tag7.xml><?xml version="1.0" encoding="utf-8"?>
<p:tagLst xmlns:p="http://schemas.openxmlformats.org/presentationml/2006/main">
  <p:tag name="MH" val="20160203101803"/>
  <p:tag name="MH_LIBRARY" val="GRAPHIC"/>
  <p:tag name="MH_ORDER" val="3"/>
  <p:tag name="MH_TYPE" val="Other"/>
</p:tagLst>
</file>

<file path=ppt/tags/tag8.xml><?xml version="1.0" encoding="utf-8"?>
<p:tagLst xmlns:p="http://schemas.openxmlformats.org/presentationml/2006/main">
  <p:tag name="MH" val="20160203101803"/>
  <p:tag name="MH_LIBRARY" val="GRAPHIC"/>
  <p:tag name="MH_ORDER" val="4"/>
  <p:tag name="MH_TYPE" val="Other"/>
</p:tagLst>
</file>

<file path=ppt/tags/tag9.xml><?xml version="1.0" encoding="utf-8"?>
<p:tagLst xmlns:p="http://schemas.openxmlformats.org/presentationml/2006/main">
  <p:tag name="MH" val="20160203101803"/>
  <p:tag name="MH_LIBRARY" val="GRAPHIC"/>
  <p:tag name="MH_ORDER" val="5"/>
  <p:tag name="MH_TYPE" val="Other"/>
</p:tagLst>
</file>

<file path=ppt/tags/tag10.xml><?xml version="1.0" encoding="utf-8"?>
<p:tagLst xmlns:p="http://schemas.openxmlformats.org/presentationml/2006/main">
  <p:tag name="MH" val="20160203101803"/>
  <p:tag name="MH_LIBRARY" val="GRAPHIC"/>
  <p:tag name="MH_ORDER" val="6"/>
  <p:tag name="MH_TYPE" val="Other"/>
</p:tagLst>
</file>

<file path=ppt/tags/tag11.xml><?xml version="1.0" encoding="utf-8"?>
<p:tagLst xmlns:p="http://schemas.openxmlformats.org/presentationml/2006/main">
  <p:tag name="MH" val="20160203101803"/>
  <p:tag name="MH_LIBRARY" val="GRAPHIC"/>
  <p:tag name="MH_ORDER" val="7"/>
  <p:tag name="MH_TYPE" val="Other"/>
</p:tagLst>
</file>

<file path=ppt/tags/tag12.xml><?xml version="1.0" encoding="utf-8"?>
<p:tagLst xmlns:p="http://schemas.openxmlformats.org/presentationml/2006/main">
  <p:tag name="MH" val="20160203101803"/>
  <p:tag name="MH_LIBRARY" val="GRAPHIC"/>
  <p:tag name="MH_ORDER" val="8"/>
  <p:tag name="MH_TYPE" val="Other"/>
</p:tagLst>
</file>

<file path=ppt/tags/tag13.xml><?xml version="1.0" encoding="utf-8"?>
<p:tagLst xmlns:p="http://schemas.openxmlformats.org/presentationml/2006/main">
  <p:tag name="MH" val="20160202082519"/>
  <p:tag name="MH_LIBRARY" val="GRAPHIC"/>
  <p:tag name="MH_ORDER" val="1"/>
  <p:tag name="MH_TYPE" val="Text"/>
</p:tagLst>
</file>

<file path=ppt/tags/tag14.xml><?xml version="1.0" encoding="utf-8"?>
<p:tagLst xmlns:p="http://schemas.openxmlformats.org/presentationml/2006/main">
  <p:tag name="MH" val="20160202082519"/>
  <p:tag name="MH_LIBRARY" val="GRAPHIC"/>
  <p:tag name="MH_ORDER" val="1"/>
  <p:tag name="MH_TYPE" val="SubTitle"/>
</p:tagLst>
</file>

<file path=ppt/tags/tag15.xml><?xml version="1.0" encoding="utf-8"?>
<p:tagLst xmlns:p="http://schemas.openxmlformats.org/presentationml/2006/main">
  <p:tag name="MH" val="20160202082519"/>
  <p:tag name="MH_LIBRARY" val="GRAPHIC"/>
  <p:tag name="MH_ORDER" val="1"/>
  <p:tag name="MH_TYPE" val="Text"/>
</p:tagLst>
</file>

<file path=ppt/tags/tag16.xml><?xml version="1.0" encoding="utf-8"?>
<p:tagLst xmlns:p="http://schemas.openxmlformats.org/presentationml/2006/main">
  <p:tag name="MH" val="20160202082519"/>
  <p:tag name="MH_LIBRARY" val="GRAPHIC"/>
  <p:tag name="MH_ORDER" val="1"/>
  <p:tag name="MH_TYPE" val="SubTitle"/>
</p:tagLst>
</file>

<file path=ppt/tags/tag17.xml><?xml version="1.0" encoding="utf-8"?>
<p:tagLst xmlns:p="http://schemas.openxmlformats.org/presentationml/2006/main">
  <p:tag name="MH" val="20160202082519"/>
  <p:tag name="MH_LIBRARY" val="GRAPHIC"/>
  <p:tag name="MH_ORDER" val="1"/>
  <p:tag name="MH_TYPE" val="Text"/>
</p:tagLst>
</file>

<file path=ppt/tags/tag18.xml><?xml version="1.0" encoding="utf-8"?>
<p:tagLst xmlns:p="http://schemas.openxmlformats.org/presentationml/2006/main">
  <p:tag name="MH" val="20160202082519"/>
  <p:tag name="MH_LIBRARY" val="GRAPHIC"/>
  <p:tag name="MH_ORDER" val="1"/>
  <p:tag name="MH_TYPE" val="SubTitle"/>
</p:tagLst>
</file>

<file path=ppt/tags/tag19.xml><?xml version="1.0" encoding="utf-8"?>
<p:tagLst xmlns:p="http://schemas.openxmlformats.org/presentationml/2006/main">
  <p:tag name="MH" val="20160203101803"/>
  <p:tag name="MH_LIBRARY" val="GRAPHIC"/>
  <p:tag name="MH_ORDER" val="2"/>
  <p:tag name="MH_TYPE" val="Other"/>
</p:tagLst>
</file>

<file path=ppt/tags/tag20.xml><?xml version="1.0" encoding="utf-8"?>
<p:tagLst xmlns:p="http://schemas.openxmlformats.org/presentationml/2006/main">
  <p:tag name="MH" val="20160203101803"/>
  <p:tag name="MH_LIBRARY" val="GRAPHIC"/>
  <p:tag name="MH_ORDER" val="1"/>
  <p:tag name="MH_TYPE" val="Title"/>
</p:tagLst>
</file>

<file path=ppt/tags/tag21.xml><?xml version="1.0" encoding="utf-8"?>
<p:tagLst xmlns:p="http://schemas.openxmlformats.org/presentationml/2006/main">
  <p:tag name="AS_NET" val="4.0.30319.42000"/>
  <p:tag name="AS_OS" val="Microsoft Windows NT 6.2.9200.0"/>
  <p:tag name="AS_RELEASE_DATE" val="2024.05.14"/>
  <p:tag name="AS_TITLE" val="Aspose.Slides for .NET 4.0 Client Profile"/>
  <p:tag name="AS_VERSION" val="24.5"/>
  <p:tag name="ISPRING_PRESENTATION_TITLE" val="绿黑岗位竞聘"/>
</p:tagLst>
</file>

<file path=ppt/theme/theme1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宽屏</PresentationFormat>
  <Paragraphs>218</Paragraphs>
  <Slides>26</Slides>
  <Notes>26</Notes>
  <TotalTime>205</TotalTime>
  <HiddenSlides>0</HiddenSlides>
  <MMClips>1</MMClips>
  <ScaleCrop>0</ScaleCrop>
  <HeadingPairs>
    <vt:vector baseType="variant" size="6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baseType="lpstr" size="45">
      <vt:lpstr>Arial</vt:lpstr>
      <vt:lpstr>Calibri Light</vt:lpstr>
      <vt:lpstr>Calibri</vt:lpstr>
      <vt:lpstr>微软雅黑</vt:lpstr>
      <vt:lpstr>Times New Roman</vt:lpstr>
      <vt:lpstr>Impact</vt:lpstr>
      <vt:lpstr>FZYaoTi</vt:lpstr>
      <vt:lpstr>Microsoft YaHei</vt:lpstr>
      <vt:lpstr>方正兰亭粗黑简体</vt:lpstr>
      <vt:lpstr>方正兰亭粗黑_GBK</vt:lpstr>
      <vt:lpstr>Wingdings</vt:lpstr>
      <vt:lpstr>Kartika</vt:lpstr>
      <vt:lpstr>宋体</vt:lpstr>
      <vt:lpstr>MS PGothic</vt:lpstr>
      <vt:lpstr>微软雅黑 Light</vt:lpstr>
      <vt:lpstr>方正兰亭黑简体</vt:lpstr>
      <vt:lpstr>Arial Black</vt:lpstr>
      <vt:lpstr>方正姚体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lastModifiedBy>Administrator</cp:lastModifiedBy>
  <cp:revision>2</cp:revision>
  <dcterms:created xsi:type="dcterms:W3CDTF">2015-10-29T02:00:00Z</dcterms:created>
  <dcterms:modified xsi:type="dcterms:W3CDTF">2024-12-18T06:44:20Z</dcterms:modified>
  <dc:subject>tukuppt</dc:subject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KSOProductBuildVer">
    <vt:lpwstr>2052-10.1.0.5740</vt:lpwstr>
  </property>
</Properties>
</file>