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fntdata" ContentType="application/x-fontdata"/>
  <Default Extension="png" ContentType="image/png"/>
  <Default Extension="svg" ContentType="image/svg"/>
  <Default Extension="mp4" ContentType="video/mp4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24.5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8" r:id="rId5"/>
    <p:sldId id="257" r:id="rId6"/>
    <p:sldId id="279" r:id="rId7"/>
    <p:sldId id="287" r:id="rId8"/>
    <p:sldId id="260" r:id="rId9"/>
    <p:sldId id="261" r:id="rId10"/>
    <p:sldId id="262" r:id="rId11"/>
    <p:sldId id="263" r:id="rId12"/>
    <p:sldId id="288" r:id="rId13"/>
    <p:sldId id="264" r:id="rId14"/>
    <p:sldId id="265" r:id="rId15"/>
    <p:sldId id="266" r:id="rId16"/>
    <p:sldId id="289" r:id="rId17"/>
    <p:sldId id="267" r:id="rId18"/>
    <p:sldId id="286" r:id="rId19"/>
    <p:sldId id="268" r:id="rId20"/>
    <p:sldId id="290" r:id="rId21"/>
    <p:sldId id="270" r:id="rId22"/>
  </p:sldIdLst>
  <p:sldSz cx="12192000" cy="6858000"/>
  <p:notesSz cx="6858000" cy="9144000"/>
  <p:embeddedFontLst>
    <p:embeddedFont>
      <p:font typeface="方正清刻本悦宋简体" panose="02000000000000000000" pitchFamily="2" charset="-122"/>
      <p:regular r:id="rId24"/>
    </p:embeddedFont>
    <p:embeddedFont>
      <p:font typeface="幼圆" panose="02010509060101010101" pitchFamily="49" charset="-122"/>
      <p:regular r:id="rId25"/>
    </p:embeddedFont>
    <p:embeddedFont>
      <p:font typeface="Tahoma" panose="020B0604030504040204" pitchFamily="34" charset="0"/>
      <p:regular r:id="rId26"/>
      <p:bold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1687944184286" panose="020B0604020202020204" pitchFamily="34" charset="0"/>
      <p:regular r:id="rId32"/>
    </p:embeddedFont>
    <p:embeddedFont>
      <p:font typeface="微软雅黑" panose="020B0503020204020204" charset="-122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Malgun Gothic" panose="020B0503020000020004" charset="-127"/>
      <p:regular r:id="rId38"/>
    </p:embeddedFont>
    <p:embeddedFont>
      <p:font typeface="等线" panose="02010600030101010101" charset="-122"/>
      <p:regular r:id="rId39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434" y="48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tags" Target="tags/tag2.xml" /><Relationship Id="rId24" Type="http://schemas.openxmlformats.org/officeDocument/2006/relationships/font" Target="fonts/font1.fntdata" /><Relationship Id="rId25" Type="http://schemas.openxmlformats.org/officeDocument/2006/relationships/font" Target="fonts/font2.fntdata" /><Relationship Id="rId26" Type="http://schemas.openxmlformats.org/officeDocument/2006/relationships/font" Target="fonts/font3.fntdata" /><Relationship Id="rId27" Type="http://schemas.openxmlformats.org/officeDocument/2006/relationships/font" Target="fonts/font4.fntdata" /><Relationship Id="rId28" Type="http://schemas.openxmlformats.org/officeDocument/2006/relationships/font" Target="fonts/font5.fntdata" /><Relationship Id="rId29" Type="http://schemas.openxmlformats.org/officeDocument/2006/relationships/font" Target="fonts/font6.fntdata" /><Relationship Id="rId3" Type="http://schemas.openxmlformats.org/officeDocument/2006/relationships/handoutMaster" Target="handoutMasters/handoutMaster1.xml" /><Relationship Id="rId30" Type="http://schemas.openxmlformats.org/officeDocument/2006/relationships/font" Target="fonts/font7.fntdata" /><Relationship Id="rId31" Type="http://schemas.openxmlformats.org/officeDocument/2006/relationships/font" Target="fonts/font8.fntdata" /><Relationship Id="rId32" Type="http://schemas.openxmlformats.org/officeDocument/2006/relationships/font" Target="fonts/font9.fntdata" /><Relationship Id="rId33" Type="http://schemas.openxmlformats.org/officeDocument/2006/relationships/font" Target="fonts/font10.fntdata" /><Relationship Id="rId34" Type="http://schemas.openxmlformats.org/officeDocument/2006/relationships/font" Target="fonts/font11.fntdata" /><Relationship Id="rId35" Type="http://schemas.openxmlformats.org/officeDocument/2006/relationships/font" Target="fonts/font12.fntdata" /><Relationship Id="rId36" Type="http://schemas.openxmlformats.org/officeDocument/2006/relationships/font" Target="fonts/font13.fntdata" /><Relationship Id="rId37" Type="http://schemas.openxmlformats.org/officeDocument/2006/relationships/font" Target="fonts/font14.fntdata" /><Relationship Id="rId38" Type="http://schemas.openxmlformats.org/officeDocument/2006/relationships/font" Target="fonts/font15.fntdata" /><Relationship Id="rId39" Type="http://schemas.openxmlformats.org/officeDocument/2006/relationships/font" Target="fonts/font16.fntdata" /><Relationship Id="rId4" Type="http://schemas.openxmlformats.org/officeDocument/2006/relationships/slide" Target="slides/slide1.xml" /><Relationship Id="rId40" Type="http://schemas.openxmlformats.org/officeDocument/2006/relationships/presProps" Target="presProps.xml" /><Relationship Id="rId41" Type="http://schemas.openxmlformats.org/officeDocument/2006/relationships/viewProps" Target="viewProps.xml" /><Relationship Id="rId42" Type="http://schemas.openxmlformats.org/officeDocument/2006/relationships/theme" Target="theme/theme1.xml" /><Relationship Id="rId43" Type="http://schemas.openxmlformats.org/officeDocument/2006/relationships/tableStyles" Target="tableStyles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openxmlformats.org/officeDocument/2006/relationships/themeOverride" Target="../theme/themeOverrid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Relationship Id="rId2" Type="http://schemas.openxmlformats.org/officeDocument/2006/relationships/themeOverride" Target="../theme/themeOverride2.xml" /></Relationships>
</file>

<file path=ppt/charts/_rels/chart8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/Relationships>
</file>

<file path=ppt/charts/_rels/chart9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 /></Relationships>
</file>

<file path=ppt/charts/_rels/chart10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 /></Relationships>
</file>

<file path=ppt/charts/_rels/chart1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 /></Relationships>
</file>

<file path=ppt/charts/_rels/chart1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 /></Relationships>
</file>

<file path=ppt/charts/_rels/chart1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 /></Relationships>
</file>

<file path=ppt/charts/_rels/chart1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 /></Relationships>
</file>

<file path=ppt/charts/_rels/chart1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 /></Relationships>
</file>

<file path=ppt/charts/_rels/chart1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/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invertIfNegative val="1"/>
            <c:spPr>
              <a:solidFill>
                <a:srgbClr val="C1CBD7"/>
              </a:solidFill>
            </c:spPr>
          </c:dPt>
          <c:dPt>
            <c:idx val="1"/>
            <c:invertIfNegative val="1"/>
            <c:spPr>
              <a:solidFill>
                <a:schemeClr val="bg1">
                  <a:lumMod val="95000"/>
                </a:schemeClr>
              </a:solidFill>
            </c:spPr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75"/>
      </c:doughnut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invertIfNegative val="1"/>
            <c:spPr>
              <a:solidFill>
                <a:srgbClr val="4A5A69"/>
              </a:solidFill>
            </c:spPr>
          </c:dPt>
          <c:dPt>
            <c:idx val="1"/>
            <c:invertIfNegative val="1"/>
            <c:spPr>
              <a:noFill/>
            </c:spPr>
          </c:dPt>
          <c:dLbls>
            <c:delete val="1"/>
            <c:leaderLines/>
            <c:extLst/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/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invertIfNegative val="1"/>
            <c:spPr>
              <a:solidFill>
                <a:srgbClr val="C1CBD7"/>
              </a:solidFill>
            </c:spPr>
          </c:dPt>
          <c:dPt>
            <c:idx val="1"/>
            <c:invertIfNegative val="1"/>
            <c:spPr>
              <a:solidFill>
                <a:schemeClr val="bg1">
                  <a:lumMod val="95000"/>
                </a:schemeClr>
              </a:solidFill>
            </c:spPr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75"/>
      </c:doughnut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invertIfNegative val="1"/>
            <c:spPr>
              <a:solidFill>
                <a:srgbClr val="4A5A69"/>
              </a:solidFill>
            </c:spPr>
          </c:dPt>
          <c:dPt>
            <c:idx val="1"/>
            <c:invertIfNegative val="1"/>
            <c:spPr>
              <a:noFill/>
            </c:spPr>
          </c:dPt>
          <c:dLbls>
            <c:delete val="1"/>
            <c:leaderLines/>
            <c:extLst/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/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invertIfNegative val="1"/>
            <c:spPr>
              <a:solidFill>
                <a:srgbClr val="C1CBD7"/>
              </a:solidFill>
            </c:spPr>
          </c:dPt>
          <c:dPt>
            <c:idx val="1"/>
            <c:invertIfNegative val="1"/>
            <c:spPr>
              <a:solidFill>
                <a:schemeClr val="bg1">
                  <a:lumMod val="95000"/>
                </a:schemeClr>
              </a:solidFill>
            </c:spPr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75"/>
      </c:doughnut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9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invertIfNegative val="1"/>
            <c:spPr>
              <a:solidFill>
                <a:srgbClr val="4A5A69"/>
              </a:solidFill>
            </c:spPr>
          </c:dPt>
          <c:dPt>
            <c:idx val="1"/>
            <c:invertIfNegative val="1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10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invertIfNegative val="1"/>
            <c:spPr>
              <a:solidFill>
                <a:srgbClr val="C1CBD7"/>
              </a:solidFill>
            </c:spPr>
          </c:dPt>
          <c:dPt>
            <c:idx val="1"/>
            <c:invertIfNegative val="1"/>
            <c:spPr>
              <a:solidFill>
                <a:schemeClr val="bg1">
                  <a:lumMod val="95000"/>
                </a:schemeClr>
              </a:solidFill>
            </c:spPr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75"/>
      </c:doughnut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1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invertIfNegative val="1"/>
            <c:spPr>
              <a:solidFill>
                <a:srgbClr val="4A5A69"/>
              </a:solidFill>
            </c:spPr>
          </c:dPt>
          <c:dPt>
            <c:idx val="1"/>
            <c:invertIfNegative val="1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1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invertIfNegative val="1"/>
            <c:spPr>
              <a:solidFill>
                <a:srgbClr val="C1CBD7"/>
              </a:solidFill>
            </c:spPr>
          </c:dPt>
          <c:dPt>
            <c:idx val="1"/>
            <c:invertIfNegative val="1"/>
            <c:spPr>
              <a:solidFill>
                <a:schemeClr val="bg1">
                  <a:lumMod val="95000"/>
                </a:schemeClr>
              </a:solidFill>
            </c:spPr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75"/>
      </c:doughnut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1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invertIfNegative val="1"/>
            <c:spPr>
              <a:solidFill>
                <a:srgbClr val="4A5A69"/>
              </a:solidFill>
            </c:spPr>
          </c:dPt>
          <c:dPt>
            <c:idx val="1"/>
            <c:invertIfNegative val="1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1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807022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invertIfNegative val="1"/>
            <c:spPr>
              <a:solidFill>
                <a:srgbClr val="C1CBD7"/>
              </a:solidFill>
            </c:spPr>
          </c:dPt>
          <c:dPt>
            <c:idx val="1"/>
            <c:invertIfNegative val="1"/>
            <c:spPr>
              <a:solidFill>
                <a:schemeClr val="bg1">
                  <a:lumMod val="95000"/>
                </a:schemeClr>
              </a:solidFill>
            </c:spPr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75"/>
      </c:doughnut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1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invertIfNegative val="1"/>
            <c:spPr>
              <a:solidFill>
                <a:srgbClr val="4A5A69"/>
              </a:solidFill>
            </c:spPr>
          </c:dPt>
          <c:dPt>
            <c:idx val="1"/>
            <c:invertIfNegative val="1"/>
            <c:spPr>
              <a:noFill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</c:plotArea>
    <c:plotVisOnly val="1"/>
    <c:dispBlanksAs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charts/chart1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ineChart>
        <c:grouping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 cmpd="sng" algn="ctr">
              <a:solidFill>
                <a:srgbClr val="92A3B8"/>
              </a:solidFill>
              <a:prstDash val="solid"/>
              <a:round/>
            </a:ln>
          </c:spPr>
          <c:marker>
            <c:symbol val="circle"/>
            <c:spPr>
              <a:solidFill>
                <a:srgbClr val="92A3B8"/>
              </a:solidFill>
              <a:ln w="6350" cap="flat" cmpd="sng" algn="ctr">
                <a:solidFill>
                  <a:srgbClr val="92A3B8"/>
                </a:solidFill>
                <a:prstDash val="solid"/>
                <a:round/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4300</c:v>
                </c:pt>
                <c:pt idx="1">
                  <c:v>3700</c:v>
                </c:pt>
                <c:pt idx="2">
                  <c:v>5050</c:v>
                </c:pt>
                <c:pt idx="3">
                  <c:v>3500</c:v>
                </c:pt>
                <c:pt idx="4">
                  <c:v>4500</c:v>
                </c:pt>
                <c:pt idx="5">
                  <c:v>6700</c:v>
                </c:pt>
                <c:pt idx="6">
                  <c:v>3600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 cap="rnd" cmpd="sng" algn="ctr">
              <a:solidFill>
                <a:srgbClr val="4A5A69"/>
              </a:solidFill>
              <a:prstDash val="solid"/>
              <a:round/>
            </a:ln>
          </c:spPr>
          <c:marker>
            <c:symbol val="circle"/>
            <c:spPr>
              <a:solidFill>
                <a:srgbClr val="4A5A69"/>
              </a:solidFill>
              <a:ln w="6350" cap="flat" cmpd="sng" algn="ctr">
                <a:solidFill>
                  <a:srgbClr val="4A5A69"/>
                </a:solidFill>
                <a:prstDash val="solid"/>
                <a:round/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77154112"/>
        <c:axId val="477154504"/>
      </c:lineChart>
      <c:catAx>
        <c:axId val="477154112"/>
        <c:scaling>
          <c:orientation/>
        </c:scaling>
        <c:delete val="0"/>
        <c:axPos val="b"/>
        <c:numFmt formatCode="General" sourceLinked="0"/>
        <c:majorTickMark val="out"/>
        <c:minorTickMark val="none"/>
        <c:txPr>
          <a:bodyPr rot="-60000000" spcFirstLastPara="0" vertOverflow="ellipsis" vert="horz" wrap="square" anchor="ctr" anchorCtr="1"/>
          <a:p>
            <a:pPr>
              <a:defRPr lang="zh-CN" sz="1200" b="0" i="0" u="none" strike="noStrike" kern="1200" baseline="0" smtId="4294967295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 sz="1200" b="0" i="0" u="none" strike="noStrike" kern="1200" baseline="0" smtId="4294967295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c:txPr>
        <c:crossAx val="477154504"/>
        <c:crosses val="autoZero"/>
        <c:auto val="0"/>
        <c:lblAlgn val="ctr"/>
        <c:lblOffset/>
        <c:noMultiLvlLbl val="0"/>
      </c:catAx>
      <c:valAx>
        <c:axId val="477154504"/>
        <c:scaling>
          <c:orientation/>
        </c:scaling>
        <c:delete val="0"/>
        <c:axPos val="l"/>
        <c:majorGridlines>
          <c:spPr>
            <a:ln w="6350" cap="flat" cmpd="sng" algn="ctr">
              <a:solidFill>
                <a:schemeClr val="bg1">
                  <a:alpha val="44000"/>
                </a:schemeClr>
              </a:solidFill>
              <a:prstDash val="dash"/>
              <a:rou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c:spPr>
        </c:majorGridlines>
        <c:numFmt formatCode="General" sourceLinked="1"/>
        <c:majorTickMark val="out"/>
        <c:minorTickMark val="none"/>
        <c:txPr>
          <a:bodyPr rot="-60000000" spcFirstLastPara="0" vertOverflow="ellipsis" vert="horz" wrap="square" anchor="ctr" anchorCtr="1"/>
          <a:p>
            <a:pPr>
              <a:defRPr lang="zh-CN" sz="1200" b="0" i="0" u="none" strike="noStrike" kern="1200" baseline="0" smtId="4294967295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 sz="1200" b="0" i="0" u="none" strike="noStrike" kern="1200" baseline="0" smtId="4294967295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c:txPr>
        <c:crossAx val="477154112"/>
        <c:crosses val="autoZero"/>
        <c:crossBetween val="between"/>
      </c:valAx>
      <c:spPr>
        <a:noFill/>
        <a:ln w="53975">
          <a:noFill/>
        </a:ln>
        <a:effectLst/>
      </c:spPr>
    </c:plotArea>
    <c:plotVisOnly val="1"/>
    <c:dispBlanksAs val="gap"/>
    <c:showDLblsOverMax val="0"/>
  </c:chart>
  <c:txPr>
    <a:bodyPr/>
    <a:p>
      <a:pPr>
        <a:defRPr lang="zh-CN" sz="1800" smtId="4294967295"/>
      </a:pPr>
      <a:endParaRPr lang="zh-CN" sz="1800" smtId="4294967295"/>
    </a:p>
  </c:txPr>
  <c:externalData r:id="rId1">
    <c:autoUpdate val="0"/>
  </c:externalData>
</c:chartSpace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5014A-BDC5-4345-998B-2EDA94B21FF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A59D1-CE3A-45B4-B4E9-4C410C6D122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ppt母版教程：http://cloud.video.taobao.com/play/u/null/p/1/e/6/t/1/416550649444.mp4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svg" /><Relationship Id="rId3" Type="http://schemas.openxmlformats.org/officeDocument/2006/relationships/image" Target="../media/image3.png" /><Relationship Id="rId4" Type="http://schemas.openxmlformats.org/officeDocument/2006/relationships/image" Target="../media/image4.svg" /><Relationship Id="rId5" Type="http://schemas.openxmlformats.org/officeDocument/2006/relationships/image" Target="../media/image5.png" /><Relationship Id="rId6" Type="http://schemas.openxmlformats.org/officeDocument/2006/relationships/image" Target="../media/image6.svg" /><Relationship Id="rId7" Type="http://schemas.openxmlformats.org/officeDocument/2006/relationships/image" Target="../media/image7.png" /><Relationship Id="rId8" Type="http://schemas.openxmlformats.org/officeDocument/2006/relationships/image" Target="../media/image8.svg" /><Relationship Id="rId9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9.png" /><Relationship Id="rId2" Type="http://schemas.openxmlformats.org/officeDocument/2006/relationships/image" Target="../media/image10.svg" /><Relationship Id="rId3" Type="http://schemas.openxmlformats.org/officeDocument/2006/relationships/image" Target="../media/image11.png" /><Relationship Id="rId4" Type="http://schemas.openxmlformats.org/officeDocument/2006/relationships/image" Target="../media/image12.svg" /><Relationship Id="rId5" Type="http://schemas.openxmlformats.org/officeDocument/2006/relationships/image" Target="../media/image13.png" /><Relationship Id="rId6" Type="http://schemas.openxmlformats.org/officeDocument/2006/relationships/image" Target="../media/image14.svg" /><Relationship Id="rId7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1.png" /><Relationship Id="rId10" Type="http://schemas.openxmlformats.org/officeDocument/2006/relationships/image" Target="../media/image20.sv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12.svg" /><Relationship Id="rId3" Type="http://schemas.openxmlformats.org/officeDocument/2006/relationships/image" Target="../media/image15.png" /><Relationship Id="rId4" Type="http://schemas.openxmlformats.org/officeDocument/2006/relationships/image" Target="../media/image16.svg" /><Relationship Id="rId5" Type="http://schemas.openxmlformats.org/officeDocument/2006/relationships/image" Target="../media/image17.png" /><Relationship Id="rId6" Type="http://schemas.openxmlformats.org/officeDocument/2006/relationships/image" Target="../media/image18.svg" /><Relationship Id="rId7" Type="http://schemas.openxmlformats.org/officeDocument/2006/relationships/image" Target="../media/image13.png" /><Relationship Id="rId8" Type="http://schemas.openxmlformats.org/officeDocument/2006/relationships/image" Target="../media/image14.svg" /><Relationship Id="rId9" Type="http://schemas.openxmlformats.org/officeDocument/2006/relationships/image" Target="../media/image19.png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9.png" /><Relationship Id="rId2" Type="http://schemas.openxmlformats.org/officeDocument/2006/relationships/image" Target="../media/image20.svg" /><Relationship Id="rId3" Type="http://schemas.openxmlformats.org/officeDocument/2006/relationships/image" Target="../media/image21.png" /><Relationship Id="rId4" Type="http://schemas.openxmlformats.org/officeDocument/2006/relationships/image" Target="../media/image22.svg" /><Relationship Id="rId5" Type="http://schemas.openxmlformats.org/officeDocument/2006/relationships/image" Target="../media/image13.png" /><Relationship Id="rId6" Type="http://schemas.openxmlformats.org/officeDocument/2006/relationships/image" Target="../media/image14.svg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1.png" /><Relationship Id="rId3" Type="http://schemas.openxmlformats.org/officeDocument/2006/relationships/image" Target="../media/image22.svg" /><Relationship Id="rId4" Type="http://schemas.openxmlformats.org/officeDocument/2006/relationships/image" Target="../media/image13.png" /><Relationship Id="rId5" Type="http://schemas.openxmlformats.org/officeDocument/2006/relationships/image" Target="../media/image14.svg" /><Relationship Id="rId6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9.png" /><Relationship Id="rId2" Type="http://schemas.openxmlformats.org/officeDocument/2006/relationships/image" Target="../media/image20.svg" /><Relationship Id="rId3" Type="http://schemas.openxmlformats.org/officeDocument/2006/relationships/image" Target="../media/image13.png" /><Relationship Id="rId4" Type="http://schemas.openxmlformats.org/officeDocument/2006/relationships/image" Target="../media/image14.sv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31" t="12611"/>
          <a:stretch>
            <a:fillRect/>
          </a:stretch>
        </p:blipFill>
        <p:spPr>
          <a:xfrm>
            <a:off x="0" y="-2"/>
            <a:ext cx="5281020" cy="3429001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7701" b="23388"/>
          <a:stretch>
            <a:fillRect/>
          </a:stretch>
        </p:blipFill>
        <p:spPr>
          <a:xfrm>
            <a:off x="4542584" y="1540708"/>
            <a:ext cx="7649416" cy="5317292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5385" r="50000"/>
          <a:stretch>
            <a:fillRect/>
          </a:stretch>
        </p:blipFill>
        <p:spPr>
          <a:xfrm>
            <a:off x="9012730" y="-1"/>
            <a:ext cx="3179270" cy="1540709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0956"/>
          <a:stretch>
            <a:fillRect/>
          </a:stretch>
        </p:blipFill>
        <p:spPr>
          <a:xfrm>
            <a:off x="0" y="4889049"/>
            <a:ext cx="1252548" cy="2613719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7782" t="1243" r="5319" b="2617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220038">
            <a:off x="5085834" y="316902"/>
            <a:ext cx="2020333" cy="1095134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20038">
            <a:off x="4897470" y="398001"/>
            <a:ext cx="2020333" cy="1095134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852" t="10321" r="14601" b="57357"/>
          <a:stretch>
            <a:fillRect/>
          </a:stretch>
        </p:blipFill>
        <p:spPr>
          <a:xfrm flipH="1" flipV="1">
            <a:off x="0" y="5597874"/>
            <a:ext cx="1981199" cy="1260126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852" t="10321" r="14601" b="57357"/>
          <a:stretch>
            <a:fillRect/>
          </a:stretch>
        </p:blipFill>
        <p:spPr>
          <a:xfrm flipV="1">
            <a:off x="10210801" y="5597874"/>
            <a:ext cx="1981199" cy="1260126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852" t="10321" r="14601" b="57357"/>
          <a:stretch>
            <a:fillRect/>
          </a:stretch>
        </p:blipFill>
        <p:spPr>
          <a:xfrm flipH="1">
            <a:off x="0" y="1219"/>
            <a:ext cx="1981199" cy="1260126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852" t="10321" r="14601" b="57357"/>
          <a:stretch>
            <a:fillRect/>
          </a:stretch>
        </p:blipFill>
        <p:spPr>
          <a:xfrm>
            <a:off x="10210801" y="1219"/>
            <a:ext cx="1981199" cy="1260126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714" t="46779"/>
          <a:stretch>
            <a:fillRect/>
          </a:stretch>
        </p:blipFill>
        <p:spPr>
          <a:xfrm>
            <a:off x="0" y="-1"/>
            <a:ext cx="3268584" cy="1617786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4714" r="31351" b="14323"/>
          <a:stretch>
            <a:fillRect/>
          </a:stretch>
        </p:blipFill>
        <p:spPr>
          <a:xfrm>
            <a:off x="6565767" y="0"/>
            <a:ext cx="5626234" cy="6858000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4772" r="23374"/>
          <a:stretch>
            <a:fillRect/>
          </a:stretch>
        </p:blipFill>
        <p:spPr>
          <a:xfrm>
            <a:off x="7793442" y="-1"/>
            <a:ext cx="4398558" cy="4318316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9667" t="10322" r="14601" b="9883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8116" t="1648" b="50000"/>
          <a:stretch>
            <a:fillRect/>
          </a:stretch>
        </p:blipFill>
        <p:spPr>
          <a:xfrm>
            <a:off x="0" y="6260123"/>
            <a:ext cx="2419684" cy="597878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8116" t="1648" b="50000"/>
          <a:stretch>
            <a:fillRect/>
          </a:stretch>
        </p:blipFill>
        <p:spPr>
          <a:xfrm flipH="1">
            <a:off x="9772316" y="6260123"/>
            <a:ext cx="2419684" cy="597878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5385" r="50000"/>
          <a:stretch>
            <a:fillRect/>
          </a:stretch>
        </p:blipFill>
        <p:spPr>
          <a:xfrm flipH="1">
            <a:off x="0" y="0"/>
            <a:ext cx="2264250" cy="1097280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852" t="10321" r="14601" b="57357"/>
          <a:stretch>
            <a:fillRect/>
          </a:stretch>
        </p:blipFill>
        <p:spPr>
          <a:xfrm flipV="1">
            <a:off x="10210801" y="5597874"/>
            <a:ext cx="1981199" cy="1260126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852" t="10321" r="14601" b="57357"/>
          <a:stretch>
            <a:fillRect/>
          </a:stretch>
        </p:blipFill>
        <p:spPr>
          <a:xfrm flipH="1">
            <a:off x="0" y="1219"/>
            <a:ext cx="1981199" cy="1260126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9667" t="79832" r="58888" b="9883"/>
          <a:stretch>
            <a:fillRect/>
          </a:stretch>
        </p:blipFill>
        <p:spPr>
          <a:xfrm>
            <a:off x="-1" y="6211146"/>
            <a:ext cx="2910841" cy="646854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9667" t="79832" r="58888" b="9883"/>
          <a:stretch>
            <a:fillRect/>
          </a:stretch>
        </p:blipFill>
        <p:spPr>
          <a:xfrm flipH="1" flipV="1">
            <a:off x="9281159" y="0"/>
            <a:ext cx="2910841" cy="646854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ectangle 6"/>
          <p:cNvSpPr/>
          <p:nvPr userDrawn="1"/>
        </p:nvSpPr>
        <p:spPr>
          <a:xfrm>
            <a:off x="0" y="3909485"/>
            <a:ext cx="12192000" cy="2948516"/>
          </a:xfrm>
          <a:prstGeom prst="rect">
            <a:avLst/>
          </a:pr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400"/>
          </a:p>
        </p:txBody>
      </p:sp>
      <p:pic>
        <p:nvPicPr>
          <p:cNvPr id="5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7701" y="1508787"/>
            <a:ext cx="9640360" cy="490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017974" y="2168343"/>
            <a:ext cx="4620289" cy="34168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623392" y="4485118"/>
            <a:ext cx="4032448" cy="134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385" r="50000"/>
          <a:stretch>
            <a:fillRect/>
          </a:stretch>
        </p:blipFill>
        <p:spPr>
          <a:xfrm flipH="1">
            <a:off x="0" y="0"/>
            <a:ext cx="2264250" cy="1097280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1852" t="10321" r="14601" b="57357"/>
          <a:stretch>
            <a:fillRect/>
          </a:stretch>
        </p:blipFill>
        <p:spPr>
          <a:xfrm flipH="1">
            <a:off x="0" y="1219"/>
            <a:ext cx="1981199" cy="1260126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9667" t="79832" r="58888" b="9883"/>
          <a:stretch>
            <a:fillRect/>
          </a:stretch>
        </p:blipFill>
        <p:spPr>
          <a:xfrm flipH="1" flipV="1">
            <a:off x="9281159" y="0"/>
            <a:ext cx="2910841" cy="646854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23392" y="452669"/>
            <a:ext cx="4416171" cy="37440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27915" y="452669"/>
            <a:ext cx="6240693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327915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488261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648608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pic>
        <p:nvPicPr>
          <p:cNvPr id="14" name="图形 13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8116" t="1648" b="50000"/>
          <a:stretch>
            <a:fillRect/>
          </a:stretch>
        </p:blipFill>
        <p:spPr>
          <a:xfrm flipH="1">
            <a:off x="9772316" y="6260123"/>
            <a:ext cx="2419684" cy="597878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1852" t="10321" r="14601" b="57357"/>
          <a:stretch>
            <a:fillRect/>
          </a:stretch>
        </p:blipFill>
        <p:spPr>
          <a:xfrm flipV="1">
            <a:off x="10210801" y="5597874"/>
            <a:ext cx="1981199" cy="1260126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667" t="79832" r="58888" b="9883"/>
          <a:stretch>
            <a:fillRect/>
          </a:stretch>
        </p:blipFill>
        <p:spPr>
          <a:xfrm>
            <a:off x="-1" y="6211146"/>
            <a:ext cx="2910841" cy="646854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4.jpeg" /><Relationship Id="rId3" Type="http://schemas.openxmlformats.org/officeDocument/2006/relationships/image" Target="../media/image25.png" /><Relationship Id="rId4" Type="http://schemas.openxmlformats.org/officeDocument/2006/relationships/tags" Target="../tags/tag1.xml" /><Relationship Id="rId5" Type="http://schemas.openxmlformats.org/officeDocument/2006/relationships/video" Target="../media/media1.mp4" /><Relationship Id="rId6" Type="http://schemas.microsoft.com/office/2007/relationships/media" Target="../media/media1.mp4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Relationship Id="rId7" Type="http://schemas.openxmlformats.org/officeDocument/2006/relationships/chart" Target="../charts/chart5.xml" /><Relationship Id="rId8" Type="http://schemas.openxmlformats.org/officeDocument/2006/relationships/chart" Target="../charts/chart6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10" Type="http://schemas.openxmlformats.org/officeDocument/2006/relationships/chart" Target="../charts/chart15.xml" /><Relationship Id="rId2" Type="http://schemas.openxmlformats.org/officeDocument/2006/relationships/chart" Target="../charts/chart7.xml" /><Relationship Id="rId3" Type="http://schemas.openxmlformats.org/officeDocument/2006/relationships/chart" Target="../charts/chart8.xml" /><Relationship Id="rId4" Type="http://schemas.openxmlformats.org/officeDocument/2006/relationships/chart" Target="../charts/chart9.xml" /><Relationship Id="rId5" Type="http://schemas.openxmlformats.org/officeDocument/2006/relationships/chart" Target="../charts/chart10.xml" /><Relationship Id="rId6" Type="http://schemas.openxmlformats.org/officeDocument/2006/relationships/chart" Target="../charts/chart11.xml" /><Relationship Id="rId7" Type="http://schemas.openxmlformats.org/officeDocument/2006/relationships/chart" Target="../charts/chart12.xml" /><Relationship Id="rId8" Type="http://schemas.openxmlformats.org/officeDocument/2006/relationships/chart" Target="../charts/chart13.xml" /><Relationship Id="rId9" Type="http://schemas.openxmlformats.org/officeDocument/2006/relationships/chart" Target="../charts/chart14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chart" Target="../charts/chart16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image" Target="../media/image26.jpeg" /><Relationship Id="rId3" Type="http://schemas.openxmlformats.org/officeDocument/2006/relationships/image" Target="../media/image27.jpeg" /><Relationship Id="rId4" Type="http://schemas.openxmlformats.org/officeDocument/2006/relationships/image" Target="../media/image28.jpeg" /><Relationship Id="rId5" Type="http://schemas.openxmlformats.org/officeDocument/2006/relationships/image" Target="../media/image29.jpeg" /><Relationship Id="rId6" Type="http://schemas.openxmlformats.org/officeDocument/2006/relationships/image" Target="../media/image30.jpe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4.jpe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/>
          <p:cNvSpPr txBox="1"/>
          <p:nvPr/>
        </p:nvSpPr>
        <p:spPr>
          <a:xfrm>
            <a:off x="2541180" y="2756776"/>
            <a:ext cx="7109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莫兰迪高级灰总结计划</a:t>
            </a:r>
            <a:endParaRPr lang="zh-CN" altLang="en-US" sz="54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0066" y="3645381"/>
            <a:ext cx="403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>
                <a:solidFill>
                  <a:srgbClr val="92A3B8"/>
                </a:solidFill>
              </a:rPr>
              <a:t>简约商务通用模板</a:t>
            </a:r>
            <a:endParaRPr lang="zh-CN" altLang="en-US">
              <a:solidFill>
                <a:srgbClr val="92A3B8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41180" y="4049438"/>
            <a:ext cx="7109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dolor sit amet, consectetuer adipiscing elit. Maecenas porttitor congue massa. Fusce posuere, magna sed pulvinar ultricies, purus lectus malesuada libero</a:t>
            </a:r>
            <a:endParaRPr lang="en-US" altLang="zh-CN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760562" y="3854616"/>
            <a:ext cx="1232694" cy="0"/>
          </a:xfrm>
          <a:prstGeom prst="line">
            <a:avLst/>
          </a:prstGeom>
          <a:ln>
            <a:solidFill>
              <a:srgbClr val="92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98744" y="3854616"/>
            <a:ext cx="1232694" cy="0"/>
          </a:xfrm>
          <a:prstGeom prst="line">
            <a:avLst/>
          </a:prstGeom>
          <a:ln>
            <a:solidFill>
              <a:srgbClr val="92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/>
          <p:cNvSpPr txBox="1"/>
          <p:nvPr/>
        </p:nvSpPr>
        <p:spPr>
          <a:xfrm>
            <a:off x="2708267" y="3014843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300">
                <a:solidFill>
                  <a:srgbClr val="231E1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输入标题文本</a:t>
            </a:r>
            <a:endParaRPr lang="zh-CN" altLang="en-US" sz="2400" b="1" spc="300">
              <a:solidFill>
                <a:srgbClr val="231E1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08267" y="3383861"/>
            <a:ext cx="2271776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Maecenas porttitor congue massa. </a:t>
            </a:r>
            <a:endParaRPr lang="en-US" altLang="ko-KR" sz="90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89104" y="3037094"/>
            <a:ext cx="76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ctr"/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01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514410" y="3267447"/>
            <a:ext cx="138186" cy="138186"/>
          </a:xfrm>
          <a:prstGeom prst="ellipse">
            <a:avLst/>
          </a:prstGeom>
          <a:solidFill>
            <a:srgbClr val="92A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31120" y="3014843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300">
                <a:solidFill>
                  <a:srgbClr val="231E1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输入标题文本</a:t>
            </a:r>
            <a:endParaRPr lang="zh-CN" altLang="en-US" sz="2400" b="1" spc="300">
              <a:solidFill>
                <a:srgbClr val="231E1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31120" y="3383861"/>
            <a:ext cx="2271776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Maecenas porttitor congue massa. </a:t>
            </a:r>
            <a:endParaRPr lang="en-US" altLang="ko-KR" sz="90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11957" y="3037094"/>
            <a:ext cx="76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ctr"/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02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937263" y="3267447"/>
            <a:ext cx="138186" cy="138186"/>
          </a:xfrm>
          <a:prstGeom prst="ellipse">
            <a:avLst/>
          </a:prstGeom>
          <a:solidFill>
            <a:srgbClr val="92A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708267" y="4496238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300">
                <a:solidFill>
                  <a:srgbClr val="231E1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输入标题文本</a:t>
            </a:r>
            <a:endParaRPr lang="zh-CN" altLang="en-US" sz="2400" b="1" spc="300">
              <a:solidFill>
                <a:srgbClr val="231E1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08267" y="4865256"/>
            <a:ext cx="2271776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Maecenas porttitor congue massa. </a:t>
            </a:r>
            <a:endParaRPr lang="en-US" altLang="ko-KR" sz="90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89104" y="4518489"/>
            <a:ext cx="76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ctr"/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03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514410" y="4748842"/>
            <a:ext cx="138186" cy="138186"/>
          </a:xfrm>
          <a:prstGeom prst="ellipse">
            <a:avLst/>
          </a:prstGeom>
          <a:solidFill>
            <a:srgbClr val="92A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131120" y="4496238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300">
                <a:solidFill>
                  <a:srgbClr val="231E1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输入标题文本</a:t>
            </a:r>
            <a:endParaRPr lang="zh-CN" altLang="en-US" sz="2400" b="1" spc="300">
              <a:solidFill>
                <a:srgbClr val="231E1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31120" y="4865256"/>
            <a:ext cx="2271776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9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Maecenas porttitor congue massa. </a:t>
            </a:r>
            <a:endParaRPr lang="en-US" altLang="ko-KR" sz="90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11957" y="4518489"/>
            <a:ext cx="76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ctr"/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04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937263" y="4748842"/>
            <a:ext cx="138186" cy="138186"/>
          </a:xfrm>
          <a:prstGeom prst="ellipse">
            <a:avLst/>
          </a:prstGeom>
          <a:solidFill>
            <a:srgbClr val="92A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399335" y="791623"/>
            <a:ext cx="13933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30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</a:t>
            </a:r>
            <a:endParaRPr lang="zh-CN" altLang="en-US" sz="4400" b="1" spc="300">
              <a:solidFill>
                <a:schemeClr val="bg1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20343" y="1580892"/>
            <a:ext cx="2351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CONTENTS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矩形 2"/>
          <p:cNvSpPr/>
          <p:nvPr/>
        </p:nvSpPr>
        <p:spPr>
          <a:xfrm>
            <a:off x="2243095" y="4001811"/>
            <a:ext cx="39223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6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6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43095" y="3235264"/>
            <a:ext cx="38010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3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4400" spc="3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43095" y="4401920"/>
            <a:ext cx="5569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dolor sit amet, consectetuer adipiscing elit. Maecenas porttitor congue massa. Fusce posuere</a:t>
            </a:r>
            <a:endParaRPr lang="en-US" altLang="zh-CN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3095" y="2404268"/>
            <a:ext cx="283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l"/>
            <a:r>
              <a:rPr lang="en-US" altLang="zh-CN" sz="4400">
                <a:solidFill>
                  <a:srgbClr val="92A3B8"/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PART 01</a:t>
            </a:r>
            <a:endParaRPr lang="zh-CN" altLang="en-US" sz="4400">
              <a:solidFill>
                <a:srgbClr val="92A3B8"/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9" name="图片占位符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" b="301"/>
          <a:stretch>
            <a:fillRect/>
          </a:stretch>
        </p:blipFill>
        <p:spPr/>
      </p:pic>
      <p:sp>
        <p:nvSpPr>
          <p:cNvPr id="5" name="Oval 4"/>
          <p:cNvSpPr/>
          <p:nvPr/>
        </p:nvSpPr>
        <p:spPr>
          <a:xfrm>
            <a:off x="5118675" y="3093394"/>
            <a:ext cx="1632181" cy="1632181"/>
          </a:xfrm>
          <a:prstGeom prst="ellipse">
            <a:avLst/>
          </a:prstGeom>
          <a:solidFill>
            <a:srgbClr val="C1CBD7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6" name="Block Arc 14"/>
          <p:cNvSpPr/>
          <p:nvPr/>
        </p:nvSpPr>
        <p:spPr>
          <a:xfrm rot="16200000">
            <a:off x="5588837" y="3332761"/>
            <a:ext cx="691860" cy="692315"/>
          </a:xfrm>
          <a:custGeom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7894" y="4123985"/>
            <a:ext cx="1273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 Here</a:t>
            </a:r>
            <a:endParaRPr lang="ko-KR" altLang="en-US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392" y="1710410"/>
            <a:ext cx="46745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4A5A69"/>
                </a:solidFill>
                <a:cs typeface="Arial" panose="020b0604020202020204" pitchFamily="34" charset="0"/>
              </a:rPr>
              <a:t>Easy to change colors, photos and Text.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You can simply impress your audience and add a unique zing and appeal to your Presentations. 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414" y="4620142"/>
            <a:ext cx="36484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</a:t>
            </a:r>
            <a:r>
              <a:rPr lang="en-US" altLang="ko-KR" sz="1600">
                <a:solidFill>
                  <a:srgbClr val="92A3B8"/>
                </a:solidFill>
                <a:cs typeface="Arial" panose="020b0604020202020204" pitchFamily="34" charset="0"/>
              </a:rPr>
              <a:t>simply impress your audience and add a unique zing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and appeal to your Presentations. Easy to change colors, photos and Text. 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PT母版教程">
            <a:hlinkClick action="ppaction://media"/>
          </p:cNvPr>
          <p:cNvPicPr/>
          <p:nvPr>
            <a:videoFile r:link="rId5"/>
            <p:custDataLst>
              <p:tags r:id="rId4"/>
            </p:custDataLst>
            <p:extLst>
              <p:ext uri="{DAA4B4D4-6D71-4841-9C94-3DE7FCFB9230}">
                <p14:media r:embed="rId6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861810" y="2987675"/>
            <a:ext cx="3641725" cy="20485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hart 7"/>
          <p:cNvGraphicFramePr/>
          <p:nvPr/>
        </p:nvGraphicFramePr>
        <p:xfrm>
          <a:off x="922059" y="4275556"/>
          <a:ext cx="1660648" cy="172116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5"/>
          <p:cNvSpPr txBox="1"/>
          <p:nvPr/>
        </p:nvSpPr>
        <p:spPr>
          <a:xfrm>
            <a:off x="2830830" y="4106604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80%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2830830" y="1748250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60%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2830829" y="2266227"/>
            <a:ext cx="6908594" cy="1232690"/>
            <a:chOff x="803640" y="3362835"/>
            <a:chExt cx="2059657" cy="1232690"/>
          </a:xfrm>
        </p:grpSpPr>
        <p:sp>
          <p:nvSpPr>
            <p:cNvPr id="14" name="TextBox 10"/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20"/>
          <p:cNvGrpSpPr/>
          <p:nvPr/>
        </p:nvGrpSpPr>
        <p:grpSpPr>
          <a:xfrm>
            <a:off x="2830829" y="4620014"/>
            <a:ext cx="6717207" cy="1232690"/>
            <a:chOff x="803640" y="3362835"/>
            <a:chExt cx="2059657" cy="1232690"/>
          </a:xfrm>
        </p:grpSpPr>
        <p:sp>
          <p:nvSpPr>
            <p:cNvPr id="20" name="TextBox 16"/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TextBox 1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5" name="Chart 5"/>
          <p:cNvGraphicFramePr/>
          <p:nvPr/>
        </p:nvGraphicFramePr>
        <p:xfrm>
          <a:off x="922059" y="4316206"/>
          <a:ext cx="1660648" cy="17211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6" name="Chart 10"/>
          <p:cNvGraphicFramePr/>
          <p:nvPr/>
        </p:nvGraphicFramePr>
        <p:xfrm>
          <a:off x="1138083" y="4517768"/>
          <a:ext cx="1243450" cy="122413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7" name="Chart 5"/>
          <p:cNvGraphicFramePr/>
          <p:nvPr/>
        </p:nvGraphicFramePr>
        <p:xfrm>
          <a:off x="6254837" y="1892265"/>
          <a:ext cx="1660648" cy="172116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9" name="Chart 5"/>
          <p:cNvGraphicFramePr/>
          <p:nvPr/>
        </p:nvGraphicFramePr>
        <p:xfrm>
          <a:off x="922059" y="1892265"/>
          <a:ext cx="1660648" cy="1721165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30" name="Chart 10"/>
          <p:cNvGraphicFramePr/>
          <p:nvPr/>
        </p:nvGraphicFramePr>
        <p:xfrm>
          <a:off x="1138083" y="2093827"/>
          <a:ext cx="1243450" cy="1224136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6"/>
          <p:cNvGrpSpPr/>
          <p:nvPr/>
        </p:nvGrpSpPr>
        <p:grpSpPr>
          <a:xfrm>
            <a:off x="4967237" y="2594378"/>
            <a:ext cx="1033445" cy="1033445"/>
            <a:chOff x="3563888" y="1923678"/>
            <a:chExt cx="900000" cy="900000"/>
          </a:xfrm>
        </p:grpSpPr>
        <p:sp>
          <p:nvSpPr>
            <p:cNvPr id="7" name="Rectangle 3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C1CB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ight Triangle 4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7"/>
          <p:cNvGrpSpPr/>
          <p:nvPr/>
        </p:nvGrpSpPr>
        <p:grpSpPr>
          <a:xfrm rot="5400000">
            <a:off x="6127900" y="2305013"/>
            <a:ext cx="1322810" cy="1322810"/>
            <a:chOff x="3563888" y="1923678"/>
            <a:chExt cx="900000" cy="900000"/>
          </a:xfrm>
        </p:grpSpPr>
        <p:sp>
          <p:nvSpPr>
            <p:cNvPr id="10" name="Rectangle 8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4A5A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Right Triangle 9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0"/>
          <p:cNvGrpSpPr/>
          <p:nvPr/>
        </p:nvGrpSpPr>
        <p:grpSpPr>
          <a:xfrm rot="10800000">
            <a:off x="6127900" y="3756761"/>
            <a:ext cx="826756" cy="826756"/>
            <a:chOff x="3563888" y="1923678"/>
            <a:chExt cx="900000" cy="900000"/>
          </a:xfrm>
        </p:grpSpPr>
        <p:sp>
          <p:nvSpPr>
            <p:cNvPr id="13" name="Rectangle 11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C1CB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Right Triangle 12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3"/>
          <p:cNvGrpSpPr/>
          <p:nvPr/>
        </p:nvGrpSpPr>
        <p:grpSpPr>
          <a:xfrm rot="16200000">
            <a:off x="4843186" y="3756762"/>
            <a:ext cx="1157497" cy="1157497"/>
            <a:chOff x="3563888" y="1923678"/>
            <a:chExt cx="900000" cy="900000"/>
          </a:xfrm>
        </p:grpSpPr>
        <p:sp>
          <p:nvSpPr>
            <p:cNvPr id="16" name="Rectangle 14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4A5A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Right Triangle 15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6"/>
          <p:cNvSpPr txBox="1"/>
          <p:nvPr/>
        </p:nvSpPr>
        <p:spPr>
          <a:xfrm>
            <a:off x="5437114" y="3074947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C1CBD7"/>
                </a:solidFill>
                <a:cs typeface="Arial" panose="020b0604020202020204" pitchFamily="34" charset="0"/>
              </a:rPr>
              <a:t>A</a:t>
            </a:r>
            <a:endParaRPr lang="ko-KR" altLang="en-US" sz="2000" b="1">
              <a:solidFill>
                <a:srgbClr val="C1CBD7"/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6250323" y="3029356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4A5A69"/>
                </a:solidFill>
                <a:cs typeface="Arial" panose="020b0604020202020204" pitchFamily="34" charset="0"/>
              </a:rPr>
              <a:t>B</a:t>
            </a:r>
            <a:endParaRPr lang="ko-KR" altLang="en-US" sz="20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20" name="TextBox 18"/>
          <p:cNvSpPr txBox="1"/>
          <p:nvPr/>
        </p:nvSpPr>
        <p:spPr>
          <a:xfrm>
            <a:off x="5437114" y="3864964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4A5A69"/>
                </a:solidFill>
                <a:cs typeface="Arial" panose="020b0604020202020204" pitchFamily="34" charset="0"/>
              </a:rPr>
              <a:t>C</a:t>
            </a:r>
            <a:endParaRPr lang="ko-KR" altLang="en-US" sz="20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6141275" y="3775087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C1CBD7"/>
                </a:solidFill>
                <a:cs typeface="Arial" panose="020b0604020202020204" pitchFamily="34" charset="0"/>
              </a:rPr>
              <a:t>D</a:t>
            </a:r>
            <a:endParaRPr lang="ko-KR" altLang="en-US" sz="2000" b="1">
              <a:solidFill>
                <a:srgbClr val="C1CBD7"/>
              </a:solidFill>
              <a:cs typeface="Arial" panose="020b0604020202020204" pitchFamily="34" charset="0"/>
            </a:endParaRPr>
          </a:p>
        </p:txBody>
      </p:sp>
      <p:sp>
        <p:nvSpPr>
          <p:cNvPr id="22" name="Rectangle 9"/>
          <p:cNvSpPr/>
          <p:nvPr/>
        </p:nvSpPr>
        <p:spPr>
          <a:xfrm>
            <a:off x="5099084" y="2721545"/>
            <a:ext cx="370496" cy="346817"/>
          </a:xfrm>
          <a:custGeom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16"/>
          <p:cNvSpPr/>
          <p:nvPr/>
        </p:nvSpPr>
        <p:spPr>
          <a:xfrm rot="2700000">
            <a:off x="5071628" y="4307205"/>
            <a:ext cx="280693" cy="503229"/>
          </a:xfrm>
          <a:custGeom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21"/>
          <p:cNvSpPr>
            <a:spLocks noChangeAspect="1"/>
          </p:cNvSpPr>
          <p:nvPr/>
        </p:nvSpPr>
        <p:spPr>
          <a:xfrm>
            <a:off x="6824679" y="2513155"/>
            <a:ext cx="449510" cy="453263"/>
          </a:xfrm>
          <a:custGeom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Rounded Rectangle 27"/>
          <p:cNvSpPr/>
          <p:nvPr/>
        </p:nvSpPr>
        <p:spPr>
          <a:xfrm>
            <a:off x="6495609" y="4205332"/>
            <a:ext cx="338945" cy="260356"/>
          </a:xfrm>
          <a:custGeom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6" name="Group 24"/>
          <p:cNvGrpSpPr/>
          <p:nvPr/>
        </p:nvGrpSpPr>
        <p:grpSpPr>
          <a:xfrm>
            <a:off x="1437745" y="2377110"/>
            <a:ext cx="2916019" cy="991370"/>
            <a:chOff x="803640" y="3362835"/>
            <a:chExt cx="2059657" cy="863358"/>
          </a:xfrm>
        </p:grpSpPr>
        <p:sp>
          <p:nvSpPr>
            <p:cNvPr id="27" name="TextBox 2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7"/>
          <p:cNvGrpSpPr/>
          <p:nvPr/>
        </p:nvGrpSpPr>
        <p:grpSpPr>
          <a:xfrm>
            <a:off x="1437745" y="4444230"/>
            <a:ext cx="2916019" cy="991370"/>
            <a:chOff x="803640" y="3362835"/>
            <a:chExt cx="2059657" cy="863358"/>
          </a:xfrm>
        </p:grpSpPr>
        <p:sp>
          <p:nvSpPr>
            <p:cNvPr id="30" name="TextBox 2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" name="TextBox 2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30"/>
          <p:cNvGrpSpPr/>
          <p:nvPr/>
        </p:nvGrpSpPr>
        <p:grpSpPr>
          <a:xfrm>
            <a:off x="7838235" y="2377110"/>
            <a:ext cx="2916019" cy="991370"/>
            <a:chOff x="803640" y="3362835"/>
            <a:chExt cx="2059657" cy="863358"/>
          </a:xfrm>
        </p:grpSpPr>
        <p:sp>
          <p:nvSpPr>
            <p:cNvPr id="33" name="TextBox 3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TextBox 3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3"/>
          <p:cNvGrpSpPr/>
          <p:nvPr/>
        </p:nvGrpSpPr>
        <p:grpSpPr>
          <a:xfrm>
            <a:off x="7838235" y="4444230"/>
            <a:ext cx="2916019" cy="991370"/>
            <a:chOff x="803640" y="3362835"/>
            <a:chExt cx="2059657" cy="863358"/>
          </a:xfrm>
        </p:grpSpPr>
        <p:sp>
          <p:nvSpPr>
            <p:cNvPr id="36" name="TextBox 34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" name="TextBox 3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矩形 2"/>
          <p:cNvSpPr/>
          <p:nvPr/>
        </p:nvSpPr>
        <p:spPr>
          <a:xfrm>
            <a:off x="2243095" y="4001811"/>
            <a:ext cx="39223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6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6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43095" y="3235264"/>
            <a:ext cx="38010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3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4400" spc="3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43095" y="4401920"/>
            <a:ext cx="5569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dolor sit amet, consectetuer adipiscing elit. Maecenas porttitor congue massa. Fusce posuere</a:t>
            </a:r>
            <a:endParaRPr lang="en-US" altLang="zh-CN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3095" y="2404268"/>
            <a:ext cx="283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l"/>
            <a:r>
              <a:rPr lang="en-US" altLang="zh-CN" sz="4400">
                <a:solidFill>
                  <a:srgbClr val="92A3B8"/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PART 02</a:t>
            </a:r>
            <a:endParaRPr lang="zh-CN" altLang="en-US" sz="4400">
              <a:solidFill>
                <a:srgbClr val="92A3B8"/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ardrop 1"/>
          <p:cNvSpPr/>
          <p:nvPr/>
        </p:nvSpPr>
        <p:spPr>
          <a:xfrm rot="18805992">
            <a:off x="1388472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ardrop 1"/>
          <p:cNvSpPr/>
          <p:nvPr/>
        </p:nvSpPr>
        <p:spPr>
          <a:xfrm rot="18805992">
            <a:off x="1996793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ardrop 1"/>
          <p:cNvSpPr/>
          <p:nvPr/>
        </p:nvSpPr>
        <p:spPr>
          <a:xfrm rot="18805992">
            <a:off x="2605114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ardrop 1"/>
          <p:cNvSpPr/>
          <p:nvPr/>
        </p:nvSpPr>
        <p:spPr>
          <a:xfrm rot="18805992">
            <a:off x="3213435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ardrop 1"/>
          <p:cNvSpPr/>
          <p:nvPr/>
        </p:nvSpPr>
        <p:spPr>
          <a:xfrm rot="18805992">
            <a:off x="3821756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ardrop 1"/>
          <p:cNvSpPr/>
          <p:nvPr/>
        </p:nvSpPr>
        <p:spPr>
          <a:xfrm rot="18805992">
            <a:off x="4430078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ardrop 1"/>
          <p:cNvSpPr/>
          <p:nvPr/>
        </p:nvSpPr>
        <p:spPr>
          <a:xfrm rot="18805992">
            <a:off x="5038399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ardrop 1"/>
          <p:cNvSpPr/>
          <p:nvPr/>
        </p:nvSpPr>
        <p:spPr>
          <a:xfrm rot="18805992">
            <a:off x="5646720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ardrop 1"/>
          <p:cNvSpPr/>
          <p:nvPr/>
        </p:nvSpPr>
        <p:spPr>
          <a:xfrm rot="18805992">
            <a:off x="6255041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ardrop 1"/>
          <p:cNvSpPr/>
          <p:nvPr/>
        </p:nvSpPr>
        <p:spPr>
          <a:xfrm rot="18805992">
            <a:off x="6863362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ardrop 1"/>
          <p:cNvSpPr/>
          <p:nvPr/>
        </p:nvSpPr>
        <p:spPr>
          <a:xfrm rot="18805992">
            <a:off x="1388472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ardrop 1"/>
          <p:cNvSpPr/>
          <p:nvPr/>
        </p:nvSpPr>
        <p:spPr>
          <a:xfrm rot="18805992">
            <a:off x="1996793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ardrop 1"/>
          <p:cNvSpPr/>
          <p:nvPr/>
        </p:nvSpPr>
        <p:spPr>
          <a:xfrm rot="18805992">
            <a:off x="2605114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ardrop 1"/>
          <p:cNvSpPr/>
          <p:nvPr/>
        </p:nvSpPr>
        <p:spPr>
          <a:xfrm rot="18805992">
            <a:off x="3213435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ardrop 1"/>
          <p:cNvSpPr/>
          <p:nvPr/>
        </p:nvSpPr>
        <p:spPr>
          <a:xfrm rot="18805992">
            <a:off x="3821756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Teardrop 1"/>
          <p:cNvSpPr/>
          <p:nvPr/>
        </p:nvSpPr>
        <p:spPr>
          <a:xfrm rot="18805992">
            <a:off x="4430078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Teardrop 1"/>
          <p:cNvSpPr/>
          <p:nvPr/>
        </p:nvSpPr>
        <p:spPr>
          <a:xfrm rot="18805992">
            <a:off x="5038399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ardrop 1"/>
          <p:cNvSpPr/>
          <p:nvPr/>
        </p:nvSpPr>
        <p:spPr>
          <a:xfrm rot="18805992">
            <a:off x="5646720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ardrop 1"/>
          <p:cNvSpPr/>
          <p:nvPr/>
        </p:nvSpPr>
        <p:spPr>
          <a:xfrm rot="18805992">
            <a:off x="6255041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Teardrop 1"/>
          <p:cNvSpPr/>
          <p:nvPr/>
        </p:nvSpPr>
        <p:spPr>
          <a:xfrm rot="18805992">
            <a:off x="6863362" y="3599134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ardrop 1"/>
          <p:cNvSpPr/>
          <p:nvPr/>
        </p:nvSpPr>
        <p:spPr>
          <a:xfrm rot="18805992">
            <a:off x="1388472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ardrop 1"/>
          <p:cNvSpPr/>
          <p:nvPr/>
        </p:nvSpPr>
        <p:spPr>
          <a:xfrm rot="18805992">
            <a:off x="1996793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ardrop 1"/>
          <p:cNvSpPr/>
          <p:nvPr/>
        </p:nvSpPr>
        <p:spPr>
          <a:xfrm rot="18805992">
            <a:off x="2605114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ardrop 1"/>
          <p:cNvSpPr/>
          <p:nvPr/>
        </p:nvSpPr>
        <p:spPr>
          <a:xfrm rot="18805992">
            <a:off x="3213435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ardrop 1"/>
          <p:cNvSpPr/>
          <p:nvPr/>
        </p:nvSpPr>
        <p:spPr>
          <a:xfrm rot="18805992">
            <a:off x="3821756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ardrop 1"/>
          <p:cNvSpPr/>
          <p:nvPr/>
        </p:nvSpPr>
        <p:spPr>
          <a:xfrm rot="18805992">
            <a:off x="4430078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ardrop 1"/>
          <p:cNvSpPr/>
          <p:nvPr/>
        </p:nvSpPr>
        <p:spPr>
          <a:xfrm rot="18805992">
            <a:off x="5038399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ardrop 1"/>
          <p:cNvSpPr/>
          <p:nvPr/>
        </p:nvSpPr>
        <p:spPr>
          <a:xfrm rot="18805992">
            <a:off x="5646720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ardrop 1"/>
          <p:cNvSpPr/>
          <p:nvPr/>
        </p:nvSpPr>
        <p:spPr>
          <a:xfrm rot="18805992">
            <a:off x="6255041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Teardrop 1"/>
          <p:cNvSpPr/>
          <p:nvPr/>
        </p:nvSpPr>
        <p:spPr>
          <a:xfrm rot="18805992">
            <a:off x="6863362" y="4758622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7"/>
          <p:cNvSpPr txBox="1"/>
          <p:nvPr/>
        </p:nvSpPr>
        <p:spPr>
          <a:xfrm>
            <a:off x="7609407" y="4878016"/>
            <a:ext cx="9845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30%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40" name="TextBox 38"/>
          <p:cNvSpPr txBox="1"/>
          <p:nvPr/>
        </p:nvSpPr>
        <p:spPr>
          <a:xfrm>
            <a:off x="7609407" y="2559039"/>
            <a:ext cx="9845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50%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39"/>
          <p:cNvSpPr txBox="1"/>
          <p:nvPr/>
        </p:nvSpPr>
        <p:spPr>
          <a:xfrm>
            <a:off x="7609407" y="3718528"/>
            <a:ext cx="9845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C1CBD7"/>
                </a:solidFill>
                <a:cs typeface="Arial" panose="020b0604020202020204" pitchFamily="34" charset="0"/>
              </a:rPr>
              <a:t>70%</a:t>
            </a:r>
            <a:endParaRPr lang="ko-KR" altLang="en-US" sz="2400" b="1">
              <a:solidFill>
                <a:srgbClr val="C1CBD7"/>
              </a:solidFill>
              <a:cs typeface="Arial" panose="020b0604020202020204" pitchFamily="34" charset="0"/>
            </a:endParaRPr>
          </a:p>
        </p:txBody>
      </p:sp>
      <p:sp>
        <p:nvSpPr>
          <p:cNvPr id="43" name="TextBox 41"/>
          <p:cNvSpPr txBox="1"/>
          <p:nvPr/>
        </p:nvSpPr>
        <p:spPr>
          <a:xfrm>
            <a:off x="8593965" y="2441117"/>
            <a:ext cx="2205869" cy="9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 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4" name="TextBox 42"/>
          <p:cNvSpPr txBox="1"/>
          <p:nvPr/>
        </p:nvSpPr>
        <p:spPr>
          <a:xfrm>
            <a:off x="8593965" y="2194560"/>
            <a:ext cx="2205869" cy="31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Your Text  Here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6" name="TextBox 44"/>
          <p:cNvSpPr txBox="1"/>
          <p:nvPr/>
        </p:nvSpPr>
        <p:spPr>
          <a:xfrm>
            <a:off x="8593965" y="3600605"/>
            <a:ext cx="2205869" cy="9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 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5"/>
          <p:cNvSpPr txBox="1"/>
          <p:nvPr/>
        </p:nvSpPr>
        <p:spPr>
          <a:xfrm>
            <a:off x="8593965" y="3354048"/>
            <a:ext cx="2205869" cy="31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Your Text  Here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7"/>
          <p:cNvSpPr txBox="1"/>
          <p:nvPr/>
        </p:nvSpPr>
        <p:spPr>
          <a:xfrm>
            <a:off x="8593965" y="4760093"/>
            <a:ext cx="2205869" cy="9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 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8"/>
          <p:cNvSpPr txBox="1"/>
          <p:nvPr/>
        </p:nvSpPr>
        <p:spPr>
          <a:xfrm>
            <a:off x="8593965" y="4513536"/>
            <a:ext cx="2205869" cy="31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Your Text  Here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525715" y="2197575"/>
            <a:ext cx="6881446" cy="3245198"/>
          </a:xfrm>
          <a:custGeom>
            <a:gdLst>
              <a:gd name="connsiteX0" fmla="*/ 1719943 w 5105400"/>
              <a:gd name="connsiteY0" fmla="*/ 3341914 h 3341914"/>
              <a:gd name="connsiteX1" fmla="*/ 0 w 5105400"/>
              <a:gd name="connsiteY1" fmla="*/ 1872343 h 3341914"/>
              <a:gd name="connsiteX2" fmla="*/ 1654629 w 5105400"/>
              <a:gd name="connsiteY2" fmla="*/ 0 h 3341914"/>
              <a:gd name="connsiteX3" fmla="*/ 3581400 w 5105400"/>
              <a:gd name="connsiteY3" fmla="*/ 1654628 h 3341914"/>
              <a:gd name="connsiteX4" fmla="*/ 5105400 w 5105400"/>
              <a:gd name="connsiteY4" fmla="*/ 152400 h 3341914"/>
              <a:gd name="connsiteX5" fmla="*/ 5105400 w 5105400"/>
              <a:gd name="connsiteY5" fmla="*/ 152400 h 3341914"/>
              <a:gd name="connsiteX0-1" fmla="*/ 1684774 w 5105400"/>
              <a:gd name="connsiteY0-2" fmla="*/ 3297952 h 3297952"/>
              <a:gd name="connsiteX1-3" fmla="*/ 0 w 5105400"/>
              <a:gd name="connsiteY1-4" fmla="*/ 1872343 h 3297952"/>
              <a:gd name="connsiteX2-5" fmla="*/ 1654629 w 5105400"/>
              <a:gd name="connsiteY2-6" fmla="*/ 0 h 3297952"/>
              <a:gd name="connsiteX3-7" fmla="*/ 3581400 w 5105400"/>
              <a:gd name="connsiteY3-8" fmla="*/ 1654628 h 3297952"/>
              <a:gd name="connsiteX4-9" fmla="*/ 5105400 w 5105400"/>
              <a:gd name="connsiteY4-10" fmla="*/ 152400 h 3297952"/>
              <a:gd name="connsiteX5-11" fmla="*/ 5105400 w 5105400"/>
              <a:gd name="connsiteY5-12" fmla="*/ 152400 h 3297952"/>
              <a:gd name="connsiteX0-13" fmla="*/ 2247481 w 5668107"/>
              <a:gd name="connsiteY0-14" fmla="*/ 3297952 h 3297952"/>
              <a:gd name="connsiteX1-15" fmla="*/ 0 w 5668107"/>
              <a:gd name="connsiteY1-16" fmla="*/ 1881135 h 3297952"/>
              <a:gd name="connsiteX2-17" fmla="*/ 2217336 w 5668107"/>
              <a:gd name="connsiteY2-18" fmla="*/ 0 h 3297952"/>
              <a:gd name="connsiteX3-19" fmla="*/ 4144107 w 5668107"/>
              <a:gd name="connsiteY3-20" fmla="*/ 1654628 h 3297952"/>
              <a:gd name="connsiteX4-21" fmla="*/ 5668107 w 5668107"/>
              <a:gd name="connsiteY4-22" fmla="*/ 152400 h 3297952"/>
              <a:gd name="connsiteX5-23" fmla="*/ 5668107 w 5668107"/>
              <a:gd name="connsiteY5-24" fmla="*/ 152400 h 3297952"/>
              <a:gd name="connsiteX0-25" fmla="*/ 2247481 w 5668107"/>
              <a:gd name="connsiteY0-26" fmla="*/ 3297952 h 3297952"/>
              <a:gd name="connsiteX1-27" fmla="*/ 0 w 5668107"/>
              <a:gd name="connsiteY1-28" fmla="*/ 1881135 h 3297952"/>
              <a:gd name="connsiteX2-29" fmla="*/ 2217336 w 5668107"/>
              <a:gd name="connsiteY2-30" fmla="*/ 0 h 3297952"/>
              <a:gd name="connsiteX3-31" fmla="*/ 4504591 w 5668107"/>
              <a:gd name="connsiteY3-32" fmla="*/ 1672213 h 3297952"/>
              <a:gd name="connsiteX4-33" fmla="*/ 5668107 w 5668107"/>
              <a:gd name="connsiteY4-34" fmla="*/ 152400 h 3297952"/>
              <a:gd name="connsiteX5-35" fmla="*/ 5668107 w 5668107"/>
              <a:gd name="connsiteY5-36" fmla="*/ 152400 h 3297952"/>
              <a:gd name="connsiteX0-37" fmla="*/ 2247481 w 5668107"/>
              <a:gd name="connsiteY0-38" fmla="*/ 3166067 h 3166067"/>
              <a:gd name="connsiteX1-39" fmla="*/ 0 w 5668107"/>
              <a:gd name="connsiteY1-40" fmla="*/ 1749250 h 3166067"/>
              <a:gd name="connsiteX2-41" fmla="*/ 2305259 w 5668107"/>
              <a:gd name="connsiteY2-42" fmla="*/ 0 h 3166067"/>
              <a:gd name="connsiteX3-43" fmla="*/ 4504591 w 5668107"/>
              <a:gd name="connsiteY3-44" fmla="*/ 1540328 h 3166067"/>
              <a:gd name="connsiteX4-45" fmla="*/ 5668107 w 5668107"/>
              <a:gd name="connsiteY4-46" fmla="*/ 20515 h 3166067"/>
              <a:gd name="connsiteX5-47" fmla="*/ 5668107 w 5668107"/>
              <a:gd name="connsiteY5-48" fmla="*/ 20515 h 3166067"/>
              <a:gd name="connsiteX0-49" fmla="*/ 2247481 w 6942991"/>
              <a:gd name="connsiteY0-50" fmla="*/ 3166067 h 3166067"/>
              <a:gd name="connsiteX1-51" fmla="*/ 0 w 6942991"/>
              <a:gd name="connsiteY1-52" fmla="*/ 1749250 h 3166067"/>
              <a:gd name="connsiteX2-53" fmla="*/ 2305259 w 6942991"/>
              <a:gd name="connsiteY2-54" fmla="*/ 0 h 3166067"/>
              <a:gd name="connsiteX3-55" fmla="*/ 4504591 w 6942991"/>
              <a:gd name="connsiteY3-56" fmla="*/ 1540328 h 3166067"/>
              <a:gd name="connsiteX4-57" fmla="*/ 5668107 w 6942991"/>
              <a:gd name="connsiteY4-58" fmla="*/ 20515 h 3166067"/>
              <a:gd name="connsiteX5-59" fmla="*/ 6942991 w 6942991"/>
              <a:gd name="connsiteY5-60" fmla="*/ 20515 h 3166067"/>
              <a:gd name="connsiteX0-61" fmla="*/ 2247481 w 5668107"/>
              <a:gd name="connsiteY0-62" fmla="*/ 3166067 h 3166067"/>
              <a:gd name="connsiteX1-63" fmla="*/ 0 w 5668107"/>
              <a:gd name="connsiteY1-64" fmla="*/ 1749250 h 3166067"/>
              <a:gd name="connsiteX2-65" fmla="*/ 2305259 w 5668107"/>
              <a:gd name="connsiteY2-66" fmla="*/ 0 h 3166067"/>
              <a:gd name="connsiteX3-67" fmla="*/ 4504591 w 5668107"/>
              <a:gd name="connsiteY3-68" fmla="*/ 1540328 h 3166067"/>
              <a:gd name="connsiteX4-69" fmla="*/ 5668107 w 5668107"/>
              <a:gd name="connsiteY4-70" fmla="*/ 20515 h 3166067"/>
              <a:gd name="connsiteX0-71" fmla="*/ 2247481 w 6855069"/>
              <a:gd name="connsiteY0-72" fmla="*/ 3166067 h 3166067"/>
              <a:gd name="connsiteX1-73" fmla="*/ 0 w 6855069"/>
              <a:gd name="connsiteY1-74" fmla="*/ 1749250 h 3166067"/>
              <a:gd name="connsiteX2-75" fmla="*/ 2305259 w 6855069"/>
              <a:gd name="connsiteY2-76" fmla="*/ 0 h 3166067"/>
              <a:gd name="connsiteX3-77" fmla="*/ 4504591 w 6855069"/>
              <a:gd name="connsiteY3-78" fmla="*/ 1540328 h 3166067"/>
              <a:gd name="connsiteX4-79" fmla="*/ 6855069 w 6855069"/>
              <a:gd name="connsiteY4-80" fmla="*/ 11723 h 3166067"/>
              <a:gd name="connsiteX0-81" fmla="*/ 2247481 w 6855069"/>
              <a:gd name="connsiteY0-82" fmla="*/ 3166067 h 3166067"/>
              <a:gd name="connsiteX1-83" fmla="*/ 0 w 6855069"/>
              <a:gd name="connsiteY1-84" fmla="*/ 1749250 h 3166067"/>
              <a:gd name="connsiteX2-85" fmla="*/ 2270089 w 6855069"/>
              <a:gd name="connsiteY2-86" fmla="*/ 0 h 3166067"/>
              <a:gd name="connsiteX3-87" fmla="*/ 4504591 w 6855069"/>
              <a:gd name="connsiteY3-88" fmla="*/ 1540328 h 3166067"/>
              <a:gd name="connsiteX4-89" fmla="*/ 6855069 w 6855069"/>
              <a:gd name="connsiteY4-90" fmla="*/ 11723 h 3166067"/>
              <a:gd name="connsiteX0-91" fmla="*/ 2247481 w 6855069"/>
              <a:gd name="connsiteY0-92" fmla="*/ 3166067 h 3166067"/>
              <a:gd name="connsiteX1-93" fmla="*/ 0 w 6855069"/>
              <a:gd name="connsiteY1-94" fmla="*/ 1749250 h 3166067"/>
              <a:gd name="connsiteX2-95" fmla="*/ 2270089 w 6855069"/>
              <a:gd name="connsiteY2-96" fmla="*/ 0 h 3166067"/>
              <a:gd name="connsiteX3-97" fmla="*/ 4557345 w 6855069"/>
              <a:gd name="connsiteY3-98" fmla="*/ 1637043 h 3166067"/>
              <a:gd name="connsiteX4-99" fmla="*/ 6855069 w 6855069"/>
              <a:gd name="connsiteY4-100" fmla="*/ 11723 h 3166067"/>
              <a:gd name="connsiteX0-101" fmla="*/ 2282650 w 6855069"/>
              <a:gd name="connsiteY0-102" fmla="*/ 3245198 h 3245198"/>
              <a:gd name="connsiteX1-103" fmla="*/ 0 w 6855069"/>
              <a:gd name="connsiteY1-104" fmla="*/ 1749250 h 3245198"/>
              <a:gd name="connsiteX2-105" fmla="*/ 2270089 w 6855069"/>
              <a:gd name="connsiteY2-106" fmla="*/ 0 h 3245198"/>
              <a:gd name="connsiteX3-107" fmla="*/ 4557345 w 6855069"/>
              <a:gd name="connsiteY3-108" fmla="*/ 1637043 h 3245198"/>
              <a:gd name="connsiteX4-109" fmla="*/ 6855069 w 6855069"/>
              <a:gd name="connsiteY4-110" fmla="*/ 11723 h 3245198"/>
              <a:gd name="connsiteX0-111" fmla="*/ 2309027 w 6881446"/>
              <a:gd name="connsiteY0-112" fmla="*/ 3245198 h 3245198"/>
              <a:gd name="connsiteX1-113" fmla="*/ 0 w 6881446"/>
              <a:gd name="connsiteY1-114" fmla="*/ 1617366 h 3245198"/>
              <a:gd name="connsiteX2-115" fmla="*/ 2296466 w 6881446"/>
              <a:gd name="connsiteY2-116" fmla="*/ 0 h 3245198"/>
              <a:gd name="connsiteX3-117" fmla="*/ 4583722 w 6881446"/>
              <a:gd name="connsiteY3-118" fmla="*/ 1637043 h 3245198"/>
              <a:gd name="connsiteX4-119" fmla="*/ 6881446 w 6881446"/>
              <a:gd name="connsiteY4-120" fmla="*/ 11723 h 3245198"/>
            </a:gdLst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81446" h="3245198">
                <a:moveTo>
                  <a:pt x="2309027" y="3245198"/>
                </a:moveTo>
                <a:lnTo>
                  <a:pt x="0" y="1617366"/>
                </a:lnTo>
                <a:lnTo>
                  <a:pt x="2296466" y="0"/>
                </a:lnTo>
                <a:lnTo>
                  <a:pt x="4583722" y="1637043"/>
                </a:lnTo>
                <a:lnTo>
                  <a:pt x="6881446" y="11723"/>
                </a:lnTo>
              </a:path>
            </a:pathLst>
          </a:custGeom>
          <a:ln w="34925">
            <a:solidFill>
              <a:srgbClr val="92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2"/>
          <p:cNvSpPr/>
          <p:nvPr/>
        </p:nvSpPr>
        <p:spPr>
          <a:xfrm>
            <a:off x="5458170" y="1836684"/>
            <a:ext cx="720000" cy="720000"/>
          </a:xfrm>
          <a:prstGeom prst="ellipse">
            <a:avLst/>
          </a:pr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Oval 75"/>
          <p:cNvSpPr/>
          <p:nvPr/>
        </p:nvSpPr>
        <p:spPr>
          <a:xfrm>
            <a:off x="3185581" y="3431838"/>
            <a:ext cx="720000" cy="720000"/>
          </a:xfrm>
          <a:prstGeom prst="ellipse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Oval 76"/>
          <p:cNvSpPr/>
          <p:nvPr/>
        </p:nvSpPr>
        <p:spPr>
          <a:xfrm>
            <a:off x="5458170" y="5009082"/>
            <a:ext cx="720000" cy="720000"/>
          </a:xfrm>
          <a:prstGeom prst="ellipse">
            <a:avLst/>
          </a:pr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Oval 77"/>
          <p:cNvSpPr/>
          <p:nvPr/>
        </p:nvSpPr>
        <p:spPr>
          <a:xfrm>
            <a:off x="7730759" y="3431838"/>
            <a:ext cx="720000" cy="720000"/>
          </a:xfrm>
          <a:prstGeom prst="ellipse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Oval 78"/>
          <p:cNvSpPr/>
          <p:nvPr/>
        </p:nvSpPr>
        <p:spPr>
          <a:xfrm>
            <a:off x="10003348" y="1760911"/>
            <a:ext cx="828000" cy="828000"/>
          </a:xfrm>
          <a:prstGeom prst="ellipse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Oval 81"/>
          <p:cNvSpPr/>
          <p:nvPr/>
        </p:nvSpPr>
        <p:spPr>
          <a:xfrm>
            <a:off x="10140425" y="1897988"/>
            <a:ext cx="553846" cy="553846"/>
          </a:xfrm>
          <a:prstGeom prst="ellipse">
            <a:avLst/>
          </a:pr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3" name="Group 6"/>
          <p:cNvGrpSpPr/>
          <p:nvPr/>
        </p:nvGrpSpPr>
        <p:grpSpPr>
          <a:xfrm>
            <a:off x="741706" y="3328400"/>
            <a:ext cx="2326640" cy="1157710"/>
            <a:chOff x="-243332" y="3137575"/>
            <a:chExt cx="2326640" cy="1157710"/>
          </a:xfrm>
        </p:grpSpPr>
        <p:sp>
          <p:nvSpPr>
            <p:cNvPr id="14" name="TextBox 40"/>
            <p:cNvSpPr txBox="1"/>
            <p:nvPr/>
          </p:nvSpPr>
          <p:spPr>
            <a:xfrm>
              <a:off x="-243332" y="3163977"/>
              <a:ext cx="1960908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>
                  <a:solidFill>
                    <a:srgbClr val="C1CBD7"/>
                  </a:solidFill>
                  <a:cs typeface="Arial" panose="020b0604020202020204" pitchFamily="34" charset="0"/>
                </a:rPr>
                <a:t>Your Text  Here</a:t>
              </a:r>
              <a:endParaRPr lang="en-US" altLang="ko-KR" sz="1400" b="1">
                <a:solidFill>
                  <a:srgbClr val="C1CBD7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TextBox 41"/>
            <p:cNvSpPr txBox="1"/>
            <p:nvPr/>
          </p:nvSpPr>
          <p:spPr>
            <a:xfrm>
              <a:off x="-237692" y="3464288"/>
              <a:ext cx="2321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Oval 49"/>
            <p:cNvSpPr/>
            <p:nvPr/>
          </p:nvSpPr>
          <p:spPr>
            <a:xfrm>
              <a:off x="1723216" y="3137575"/>
              <a:ext cx="359589" cy="360001"/>
            </a:xfrm>
            <a:prstGeom prst="ellipse">
              <a:avLst/>
            </a:prstGeom>
            <a:solidFill>
              <a:srgbClr val="C1CB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17" name="TextBox 43"/>
            <p:cNvSpPr txBox="1"/>
            <p:nvPr/>
          </p:nvSpPr>
          <p:spPr>
            <a:xfrm>
              <a:off x="1737207" y="3152454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0"/>
          <p:cNvGrpSpPr/>
          <p:nvPr/>
        </p:nvGrpSpPr>
        <p:grpSpPr>
          <a:xfrm>
            <a:off x="2795954" y="4932793"/>
            <a:ext cx="2358195" cy="1157710"/>
            <a:chOff x="1292171" y="4653887"/>
            <a:chExt cx="2358195" cy="1157710"/>
          </a:xfrm>
        </p:grpSpPr>
        <p:sp>
          <p:nvSpPr>
            <p:cNvPr id="19" name="TextBox 45"/>
            <p:cNvSpPr txBox="1"/>
            <p:nvPr/>
          </p:nvSpPr>
          <p:spPr>
            <a:xfrm>
              <a:off x="1292171" y="4680289"/>
              <a:ext cx="1992464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>
                  <a:solidFill>
                    <a:srgbClr val="4A5A69"/>
                  </a:solidFill>
                  <a:cs typeface="Arial" panose="020b0604020202020204" pitchFamily="34" charset="0"/>
                </a:rPr>
                <a:t>Your Text  Here</a:t>
              </a:r>
              <a:endParaRPr lang="en-US" altLang="ko-KR" sz="1400" b="1">
                <a:solidFill>
                  <a:srgbClr val="4A5A69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TextBox 46"/>
            <p:cNvSpPr txBox="1"/>
            <p:nvPr/>
          </p:nvSpPr>
          <p:spPr>
            <a:xfrm>
              <a:off x="1292171" y="4980600"/>
              <a:ext cx="23581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Oval 54"/>
            <p:cNvSpPr/>
            <p:nvPr/>
          </p:nvSpPr>
          <p:spPr>
            <a:xfrm>
              <a:off x="3290275" y="4653887"/>
              <a:ext cx="359589" cy="360001"/>
            </a:xfrm>
            <a:prstGeom prst="ellipse">
              <a:avLst/>
            </a:prstGeom>
            <a:solidFill>
              <a:srgbClr val="4A5A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22" name="TextBox 48"/>
            <p:cNvSpPr txBox="1"/>
            <p:nvPr/>
          </p:nvSpPr>
          <p:spPr>
            <a:xfrm>
              <a:off x="3302599" y="4671830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11"/>
          <p:cNvGrpSpPr/>
          <p:nvPr/>
        </p:nvGrpSpPr>
        <p:grpSpPr>
          <a:xfrm>
            <a:off x="2904614" y="1575762"/>
            <a:ext cx="2249535" cy="1157710"/>
            <a:chOff x="1380613" y="1553975"/>
            <a:chExt cx="2249535" cy="1157710"/>
          </a:xfrm>
        </p:grpSpPr>
        <p:sp>
          <p:nvSpPr>
            <p:cNvPr id="24" name="TextBox 50"/>
            <p:cNvSpPr txBox="1"/>
            <p:nvPr/>
          </p:nvSpPr>
          <p:spPr>
            <a:xfrm>
              <a:off x="1380613" y="1580377"/>
              <a:ext cx="1883803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>
                  <a:solidFill>
                    <a:srgbClr val="4A5A69"/>
                  </a:solidFill>
                  <a:cs typeface="Arial" panose="020b0604020202020204" pitchFamily="34" charset="0"/>
                </a:rPr>
                <a:t>Your Text  Here</a:t>
              </a:r>
              <a:endParaRPr lang="en-US" altLang="ko-KR" sz="1400" b="1">
                <a:solidFill>
                  <a:srgbClr val="4A5A69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" name="TextBox 51"/>
            <p:cNvSpPr txBox="1"/>
            <p:nvPr/>
          </p:nvSpPr>
          <p:spPr>
            <a:xfrm>
              <a:off x="1386253" y="1880688"/>
              <a:ext cx="22438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Oval 59"/>
            <p:cNvSpPr/>
            <p:nvPr/>
          </p:nvSpPr>
          <p:spPr>
            <a:xfrm>
              <a:off x="3270057" y="1553975"/>
              <a:ext cx="359589" cy="360001"/>
            </a:xfrm>
            <a:prstGeom prst="ellipse">
              <a:avLst/>
            </a:prstGeom>
            <a:solidFill>
              <a:srgbClr val="4A5A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27" name="TextBox 53"/>
            <p:cNvSpPr txBox="1"/>
            <p:nvPr/>
          </p:nvSpPr>
          <p:spPr>
            <a:xfrm>
              <a:off x="3282381" y="1580086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cs typeface="Arial" panose="020b0604020202020204" pitchFamily="34" charset="0"/>
                </a:rPr>
                <a:t>3</a:t>
              </a:r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12"/>
          <p:cNvGrpSpPr/>
          <p:nvPr/>
        </p:nvGrpSpPr>
        <p:grpSpPr>
          <a:xfrm>
            <a:off x="4663021" y="3328400"/>
            <a:ext cx="2323632" cy="1157710"/>
            <a:chOff x="3139020" y="3202670"/>
            <a:chExt cx="2323632" cy="1157710"/>
          </a:xfrm>
        </p:grpSpPr>
        <p:sp>
          <p:nvSpPr>
            <p:cNvPr id="29" name="TextBox 55"/>
            <p:cNvSpPr txBox="1"/>
            <p:nvPr/>
          </p:nvSpPr>
          <p:spPr>
            <a:xfrm>
              <a:off x="3139020" y="3229072"/>
              <a:ext cx="1957902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>
                  <a:solidFill>
                    <a:srgbClr val="C1CBD7"/>
                  </a:solidFill>
                  <a:cs typeface="Arial" panose="020b0604020202020204" pitchFamily="34" charset="0"/>
                </a:rPr>
                <a:t>Your Text  Here</a:t>
              </a:r>
              <a:endParaRPr lang="en-US" altLang="ko-KR" sz="1400" b="1">
                <a:solidFill>
                  <a:srgbClr val="C1CBD7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" name="TextBox 56"/>
            <p:cNvSpPr txBox="1"/>
            <p:nvPr/>
          </p:nvSpPr>
          <p:spPr>
            <a:xfrm>
              <a:off x="3139521" y="3529383"/>
              <a:ext cx="23231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" name="Oval 65"/>
            <p:cNvSpPr/>
            <p:nvPr/>
          </p:nvSpPr>
          <p:spPr>
            <a:xfrm>
              <a:off x="5102561" y="3202670"/>
              <a:ext cx="359589" cy="360001"/>
            </a:xfrm>
            <a:prstGeom prst="ellipse">
              <a:avLst/>
            </a:prstGeom>
            <a:solidFill>
              <a:srgbClr val="C1CB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32" name="TextBox 58"/>
            <p:cNvSpPr txBox="1"/>
            <p:nvPr/>
          </p:nvSpPr>
          <p:spPr>
            <a:xfrm>
              <a:off x="5114885" y="3228782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cs typeface="Arial" panose="020b0604020202020204" pitchFamily="34" charset="0"/>
                </a:rPr>
                <a:t>4</a:t>
              </a:r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8"/>
          <p:cNvGrpSpPr/>
          <p:nvPr/>
        </p:nvGrpSpPr>
        <p:grpSpPr>
          <a:xfrm>
            <a:off x="7490545" y="1583219"/>
            <a:ext cx="2253720" cy="1157710"/>
            <a:chOff x="5456569" y="1496337"/>
            <a:chExt cx="2253720" cy="1157710"/>
          </a:xfrm>
        </p:grpSpPr>
        <p:sp>
          <p:nvSpPr>
            <p:cNvPr id="34" name="TextBox 60"/>
            <p:cNvSpPr txBox="1"/>
            <p:nvPr/>
          </p:nvSpPr>
          <p:spPr>
            <a:xfrm>
              <a:off x="5456569" y="1522739"/>
              <a:ext cx="1887988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>
                  <a:solidFill>
                    <a:srgbClr val="4A5A69"/>
                  </a:solidFill>
                  <a:cs typeface="Arial" panose="020b0604020202020204" pitchFamily="34" charset="0"/>
                </a:rPr>
                <a:t>Your Text  Here</a:t>
              </a:r>
              <a:endParaRPr lang="en-US" altLang="ko-KR" sz="1400" b="1">
                <a:solidFill>
                  <a:srgbClr val="4A5A69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TextBox 61"/>
            <p:cNvSpPr txBox="1"/>
            <p:nvPr/>
          </p:nvSpPr>
          <p:spPr>
            <a:xfrm>
              <a:off x="5457071" y="1823050"/>
              <a:ext cx="22532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6" name="Oval 70"/>
            <p:cNvSpPr/>
            <p:nvPr/>
          </p:nvSpPr>
          <p:spPr>
            <a:xfrm>
              <a:off x="7350197" y="1496337"/>
              <a:ext cx="359589" cy="360001"/>
            </a:xfrm>
            <a:prstGeom prst="ellipse">
              <a:avLst/>
            </a:prstGeom>
            <a:solidFill>
              <a:srgbClr val="4A5A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37" name="TextBox 63"/>
            <p:cNvSpPr txBox="1"/>
            <p:nvPr/>
          </p:nvSpPr>
          <p:spPr>
            <a:xfrm>
              <a:off x="7391709" y="1522234"/>
              <a:ext cx="27656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cs typeface="Arial" panose="020b0604020202020204" pitchFamily="34" charset="0"/>
                </a:rPr>
                <a:t>5</a:t>
              </a:r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8" name="Rectangle 7"/>
          <p:cNvSpPr/>
          <p:nvPr/>
        </p:nvSpPr>
        <p:spPr>
          <a:xfrm>
            <a:off x="3397319" y="3635356"/>
            <a:ext cx="322040" cy="322040"/>
          </a:xfrm>
          <a:custGeom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Rounded Rectangle 10"/>
          <p:cNvSpPr/>
          <p:nvPr/>
        </p:nvSpPr>
        <p:spPr>
          <a:xfrm>
            <a:off x="5721214" y="5199496"/>
            <a:ext cx="254160" cy="336352"/>
          </a:xfrm>
          <a:custGeom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0" name="Rounded Rectangle 5"/>
          <p:cNvSpPr/>
          <p:nvPr/>
        </p:nvSpPr>
        <p:spPr>
          <a:xfrm flipH="1">
            <a:off x="5613599" y="2029999"/>
            <a:ext cx="391682" cy="323114"/>
          </a:xfrm>
          <a:custGeom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-1" fmla="*/ 1384251 w 3217557"/>
              <a:gd name="connsiteY0-2" fmla="*/ 661544 h 2702049"/>
              <a:gd name="connsiteX1-3" fmla="*/ 1574067 w 3217557"/>
              <a:gd name="connsiteY1-4" fmla="*/ 851360 h 2702049"/>
              <a:gd name="connsiteX2-5" fmla="*/ 1384251 w 3217557"/>
              <a:gd name="connsiteY2-6" fmla="*/ 1041176 h 2702049"/>
              <a:gd name="connsiteX3-7" fmla="*/ 1194435 w 3217557"/>
              <a:gd name="connsiteY3-8" fmla="*/ 851360 h 2702049"/>
              <a:gd name="connsiteX4-9" fmla="*/ 1384251 w 3217557"/>
              <a:gd name="connsiteY4-10" fmla="*/ 661544 h 2702049"/>
              <a:gd name="connsiteX5-11" fmla="*/ 1993421 w 3217557"/>
              <a:gd name="connsiteY5-12" fmla="*/ 661544 h 2702049"/>
              <a:gd name="connsiteX6-13" fmla="*/ 2183237 w 3217557"/>
              <a:gd name="connsiteY6-14" fmla="*/ 851360 h 2702049"/>
              <a:gd name="connsiteX7-15" fmla="*/ 1993421 w 3217557"/>
              <a:gd name="connsiteY7-16" fmla="*/ 1041176 h 2702049"/>
              <a:gd name="connsiteX8-17" fmla="*/ 1803605 w 3217557"/>
              <a:gd name="connsiteY8-18" fmla="*/ 851360 h 2702049"/>
              <a:gd name="connsiteX9-19" fmla="*/ 1993421 w 3217557"/>
              <a:gd name="connsiteY9-20" fmla="*/ 661544 h 2702049"/>
              <a:gd name="connsiteX10-21" fmla="*/ 2602591 w 3217557"/>
              <a:gd name="connsiteY10-22" fmla="*/ 661544 h 2702049"/>
              <a:gd name="connsiteX11-23" fmla="*/ 2792407 w 3217557"/>
              <a:gd name="connsiteY11-24" fmla="*/ 851360 h 2702049"/>
              <a:gd name="connsiteX12-25" fmla="*/ 2602591 w 3217557"/>
              <a:gd name="connsiteY12-26" fmla="*/ 1041176 h 2702049"/>
              <a:gd name="connsiteX13-27" fmla="*/ 2412775 w 3217557"/>
              <a:gd name="connsiteY13-28" fmla="*/ 851360 h 2702049"/>
              <a:gd name="connsiteX14-29" fmla="*/ 2602591 w 3217557"/>
              <a:gd name="connsiteY14-30" fmla="*/ 661544 h 2702049"/>
              <a:gd name="connsiteX15-31" fmla="*/ 677114 w 3217557"/>
              <a:gd name="connsiteY15-32" fmla="*/ 569491 h 2702049"/>
              <a:gd name="connsiteX16-33" fmla="*/ 330916 w 3217557"/>
              <a:gd name="connsiteY16-34" fmla="*/ 569491 h 2702049"/>
              <a:gd name="connsiteX17-35" fmla="*/ 0 w 3217557"/>
              <a:gd name="connsiteY17-36" fmla="*/ 900407 h 2702049"/>
              <a:gd name="connsiteX18-37" fmla="*/ 0 w 3217557"/>
              <a:gd name="connsiteY18-38" fmla="*/ 1952009 h 2702049"/>
              <a:gd name="connsiteX19-39" fmla="*/ 330916 w 3217557"/>
              <a:gd name="connsiteY19-40" fmla="*/ 2282925 h 2702049"/>
              <a:gd name="connsiteX20-41" fmla="*/ 711670 w 3217557"/>
              <a:gd name="connsiteY20-42" fmla="*/ 2282925 h 2702049"/>
              <a:gd name="connsiteX21-43" fmla="*/ 15770 w 3217557"/>
              <a:gd name="connsiteY21-44" fmla="*/ 2702049 h 2702049"/>
              <a:gd name="connsiteX22-45" fmla="*/ 1294529 w 3217557"/>
              <a:gd name="connsiteY22-46" fmla="*/ 2282925 h 2702049"/>
              <a:gd name="connsiteX23-47" fmla="*/ 2117356 w 3217557"/>
              <a:gd name="connsiteY23-48" fmla="*/ 2282925 h 2702049"/>
              <a:gd name="connsiteX24-49" fmla="*/ 2418395 w 3217557"/>
              <a:gd name="connsiteY24-50" fmla="*/ 2087951 h 2702049"/>
              <a:gd name="connsiteX25-51" fmla="*/ 1830857 w 3217557"/>
              <a:gd name="connsiteY25-52" fmla="*/ 1799347 h 2702049"/>
              <a:gd name="connsiteX26-53" fmla="*/ 1008030 w 3217557"/>
              <a:gd name="connsiteY26-54" fmla="*/ 1799347 h 2702049"/>
              <a:gd name="connsiteX27-55" fmla="*/ 677114 w 3217557"/>
              <a:gd name="connsiteY27-56" fmla="*/ 1468431 h 2702049"/>
              <a:gd name="connsiteX28-57" fmla="*/ 677114 w 3217557"/>
              <a:gd name="connsiteY28-58" fmla="*/ 569491 h 2702049"/>
              <a:gd name="connsiteX29-59" fmla="*/ 2886641 w 3217557"/>
              <a:gd name="connsiteY29-60" fmla="*/ 0 h 2702049"/>
              <a:gd name="connsiteX30-61" fmla="*/ 1100201 w 3217557"/>
              <a:gd name="connsiteY30-62" fmla="*/ 0 h 2702049"/>
              <a:gd name="connsiteX31-63" fmla="*/ 769285 w 3217557"/>
              <a:gd name="connsiteY31-64" fmla="*/ 330916 h 2702049"/>
              <a:gd name="connsiteX32-65" fmla="*/ 769285 w 3217557"/>
              <a:gd name="connsiteY32-66" fmla="*/ 1382518 h 2702049"/>
              <a:gd name="connsiteX33-67" fmla="*/ 1100201 w 3217557"/>
              <a:gd name="connsiteY33-68" fmla="*/ 1713434 h 2702049"/>
              <a:gd name="connsiteX34-69" fmla="*/ 1923028 w 3217557"/>
              <a:gd name="connsiteY34-70" fmla="*/ 1713434 h 2702049"/>
              <a:gd name="connsiteX35-71" fmla="*/ 3078958 w 3217557"/>
              <a:gd name="connsiteY35-72" fmla="*/ 2077967 h 2702049"/>
              <a:gd name="connsiteX36-73" fmla="*/ 2505887 w 3217557"/>
              <a:gd name="connsiteY36-74" fmla="*/ 1713434 h 2702049"/>
              <a:gd name="connsiteX37-75" fmla="*/ 2886641 w 3217557"/>
              <a:gd name="connsiteY37-76" fmla="*/ 1713434 h 2702049"/>
              <a:gd name="connsiteX38-77" fmla="*/ 3217557 w 3217557"/>
              <a:gd name="connsiteY38-78" fmla="*/ 1382518 h 2702049"/>
              <a:gd name="connsiteX39-79" fmla="*/ 3217557 w 3217557"/>
              <a:gd name="connsiteY39-80" fmla="*/ 330916 h 2702049"/>
              <a:gd name="connsiteX40-81" fmla="*/ 2886641 w 3217557"/>
              <a:gd name="connsiteY40-82" fmla="*/ 0 h 2702049"/>
              <a:gd name="connsiteX0-83" fmla="*/ 1384251 w 3217557"/>
              <a:gd name="connsiteY0-84" fmla="*/ 661544 h 2633810"/>
              <a:gd name="connsiteX1-85" fmla="*/ 1574067 w 3217557"/>
              <a:gd name="connsiteY1-86" fmla="*/ 851360 h 2633810"/>
              <a:gd name="connsiteX2-87" fmla="*/ 1384251 w 3217557"/>
              <a:gd name="connsiteY2-88" fmla="*/ 1041176 h 2633810"/>
              <a:gd name="connsiteX3-89" fmla="*/ 1194435 w 3217557"/>
              <a:gd name="connsiteY3-90" fmla="*/ 851360 h 2633810"/>
              <a:gd name="connsiteX4-91" fmla="*/ 1384251 w 3217557"/>
              <a:gd name="connsiteY4-92" fmla="*/ 661544 h 2633810"/>
              <a:gd name="connsiteX5-93" fmla="*/ 1993421 w 3217557"/>
              <a:gd name="connsiteY5-94" fmla="*/ 661544 h 2633810"/>
              <a:gd name="connsiteX6-95" fmla="*/ 2183237 w 3217557"/>
              <a:gd name="connsiteY6-96" fmla="*/ 851360 h 2633810"/>
              <a:gd name="connsiteX7-97" fmla="*/ 1993421 w 3217557"/>
              <a:gd name="connsiteY7-98" fmla="*/ 1041176 h 2633810"/>
              <a:gd name="connsiteX8-99" fmla="*/ 1803605 w 3217557"/>
              <a:gd name="connsiteY8-100" fmla="*/ 851360 h 2633810"/>
              <a:gd name="connsiteX9-101" fmla="*/ 1993421 w 3217557"/>
              <a:gd name="connsiteY9-102" fmla="*/ 661544 h 2633810"/>
              <a:gd name="connsiteX10-103" fmla="*/ 2602591 w 3217557"/>
              <a:gd name="connsiteY10-104" fmla="*/ 661544 h 2633810"/>
              <a:gd name="connsiteX11-105" fmla="*/ 2792407 w 3217557"/>
              <a:gd name="connsiteY11-106" fmla="*/ 851360 h 2633810"/>
              <a:gd name="connsiteX12-107" fmla="*/ 2602591 w 3217557"/>
              <a:gd name="connsiteY12-108" fmla="*/ 1041176 h 2633810"/>
              <a:gd name="connsiteX13-109" fmla="*/ 2412775 w 3217557"/>
              <a:gd name="connsiteY13-110" fmla="*/ 851360 h 2633810"/>
              <a:gd name="connsiteX14-111" fmla="*/ 2602591 w 3217557"/>
              <a:gd name="connsiteY14-112" fmla="*/ 661544 h 2633810"/>
              <a:gd name="connsiteX15-113" fmla="*/ 677114 w 3217557"/>
              <a:gd name="connsiteY15-114" fmla="*/ 569491 h 2633810"/>
              <a:gd name="connsiteX16-115" fmla="*/ 330916 w 3217557"/>
              <a:gd name="connsiteY16-116" fmla="*/ 569491 h 2633810"/>
              <a:gd name="connsiteX17-117" fmla="*/ 0 w 3217557"/>
              <a:gd name="connsiteY17-118" fmla="*/ 900407 h 2633810"/>
              <a:gd name="connsiteX18-119" fmla="*/ 0 w 3217557"/>
              <a:gd name="connsiteY18-120" fmla="*/ 1952009 h 2633810"/>
              <a:gd name="connsiteX19-121" fmla="*/ 330916 w 3217557"/>
              <a:gd name="connsiteY19-122" fmla="*/ 2282925 h 2633810"/>
              <a:gd name="connsiteX20-123" fmla="*/ 711670 w 3217557"/>
              <a:gd name="connsiteY20-124" fmla="*/ 2282925 h 2633810"/>
              <a:gd name="connsiteX21-125" fmla="*/ 165895 w 3217557"/>
              <a:gd name="connsiteY21-126" fmla="*/ 2633810 h 2633810"/>
              <a:gd name="connsiteX22-127" fmla="*/ 1294529 w 3217557"/>
              <a:gd name="connsiteY22-128" fmla="*/ 2282925 h 2633810"/>
              <a:gd name="connsiteX23-129" fmla="*/ 2117356 w 3217557"/>
              <a:gd name="connsiteY23-130" fmla="*/ 2282925 h 2633810"/>
              <a:gd name="connsiteX24-131" fmla="*/ 2418395 w 3217557"/>
              <a:gd name="connsiteY24-132" fmla="*/ 2087951 h 2633810"/>
              <a:gd name="connsiteX25-133" fmla="*/ 1830857 w 3217557"/>
              <a:gd name="connsiteY25-134" fmla="*/ 1799347 h 2633810"/>
              <a:gd name="connsiteX26-135" fmla="*/ 1008030 w 3217557"/>
              <a:gd name="connsiteY26-136" fmla="*/ 1799347 h 2633810"/>
              <a:gd name="connsiteX27-137" fmla="*/ 677114 w 3217557"/>
              <a:gd name="connsiteY27-138" fmla="*/ 1468431 h 2633810"/>
              <a:gd name="connsiteX28-139" fmla="*/ 677114 w 3217557"/>
              <a:gd name="connsiteY28-140" fmla="*/ 569491 h 2633810"/>
              <a:gd name="connsiteX29-141" fmla="*/ 2886641 w 3217557"/>
              <a:gd name="connsiteY29-142" fmla="*/ 0 h 2633810"/>
              <a:gd name="connsiteX30-143" fmla="*/ 1100201 w 3217557"/>
              <a:gd name="connsiteY30-144" fmla="*/ 0 h 2633810"/>
              <a:gd name="connsiteX31-145" fmla="*/ 769285 w 3217557"/>
              <a:gd name="connsiteY31-146" fmla="*/ 330916 h 2633810"/>
              <a:gd name="connsiteX32-147" fmla="*/ 769285 w 3217557"/>
              <a:gd name="connsiteY32-148" fmla="*/ 1382518 h 2633810"/>
              <a:gd name="connsiteX33-149" fmla="*/ 1100201 w 3217557"/>
              <a:gd name="connsiteY33-150" fmla="*/ 1713434 h 2633810"/>
              <a:gd name="connsiteX34-151" fmla="*/ 1923028 w 3217557"/>
              <a:gd name="connsiteY34-152" fmla="*/ 1713434 h 2633810"/>
              <a:gd name="connsiteX35-153" fmla="*/ 3078958 w 3217557"/>
              <a:gd name="connsiteY35-154" fmla="*/ 2077967 h 2633810"/>
              <a:gd name="connsiteX36-155" fmla="*/ 2505887 w 3217557"/>
              <a:gd name="connsiteY36-156" fmla="*/ 1713434 h 2633810"/>
              <a:gd name="connsiteX37-157" fmla="*/ 2886641 w 3217557"/>
              <a:gd name="connsiteY37-158" fmla="*/ 1713434 h 2633810"/>
              <a:gd name="connsiteX38-159" fmla="*/ 3217557 w 3217557"/>
              <a:gd name="connsiteY38-160" fmla="*/ 1382518 h 2633810"/>
              <a:gd name="connsiteX39-161" fmla="*/ 3217557 w 3217557"/>
              <a:gd name="connsiteY39-162" fmla="*/ 330916 h 2633810"/>
              <a:gd name="connsiteX40-163" fmla="*/ 2886641 w 3217557"/>
              <a:gd name="connsiteY40-164" fmla="*/ 0 h 2633810"/>
              <a:gd name="connsiteX0-165" fmla="*/ 1384251 w 3217557"/>
              <a:gd name="connsiteY0-166" fmla="*/ 661544 h 2633810"/>
              <a:gd name="connsiteX1-167" fmla="*/ 1574067 w 3217557"/>
              <a:gd name="connsiteY1-168" fmla="*/ 851360 h 2633810"/>
              <a:gd name="connsiteX2-169" fmla="*/ 1384251 w 3217557"/>
              <a:gd name="connsiteY2-170" fmla="*/ 1041176 h 2633810"/>
              <a:gd name="connsiteX3-171" fmla="*/ 1194435 w 3217557"/>
              <a:gd name="connsiteY3-172" fmla="*/ 851360 h 2633810"/>
              <a:gd name="connsiteX4-173" fmla="*/ 1384251 w 3217557"/>
              <a:gd name="connsiteY4-174" fmla="*/ 661544 h 2633810"/>
              <a:gd name="connsiteX5-175" fmla="*/ 1993421 w 3217557"/>
              <a:gd name="connsiteY5-176" fmla="*/ 661544 h 2633810"/>
              <a:gd name="connsiteX6-177" fmla="*/ 2183237 w 3217557"/>
              <a:gd name="connsiteY6-178" fmla="*/ 851360 h 2633810"/>
              <a:gd name="connsiteX7-179" fmla="*/ 1993421 w 3217557"/>
              <a:gd name="connsiteY7-180" fmla="*/ 1041176 h 2633810"/>
              <a:gd name="connsiteX8-181" fmla="*/ 1803605 w 3217557"/>
              <a:gd name="connsiteY8-182" fmla="*/ 851360 h 2633810"/>
              <a:gd name="connsiteX9-183" fmla="*/ 1993421 w 3217557"/>
              <a:gd name="connsiteY9-184" fmla="*/ 661544 h 2633810"/>
              <a:gd name="connsiteX10-185" fmla="*/ 2602591 w 3217557"/>
              <a:gd name="connsiteY10-186" fmla="*/ 661544 h 2633810"/>
              <a:gd name="connsiteX11-187" fmla="*/ 2792407 w 3217557"/>
              <a:gd name="connsiteY11-188" fmla="*/ 851360 h 2633810"/>
              <a:gd name="connsiteX12-189" fmla="*/ 2602591 w 3217557"/>
              <a:gd name="connsiteY12-190" fmla="*/ 1041176 h 2633810"/>
              <a:gd name="connsiteX13-191" fmla="*/ 2412775 w 3217557"/>
              <a:gd name="connsiteY13-192" fmla="*/ 851360 h 2633810"/>
              <a:gd name="connsiteX14-193" fmla="*/ 2602591 w 3217557"/>
              <a:gd name="connsiteY14-194" fmla="*/ 661544 h 2633810"/>
              <a:gd name="connsiteX15-195" fmla="*/ 677114 w 3217557"/>
              <a:gd name="connsiteY15-196" fmla="*/ 569491 h 2633810"/>
              <a:gd name="connsiteX16-197" fmla="*/ 330916 w 3217557"/>
              <a:gd name="connsiteY16-198" fmla="*/ 569491 h 2633810"/>
              <a:gd name="connsiteX17-199" fmla="*/ 0 w 3217557"/>
              <a:gd name="connsiteY17-200" fmla="*/ 900407 h 2633810"/>
              <a:gd name="connsiteX18-201" fmla="*/ 0 w 3217557"/>
              <a:gd name="connsiteY18-202" fmla="*/ 1952009 h 2633810"/>
              <a:gd name="connsiteX19-203" fmla="*/ 330916 w 3217557"/>
              <a:gd name="connsiteY19-204" fmla="*/ 2282925 h 2633810"/>
              <a:gd name="connsiteX20-205" fmla="*/ 711670 w 3217557"/>
              <a:gd name="connsiteY20-206" fmla="*/ 2282925 h 2633810"/>
              <a:gd name="connsiteX21-207" fmla="*/ 165895 w 3217557"/>
              <a:gd name="connsiteY21-208" fmla="*/ 2633810 h 2633810"/>
              <a:gd name="connsiteX22-209" fmla="*/ 1294529 w 3217557"/>
              <a:gd name="connsiteY22-210" fmla="*/ 2282925 h 2633810"/>
              <a:gd name="connsiteX23-211" fmla="*/ 2117356 w 3217557"/>
              <a:gd name="connsiteY23-212" fmla="*/ 2282925 h 2633810"/>
              <a:gd name="connsiteX24-213" fmla="*/ 2418395 w 3217557"/>
              <a:gd name="connsiteY24-214" fmla="*/ 2087951 h 2633810"/>
              <a:gd name="connsiteX25-215" fmla="*/ 1830857 w 3217557"/>
              <a:gd name="connsiteY25-216" fmla="*/ 1799347 h 2633810"/>
              <a:gd name="connsiteX26-217" fmla="*/ 1008030 w 3217557"/>
              <a:gd name="connsiteY26-218" fmla="*/ 1799347 h 2633810"/>
              <a:gd name="connsiteX27-219" fmla="*/ 677114 w 3217557"/>
              <a:gd name="connsiteY27-220" fmla="*/ 1468431 h 2633810"/>
              <a:gd name="connsiteX28-221" fmla="*/ 677114 w 3217557"/>
              <a:gd name="connsiteY28-222" fmla="*/ 569491 h 2633810"/>
              <a:gd name="connsiteX29-223" fmla="*/ 2886641 w 3217557"/>
              <a:gd name="connsiteY29-224" fmla="*/ 0 h 2633810"/>
              <a:gd name="connsiteX30-225" fmla="*/ 1100201 w 3217557"/>
              <a:gd name="connsiteY30-226" fmla="*/ 0 h 2633810"/>
              <a:gd name="connsiteX31-227" fmla="*/ 769285 w 3217557"/>
              <a:gd name="connsiteY31-228" fmla="*/ 330916 h 2633810"/>
              <a:gd name="connsiteX32-229" fmla="*/ 769285 w 3217557"/>
              <a:gd name="connsiteY32-230" fmla="*/ 1382518 h 2633810"/>
              <a:gd name="connsiteX33-231" fmla="*/ 1100201 w 3217557"/>
              <a:gd name="connsiteY33-232" fmla="*/ 1713434 h 2633810"/>
              <a:gd name="connsiteX34-233" fmla="*/ 1923028 w 3217557"/>
              <a:gd name="connsiteY34-234" fmla="*/ 1713434 h 2633810"/>
              <a:gd name="connsiteX35-235" fmla="*/ 3078958 w 3217557"/>
              <a:gd name="connsiteY35-236" fmla="*/ 2077967 h 2633810"/>
              <a:gd name="connsiteX36-237" fmla="*/ 2505887 w 3217557"/>
              <a:gd name="connsiteY36-238" fmla="*/ 1713434 h 2633810"/>
              <a:gd name="connsiteX37-239" fmla="*/ 2886641 w 3217557"/>
              <a:gd name="connsiteY37-240" fmla="*/ 1713434 h 2633810"/>
              <a:gd name="connsiteX38-241" fmla="*/ 3217557 w 3217557"/>
              <a:gd name="connsiteY38-242" fmla="*/ 1382518 h 2633810"/>
              <a:gd name="connsiteX39-243" fmla="*/ 3217557 w 3217557"/>
              <a:gd name="connsiteY39-244" fmla="*/ 330916 h 2633810"/>
              <a:gd name="connsiteX40-245" fmla="*/ 2886641 w 3217557"/>
              <a:gd name="connsiteY40-246" fmla="*/ 0 h 2633810"/>
              <a:gd name="connsiteX0-247" fmla="*/ 1384251 w 3217557"/>
              <a:gd name="connsiteY0-248" fmla="*/ 661544 h 2633810"/>
              <a:gd name="connsiteX1-249" fmla="*/ 1574067 w 3217557"/>
              <a:gd name="connsiteY1-250" fmla="*/ 851360 h 2633810"/>
              <a:gd name="connsiteX2-251" fmla="*/ 1384251 w 3217557"/>
              <a:gd name="connsiteY2-252" fmla="*/ 1041176 h 2633810"/>
              <a:gd name="connsiteX3-253" fmla="*/ 1194435 w 3217557"/>
              <a:gd name="connsiteY3-254" fmla="*/ 851360 h 2633810"/>
              <a:gd name="connsiteX4-255" fmla="*/ 1384251 w 3217557"/>
              <a:gd name="connsiteY4-256" fmla="*/ 661544 h 2633810"/>
              <a:gd name="connsiteX5-257" fmla="*/ 1993421 w 3217557"/>
              <a:gd name="connsiteY5-258" fmla="*/ 661544 h 2633810"/>
              <a:gd name="connsiteX6-259" fmla="*/ 2183237 w 3217557"/>
              <a:gd name="connsiteY6-260" fmla="*/ 851360 h 2633810"/>
              <a:gd name="connsiteX7-261" fmla="*/ 1993421 w 3217557"/>
              <a:gd name="connsiteY7-262" fmla="*/ 1041176 h 2633810"/>
              <a:gd name="connsiteX8-263" fmla="*/ 1803605 w 3217557"/>
              <a:gd name="connsiteY8-264" fmla="*/ 851360 h 2633810"/>
              <a:gd name="connsiteX9-265" fmla="*/ 1993421 w 3217557"/>
              <a:gd name="connsiteY9-266" fmla="*/ 661544 h 2633810"/>
              <a:gd name="connsiteX10-267" fmla="*/ 2602591 w 3217557"/>
              <a:gd name="connsiteY10-268" fmla="*/ 661544 h 2633810"/>
              <a:gd name="connsiteX11-269" fmla="*/ 2792407 w 3217557"/>
              <a:gd name="connsiteY11-270" fmla="*/ 851360 h 2633810"/>
              <a:gd name="connsiteX12-271" fmla="*/ 2602591 w 3217557"/>
              <a:gd name="connsiteY12-272" fmla="*/ 1041176 h 2633810"/>
              <a:gd name="connsiteX13-273" fmla="*/ 2412775 w 3217557"/>
              <a:gd name="connsiteY13-274" fmla="*/ 851360 h 2633810"/>
              <a:gd name="connsiteX14-275" fmla="*/ 2602591 w 3217557"/>
              <a:gd name="connsiteY14-276" fmla="*/ 661544 h 2633810"/>
              <a:gd name="connsiteX15-277" fmla="*/ 677114 w 3217557"/>
              <a:gd name="connsiteY15-278" fmla="*/ 569491 h 2633810"/>
              <a:gd name="connsiteX16-279" fmla="*/ 330916 w 3217557"/>
              <a:gd name="connsiteY16-280" fmla="*/ 569491 h 2633810"/>
              <a:gd name="connsiteX17-281" fmla="*/ 0 w 3217557"/>
              <a:gd name="connsiteY17-282" fmla="*/ 900407 h 2633810"/>
              <a:gd name="connsiteX18-283" fmla="*/ 0 w 3217557"/>
              <a:gd name="connsiteY18-284" fmla="*/ 1952009 h 2633810"/>
              <a:gd name="connsiteX19-285" fmla="*/ 330916 w 3217557"/>
              <a:gd name="connsiteY19-286" fmla="*/ 2282925 h 2633810"/>
              <a:gd name="connsiteX20-287" fmla="*/ 711670 w 3217557"/>
              <a:gd name="connsiteY20-288" fmla="*/ 2282925 h 2633810"/>
              <a:gd name="connsiteX21-289" fmla="*/ 165895 w 3217557"/>
              <a:gd name="connsiteY21-290" fmla="*/ 2633810 h 2633810"/>
              <a:gd name="connsiteX22-291" fmla="*/ 1294529 w 3217557"/>
              <a:gd name="connsiteY22-292" fmla="*/ 2282925 h 2633810"/>
              <a:gd name="connsiteX23-293" fmla="*/ 2117356 w 3217557"/>
              <a:gd name="connsiteY23-294" fmla="*/ 2282925 h 2633810"/>
              <a:gd name="connsiteX24-295" fmla="*/ 2418395 w 3217557"/>
              <a:gd name="connsiteY24-296" fmla="*/ 2087951 h 2633810"/>
              <a:gd name="connsiteX25-297" fmla="*/ 1830857 w 3217557"/>
              <a:gd name="connsiteY25-298" fmla="*/ 1799347 h 2633810"/>
              <a:gd name="connsiteX26-299" fmla="*/ 1008030 w 3217557"/>
              <a:gd name="connsiteY26-300" fmla="*/ 1799347 h 2633810"/>
              <a:gd name="connsiteX27-301" fmla="*/ 677114 w 3217557"/>
              <a:gd name="connsiteY27-302" fmla="*/ 1468431 h 2633810"/>
              <a:gd name="connsiteX28-303" fmla="*/ 677114 w 3217557"/>
              <a:gd name="connsiteY28-304" fmla="*/ 569491 h 2633810"/>
              <a:gd name="connsiteX29-305" fmla="*/ 2886641 w 3217557"/>
              <a:gd name="connsiteY29-306" fmla="*/ 0 h 2633810"/>
              <a:gd name="connsiteX30-307" fmla="*/ 1100201 w 3217557"/>
              <a:gd name="connsiteY30-308" fmla="*/ 0 h 2633810"/>
              <a:gd name="connsiteX31-309" fmla="*/ 769285 w 3217557"/>
              <a:gd name="connsiteY31-310" fmla="*/ 330916 h 2633810"/>
              <a:gd name="connsiteX32-311" fmla="*/ 769285 w 3217557"/>
              <a:gd name="connsiteY32-312" fmla="*/ 1382518 h 2633810"/>
              <a:gd name="connsiteX33-313" fmla="*/ 1100201 w 3217557"/>
              <a:gd name="connsiteY33-314" fmla="*/ 1713434 h 2633810"/>
              <a:gd name="connsiteX34-315" fmla="*/ 1923028 w 3217557"/>
              <a:gd name="connsiteY34-316" fmla="*/ 1713434 h 2633810"/>
              <a:gd name="connsiteX35-317" fmla="*/ 3078958 w 3217557"/>
              <a:gd name="connsiteY35-318" fmla="*/ 2077967 h 2633810"/>
              <a:gd name="connsiteX36-319" fmla="*/ 2505887 w 3217557"/>
              <a:gd name="connsiteY36-320" fmla="*/ 1713434 h 2633810"/>
              <a:gd name="connsiteX37-321" fmla="*/ 2886641 w 3217557"/>
              <a:gd name="connsiteY37-322" fmla="*/ 1713434 h 2633810"/>
              <a:gd name="connsiteX38-323" fmla="*/ 3217557 w 3217557"/>
              <a:gd name="connsiteY38-324" fmla="*/ 1382518 h 2633810"/>
              <a:gd name="connsiteX39-325" fmla="*/ 3217557 w 3217557"/>
              <a:gd name="connsiteY39-326" fmla="*/ 330916 h 2633810"/>
              <a:gd name="connsiteX40-327" fmla="*/ 2886641 w 3217557"/>
              <a:gd name="connsiteY40-328" fmla="*/ 0 h 2633810"/>
              <a:gd name="connsiteX0-329" fmla="*/ 1384251 w 3217557"/>
              <a:gd name="connsiteY0-330" fmla="*/ 661544 h 2654282"/>
              <a:gd name="connsiteX1-331" fmla="*/ 1574067 w 3217557"/>
              <a:gd name="connsiteY1-332" fmla="*/ 851360 h 2654282"/>
              <a:gd name="connsiteX2-333" fmla="*/ 1384251 w 3217557"/>
              <a:gd name="connsiteY2-334" fmla="*/ 1041176 h 2654282"/>
              <a:gd name="connsiteX3-335" fmla="*/ 1194435 w 3217557"/>
              <a:gd name="connsiteY3-336" fmla="*/ 851360 h 2654282"/>
              <a:gd name="connsiteX4-337" fmla="*/ 1384251 w 3217557"/>
              <a:gd name="connsiteY4-338" fmla="*/ 661544 h 2654282"/>
              <a:gd name="connsiteX5-339" fmla="*/ 1993421 w 3217557"/>
              <a:gd name="connsiteY5-340" fmla="*/ 661544 h 2654282"/>
              <a:gd name="connsiteX6-341" fmla="*/ 2183237 w 3217557"/>
              <a:gd name="connsiteY6-342" fmla="*/ 851360 h 2654282"/>
              <a:gd name="connsiteX7-343" fmla="*/ 1993421 w 3217557"/>
              <a:gd name="connsiteY7-344" fmla="*/ 1041176 h 2654282"/>
              <a:gd name="connsiteX8-345" fmla="*/ 1803605 w 3217557"/>
              <a:gd name="connsiteY8-346" fmla="*/ 851360 h 2654282"/>
              <a:gd name="connsiteX9-347" fmla="*/ 1993421 w 3217557"/>
              <a:gd name="connsiteY9-348" fmla="*/ 661544 h 2654282"/>
              <a:gd name="connsiteX10-349" fmla="*/ 2602591 w 3217557"/>
              <a:gd name="connsiteY10-350" fmla="*/ 661544 h 2654282"/>
              <a:gd name="connsiteX11-351" fmla="*/ 2792407 w 3217557"/>
              <a:gd name="connsiteY11-352" fmla="*/ 851360 h 2654282"/>
              <a:gd name="connsiteX12-353" fmla="*/ 2602591 w 3217557"/>
              <a:gd name="connsiteY12-354" fmla="*/ 1041176 h 2654282"/>
              <a:gd name="connsiteX13-355" fmla="*/ 2412775 w 3217557"/>
              <a:gd name="connsiteY13-356" fmla="*/ 851360 h 2654282"/>
              <a:gd name="connsiteX14-357" fmla="*/ 2602591 w 3217557"/>
              <a:gd name="connsiteY14-358" fmla="*/ 661544 h 2654282"/>
              <a:gd name="connsiteX15-359" fmla="*/ 677114 w 3217557"/>
              <a:gd name="connsiteY15-360" fmla="*/ 569491 h 2654282"/>
              <a:gd name="connsiteX16-361" fmla="*/ 330916 w 3217557"/>
              <a:gd name="connsiteY16-362" fmla="*/ 569491 h 2654282"/>
              <a:gd name="connsiteX17-363" fmla="*/ 0 w 3217557"/>
              <a:gd name="connsiteY17-364" fmla="*/ 900407 h 2654282"/>
              <a:gd name="connsiteX18-365" fmla="*/ 0 w 3217557"/>
              <a:gd name="connsiteY18-366" fmla="*/ 1952009 h 2654282"/>
              <a:gd name="connsiteX19-367" fmla="*/ 330916 w 3217557"/>
              <a:gd name="connsiteY19-368" fmla="*/ 2282925 h 2654282"/>
              <a:gd name="connsiteX20-369" fmla="*/ 711670 w 3217557"/>
              <a:gd name="connsiteY20-370" fmla="*/ 2282925 h 2654282"/>
              <a:gd name="connsiteX21-371" fmla="*/ 275077 w 3217557"/>
              <a:gd name="connsiteY21-372" fmla="*/ 2654282 h 2654282"/>
              <a:gd name="connsiteX22-373" fmla="*/ 1294529 w 3217557"/>
              <a:gd name="connsiteY22-374" fmla="*/ 2282925 h 2654282"/>
              <a:gd name="connsiteX23-375" fmla="*/ 2117356 w 3217557"/>
              <a:gd name="connsiteY23-376" fmla="*/ 2282925 h 2654282"/>
              <a:gd name="connsiteX24-377" fmla="*/ 2418395 w 3217557"/>
              <a:gd name="connsiteY24-378" fmla="*/ 2087951 h 2654282"/>
              <a:gd name="connsiteX25-379" fmla="*/ 1830857 w 3217557"/>
              <a:gd name="connsiteY25-380" fmla="*/ 1799347 h 2654282"/>
              <a:gd name="connsiteX26-381" fmla="*/ 1008030 w 3217557"/>
              <a:gd name="connsiteY26-382" fmla="*/ 1799347 h 2654282"/>
              <a:gd name="connsiteX27-383" fmla="*/ 677114 w 3217557"/>
              <a:gd name="connsiteY27-384" fmla="*/ 1468431 h 2654282"/>
              <a:gd name="connsiteX28-385" fmla="*/ 677114 w 3217557"/>
              <a:gd name="connsiteY28-386" fmla="*/ 569491 h 2654282"/>
              <a:gd name="connsiteX29-387" fmla="*/ 2886641 w 3217557"/>
              <a:gd name="connsiteY29-388" fmla="*/ 0 h 2654282"/>
              <a:gd name="connsiteX30-389" fmla="*/ 1100201 w 3217557"/>
              <a:gd name="connsiteY30-390" fmla="*/ 0 h 2654282"/>
              <a:gd name="connsiteX31-391" fmla="*/ 769285 w 3217557"/>
              <a:gd name="connsiteY31-392" fmla="*/ 330916 h 2654282"/>
              <a:gd name="connsiteX32-393" fmla="*/ 769285 w 3217557"/>
              <a:gd name="connsiteY32-394" fmla="*/ 1382518 h 2654282"/>
              <a:gd name="connsiteX33-395" fmla="*/ 1100201 w 3217557"/>
              <a:gd name="connsiteY33-396" fmla="*/ 1713434 h 2654282"/>
              <a:gd name="connsiteX34-397" fmla="*/ 1923028 w 3217557"/>
              <a:gd name="connsiteY34-398" fmla="*/ 1713434 h 2654282"/>
              <a:gd name="connsiteX35-399" fmla="*/ 3078958 w 3217557"/>
              <a:gd name="connsiteY35-400" fmla="*/ 2077967 h 2654282"/>
              <a:gd name="connsiteX36-401" fmla="*/ 2505887 w 3217557"/>
              <a:gd name="connsiteY36-402" fmla="*/ 1713434 h 2654282"/>
              <a:gd name="connsiteX37-403" fmla="*/ 2886641 w 3217557"/>
              <a:gd name="connsiteY37-404" fmla="*/ 1713434 h 2654282"/>
              <a:gd name="connsiteX38-405" fmla="*/ 3217557 w 3217557"/>
              <a:gd name="connsiteY38-406" fmla="*/ 1382518 h 2654282"/>
              <a:gd name="connsiteX39-407" fmla="*/ 3217557 w 3217557"/>
              <a:gd name="connsiteY39-408" fmla="*/ 330916 h 2654282"/>
              <a:gd name="connsiteX40-409" fmla="*/ 2886641 w 3217557"/>
              <a:gd name="connsiteY40-410" fmla="*/ 0 h 2654282"/>
              <a:gd name="connsiteX0-411" fmla="*/ 1384251 w 3217557"/>
              <a:gd name="connsiteY0-412" fmla="*/ 661544 h 2654282"/>
              <a:gd name="connsiteX1-413" fmla="*/ 1574067 w 3217557"/>
              <a:gd name="connsiteY1-414" fmla="*/ 851360 h 2654282"/>
              <a:gd name="connsiteX2-415" fmla="*/ 1384251 w 3217557"/>
              <a:gd name="connsiteY2-416" fmla="*/ 1041176 h 2654282"/>
              <a:gd name="connsiteX3-417" fmla="*/ 1194435 w 3217557"/>
              <a:gd name="connsiteY3-418" fmla="*/ 851360 h 2654282"/>
              <a:gd name="connsiteX4-419" fmla="*/ 1384251 w 3217557"/>
              <a:gd name="connsiteY4-420" fmla="*/ 661544 h 2654282"/>
              <a:gd name="connsiteX5-421" fmla="*/ 1993421 w 3217557"/>
              <a:gd name="connsiteY5-422" fmla="*/ 661544 h 2654282"/>
              <a:gd name="connsiteX6-423" fmla="*/ 2183237 w 3217557"/>
              <a:gd name="connsiteY6-424" fmla="*/ 851360 h 2654282"/>
              <a:gd name="connsiteX7-425" fmla="*/ 1993421 w 3217557"/>
              <a:gd name="connsiteY7-426" fmla="*/ 1041176 h 2654282"/>
              <a:gd name="connsiteX8-427" fmla="*/ 1803605 w 3217557"/>
              <a:gd name="connsiteY8-428" fmla="*/ 851360 h 2654282"/>
              <a:gd name="connsiteX9-429" fmla="*/ 1993421 w 3217557"/>
              <a:gd name="connsiteY9-430" fmla="*/ 661544 h 2654282"/>
              <a:gd name="connsiteX10-431" fmla="*/ 2602591 w 3217557"/>
              <a:gd name="connsiteY10-432" fmla="*/ 661544 h 2654282"/>
              <a:gd name="connsiteX11-433" fmla="*/ 2792407 w 3217557"/>
              <a:gd name="connsiteY11-434" fmla="*/ 851360 h 2654282"/>
              <a:gd name="connsiteX12-435" fmla="*/ 2602591 w 3217557"/>
              <a:gd name="connsiteY12-436" fmla="*/ 1041176 h 2654282"/>
              <a:gd name="connsiteX13-437" fmla="*/ 2412775 w 3217557"/>
              <a:gd name="connsiteY13-438" fmla="*/ 851360 h 2654282"/>
              <a:gd name="connsiteX14-439" fmla="*/ 2602591 w 3217557"/>
              <a:gd name="connsiteY14-440" fmla="*/ 661544 h 2654282"/>
              <a:gd name="connsiteX15-441" fmla="*/ 677114 w 3217557"/>
              <a:gd name="connsiteY15-442" fmla="*/ 569491 h 2654282"/>
              <a:gd name="connsiteX16-443" fmla="*/ 330916 w 3217557"/>
              <a:gd name="connsiteY16-444" fmla="*/ 569491 h 2654282"/>
              <a:gd name="connsiteX17-445" fmla="*/ 0 w 3217557"/>
              <a:gd name="connsiteY17-446" fmla="*/ 900407 h 2654282"/>
              <a:gd name="connsiteX18-447" fmla="*/ 0 w 3217557"/>
              <a:gd name="connsiteY18-448" fmla="*/ 1952009 h 2654282"/>
              <a:gd name="connsiteX19-449" fmla="*/ 330916 w 3217557"/>
              <a:gd name="connsiteY19-450" fmla="*/ 2282925 h 2654282"/>
              <a:gd name="connsiteX20-451" fmla="*/ 711670 w 3217557"/>
              <a:gd name="connsiteY20-452" fmla="*/ 2282925 h 2654282"/>
              <a:gd name="connsiteX21-453" fmla="*/ 275077 w 3217557"/>
              <a:gd name="connsiteY21-454" fmla="*/ 2654282 h 2654282"/>
              <a:gd name="connsiteX22-455" fmla="*/ 1294529 w 3217557"/>
              <a:gd name="connsiteY22-456" fmla="*/ 2282925 h 2654282"/>
              <a:gd name="connsiteX23-457" fmla="*/ 2117356 w 3217557"/>
              <a:gd name="connsiteY23-458" fmla="*/ 2282925 h 2654282"/>
              <a:gd name="connsiteX24-459" fmla="*/ 2418395 w 3217557"/>
              <a:gd name="connsiteY24-460" fmla="*/ 2087951 h 2654282"/>
              <a:gd name="connsiteX25-461" fmla="*/ 1830857 w 3217557"/>
              <a:gd name="connsiteY25-462" fmla="*/ 1799347 h 2654282"/>
              <a:gd name="connsiteX26-463" fmla="*/ 1008030 w 3217557"/>
              <a:gd name="connsiteY26-464" fmla="*/ 1799347 h 2654282"/>
              <a:gd name="connsiteX27-465" fmla="*/ 677114 w 3217557"/>
              <a:gd name="connsiteY27-466" fmla="*/ 1468431 h 2654282"/>
              <a:gd name="connsiteX28-467" fmla="*/ 677114 w 3217557"/>
              <a:gd name="connsiteY28-468" fmla="*/ 569491 h 2654282"/>
              <a:gd name="connsiteX29-469" fmla="*/ 2886641 w 3217557"/>
              <a:gd name="connsiteY29-470" fmla="*/ 0 h 2654282"/>
              <a:gd name="connsiteX30-471" fmla="*/ 1100201 w 3217557"/>
              <a:gd name="connsiteY30-472" fmla="*/ 0 h 2654282"/>
              <a:gd name="connsiteX31-473" fmla="*/ 769285 w 3217557"/>
              <a:gd name="connsiteY31-474" fmla="*/ 330916 h 2654282"/>
              <a:gd name="connsiteX32-475" fmla="*/ 769285 w 3217557"/>
              <a:gd name="connsiteY32-476" fmla="*/ 1382518 h 2654282"/>
              <a:gd name="connsiteX33-477" fmla="*/ 1100201 w 3217557"/>
              <a:gd name="connsiteY33-478" fmla="*/ 1713434 h 2654282"/>
              <a:gd name="connsiteX34-479" fmla="*/ 1923028 w 3217557"/>
              <a:gd name="connsiteY34-480" fmla="*/ 1713434 h 2654282"/>
              <a:gd name="connsiteX35-481" fmla="*/ 3078958 w 3217557"/>
              <a:gd name="connsiteY35-482" fmla="*/ 2077967 h 2654282"/>
              <a:gd name="connsiteX36-483" fmla="*/ 2505887 w 3217557"/>
              <a:gd name="connsiteY36-484" fmla="*/ 1713434 h 2654282"/>
              <a:gd name="connsiteX37-485" fmla="*/ 2886641 w 3217557"/>
              <a:gd name="connsiteY37-486" fmla="*/ 1713434 h 2654282"/>
              <a:gd name="connsiteX38-487" fmla="*/ 3217557 w 3217557"/>
              <a:gd name="connsiteY38-488" fmla="*/ 1382518 h 2654282"/>
              <a:gd name="connsiteX39-489" fmla="*/ 3217557 w 3217557"/>
              <a:gd name="connsiteY39-490" fmla="*/ 330916 h 2654282"/>
              <a:gd name="connsiteX40-491" fmla="*/ 2886641 w 3217557"/>
              <a:gd name="connsiteY40-492" fmla="*/ 0 h 2654282"/>
              <a:gd name="connsiteX0-493" fmla="*/ 1384251 w 3217557"/>
              <a:gd name="connsiteY0-494" fmla="*/ 661544 h 2654282"/>
              <a:gd name="connsiteX1-495" fmla="*/ 1574067 w 3217557"/>
              <a:gd name="connsiteY1-496" fmla="*/ 851360 h 2654282"/>
              <a:gd name="connsiteX2-497" fmla="*/ 1384251 w 3217557"/>
              <a:gd name="connsiteY2-498" fmla="*/ 1041176 h 2654282"/>
              <a:gd name="connsiteX3-499" fmla="*/ 1194435 w 3217557"/>
              <a:gd name="connsiteY3-500" fmla="*/ 851360 h 2654282"/>
              <a:gd name="connsiteX4-501" fmla="*/ 1384251 w 3217557"/>
              <a:gd name="connsiteY4-502" fmla="*/ 661544 h 2654282"/>
              <a:gd name="connsiteX5-503" fmla="*/ 1993421 w 3217557"/>
              <a:gd name="connsiteY5-504" fmla="*/ 661544 h 2654282"/>
              <a:gd name="connsiteX6-505" fmla="*/ 2183237 w 3217557"/>
              <a:gd name="connsiteY6-506" fmla="*/ 851360 h 2654282"/>
              <a:gd name="connsiteX7-507" fmla="*/ 1993421 w 3217557"/>
              <a:gd name="connsiteY7-508" fmla="*/ 1041176 h 2654282"/>
              <a:gd name="connsiteX8-509" fmla="*/ 1803605 w 3217557"/>
              <a:gd name="connsiteY8-510" fmla="*/ 851360 h 2654282"/>
              <a:gd name="connsiteX9-511" fmla="*/ 1993421 w 3217557"/>
              <a:gd name="connsiteY9-512" fmla="*/ 661544 h 2654282"/>
              <a:gd name="connsiteX10-513" fmla="*/ 2602591 w 3217557"/>
              <a:gd name="connsiteY10-514" fmla="*/ 661544 h 2654282"/>
              <a:gd name="connsiteX11-515" fmla="*/ 2792407 w 3217557"/>
              <a:gd name="connsiteY11-516" fmla="*/ 851360 h 2654282"/>
              <a:gd name="connsiteX12-517" fmla="*/ 2602591 w 3217557"/>
              <a:gd name="connsiteY12-518" fmla="*/ 1041176 h 2654282"/>
              <a:gd name="connsiteX13-519" fmla="*/ 2412775 w 3217557"/>
              <a:gd name="connsiteY13-520" fmla="*/ 851360 h 2654282"/>
              <a:gd name="connsiteX14-521" fmla="*/ 2602591 w 3217557"/>
              <a:gd name="connsiteY14-522" fmla="*/ 661544 h 2654282"/>
              <a:gd name="connsiteX15-523" fmla="*/ 677114 w 3217557"/>
              <a:gd name="connsiteY15-524" fmla="*/ 569491 h 2654282"/>
              <a:gd name="connsiteX16-525" fmla="*/ 330916 w 3217557"/>
              <a:gd name="connsiteY16-526" fmla="*/ 569491 h 2654282"/>
              <a:gd name="connsiteX17-527" fmla="*/ 0 w 3217557"/>
              <a:gd name="connsiteY17-528" fmla="*/ 900407 h 2654282"/>
              <a:gd name="connsiteX18-529" fmla="*/ 0 w 3217557"/>
              <a:gd name="connsiteY18-530" fmla="*/ 1952009 h 2654282"/>
              <a:gd name="connsiteX19-531" fmla="*/ 330916 w 3217557"/>
              <a:gd name="connsiteY19-532" fmla="*/ 2282925 h 2654282"/>
              <a:gd name="connsiteX20-533" fmla="*/ 711670 w 3217557"/>
              <a:gd name="connsiteY20-534" fmla="*/ 2282925 h 2654282"/>
              <a:gd name="connsiteX21-535" fmla="*/ 275077 w 3217557"/>
              <a:gd name="connsiteY21-536" fmla="*/ 2654282 h 2654282"/>
              <a:gd name="connsiteX22-537" fmla="*/ 1294529 w 3217557"/>
              <a:gd name="connsiteY22-538" fmla="*/ 2282925 h 2654282"/>
              <a:gd name="connsiteX23-539" fmla="*/ 2117356 w 3217557"/>
              <a:gd name="connsiteY23-540" fmla="*/ 2282925 h 2654282"/>
              <a:gd name="connsiteX24-541" fmla="*/ 2418395 w 3217557"/>
              <a:gd name="connsiteY24-542" fmla="*/ 2087951 h 2654282"/>
              <a:gd name="connsiteX25-543" fmla="*/ 1830857 w 3217557"/>
              <a:gd name="connsiteY25-544" fmla="*/ 1799347 h 2654282"/>
              <a:gd name="connsiteX26-545" fmla="*/ 1008030 w 3217557"/>
              <a:gd name="connsiteY26-546" fmla="*/ 1799347 h 2654282"/>
              <a:gd name="connsiteX27-547" fmla="*/ 677114 w 3217557"/>
              <a:gd name="connsiteY27-548" fmla="*/ 1468431 h 2654282"/>
              <a:gd name="connsiteX28-549" fmla="*/ 677114 w 3217557"/>
              <a:gd name="connsiteY28-550" fmla="*/ 569491 h 2654282"/>
              <a:gd name="connsiteX29-551" fmla="*/ 2886641 w 3217557"/>
              <a:gd name="connsiteY29-552" fmla="*/ 0 h 2654282"/>
              <a:gd name="connsiteX30-553" fmla="*/ 1100201 w 3217557"/>
              <a:gd name="connsiteY30-554" fmla="*/ 0 h 2654282"/>
              <a:gd name="connsiteX31-555" fmla="*/ 769285 w 3217557"/>
              <a:gd name="connsiteY31-556" fmla="*/ 330916 h 2654282"/>
              <a:gd name="connsiteX32-557" fmla="*/ 769285 w 3217557"/>
              <a:gd name="connsiteY32-558" fmla="*/ 1382518 h 2654282"/>
              <a:gd name="connsiteX33-559" fmla="*/ 1100201 w 3217557"/>
              <a:gd name="connsiteY33-560" fmla="*/ 1713434 h 2654282"/>
              <a:gd name="connsiteX34-561" fmla="*/ 1923028 w 3217557"/>
              <a:gd name="connsiteY34-562" fmla="*/ 1713434 h 2654282"/>
              <a:gd name="connsiteX35-563" fmla="*/ 3078958 w 3217557"/>
              <a:gd name="connsiteY35-564" fmla="*/ 2077967 h 2654282"/>
              <a:gd name="connsiteX36-565" fmla="*/ 2505887 w 3217557"/>
              <a:gd name="connsiteY36-566" fmla="*/ 1713434 h 2654282"/>
              <a:gd name="connsiteX37-567" fmla="*/ 2886641 w 3217557"/>
              <a:gd name="connsiteY37-568" fmla="*/ 1713434 h 2654282"/>
              <a:gd name="connsiteX38-569" fmla="*/ 3217557 w 3217557"/>
              <a:gd name="connsiteY38-570" fmla="*/ 1382518 h 2654282"/>
              <a:gd name="connsiteX39-571" fmla="*/ 3217557 w 3217557"/>
              <a:gd name="connsiteY39-572" fmla="*/ 330916 h 2654282"/>
              <a:gd name="connsiteX40-573" fmla="*/ 2886641 w 3217557"/>
              <a:gd name="connsiteY40-574" fmla="*/ 0 h 2654282"/>
              <a:gd name="connsiteX0-575" fmla="*/ 1384251 w 3217557"/>
              <a:gd name="connsiteY0-576" fmla="*/ 661544 h 2654282"/>
              <a:gd name="connsiteX1-577" fmla="*/ 1574067 w 3217557"/>
              <a:gd name="connsiteY1-578" fmla="*/ 851360 h 2654282"/>
              <a:gd name="connsiteX2-579" fmla="*/ 1384251 w 3217557"/>
              <a:gd name="connsiteY2-580" fmla="*/ 1041176 h 2654282"/>
              <a:gd name="connsiteX3-581" fmla="*/ 1194435 w 3217557"/>
              <a:gd name="connsiteY3-582" fmla="*/ 851360 h 2654282"/>
              <a:gd name="connsiteX4-583" fmla="*/ 1384251 w 3217557"/>
              <a:gd name="connsiteY4-584" fmla="*/ 661544 h 2654282"/>
              <a:gd name="connsiteX5-585" fmla="*/ 1993421 w 3217557"/>
              <a:gd name="connsiteY5-586" fmla="*/ 661544 h 2654282"/>
              <a:gd name="connsiteX6-587" fmla="*/ 2183237 w 3217557"/>
              <a:gd name="connsiteY6-588" fmla="*/ 851360 h 2654282"/>
              <a:gd name="connsiteX7-589" fmla="*/ 1993421 w 3217557"/>
              <a:gd name="connsiteY7-590" fmla="*/ 1041176 h 2654282"/>
              <a:gd name="connsiteX8-591" fmla="*/ 1803605 w 3217557"/>
              <a:gd name="connsiteY8-592" fmla="*/ 851360 h 2654282"/>
              <a:gd name="connsiteX9-593" fmla="*/ 1993421 w 3217557"/>
              <a:gd name="connsiteY9-594" fmla="*/ 661544 h 2654282"/>
              <a:gd name="connsiteX10-595" fmla="*/ 2602591 w 3217557"/>
              <a:gd name="connsiteY10-596" fmla="*/ 661544 h 2654282"/>
              <a:gd name="connsiteX11-597" fmla="*/ 2792407 w 3217557"/>
              <a:gd name="connsiteY11-598" fmla="*/ 851360 h 2654282"/>
              <a:gd name="connsiteX12-599" fmla="*/ 2602591 w 3217557"/>
              <a:gd name="connsiteY12-600" fmla="*/ 1041176 h 2654282"/>
              <a:gd name="connsiteX13-601" fmla="*/ 2412775 w 3217557"/>
              <a:gd name="connsiteY13-602" fmla="*/ 851360 h 2654282"/>
              <a:gd name="connsiteX14-603" fmla="*/ 2602591 w 3217557"/>
              <a:gd name="connsiteY14-604" fmla="*/ 661544 h 2654282"/>
              <a:gd name="connsiteX15-605" fmla="*/ 677114 w 3217557"/>
              <a:gd name="connsiteY15-606" fmla="*/ 569491 h 2654282"/>
              <a:gd name="connsiteX16-607" fmla="*/ 330916 w 3217557"/>
              <a:gd name="connsiteY16-608" fmla="*/ 569491 h 2654282"/>
              <a:gd name="connsiteX17-609" fmla="*/ 0 w 3217557"/>
              <a:gd name="connsiteY17-610" fmla="*/ 900407 h 2654282"/>
              <a:gd name="connsiteX18-611" fmla="*/ 0 w 3217557"/>
              <a:gd name="connsiteY18-612" fmla="*/ 1952009 h 2654282"/>
              <a:gd name="connsiteX19-613" fmla="*/ 330916 w 3217557"/>
              <a:gd name="connsiteY19-614" fmla="*/ 2282925 h 2654282"/>
              <a:gd name="connsiteX20-615" fmla="*/ 711670 w 3217557"/>
              <a:gd name="connsiteY20-616" fmla="*/ 2282925 h 2654282"/>
              <a:gd name="connsiteX21-617" fmla="*/ 275077 w 3217557"/>
              <a:gd name="connsiteY21-618" fmla="*/ 2654282 h 2654282"/>
              <a:gd name="connsiteX22-619" fmla="*/ 1294529 w 3217557"/>
              <a:gd name="connsiteY22-620" fmla="*/ 2282925 h 2654282"/>
              <a:gd name="connsiteX23-621" fmla="*/ 2117356 w 3217557"/>
              <a:gd name="connsiteY23-622" fmla="*/ 2282925 h 2654282"/>
              <a:gd name="connsiteX24-623" fmla="*/ 2418395 w 3217557"/>
              <a:gd name="connsiteY24-624" fmla="*/ 2087951 h 2654282"/>
              <a:gd name="connsiteX25-625" fmla="*/ 1830857 w 3217557"/>
              <a:gd name="connsiteY25-626" fmla="*/ 1799347 h 2654282"/>
              <a:gd name="connsiteX26-627" fmla="*/ 1008030 w 3217557"/>
              <a:gd name="connsiteY26-628" fmla="*/ 1799347 h 2654282"/>
              <a:gd name="connsiteX27-629" fmla="*/ 677114 w 3217557"/>
              <a:gd name="connsiteY27-630" fmla="*/ 1468431 h 2654282"/>
              <a:gd name="connsiteX28-631" fmla="*/ 677114 w 3217557"/>
              <a:gd name="connsiteY28-632" fmla="*/ 569491 h 2654282"/>
              <a:gd name="connsiteX29-633" fmla="*/ 2886641 w 3217557"/>
              <a:gd name="connsiteY29-634" fmla="*/ 0 h 2654282"/>
              <a:gd name="connsiteX30-635" fmla="*/ 1100201 w 3217557"/>
              <a:gd name="connsiteY30-636" fmla="*/ 0 h 2654282"/>
              <a:gd name="connsiteX31-637" fmla="*/ 769285 w 3217557"/>
              <a:gd name="connsiteY31-638" fmla="*/ 330916 h 2654282"/>
              <a:gd name="connsiteX32-639" fmla="*/ 769285 w 3217557"/>
              <a:gd name="connsiteY32-640" fmla="*/ 1382518 h 2654282"/>
              <a:gd name="connsiteX33-641" fmla="*/ 1100201 w 3217557"/>
              <a:gd name="connsiteY33-642" fmla="*/ 1713434 h 2654282"/>
              <a:gd name="connsiteX34-643" fmla="*/ 1923028 w 3217557"/>
              <a:gd name="connsiteY34-644" fmla="*/ 1713434 h 2654282"/>
              <a:gd name="connsiteX35-645" fmla="*/ 3078958 w 3217557"/>
              <a:gd name="connsiteY35-646" fmla="*/ 2077967 h 2654282"/>
              <a:gd name="connsiteX36-647" fmla="*/ 2505887 w 3217557"/>
              <a:gd name="connsiteY36-648" fmla="*/ 1713434 h 2654282"/>
              <a:gd name="connsiteX37-649" fmla="*/ 2886641 w 3217557"/>
              <a:gd name="connsiteY37-650" fmla="*/ 1713434 h 2654282"/>
              <a:gd name="connsiteX38-651" fmla="*/ 3217557 w 3217557"/>
              <a:gd name="connsiteY38-652" fmla="*/ 1382518 h 2654282"/>
              <a:gd name="connsiteX39-653" fmla="*/ 3217557 w 3217557"/>
              <a:gd name="connsiteY39-654" fmla="*/ 330916 h 2654282"/>
              <a:gd name="connsiteX40-655" fmla="*/ 2886641 w 3217557"/>
              <a:gd name="connsiteY40-656" fmla="*/ 0 h 2654282"/>
              <a:gd name="connsiteX0-657" fmla="*/ 1384251 w 3217557"/>
              <a:gd name="connsiteY0-658" fmla="*/ 661544 h 2654282"/>
              <a:gd name="connsiteX1-659" fmla="*/ 1574067 w 3217557"/>
              <a:gd name="connsiteY1-660" fmla="*/ 851360 h 2654282"/>
              <a:gd name="connsiteX2-661" fmla="*/ 1384251 w 3217557"/>
              <a:gd name="connsiteY2-662" fmla="*/ 1041176 h 2654282"/>
              <a:gd name="connsiteX3-663" fmla="*/ 1194435 w 3217557"/>
              <a:gd name="connsiteY3-664" fmla="*/ 851360 h 2654282"/>
              <a:gd name="connsiteX4-665" fmla="*/ 1384251 w 3217557"/>
              <a:gd name="connsiteY4-666" fmla="*/ 661544 h 2654282"/>
              <a:gd name="connsiteX5-667" fmla="*/ 1993421 w 3217557"/>
              <a:gd name="connsiteY5-668" fmla="*/ 661544 h 2654282"/>
              <a:gd name="connsiteX6-669" fmla="*/ 2183237 w 3217557"/>
              <a:gd name="connsiteY6-670" fmla="*/ 851360 h 2654282"/>
              <a:gd name="connsiteX7-671" fmla="*/ 1993421 w 3217557"/>
              <a:gd name="connsiteY7-672" fmla="*/ 1041176 h 2654282"/>
              <a:gd name="connsiteX8-673" fmla="*/ 1803605 w 3217557"/>
              <a:gd name="connsiteY8-674" fmla="*/ 851360 h 2654282"/>
              <a:gd name="connsiteX9-675" fmla="*/ 1993421 w 3217557"/>
              <a:gd name="connsiteY9-676" fmla="*/ 661544 h 2654282"/>
              <a:gd name="connsiteX10-677" fmla="*/ 2602591 w 3217557"/>
              <a:gd name="connsiteY10-678" fmla="*/ 661544 h 2654282"/>
              <a:gd name="connsiteX11-679" fmla="*/ 2792407 w 3217557"/>
              <a:gd name="connsiteY11-680" fmla="*/ 851360 h 2654282"/>
              <a:gd name="connsiteX12-681" fmla="*/ 2602591 w 3217557"/>
              <a:gd name="connsiteY12-682" fmla="*/ 1041176 h 2654282"/>
              <a:gd name="connsiteX13-683" fmla="*/ 2412775 w 3217557"/>
              <a:gd name="connsiteY13-684" fmla="*/ 851360 h 2654282"/>
              <a:gd name="connsiteX14-685" fmla="*/ 2602591 w 3217557"/>
              <a:gd name="connsiteY14-686" fmla="*/ 661544 h 2654282"/>
              <a:gd name="connsiteX15-687" fmla="*/ 677114 w 3217557"/>
              <a:gd name="connsiteY15-688" fmla="*/ 569491 h 2654282"/>
              <a:gd name="connsiteX16-689" fmla="*/ 330916 w 3217557"/>
              <a:gd name="connsiteY16-690" fmla="*/ 569491 h 2654282"/>
              <a:gd name="connsiteX17-691" fmla="*/ 0 w 3217557"/>
              <a:gd name="connsiteY17-692" fmla="*/ 900407 h 2654282"/>
              <a:gd name="connsiteX18-693" fmla="*/ 0 w 3217557"/>
              <a:gd name="connsiteY18-694" fmla="*/ 1952009 h 2654282"/>
              <a:gd name="connsiteX19-695" fmla="*/ 330916 w 3217557"/>
              <a:gd name="connsiteY19-696" fmla="*/ 2282925 h 2654282"/>
              <a:gd name="connsiteX20-697" fmla="*/ 711670 w 3217557"/>
              <a:gd name="connsiteY20-698" fmla="*/ 2282925 h 2654282"/>
              <a:gd name="connsiteX21-699" fmla="*/ 275077 w 3217557"/>
              <a:gd name="connsiteY21-700" fmla="*/ 2654282 h 2654282"/>
              <a:gd name="connsiteX22-701" fmla="*/ 1294529 w 3217557"/>
              <a:gd name="connsiteY22-702" fmla="*/ 2282925 h 2654282"/>
              <a:gd name="connsiteX23-703" fmla="*/ 2117356 w 3217557"/>
              <a:gd name="connsiteY23-704" fmla="*/ 2282925 h 2654282"/>
              <a:gd name="connsiteX24-705" fmla="*/ 2418395 w 3217557"/>
              <a:gd name="connsiteY24-706" fmla="*/ 2087951 h 2654282"/>
              <a:gd name="connsiteX25-707" fmla="*/ 1830857 w 3217557"/>
              <a:gd name="connsiteY25-708" fmla="*/ 1799347 h 2654282"/>
              <a:gd name="connsiteX26-709" fmla="*/ 1008030 w 3217557"/>
              <a:gd name="connsiteY26-710" fmla="*/ 1799347 h 2654282"/>
              <a:gd name="connsiteX27-711" fmla="*/ 677114 w 3217557"/>
              <a:gd name="connsiteY27-712" fmla="*/ 1468431 h 2654282"/>
              <a:gd name="connsiteX28-713" fmla="*/ 677114 w 3217557"/>
              <a:gd name="connsiteY28-714" fmla="*/ 569491 h 2654282"/>
              <a:gd name="connsiteX29-715" fmla="*/ 2886641 w 3217557"/>
              <a:gd name="connsiteY29-716" fmla="*/ 0 h 2654282"/>
              <a:gd name="connsiteX30-717" fmla="*/ 1100201 w 3217557"/>
              <a:gd name="connsiteY30-718" fmla="*/ 0 h 2654282"/>
              <a:gd name="connsiteX31-719" fmla="*/ 769285 w 3217557"/>
              <a:gd name="connsiteY31-720" fmla="*/ 330916 h 2654282"/>
              <a:gd name="connsiteX32-721" fmla="*/ 769285 w 3217557"/>
              <a:gd name="connsiteY32-722" fmla="*/ 1382518 h 2654282"/>
              <a:gd name="connsiteX33-723" fmla="*/ 1100201 w 3217557"/>
              <a:gd name="connsiteY33-724" fmla="*/ 1713434 h 2654282"/>
              <a:gd name="connsiteX34-725" fmla="*/ 1923028 w 3217557"/>
              <a:gd name="connsiteY34-726" fmla="*/ 1713434 h 2654282"/>
              <a:gd name="connsiteX35-727" fmla="*/ 3078958 w 3217557"/>
              <a:gd name="connsiteY35-728" fmla="*/ 2077967 h 2654282"/>
              <a:gd name="connsiteX36-729" fmla="*/ 2505887 w 3217557"/>
              <a:gd name="connsiteY36-730" fmla="*/ 1713434 h 2654282"/>
              <a:gd name="connsiteX37-731" fmla="*/ 2886641 w 3217557"/>
              <a:gd name="connsiteY37-732" fmla="*/ 1713434 h 2654282"/>
              <a:gd name="connsiteX38-733" fmla="*/ 3217557 w 3217557"/>
              <a:gd name="connsiteY38-734" fmla="*/ 1382518 h 2654282"/>
              <a:gd name="connsiteX39-735" fmla="*/ 3217557 w 3217557"/>
              <a:gd name="connsiteY39-736" fmla="*/ 330916 h 2654282"/>
              <a:gd name="connsiteX40-737" fmla="*/ 2886641 w 3217557"/>
              <a:gd name="connsiteY40-738" fmla="*/ 0 h 2654282"/>
            </a:gdLst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1" name="Round Same Side Corner Rectangle 11"/>
          <p:cNvSpPr>
            <a:spLocks noChangeAspect="1"/>
          </p:cNvSpPr>
          <p:nvPr/>
        </p:nvSpPr>
        <p:spPr>
          <a:xfrm rot="9900000">
            <a:off x="7906175" y="3664186"/>
            <a:ext cx="396000" cy="336326"/>
          </a:xfrm>
          <a:custGeom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2" name="Block Arc 10"/>
          <p:cNvSpPr/>
          <p:nvPr/>
        </p:nvSpPr>
        <p:spPr>
          <a:xfrm>
            <a:off x="10225473" y="2037666"/>
            <a:ext cx="404890" cy="274251"/>
          </a:xfrm>
          <a:custGeom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97256" y="1935160"/>
            <a:ext cx="1033445" cy="1033445"/>
            <a:chOff x="3563888" y="1923678"/>
            <a:chExt cx="900000" cy="900000"/>
          </a:xfrm>
        </p:grpSpPr>
        <p:sp>
          <p:nvSpPr>
            <p:cNvPr id="7" name="Rectangle 3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C1CB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ight Triangle 4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 rot="5400000">
            <a:off x="6117268" y="1858445"/>
            <a:ext cx="1322810" cy="1322810"/>
            <a:chOff x="3563888" y="1923678"/>
            <a:chExt cx="900000" cy="900000"/>
          </a:xfrm>
        </p:grpSpPr>
        <p:sp>
          <p:nvSpPr>
            <p:cNvPr id="10" name="Rectangle 8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4A5A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Right Triangle 9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 rot="10800000">
            <a:off x="6616997" y="3852454"/>
            <a:ext cx="826756" cy="826756"/>
            <a:chOff x="3563888" y="1923678"/>
            <a:chExt cx="900000" cy="900000"/>
          </a:xfrm>
        </p:grpSpPr>
        <p:sp>
          <p:nvSpPr>
            <p:cNvPr id="13" name="Rectangle 11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C1CB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Right Triangle 12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13"/>
          <p:cNvGrpSpPr/>
          <p:nvPr/>
        </p:nvGrpSpPr>
        <p:grpSpPr>
          <a:xfrm rot="16200000">
            <a:off x="558265" y="3788659"/>
            <a:ext cx="1157497" cy="1157497"/>
            <a:chOff x="3563888" y="1923678"/>
            <a:chExt cx="900000" cy="900000"/>
          </a:xfrm>
        </p:grpSpPr>
        <p:sp>
          <p:nvSpPr>
            <p:cNvPr id="16" name="Rectangle 14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rgbClr val="4A5A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Right Triangle 15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6"/>
          <p:cNvSpPr txBox="1"/>
          <p:nvPr/>
        </p:nvSpPr>
        <p:spPr>
          <a:xfrm>
            <a:off x="1088398" y="2447626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C1CBD7"/>
                </a:solidFill>
                <a:cs typeface="Arial" panose="020b0604020202020204" pitchFamily="34" charset="0"/>
              </a:rPr>
              <a:t>A</a:t>
            </a:r>
            <a:endParaRPr lang="ko-KR" altLang="en-US" sz="2000" b="1">
              <a:solidFill>
                <a:srgbClr val="C1CBD7"/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6282221" y="2582788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4A5A69"/>
                </a:solidFill>
                <a:cs typeface="Arial" panose="020b0604020202020204" pitchFamily="34" charset="0"/>
              </a:rPr>
              <a:t>B</a:t>
            </a:r>
            <a:endParaRPr lang="ko-KR" altLang="en-US" sz="20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20" name="TextBox 18"/>
          <p:cNvSpPr txBox="1"/>
          <p:nvPr/>
        </p:nvSpPr>
        <p:spPr>
          <a:xfrm>
            <a:off x="1099031" y="3939392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4A5A69"/>
                </a:solidFill>
                <a:cs typeface="Arial" panose="020b0604020202020204" pitchFamily="34" charset="0"/>
              </a:rPr>
              <a:t>C</a:t>
            </a:r>
            <a:endParaRPr lang="ko-KR" altLang="en-US" sz="20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6662271" y="3923943"/>
            <a:ext cx="46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C1CBD7"/>
                </a:solidFill>
                <a:cs typeface="Arial" panose="020b0604020202020204" pitchFamily="34" charset="0"/>
              </a:rPr>
              <a:t>D</a:t>
            </a:r>
            <a:endParaRPr lang="ko-KR" altLang="en-US" sz="2000" b="1">
              <a:solidFill>
                <a:srgbClr val="C1CBD7"/>
              </a:solidFill>
              <a:cs typeface="Arial" panose="020b0604020202020204" pitchFamily="34" charset="0"/>
            </a:endParaRPr>
          </a:p>
        </p:txBody>
      </p:sp>
      <p:sp>
        <p:nvSpPr>
          <p:cNvPr id="22" name="Rectangle 9"/>
          <p:cNvSpPr/>
          <p:nvPr/>
        </p:nvSpPr>
        <p:spPr>
          <a:xfrm>
            <a:off x="5099084" y="2721545"/>
            <a:ext cx="370496" cy="346817"/>
          </a:xfrm>
          <a:custGeom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16"/>
          <p:cNvSpPr/>
          <p:nvPr/>
        </p:nvSpPr>
        <p:spPr>
          <a:xfrm rot="2700000">
            <a:off x="5071628" y="4307205"/>
            <a:ext cx="280693" cy="503229"/>
          </a:xfrm>
          <a:custGeom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21"/>
          <p:cNvSpPr>
            <a:spLocks noChangeAspect="1"/>
          </p:cNvSpPr>
          <p:nvPr/>
        </p:nvSpPr>
        <p:spPr>
          <a:xfrm>
            <a:off x="6782149" y="2141016"/>
            <a:ext cx="449510" cy="453263"/>
          </a:xfrm>
          <a:custGeom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Rounded Rectangle 27"/>
          <p:cNvSpPr/>
          <p:nvPr/>
        </p:nvSpPr>
        <p:spPr>
          <a:xfrm>
            <a:off x="6952809" y="4279760"/>
            <a:ext cx="338945" cy="260356"/>
          </a:xfrm>
          <a:custGeom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2" name="Group 24"/>
          <p:cNvGrpSpPr/>
          <p:nvPr/>
        </p:nvGrpSpPr>
        <p:grpSpPr>
          <a:xfrm>
            <a:off x="1682294" y="2026234"/>
            <a:ext cx="2916019" cy="895537"/>
            <a:chOff x="803640" y="3362835"/>
            <a:chExt cx="2059657" cy="779900"/>
          </a:xfrm>
        </p:grpSpPr>
        <p:sp>
          <p:nvSpPr>
            <p:cNvPr id="27" name="TextBox 25"/>
            <p:cNvSpPr txBox="1"/>
            <p:nvPr/>
          </p:nvSpPr>
          <p:spPr>
            <a:xfrm>
              <a:off x="803640" y="3579862"/>
              <a:ext cx="2059657" cy="562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6"/>
            <p:cNvSpPr txBox="1"/>
            <p:nvPr/>
          </p:nvSpPr>
          <p:spPr>
            <a:xfrm>
              <a:off x="803640" y="3362835"/>
              <a:ext cx="2059657" cy="241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27"/>
          <p:cNvGrpSpPr/>
          <p:nvPr/>
        </p:nvGrpSpPr>
        <p:grpSpPr>
          <a:xfrm>
            <a:off x="1777987" y="3891335"/>
            <a:ext cx="2916019" cy="895537"/>
            <a:chOff x="803640" y="3362835"/>
            <a:chExt cx="2059657" cy="779900"/>
          </a:xfrm>
        </p:grpSpPr>
        <p:sp>
          <p:nvSpPr>
            <p:cNvPr id="30" name="TextBox 28"/>
            <p:cNvSpPr txBox="1"/>
            <p:nvPr/>
          </p:nvSpPr>
          <p:spPr>
            <a:xfrm>
              <a:off x="803640" y="3579862"/>
              <a:ext cx="2059657" cy="562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" name="TextBox 29"/>
            <p:cNvSpPr txBox="1"/>
            <p:nvPr/>
          </p:nvSpPr>
          <p:spPr>
            <a:xfrm>
              <a:off x="803640" y="3362835"/>
              <a:ext cx="2059657" cy="241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30"/>
          <p:cNvGrpSpPr/>
          <p:nvPr/>
        </p:nvGrpSpPr>
        <p:grpSpPr>
          <a:xfrm>
            <a:off x="7668114" y="2047500"/>
            <a:ext cx="2916019" cy="991370"/>
            <a:chOff x="803640" y="3362835"/>
            <a:chExt cx="2059657" cy="863358"/>
          </a:xfrm>
        </p:grpSpPr>
        <p:sp>
          <p:nvSpPr>
            <p:cNvPr id="33" name="TextBox 3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TextBox 3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33"/>
          <p:cNvGrpSpPr/>
          <p:nvPr/>
        </p:nvGrpSpPr>
        <p:grpSpPr>
          <a:xfrm>
            <a:off x="7774440" y="3710583"/>
            <a:ext cx="2916019" cy="991370"/>
            <a:chOff x="803640" y="3362835"/>
            <a:chExt cx="2059657" cy="863358"/>
          </a:xfrm>
        </p:grpSpPr>
        <p:sp>
          <p:nvSpPr>
            <p:cNvPr id="36" name="TextBox 34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" name="TextBox 3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矩形 2"/>
          <p:cNvSpPr/>
          <p:nvPr/>
        </p:nvSpPr>
        <p:spPr>
          <a:xfrm>
            <a:off x="2243095" y="4001811"/>
            <a:ext cx="39223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6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6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43095" y="3235264"/>
            <a:ext cx="38010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3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4400" spc="3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43095" y="4401920"/>
            <a:ext cx="5569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dolor sit amet, consectetuer adipiscing elit. Maecenas porttitor congue massa. Fusce posuere</a:t>
            </a:r>
            <a:endParaRPr lang="en-US" altLang="zh-CN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3095" y="2404268"/>
            <a:ext cx="283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l"/>
            <a:r>
              <a:rPr lang="en-US" altLang="zh-CN" sz="4400">
                <a:solidFill>
                  <a:srgbClr val="92A3B8"/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PART 03</a:t>
            </a:r>
            <a:endParaRPr lang="zh-CN" altLang="en-US" sz="4400">
              <a:solidFill>
                <a:srgbClr val="92A3B8"/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hart 7"/>
          <p:cNvGraphicFramePr/>
          <p:nvPr/>
        </p:nvGraphicFramePr>
        <p:xfrm>
          <a:off x="922059" y="4275556"/>
          <a:ext cx="1660648" cy="172116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5"/>
          <p:cNvGraphicFramePr/>
          <p:nvPr/>
        </p:nvGraphicFramePr>
        <p:xfrm>
          <a:off x="6254837" y="4275556"/>
          <a:ext cx="1660648" cy="172116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4"/>
          <p:cNvSpPr txBox="1"/>
          <p:nvPr/>
        </p:nvSpPr>
        <p:spPr>
          <a:xfrm>
            <a:off x="8164060" y="4106604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40%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2830830" y="4106604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80%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2830830" y="1748250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60%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8164060" y="174824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50%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2" name="Chart 10"/>
          <p:cNvGraphicFramePr/>
          <p:nvPr/>
        </p:nvGraphicFramePr>
        <p:xfrm>
          <a:off x="6466300" y="4477118"/>
          <a:ext cx="1243450" cy="122413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pSp>
        <p:nvGrpSpPr>
          <p:cNvPr id="13" name="Group 14"/>
          <p:cNvGrpSpPr/>
          <p:nvPr/>
        </p:nvGrpSpPr>
        <p:grpSpPr>
          <a:xfrm>
            <a:off x="2830830" y="2266227"/>
            <a:ext cx="3265170" cy="1232690"/>
            <a:chOff x="803640" y="3362835"/>
            <a:chExt cx="2059657" cy="1232690"/>
          </a:xfrm>
        </p:grpSpPr>
        <p:sp>
          <p:nvSpPr>
            <p:cNvPr id="14" name="TextBox 10"/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7"/>
          <p:cNvGrpSpPr/>
          <p:nvPr/>
        </p:nvGrpSpPr>
        <p:grpSpPr>
          <a:xfrm>
            <a:off x="8164060" y="2266227"/>
            <a:ext cx="3265170" cy="1232690"/>
            <a:chOff x="803640" y="3362835"/>
            <a:chExt cx="2059657" cy="1232690"/>
          </a:xfrm>
        </p:grpSpPr>
        <p:sp>
          <p:nvSpPr>
            <p:cNvPr id="17" name="TextBox 13"/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" name="TextBox 1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20"/>
          <p:cNvGrpSpPr/>
          <p:nvPr/>
        </p:nvGrpSpPr>
        <p:grpSpPr>
          <a:xfrm>
            <a:off x="2830830" y="4620014"/>
            <a:ext cx="3265170" cy="1232690"/>
            <a:chOff x="803640" y="3362835"/>
            <a:chExt cx="2059657" cy="1232690"/>
          </a:xfrm>
        </p:grpSpPr>
        <p:sp>
          <p:nvSpPr>
            <p:cNvPr id="20" name="TextBox 16"/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TextBox 1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3"/>
          <p:cNvGrpSpPr/>
          <p:nvPr/>
        </p:nvGrpSpPr>
        <p:grpSpPr>
          <a:xfrm>
            <a:off x="8164060" y="4620014"/>
            <a:ext cx="3265170" cy="1232690"/>
            <a:chOff x="803640" y="3362835"/>
            <a:chExt cx="2059657" cy="1232690"/>
          </a:xfrm>
        </p:grpSpPr>
        <p:sp>
          <p:nvSpPr>
            <p:cNvPr id="23" name="TextBox 19"/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4" name="TextBox 2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5" name="Chart 5"/>
          <p:cNvGraphicFramePr/>
          <p:nvPr/>
        </p:nvGraphicFramePr>
        <p:xfrm>
          <a:off x="922059" y="4316206"/>
          <a:ext cx="1660648" cy="172116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6" name="Chart 10"/>
          <p:cNvGraphicFramePr/>
          <p:nvPr/>
        </p:nvGraphicFramePr>
        <p:xfrm>
          <a:off x="1138083" y="4517768"/>
          <a:ext cx="1243450" cy="122413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7" name="Chart 5"/>
          <p:cNvGraphicFramePr/>
          <p:nvPr/>
        </p:nvGraphicFramePr>
        <p:xfrm>
          <a:off x="6254837" y="1892265"/>
          <a:ext cx="1660648" cy="1721165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8" name="Chart 10"/>
          <p:cNvGraphicFramePr/>
          <p:nvPr/>
        </p:nvGraphicFramePr>
        <p:xfrm>
          <a:off x="6470861" y="2093827"/>
          <a:ext cx="1243450" cy="1224136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29" name="Chart 5"/>
          <p:cNvGraphicFramePr/>
          <p:nvPr/>
        </p:nvGraphicFramePr>
        <p:xfrm>
          <a:off x="922059" y="1892265"/>
          <a:ext cx="1660648" cy="1721165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30" name="Chart 10"/>
          <p:cNvGraphicFramePr/>
          <p:nvPr/>
        </p:nvGraphicFramePr>
        <p:xfrm>
          <a:off x="1138083" y="2093827"/>
          <a:ext cx="1243450" cy="1224136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hart 33"/>
          <p:cNvGraphicFramePr/>
          <p:nvPr/>
        </p:nvGraphicFramePr>
        <p:xfrm>
          <a:off x="897065" y="1731918"/>
          <a:ext cx="10392508" cy="27439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7" name="Group 37"/>
          <p:cNvGrpSpPr/>
          <p:nvPr/>
        </p:nvGrpSpPr>
        <p:grpSpPr>
          <a:xfrm>
            <a:off x="2690818" y="4798190"/>
            <a:ext cx="3358403" cy="1261884"/>
            <a:chOff x="1353016" y="1766707"/>
            <a:chExt cx="2452106" cy="1261884"/>
          </a:xfrm>
        </p:grpSpPr>
        <p:sp>
          <p:nvSpPr>
            <p:cNvPr id="8" name="TextBox 4"/>
            <p:cNvSpPr txBox="1"/>
            <p:nvPr/>
          </p:nvSpPr>
          <p:spPr>
            <a:xfrm>
              <a:off x="1364066" y="2012928"/>
              <a:ext cx="2439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Get a modern PowerPoint  Presentation that is beautifully designed. I hope and I believe that this Template will your Time, Money and Reputation. You can simply impress your audience and add a unique zing.</a:t>
              </a:r>
              <a:endPara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TextBox 5"/>
            <p:cNvSpPr txBox="1"/>
            <p:nvPr/>
          </p:nvSpPr>
          <p:spPr>
            <a:xfrm>
              <a:off x="1353016" y="1766707"/>
              <a:ext cx="2452106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Title</a:t>
              </a:r>
              <a:endPara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0" name="TextBox 6"/>
          <p:cNvSpPr txBox="1"/>
          <p:nvPr/>
        </p:nvSpPr>
        <p:spPr>
          <a:xfrm>
            <a:off x="1354966" y="4681037"/>
            <a:ext cx="115721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>
                <a:solidFill>
                  <a:srgbClr val="4A5A69"/>
                </a:solidFill>
                <a:cs typeface="Arial" panose="020b0604020202020204" pitchFamily="34" charset="0"/>
              </a:rPr>
              <a:t>57</a:t>
            </a:r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%</a:t>
            </a:r>
            <a:endParaRPr lang="en-US" altLang="ko-KR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grpSp>
        <p:nvGrpSpPr>
          <p:cNvPr id="11" name="Group 41"/>
          <p:cNvGrpSpPr/>
          <p:nvPr/>
        </p:nvGrpSpPr>
        <p:grpSpPr>
          <a:xfrm>
            <a:off x="7843246" y="4798190"/>
            <a:ext cx="3358403" cy="1261884"/>
            <a:chOff x="1353016" y="1766707"/>
            <a:chExt cx="2452106" cy="1261884"/>
          </a:xfrm>
        </p:grpSpPr>
        <p:sp>
          <p:nvSpPr>
            <p:cNvPr id="12" name="TextBox 8"/>
            <p:cNvSpPr txBox="1"/>
            <p:nvPr/>
          </p:nvSpPr>
          <p:spPr>
            <a:xfrm>
              <a:off x="1364066" y="2012928"/>
              <a:ext cx="2439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Get a modern PowerPoint  Presentation that is beautifully designed. I hope and I believe that this Template will your Time, Money and Reputation. You can simply impress your audience and add a unique zing. </a:t>
              </a:r>
              <a:endPara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Box 9"/>
            <p:cNvSpPr txBox="1"/>
            <p:nvPr/>
          </p:nvSpPr>
          <p:spPr>
            <a:xfrm>
              <a:off x="1353016" y="1766707"/>
              <a:ext cx="2452106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Title</a:t>
              </a:r>
              <a:endPara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0"/>
          <p:cNvSpPr txBox="1"/>
          <p:nvPr/>
        </p:nvSpPr>
        <p:spPr>
          <a:xfrm>
            <a:off x="6507394" y="4681037"/>
            <a:ext cx="115721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>
                <a:solidFill>
                  <a:srgbClr val="92A3B8"/>
                </a:solidFill>
                <a:cs typeface="Arial" panose="020b0604020202020204" pitchFamily="34" charset="0"/>
              </a:rPr>
              <a:t>79</a:t>
            </a:r>
            <a:r>
              <a:rPr lang="en-US" altLang="ko-KR" sz="2400" b="1">
                <a:solidFill>
                  <a:srgbClr val="92A3B8"/>
                </a:solidFill>
                <a:cs typeface="Arial" panose="020b0604020202020204" pitchFamily="34" charset="0"/>
              </a:rPr>
              <a:t>%</a:t>
            </a:r>
            <a:endParaRPr lang="en-US" altLang="ko-KR" sz="2400" b="1">
              <a:solidFill>
                <a:srgbClr val="92A3B8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ardrop 1"/>
          <p:cNvSpPr/>
          <p:nvPr/>
        </p:nvSpPr>
        <p:spPr>
          <a:xfrm rot="18805992">
            <a:off x="1388472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ardrop 1"/>
          <p:cNvSpPr/>
          <p:nvPr/>
        </p:nvSpPr>
        <p:spPr>
          <a:xfrm rot="18805992">
            <a:off x="1442329" y="4757543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ardrop 1"/>
          <p:cNvSpPr/>
          <p:nvPr/>
        </p:nvSpPr>
        <p:spPr>
          <a:xfrm rot="18805992">
            <a:off x="6255041" y="2439645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ardrop 1"/>
          <p:cNvSpPr/>
          <p:nvPr/>
        </p:nvSpPr>
        <p:spPr>
          <a:xfrm rot="18805992">
            <a:off x="6331040" y="4673023"/>
            <a:ext cx="707838" cy="700453"/>
          </a:xfrm>
          <a:custGeom>
            <a:rect l="l" t="t" r="r" b="b"/>
            <a:pathLst>
              <a:path w="1807240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7"/>
          <p:cNvSpPr txBox="1"/>
          <p:nvPr/>
        </p:nvSpPr>
        <p:spPr>
          <a:xfrm>
            <a:off x="7035249" y="2538853"/>
            <a:ext cx="9845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30%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40" name="TextBox 38"/>
          <p:cNvSpPr txBox="1"/>
          <p:nvPr/>
        </p:nvSpPr>
        <p:spPr>
          <a:xfrm>
            <a:off x="2080477" y="2548407"/>
            <a:ext cx="9845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4A5A69"/>
                </a:solidFill>
                <a:cs typeface="Arial" panose="020b0604020202020204" pitchFamily="34" charset="0"/>
              </a:rPr>
              <a:t>50%</a:t>
            </a:r>
            <a:endParaRPr lang="ko-KR" altLang="en-US" sz="2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39"/>
          <p:cNvSpPr txBox="1"/>
          <p:nvPr/>
        </p:nvSpPr>
        <p:spPr>
          <a:xfrm>
            <a:off x="7130942" y="4781783"/>
            <a:ext cx="9845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>
                <a:solidFill>
                  <a:srgbClr val="C1CBD7"/>
                </a:solidFill>
                <a:cs typeface="Arial" panose="020b0604020202020204" pitchFamily="34" charset="0"/>
              </a:rPr>
              <a:t>70%</a:t>
            </a:r>
            <a:endParaRPr lang="ko-KR" altLang="en-US" sz="2400" b="1">
              <a:solidFill>
                <a:srgbClr val="C1CBD7"/>
              </a:solidFill>
              <a:cs typeface="Arial" panose="020b0604020202020204" pitchFamily="34" charset="0"/>
            </a:endParaRPr>
          </a:p>
        </p:txBody>
      </p:sp>
      <p:sp>
        <p:nvSpPr>
          <p:cNvPr id="43" name="TextBox 41"/>
          <p:cNvSpPr txBox="1"/>
          <p:nvPr/>
        </p:nvSpPr>
        <p:spPr>
          <a:xfrm>
            <a:off x="2894913" y="2579341"/>
            <a:ext cx="2205869" cy="9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 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4" name="TextBox 42"/>
          <p:cNvSpPr txBox="1"/>
          <p:nvPr/>
        </p:nvSpPr>
        <p:spPr>
          <a:xfrm>
            <a:off x="2863016" y="2311518"/>
            <a:ext cx="2205869" cy="31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Your Text  Here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6" name="TextBox 44"/>
          <p:cNvSpPr txBox="1"/>
          <p:nvPr/>
        </p:nvSpPr>
        <p:spPr>
          <a:xfrm>
            <a:off x="7966644" y="2516084"/>
            <a:ext cx="2205869" cy="9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 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5"/>
          <p:cNvSpPr txBox="1"/>
          <p:nvPr/>
        </p:nvSpPr>
        <p:spPr>
          <a:xfrm>
            <a:off x="7956012" y="2205732"/>
            <a:ext cx="2205869" cy="31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Your Text  Here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7"/>
          <p:cNvSpPr txBox="1"/>
          <p:nvPr/>
        </p:nvSpPr>
        <p:spPr>
          <a:xfrm>
            <a:off x="8083602" y="4738828"/>
            <a:ext cx="2205869" cy="9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 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8"/>
          <p:cNvSpPr txBox="1"/>
          <p:nvPr/>
        </p:nvSpPr>
        <p:spPr>
          <a:xfrm>
            <a:off x="8051704" y="4428476"/>
            <a:ext cx="2205869" cy="31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Your Text  Here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5" name="TextBox 48"/>
          <p:cNvSpPr txBox="1"/>
          <p:nvPr/>
        </p:nvSpPr>
        <p:spPr>
          <a:xfrm>
            <a:off x="2909090" y="4485183"/>
            <a:ext cx="2205869" cy="31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Your Text  Here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19723" y="4774270"/>
            <a:ext cx="2205869" cy="9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 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39"/>
          <p:cNvSpPr txBox="1"/>
          <p:nvPr/>
        </p:nvSpPr>
        <p:spPr>
          <a:xfrm>
            <a:off x="2126551" y="4838490"/>
            <a:ext cx="9845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smtClean="0">
                <a:solidFill>
                  <a:srgbClr val="C1CBD7"/>
                </a:solidFill>
                <a:cs typeface="Arial" panose="020b0604020202020204" pitchFamily="34" charset="0"/>
              </a:rPr>
              <a:t>80</a:t>
            </a:r>
            <a:r>
              <a:rPr lang="en-US" altLang="ko-KR" sz="2400" b="1">
                <a:solidFill>
                  <a:srgbClr val="C1CBD7"/>
                </a:solidFill>
                <a:cs typeface="Arial" panose="020b0604020202020204" pitchFamily="34" charset="0"/>
              </a:rPr>
              <a:t>%</a:t>
            </a:r>
            <a:endParaRPr lang="ko-KR" altLang="en-US" sz="2400" b="1">
              <a:solidFill>
                <a:srgbClr val="C1CBD7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矩形 2"/>
          <p:cNvSpPr/>
          <p:nvPr/>
        </p:nvSpPr>
        <p:spPr>
          <a:xfrm>
            <a:off x="2243095" y="4001811"/>
            <a:ext cx="39223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6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6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43095" y="3235264"/>
            <a:ext cx="38010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3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4400" spc="3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43095" y="4401920"/>
            <a:ext cx="5569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dolor sit amet, consectetuer adipiscing elit. Maecenas porttitor congue massa. Fusce posuere</a:t>
            </a:r>
            <a:endParaRPr lang="en-US" altLang="zh-CN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3095" y="2404268"/>
            <a:ext cx="283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4000"/>
            </a:lvl1pPr>
          </a:lstStyle>
          <a:p>
            <a:pPr algn="l"/>
            <a:r>
              <a:rPr lang="en-US" altLang="zh-CN" sz="4400">
                <a:solidFill>
                  <a:srgbClr val="92A3B8"/>
                </a:solidFill>
                <a:latin typeface="Century Gothic" panose="020b0502020202020204" pitchFamily="34" charset="0"/>
                <a:cs typeface="DokChampa" panose="020b0604020202020204" pitchFamily="34" charset="-34"/>
              </a:rPr>
              <a:t>PART 04</a:t>
            </a:r>
            <a:endParaRPr lang="zh-CN" altLang="en-US" sz="4400">
              <a:solidFill>
                <a:srgbClr val="92A3B8"/>
              </a:solidFill>
              <a:latin typeface="Century Gothic" panose="020b0502020202020204" pitchFamily="34" charset="0"/>
              <a:cs typeface="DokChampa" panose="020b0604020202020204" pitchFamily="34" charset="-34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527381" y="4389107"/>
            <a:ext cx="11664619" cy="768085"/>
          </a:xfrm>
        </p:spPr>
        <p:txBody>
          <a:bodyPr/>
          <a:lstStyle/>
          <a:p>
            <a:r>
              <a:rPr lang="en-US" altLang="ko-KR" b="1">
                <a:solidFill>
                  <a:srgbClr val="4A5A69"/>
                </a:solidFill>
              </a:rPr>
              <a:t>Portfolio Presentation</a:t>
            </a:r>
            <a:endParaRPr lang="en-US" altLang="ko-KR" b="1">
              <a:solidFill>
                <a:srgbClr val="4A5A69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527381" y="5157192"/>
            <a:ext cx="11664619" cy="38404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altLang="ko-KR">
                <a:solidFill>
                  <a:srgbClr val="C1CBD7"/>
                </a:solidFill>
              </a:rPr>
              <a:t>Insert the title of your subtitle Here</a:t>
            </a:r>
            <a:endParaRPr lang="en-US" altLang="ko-KR">
              <a:solidFill>
                <a:srgbClr val="C1CBD7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382" y="5637246"/>
            <a:ext cx="7968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  Easy to change colors, photos and Text.  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6" name="图片占位符 5"/>
          <p:cNvPicPr>
            <a:picLocks noGrp="1" noChangeAspect="1"/>
          </p:cNvPicPr>
          <p:nvPr>
            <p:ph type="pic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7" r="10637"/>
          <a:stretch>
            <a:fillRect/>
          </a:stretch>
        </p:blipFill>
        <p:spPr/>
      </p:pic>
      <p:pic>
        <p:nvPicPr>
          <p:cNvPr id="9" name="图片占位符 8"/>
          <p:cNvPicPr>
            <a:picLocks noGrp="1" noChangeAspect="1"/>
          </p:cNvPicPr>
          <p:nvPr>
            <p:ph type="pic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50" b="28650"/>
          <a:stretch>
            <a:fillRect/>
          </a:stretch>
        </p:blipFill>
        <p:spPr/>
      </p:pic>
      <p:pic>
        <p:nvPicPr>
          <p:cNvPr id="13" name="图片占位符 12"/>
          <p:cNvPicPr>
            <a:picLocks noGrp="1" noChangeAspect="1"/>
          </p:cNvPicPr>
          <p:nvPr>
            <p:ph type="pic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41" b="19141"/>
          <a:stretch>
            <a:fillRect/>
          </a:stretch>
        </p:blipFill>
        <p:spPr/>
      </p:pic>
      <p:pic>
        <p:nvPicPr>
          <p:cNvPr id="17" name="图片占位符 16"/>
          <p:cNvPicPr>
            <a:picLocks noGrp="1" noChangeAspect="1"/>
          </p:cNvPicPr>
          <p:nvPr>
            <p:ph type="pic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2" b="3722"/>
          <a:stretch>
            <a:fillRect/>
          </a:stretch>
        </p:blipFill>
        <p:spPr/>
      </p:pic>
      <p:pic>
        <p:nvPicPr>
          <p:cNvPr id="19" name="图片占位符 18"/>
          <p:cNvPicPr>
            <a:picLocks noGrp="1" noChangeAspect="1"/>
          </p:cNvPicPr>
          <p:nvPr>
            <p:ph type="pic" idx="1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6" r="13986"/>
          <a:stretch>
            <a:fillRect/>
          </a:stretch>
        </p:blipFill>
        <p:spPr/>
      </p:pic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7" name="Group 32"/>
          <p:cNvGrpSpPr/>
          <p:nvPr/>
        </p:nvGrpSpPr>
        <p:grpSpPr>
          <a:xfrm>
            <a:off x="7675799" y="1801955"/>
            <a:ext cx="3539044" cy="923330"/>
            <a:chOff x="3017859" y="4283314"/>
            <a:chExt cx="1249476" cy="923330"/>
          </a:xfrm>
        </p:grpSpPr>
        <p:sp>
          <p:nvSpPr>
            <p:cNvPr id="28" name="TextBox 81"/>
            <p:cNvSpPr txBox="1"/>
            <p:nvPr/>
          </p:nvSpPr>
          <p:spPr>
            <a:xfrm>
              <a:off x="3017859" y="4560313"/>
              <a:ext cx="1245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TextBox 82"/>
            <p:cNvSpPr txBox="1"/>
            <p:nvPr/>
          </p:nvSpPr>
          <p:spPr>
            <a:xfrm>
              <a:off x="3017859" y="4283314"/>
              <a:ext cx="1249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37"/>
          <p:cNvGrpSpPr/>
          <p:nvPr/>
        </p:nvGrpSpPr>
        <p:grpSpPr>
          <a:xfrm>
            <a:off x="1149402" y="5121037"/>
            <a:ext cx="3574061" cy="923330"/>
            <a:chOff x="3122317" y="4283314"/>
            <a:chExt cx="1145017" cy="923330"/>
          </a:xfrm>
        </p:grpSpPr>
        <p:sp>
          <p:nvSpPr>
            <p:cNvPr id="31" name="TextBox 84"/>
            <p:cNvSpPr txBox="1"/>
            <p:nvPr/>
          </p:nvSpPr>
          <p:spPr>
            <a:xfrm>
              <a:off x="3122317" y="4560313"/>
              <a:ext cx="1145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TextBox 85"/>
            <p:cNvSpPr txBox="1"/>
            <p:nvPr/>
          </p:nvSpPr>
          <p:spPr>
            <a:xfrm>
              <a:off x="3122317" y="4283314"/>
              <a:ext cx="1145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16"/>
          <p:cNvSpPr/>
          <p:nvPr/>
        </p:nvSpPr>
        <p:spPr>
          <a:xfrm rot="2700000">
            <a:off x="5405633" y="3062131"/>
            <a:ext cx="338011" cy="605991"/>
          </a:xfrm>
          <a:custGeom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Rectangle 9"/>
          <p:cNvSpPr/>
          <p:nvPr/>
        </p:nvSpPr>
        <p:spPr>
          <a:xfrm>
            <a:off x="6458338" y="4284971"/>
            <a:ext cx="418780" cy="392016"/>
          </a:xfrm>
          <a:custGeom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rgbClr val="4A5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35" name="Group 55"/>
          <p:cNvGrpSpPr/>
          <p:nvPr/>
        </p:nvGrpSpPr>
        <p:grpSpPr>
          <a:xfrm>
            <a:off x="4770820" y="1145899"/>
            <a:ext cx="2403306" cy="3045201"/>
            <a:chOff x="3204849" y="1054371"/>
            <a:chExt cx="2511078" cy="3181758"/>
          </a:xfrm>
          <a:solidFill>
            <a:srgbClr val="C1CBD7"/>
          </a:solidFill>
        </p:grpSpPr>
        <p:grpSp>
          <p:nvGrpSpPr>
            <p:cNvPr id="36" name="Group 33"/>
            <p:cNvGrpSpPr/>
            <p:nvPr/>
          </p:nvGrpSpPr>
          <p:grpSpPr>
            <a:xfrm rot="17100000">
              <a:off x="3204847" y="2532274"/>
              <a:ext cx="1703857" cy="1703854"/>
              <a:chOff x="1626727" y="2060848"/>
              <a:chExt cx="1483889" cy="1483887"/>
            </a:xfrm>
            <a:grpFill/>
          </p:grpSpPr>
          <p:sp>
            <p:nvSpPr>
              <p:cNvPr id="41" name="Block Arc 42"/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4029105"/>
                  <a:gd name="adj2" fmla="val 18057594"/>
                  <a:gd name="adj3" fmla="val 917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Block Arc 43"/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8220756"/>
                  <a:gd name="adj2" fmla="val 7283"/>
                  <a:gd name="adj3" fmla="val 944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Block Arc 44"/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0800000"/>
                  <a:gd name="adj2" fmla="val 13829634"/>
                  <a:gd name="adj3" fmla="val 856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Block Arc 45"/>
              <p:cNvSpPr/>
              <p:nvPr/>
            </p:nvSpPr>
            <p:spPr>
              <a:xfrm flipH="1" flipV="1">
                <a:off x="1626727" y="2060848"/>
                <a:ext cx="1483887" cy="1483887"/>
              </a:xfrm>
              <a:prstGeom prst="blockArc">
                <a:avLst>
                  <a:gd name="adj1" fmla="val 18220756"/>
                  <a:gd name="adj2" fmla="val 21425901"/>
                  <a:gd name="adj3" fmla="val 828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" name="Group 34"/>
            <p:cNvGrpSpPr/>
            <p:nvPr/>
          </p:nvGrpSpPr>
          <p:grpSpPr>
            <a:xfrm>
              <a:off x="3634774" y="1054371"/>
              <a:ext cx="2081153" cy="1703854"/>
              <a:chOff x="3809021" y="802105"/>
              <a:chExt cx="1812481" cy="1483887"/>
            </a:xfrm>
            <a:grpFill/>
          </p:grpSpPr>
          <p:sp>
            <p:nvSpPr>
              <p:cNvPr id="38" name="Block Arc 39"/>
              <p:cNvSpPr/>
              <p:nvPr/>
            </p:nvSpPr>
            <p:spPr>
              <a:xfrm rot="6300000">
                <a:off x="3809021" y="802105"/>
                <a:ext cx="1483887" cy="1483887"/>
              </a:xfrm>
              <a:prstGeom prst="blockArc">
                <a:avLst>
                  <a:gd name="adj1" fmla="val 18220756"/>
                  <a:gd name="adj2" fmla="val 1985"/>
                  <a:gd name="adj3" fmla="val 974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40"/>
              <p:cNvSpPr/>
              <p:nvPr/>
            </p:nvSpPr>
            <p:spPr>
              <a:xfrm rot="2937747">
                <a:off x="5085546" y="1709905"/>
                <a:ext cx="150312" cy="3905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Isosceles Triangle 41"/>
              <p:cNvSpPr/>
              <p:nvPr/>
            </p:nvSpPr>
            <p:spPr>
              <a:xfrm rot="3000000">
                <a:off x="5280871" y="1494471"/>
                <a:ext cx="365863" cy="315398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5" name="Group 56"/>
          <p:cNvGrpSpPr/>
          <p:nvPr/>
        </p:nvGrpSpPr>
        <p:grpSpPr>
          <a:xfrm rot="10800000">
            <a:off x="5017874" y="3667951"/>
            <a:ext cx="2403306" cy="3045201"/>
            <a:chOff x="3204849" y="1054371"/>
            <a:chExt cx="2511078" cy="3181758"/>
          </a:xfrm>
          <a:solidFill>
            <a:srgbClr val="4A5A69"/>
          </a:solidFill>
        </p:grpSpPr>
        <p:grpSp>
          <p:nvGrpSpPr>
            <p:cNvPr id="46" name="Group 57"/>
            <p:cNvGrpSpPr/>
            <p:nvPr/>
          </p:nvGrpSpPr>
          <p:grpSpPr>
            <a:xfrm rot="17100000">
              <a:off x="3204847" y="2532274"/>
              <a:ext cx="1703857" cy="1703854"/>
              <a:chOff x="1626727" y="2060848"/>
              <a:chExt cx="1483889" cy="1483887"/>
            </a:xfrm>
            <a:grpFill/>
          </p:grpSpPr>
          <p:sp>
            <p:nvSpPr>
              <p:cNvPr id="51" name="Block Arc 62"/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4029105"/>
                  <a:gd name="adj2" fmla="val 18057594"/>
                  <a:gd name="adj3" fmla="val 917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Block Arc 63"/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8220756"/>
                  <a:gd name="adj2" fmla="val 7283"/>
                  <a:gd name="adj3" fmla="val 944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Block Arc 64"/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0800000"/>
                  <a:gd name="adj2" fmla="val 13829634"/>
                  <a:gd name="adj3" fmla="val 856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Block Arc 65"/>
              <p:cNvSpPr/>
              <p:nvPr/>
            </p:nvSpPr>
            <p:spPr>
              <a:xfrm flipH="1" flipV="1">
                <a:off x="1626727" y="2060848"/>
                <a:ext cx="1483887" cy="1483887"/>
              </a:xfrm>
              <a:prstGeom prst="blockArc">
                <a:avLst>
                  <a:gd name="adj1" fmla="val 18220756"/>
                  <a:gd name="adj2" fmla="val 21425901"/>
                  <a:gd name="adj3" fmla="val 828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58"/>
            <p:cNvGrpSpPr/>
            <p:nvPr/>
          </p:nvGrpSpPr>
          <p:grpSpPr>
            <a:xfrm>
              <a:off x="3634774" y="1054371"/>
              <a:ext cx="2081153" cy="1703854"/>
              <a:chOff x="3809021" y="802105"/>
              <a:chExt cx="1812481" cy="1483887"/>
            </a:xfrm>
            <a:grpFill/>
          </p:grpSpPr>
          <p:sp>
            <p:nvSpPr>
              <p:cNvPr id="48" name="Block Arc 59"/>
              <p:cNvSpPr/>
              <p:nvPr/>
            </p:nvSpPr>
            <p:spPr>
              <a:xfrm rot="6300000">
                <a:off x="3809021" y="802105"/>
                <a:ext cx="1483887" cy="1483887"/>
              </a:xfrm>
              <a:prstGeom prst="blockArc">
                <a:avLst>
                  <a:gd name="adj1" fmla="val 18220756"/>
                  <a:gd name="adj2" fmla="val 1985"/>
                  <a:gd name="adj3" fmla="val 974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60"/>
              <p:cNvSpPr/>
              <p:nvPr/>
            </p:nvSpPr>
            <p:spPr>
              <a:xfrm rot="2937747">
                <a:off x="5085546" y="1709905"/>
                <a:ext cx="150312" cy="3905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Isosceles Triangle 61"/>
              <p:cNvSpPr/>
              <p:nvPr/>
            </p:nvSpPr>
            <p:spPr>
              <a:xfrm rot="3000000">
                <a:off x="5280871" y="1494471"/>
                <a:ext cx="365863" cy="315398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5" name="TextBox 109"/>
          <p:cNvSpPr txBox="1"/>
          <p:nvPr/>
        </p:nvSpPr>
        <p:spPr>
          <a:xfrm>
            <a:off x="745449" y="2187330"/>
            <a:ext cx="357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TextBox 110"/>
          <p:cNvSpPr txBox="1"/>
          <p:nvPr/>
        </p:nvSpPr>
        <p:spPr>
          <a:xfrm>
            <a:off x="745449" y="1540345"/>
            <a:ext cx="3574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4A5A69"/>
                </a:solidFill>
                <a:cs typeface="Arial" panose="020b0604020202020204" pitchFamily="34" charset="0"/>
              </a:rPr>
              <a:t>Get a modern PowerPoint  Presentation that is beautifully designed. </a:t>
            </a:r>
            <a:endParaRPr lang="ko-KR" altLang="en-US" sz="1400" b="1">
              <a:solidFill>
                <a:srgbClr val="4A5A69"/>
              </a:solidFill>
              <a:cs typeface="Arial" panose="020b0604020202020204" pitchFamily="34" charset="0"/>
            </a:endParaRPr>
          </a:p>
        </p:txBody>
      </p:sp>
      <p:sp>
        <p:nvSpPr>
          <p:cNvPr id="57" name="TextBox 32"/>
          <p:cNvSpPr txBox="1"/>
          <p:nvPr/>
        </p:nvSpPr>
        <p:spPr>
          <a:xfrm>
            <a:off x="8455564" y="4197707"/>
            <a:ext cx="191514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9" name="图片占位符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" b="301"/>
          <a:stretch>
            <a:fillRect/>
          </a:stretch>
        </p:blipFill>
        <p:spPr/>
      </p:pic>
      <p:sp>
        <p:nvSpPr>
          <p:cNvPr id="11" name="TextBox 10"/>
          <p:cNvSpPr txBox="1"/>
          <p:nvPr/>
        </p:nvSpPr>
        <p:spPr>
          <a:xfrm>
            <a:off x="623392" y="1710410"/>
            <a:ext cx="46745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4A5A69"/>
                </a:solidFill>
                <a:cs typeface="Arial" panose="020b0604020202020204" pitchFamily="34" charset="0"/>
              </a:rPr>
              <a:t>Easy to change colors, photos and Text.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You can simply impress your audience and add a unique zing and appeal to your Presentations. 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414" y="4620142"/>
            <a:ext cx="36484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</a:t>
            </a:r>
            <a:r>
              <a:rPr lang="en-US" altLang="ko-KR" sz="1600">
                <a:solidFill>
                  <a:srgbClr val="92A3B8"/>
                </a:solidFill>
                <a:cs typeface="Arial" panose="020b0604020202020204" pitchFamily="34" charset="0"/>
              </a:rPr>
              <a:t>simply impress your audience and add a unique zing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and appeal to your Presentations. Easy to change colors, photos and Text. 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26449" y="602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添加标题文本</a:t>
            </a:r>
            <a:endParaRPr lang="zh-CN" altLang="en-US" sz="28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73873" y="1062400"/>
            <a:ext cx="3244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100">
                <a:solidFill>
                  <a:srgbClr val="92A3B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Enter your text here</a:t>
            </a:r>
            <a:endParaRPr lang="zh-CN" altLang="en-US" sz="1100">
              <a:solidFill>
                <a:srgbClr val="92A3B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/>
          <p:cNvSpPr txBox="1"/>
          <p:nvPr/>
        </p:nvSpPr>
        <p:spPr>
          <a:xfrm>
            <a:off x="3233679" y="2756776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>
                <a:solidFill>
                  <a:srgbClr val="4A5A6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感谢您的耐心观看</a:t>
            </a:r>
            <a:endParaRPr lang="zh-CN" altLang="en-US" sz="5400">
              <a:solidFill>
                <a:srgbClr val="4A5A69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0066" y="3645381"/>
            <a:ext cx="403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mtClean="0">
                <a:solidFill>
                  <a:srgbClr val="92A3B8"/>
                </a:solidFill>
              </a:rPr>
              <a:t>汇报人：</a:t>
            </a:r>
            <a:r>
              <a:rPr lang="en-US" altLang="zh-CN" smtClean="0">
                <a:solidFill>
                  <a:srgbClr val="92A3B8"/>
                </a:solidFill>
              </a:rPr>
              <a:t>XXX</a:t>
            </a:r>
            <a:endParaRPr lang="zh-CN" altLang="en-US">
              <a:solidFill>
                <a:srgbClr val="92A3B8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41180" y="4049438"/>
            <a:ext cx="7109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Lorem ipsum dolor sit amet, consectetuer adipiscing elit. Maecenas porttitor congue massa. Fusce posuere, magna sed pulvinar ultricies, purus lectus malesuada libero</a:t>
            </a:r>
            <a:endParaRPr lang="en-US" altLang="zh-CN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760562" y="3854616"/>
            <a:ext cx="1232694" cy="0"/>
          </a:xfrm>
          <a:prstGeom prst="line">
            <a:avLst/>
          </a:prstGeom>
          <a:ln>
            <a:solidFill>
              <a:srgbClr val="92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98744" y="3854616"/>
            <a:ext cx="1232694" cy="0"/>
          </a:xfrm>
          <a:prstGeom prst="line">
            <a:avLst/>
          </a:prstGeom>
          <a:ln>
            <a:solidFill>
              <a:srgbClr val="92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KSO_WM_MEDIACOVER_FLAG" val="1"/>
  <p:tag name="KSO_WM_UNIT_MEDIACOVER_BTN_POS" val="c"/>
  <p:tag name="KSO_WM_UNIT_MEDIACOVER_BTN_STATE" val="1"/>
  <p:tag name="KSO_WM_UNIT_MEDIACOVER_BTN_STYLE" val="ee0bc779c1f3d7f3e90c96344320e69a"/>
  <p:tag name="KSO_WM_UNIT_MEDIACOVER_BTNRECT" val="2520*1265*694*694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2.xml><?xml version="1.0" encoding="utf-8"?>
<p:tagLst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  <p:tag name="COMMONDATA" val="eyJoZGlkIjoiYjNkNDYxMmIwNmM5NTY2OTdkODYxNGM2OGY2YmI2OGYifQ=="/>
  <p:tag name="KSO_WPP_MARK_KEY" val="3e8e9bd6-12a0-4659-929d-0ad20d0f2525"/>
</p:tagLst>
</file>

<file path=ppt/theme/theme1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微软雅黑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r="http://schemas.openxmlformats.org/officeDocument/2006/relationships"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맑은 고딕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맑은 고딕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r="http://schemas.openxmlformats.org/officeDocument/2006/relationships"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맑은 고딕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맑은 고딕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宽屏</PresentationFormat>
  <Paragraphs>159</Paragraphs>
  <Slides>19</Slides>
  <Notes>1</Notes>
  <TotalTime>0</TotalTime>
  <HiddenSlides>0</HiddenSlides>
  <MMClips>1</MMClips>
  <ScaleCrop>0</ScaleCrop>
  <HeadingPairs>
    <vt:vector baseType="variant" size="6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baseType="lpstr" size="32">
      <vt:lpstr>Arial</vt:lpstr>
      <vt:lpstr>Calibri</vt:lpstr>
      <vt:lpstr>Calibri Light</vt:lpstr>
      <vt:lpstr>等线 Light</vt:lpstr>
      <vt:lpstr>等线</vt:lpstr>
      <vt:lpstr>方正清刻本悦宋简体</vt:lpstr>
      <vt:lpstr>幼圆</vt:lpstr>
      <vt:lpstr>Tahoma</vt:lpstr>
      <vt:lpstr>Century Gothic</vt:lpstr>
      <vt:lpstr>DokChampa</vt:lpstr>
      <vt:lpstr>맑은 고딕</vt:lpstr>
      <vt:lpstr>微软雅黑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演示文稿</dc:title>
  <dc:creator>uying</dc:creator>
  <cp:lastModifiedBy>文档存本地丢失不负责</cp:lastModifiedBy>
  <cp:revision>30</cp:revision>
  <dcterms:created xsi:type="dcterms:W3CDTF">2020-01-03T06:53:00Z</dcterms:created>
  <dcterms:modified xsi:type="dcterms:W3CDTF">2024-12-18T05:51:17Z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CV">
    <vt:lpwstr>815266BA49ED4116B05E6549110AD510_12</vt:lpwstr>
  </property>
  <property fmtid="{D5CDD505-2E9C-101B-9397-08002B2CF9AE}" pid="3" name="KSOProductBuildVer">
    <vt:lpwstr>2052-11.1.0.14309</vt:lpwstr>
  </property>
</Properties>
</file>