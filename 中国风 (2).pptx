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customXml/item1.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6" autoAdjust="0"/>
    <p:restoredTop sz="96015" autoAdjust="0"/>
  </p:normalViewPr>
  <p:slideViewPr>
    <p:cSldViewPr snapToGrid="0" showGuides="1">
      <p:cViewPr varScale="1">
        <p:scale>
          <a:sx n="110" d="100"/>
          <a:sy n="110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-199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904"/>
    </p:cViewPr>
  </p:sorterViewPr>
  <p:notesViewPr>
    <p:cSldViewPr snapToGrid="0" showGuides="1">
      <p:cViewPr varScale="1">
        <p:scale>
          <a:sx n="66" d="100"/>
          <a:sy n="66" d="100"/>
        </p:scale>
        <p:origin x="3173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tags" Target="tags/tag1.xml" /><Relationship Id="rId3" Type="http://schemas.openxmlformats.org/officeDocument/2006/relationships/notesMaster" Target="notesMasters/notesMaster1.xml" /><Relationship Id="rId30" Type="http://schemas.openxmlformats.org/officeDocument/2006/relationships/presProps" Target="presProps.xml" /><Relationship Id="rId31" Type="http://schemas.openxmlformats.org/officeDocument/2006/relationships/viewProps" Target="viewProps.xml" /><Relationship Id="rId32" Type="http://schemas.openxmlformats.org/officeDocument/2006/relationships/theme" Target="theme/theme1.xml" /><Relationship Id="rId33" Type="http://schemas.openxmlformats.org/officeDocument/2006/relationships/tableStyles" Target="tableStyles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E33F4-AA0B-438A-A287-191BE49B0A22}" type="datetimeFigureOut">
              <a:rPr lang="zh-CN" altLang="en-US" smtClean="0"/>
              <a:t>2019/5/21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EBE27-15AC-42CF-808C-86456B97F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290626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val="371191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val="2239532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val="1710483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val="330269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val="498398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val="4084776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val="1279300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val="302238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val="1171332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val="2113430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val="492060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val="2724681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val="2940193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val="1849614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val="405924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val="2372254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val="3961047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val="2546407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val="3414759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val="35737407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val="3381198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val="1932413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val="4139214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val="2030339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EBE27-15AC-42CF-808C-86456B97F31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val="2516662495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00A9-7DBA-4D80-BC33-1EFE7E1263F1}" type="datetimeFigureOut">
              <a:rPr lang="zh-CN" altLang="en-US" smtClean="0"/>
              <a:t>202X/5/21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CEDD-961F-4485-AEC3-44F89B189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176887889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00A9-7DBA-4D80-BC33-1EFE7E1263F1}" type="datetimeFigureOut">
              <a:rPr lang="zh-CN" altLang="en-US" smtClean="0"/>
              <a:t>202X/5/21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CEDD-961F-4485-AEC3-44F89B189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2288381239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00A9-7DBA-4D80-BC33-1EFE7E1263F1}" type="datetimeFigureOut">
              <a:rPr lang="zh-CN" altLang="en-US" smtClean="0"/>
              <a:t>202X/5/21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8CEDD-961F-4485-AEC3-44F89B189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276362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Relationship Id="rId4" Type="http://schemas.openxmlformats.org/officeDocument/2006/relationships/image" Target="../media/image5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6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8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12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1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4.png" /><Relationship Id="rId4" Type="http://schemas.openxmlformats.org/officeDocument/2006/relationships/image" Target="../media/image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15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6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7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8.png" /><Relationship Id="rId4" Type="http://schemas.openxmlformats.org/officeDocument/2006/relationships/image" Target="../media/image1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2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21.png" /><Relationship Id="rId4" Type="http://schemas.openxmlformats.org/officeDocument/2006/relationships/image" Target="../media/image22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23.jpeg" /><Relationship Id="rId4" Type="http://schemas.openxmlformats.org/officeDocument/2006/relationships/image" Target="../media/image19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24.png" /><Relationship Id="rId4" Type="http://schemas.openxmlformats.org/officeDocument/2006/relationships/image" Target="../media/image2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6" name="图片 3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0D70AD3-B23B-49DD-8806-669BFCA31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99"/>
          <a:stretch>
            <a:fillRect/>
          </a:stretch>
        </p:blipFill>
        <p:spPr>
          <a:xfrm>
            <a:off x="2130735" y="4419523"/>
            <a:ext cx="7949579" cy="1997152"/>
          </a:xfrm>
          <a:prstGeom prst="rect">
            <a:avLst/>
          </a:prstGeom>
        </p:spPr>
      </p:pic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9604269F-B0E9-4FD9-842E-4BBD426AB2BA}"/>
              </a:ext>
            </a:extLst>
          </p:cNvPr>
          <p:cNvSpPr/>
          <p:nvPr/>
        </p:nvSpPr>
        <p:spPr>
          <a:xfrm>
            <a:off x="479425" y="441325"/>
            <a:ext cx="11233150" cy="5975350"/>
          </a:xfrm>
          <a:prstGeom prst="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F694EB1-D1BE-4E79-ABC6-FF5517C58600}"/>
              </a:ext>
            </a:extLst>
          </p:cNvPr>
          <p:cNvSpPr txBox="1"/>
          <p:nvPr/>
        </p:nvSpPr>
        <p:spPr>
          <a:xfrm>
            <a:off x="2471737" y="2083593"/>
            <a:ext cx="7263527" cy="15287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悟禪之道</a:t>
            </a:r>
          </a:p>
        </p:txBody>
      </p:sp>
      <p:sp>
        <p:nvSpPr>
          <p:cNvPr id="19" name="文本框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C3AC231-B303-43DE-84B5-074272EEF494}"/>
              </a:ext>
            </a:extLst>
          </p:cNvPr>
          <p:cNvSpPr txBox="1"/>
          <p:nvPr/>
        </p:nvSpPr>
        <p:spPr>
          <a:xfrm>
            <a:off x="949999" y="814308"/>
            <a:ext cx="2107526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春有百花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秋有月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夏有凉风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冬有雪。</a:t>
            </a:r>
          </a:p>
        </p:txBody>
      </p:sp>
      <p:grpSp>
        <p:nvGrpSpPr>
          <p:cNvPr id="20" name="组合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48C8351-5383-4DBF-84E6-83582E88DFA8}"/>
              </a:ext>
            </a:extLst>
          </p:cNvPr>
          <p:cNvGrpSpPr/>
          <p:nvPr/>
        </p:nvGrpSpPr>
        <p:grpSpPr>
          <a:xfrm>
            <a:off x="10982643" y="559592"/>
            <a:ext cx="615553" cy="1497808"/>
            <a:chOff x="10982643" y="559592"/>
            <a:chExt cx="615553" cy="149780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EBC83A8-9C85-454A-8A7C-E510F068956B}"/>
                </a:ext>
              </a:extLst>
            </p:cNvPr>
            <p:cNvSpPr txBox="1"/>
            <p:nvPr/>
          </p:nvSpPr>
          <p:spPr>
            <a:xfrm>
              <a:off x="10982643" y="559592"/>
              <a:ext cx="615553" cy="14978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</a:t>
              </a:r>
              <a:r>
                <a:rPr lang="zh-CN" altLang="en-US" sz="28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弍</a:t>
              </a:r>
              <a:r>
                <a:rPr lang="zh-CN" altLang="en-US" sz="2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話</a:t>
              </a: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5D7452C-83C2-453C-909A-1D89E548B427}"/>
                </a:ext>
              </a:extLst>
            </p:cNvPr>
            <p:cNvSpPr/>
            <p:nvPr/>
          </p:nvSpPr>
          <p:spPr>
            <a:xfrm>
              <a:off x="11029920" y="1047997"/>
              <a:ext cx="520999" cy="520999"/>
            </a:xfrm>
            <a:prstGeom prst="ellipse">
              <a:avLst/>
            </a:prstGeom>
            <a:noFill/>
            <a:ln w="15875"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" name="直接连接符 3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975A77-1900-470C-9755-D324924CB5CF}"/>
              </a:ext>
            </a:extLst>
          </p:cNvPr>
          <p:cNvCxnSpPr/>
          <p:nvPr/>
        </p:nvCxnSpPr>
        <p:spPr>
          <a:xfrm>
            <a:off x="4736663" y="4133850"/>
            <a:ext cx="273367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8E4E7A8-ED71-4584-B2CE-DC317A0A3AC2}"/>
              </a:ext>
            </a:extLst>
          </p:cNvPr>
          <p:cNvGrpSpPr/>
          <p:nvPr/>
        </p:nvGrpSpPr>
        <p:grpSpPr>
          <a:xfrm>
            <a:off x="9567269" y="1891901"/>
            <a:ext cx="492443" cy="554833"/>
            <a:chOff x="9567269" y="1891901"/>
            <a:chExt cx="492443" cy="55483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2E8E89F-6536-48BA-99F8-B521E1881081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E690AB4-B2F6-4C52-AD97-C0D34C431A0A}"/>
                </a:ext>
              </a:extLst>
            </p:cNvPr>
            <p:cNvSpPr txBox="1"/>
            <p:nvPr/>
          </p:nvSpPr>
          <p:spPr>
            <a:xfrm>
              <a:off x="9567269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2899913193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矩形 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F8D598B-985C-4FB2-8BA7-6080E0A6F3FE}"/>
              </a:ext>
            </a:extLst>
          </p:cNvPr>
          <p:cNvSpPr/>
          <p:nvPr/>
        </p:nvSpPr>
        <p:spPr>
          <a:xfrm>
            <a:off x="1504421" y="1267574"/>
            <a:ext cx="1387736" cy="138773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96D83EA-0E52-43CB-8713-3ECD0F0A402D}"/>
              </a:ext>
            </a:extLst>
          </p:cNvPr>
          <p:cNvSpPr/>
          <p:nvPr/>
        </p:nvSpPr>
        <p:spPr>
          <a:xfrm>
            <a:off x="3422556" y="1267574"/>
            <a:ext cx="1387736" cy="138773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D2F4B42-FB56-4726-B776-8C8C78A74451}"/>
              </a:ext>
            </a:extLst>
          </p:cNvPr>
          <p:cNvSpPr/>
          <p:nvPr/>
        </p:nvSpPr>
        <p:spPr>
          <a:xfrm>
            <a:off x="7409973" y="1267574"/>
            <a:ext cx="1387736" cy="138773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DE2D044-96B4-4F2C-A40A-89C0AE1A04E0}"/>
              </a:ext>
            </a:extLst>
          </p:cNvPr>
          <p:cNvSpPr/>
          <p:nvPr/>
        </p:nvSpPr>
        <p:spPr>
          <a:xfrm>
            <a:off x="9328107" y="1267574"/>
            <a:ext cx="1387736" cy="138773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3D9953E-9944-428C-8969-6487B4DA7569}"/>
              </a:ext>
            </a:extLst>
          </p:cNvPr>
          <p:cNvSpPr txBox="1"/>
          <p:nvPr/>
        </p:nvSpPr>
        <p:spPr>
          <a:xfrm>
            <a:off x="5268381" y="2959548"/>
            <a:ext cx="1661993" cy="31059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96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目錄</a:t>
            </a:r>
          </a:p>
        </p:txBody>
      </p:sp>
      <p:grpSp>
        <p:nvGrpSpPr>
          <p:cNvPr id="18" name="组合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BB1F3AE-3907-4CCB-A2BB-3C4E57588023}"/>
              </a:ext>
            </a:extLst>
          </p:cNvPr>
          <p:cNvGrpSpPr/>
          <p:nvPr/>
        </p:nvGrpSpPr>
        <p:grpSpPr>
          <a:xfrm>
            <a:off x="1783280" y="1139906"/>
            <a:ext cx="830022" cy="1451491"/>
            <a:chOff x="1115183" y="3790974"/>
            <a:chExt cx="830022" cy="145149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8A15A23-F15B-4341-A6FB-4D507C70E60D}"/>
                </a:ext>
              </a:extLst>
            </p:cNvPr>
            <p:cNvSpPr/>
            <p:nvPr/>
          </p:nvSpPr>
          <p:spPr>
            <a:xfrm>
              <a:off x="1115183" y="3790974"/>
              <a:ext cx="759046" cy="133882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壹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C6D0028-35CD-464D-8C6C-0D3EFD85C7F0}"/>
                </a:ext>
              </a:extLst>
            </p:cNvPr>
            <p:cNvGrpSpPr/>
            <p:nvPr/>
          </p:nvGrpSpPr>
          <p:grpSpPr>
            <a:xfrm>
              <a:off x="1452762" y="4687632"/>
              <a:ext cx="492443" cy="554833"/>
              <a:chOff x="9567269" y="1891901"/>
              <a:chExt cx="492443" cy="554833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CC4E243F-C26C-4556-BC60-AA4DE9F456ED}"/>
                  </a:ext>
                </a:extLst>
              </p:cNvPr>
              <p:cNvSpPr/>
              <p:nvPr/>
            </p:nvSpPr>
            <p:spPr>
              <a:xfrm>
                <a:off x="9632512" y="1988342"/>
                <a:ext cx="361950" cy="361950"/>
              </a:xfrm>
              <a:prstGeom prst="roundRect">
                <a:avLst/>
              </a:prstGeom>
              <a:solidFill>
                <a:srgbClr val="9A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康煕字典體(Demo)" pitchFamily="2" charset="-120"/>
                  <a:ea typeface="康煕字典體(Demo)" pitchFamily="2" charset="-12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AF81F6C-432D-41A7-8475-4A4B798B3E42}"/>
                  </a:ext>
                </a:extLst>
              </p:cNvPr>
              <p:cNvSpPr txBox="1"/>
              <p:nvPr/>
            </p:nvSpPr>
            <p:spPr>
              <a:xfrm>
                <a:off x="9567269" y="1891901"/>
                <a:ext cx="492443" cy="5548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>
                    <a:solidFill>
                      <a:schemeClr val="bg1"/>
                    </a:solidFill>
                    <a:latin typeface="康煕字典體(Demo)" pitchFamily="2" charset="-120"/>
                    <a:ea typeface="康煕字典體(Demo)" pitchFamily="2" charset="-120"/>
                  </a:rPr>
                  <a:t>禪</a:t>
                </a:r>
              </a:p>
            </p:txBody>
          </p:sp>
        </p:grpSp>
      </p:grpSp>
      <p:grpSp>
        <p:nvGrpSpPr>
          <p:cNvPr id="27" name="组合 2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0AE3458-91E9-478D-897B-221CFE34A8AF}"/>
              </a:ext>
            </a:extLst>
          </p:cNvPr>
          <p:cNvGrpSpPr/>
          <p:nvPr/>
        </p:nvGrpSpPr>
        <p:grpSpPr>
          <a:xfrm>
            <a:off x="3701414" y="1139906"/>
            <a:ext cx="830022" cy="1451491"/>
            <a:chOff x="1115183" y="3790974"/>
            <a:chExt cx="830022" cy="1451491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C88E98B-842F-4566-9A1F-8DF1B64A49B6}"/>
                </a:ext>
              </a:extLst>
            </p:cNvPr>
            <p:cNvSpPr/>
            <p:nvPr/>
          </p:nvSpPr>
          <p:spPr>
            <a:xfrm>
              <a:off x="1115183" y="3790974"/>
              <a:ext cx="759046" cy="111626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弍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7AAE6E7-7E8F-47D2-8759-B9579F4C1785}"/>
                </a:ext>
              </a:extLst>
            </p:cNvPr>
            <p:cNvGrpSpPr/>
            <p:nvPr/>
          </p:nvGrpSpPr>
          <p:grpSpPr>
            <a:xfrm>
              <a:off x="1452762" y="4687632"/>
              <a:ext cx="492443" cy="554833"/>
              <a:chOff x="9567269" y="1891901"/>
              <a:chExt cx="492443" cy="554833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32008F9C-5F38-4BE5-8F29-5CA76D422946}"/>
                  </a:ext>
                </a:extLst>
              </p:cNvPr>
              <p:cNvSpPr/>
              <p:nvPr/>
            </p:nvSpPr>
            <p:spPr>
              <a:xfrm>
                <a:off x="9632512" y="1988342"/>
                <a:ext cx="361950" cy="361950"/>
              </a:xfrm>
              <a:prstGeom prst="roundRect">
                <a:avLst/>
              </a:prstGeom>
              <a:solidFill>
                <a:srgbClr val="9A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康煕字典體(Demo)" pitchFamily="2" charset="-120"/>
                  <a:ea typeface="康煕字典體(Demo)" pitchFamily="2" charset="-12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96EEDCF-DE02-4F10-99CE-57E00178D123}"/>
                  </a:ext>
                </a:extLst>
              </p:cNvPr>
              <p:cNvSpPr txBox="1"/>
              <p:nvPr/>
            </p:nvSpPr>
            <p:spPr>
              <a:xfrm>
                <a:off x="9567269" y="1891901"/>
                <a:ext cx="492443" cy="5548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>
                    <a:solidFill>
                      <a:schemeClr val="bg1"/>
                    </a:solidFill>
                    <a:latin typeface="康煕字典體(Demo)" pitchFamily="2" charset="-120"/>
                    <a:ea typeface="康煕字典體(Demo)" pitchFamily="2" charset="-120"/>
                  </a:rPr>
                  <a:t>禪</a:t>
                </a:r>
              </a:p>
            </p:txBody>
          </p:sp>
        </p:grpSp>
      </p:grpSp>
      <p:grpSp>
        <p:nvGrpSpPr>
          <p:cNvPr id="36" name="组合 3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30B39FF-BB91-4E5B-A316-9270B95F39A9}"/>
              </a:ext>
            </a:extLst>
          </p:cNvPr>
          <p:cNvGrpSpPr/>
          <p:nvPr/>
        </p:nvGrpSpPr>
        <p:grpSpPr>
          <a:xfrm>
            <a:off x="7688831" y="1139906"/>
            <a:ext cx="830022" cy="1451491"/>
            <a:chOff x="1115183" y="3790974"/>
            <a:chExt cx="830022" cy="145149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E3F108F-B2F3-4857-9655-5A08BC210789}"/>
                </a:ext>
              </a:extLst>
            </p:cNvPr>
            <p:cNvSpPr/>
            <p:nvPr/>
          </p:nvSpPr>
          <p:spPr>
            <a:xfrm>
              <a:off x="1115183" y="3790974"/>
              <a:ext cx="759046" cy="111626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弎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7C43E58-2B86-4431-819C-FAE4CD87304B}"/>
                </a:ext>
              </a:extLst>
            </p:cNvPr>
            <p:cNvGrpSpPr/>
            <p:nvPr/>
          </p:nvGrpSpPr>
          <p:grpSpPr>
            <a:xfrm>
              <a:off x="1452762" y="4687632"/>
              <a:ext cx="492443" cy="554833"/>
              <a:chOff x="9567269" y="1891901"/>
              <a:chExt cx="492443" cy="554833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A10BD8BC-2A91-41EC-A0E3-D4D7A39321C3}"/>
                  </a:ext>
                </a:extLst>
              </p:cNvPr>
              <p:cNvSpPr/>
              <p:nvPr/>
            </p:nvSpPr>
            <p:spPr>
              <a:xfrm>
                <a:off x="9632512" y="1988342"/>
                <a:ext cx="361950" cy="361950"/>
              </a:xfrm>
              <a:prstGeom prst="roundRect">
                <a:avLst/>
              </a:prstGeom>
              <a:solidFill>
                <a:srgbClr val="9A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康煕字典體(Demo)" pitchFamily="2" charset="-120"/>
                  <a:ea typeface="康煕字典體(Demo)" pitchFamily="2" charset="-120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168CCB4-102C-422F-A7A7-B3B08A2CD292}"/>
                  </a:ext>
                </a:extLst>
              </p:cNvPr>
              <p:cNvSpPr txBox="1"/>
              <p:nvPr/>
            </p:nvSpPr>
            <p:spPr>
              <a:xfrm>
                <a:off x="9567269" y="1891901"/>
                <a:ext cx="492443" cy="5548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>
                    <a:solidFill>
                      <a:schemeClr val="bg1"/>
                    </a:solidFill>
                    <a:latin typeface="康煕字典體(Demo)" pitchFamily="2" charset="-120"/>
                    <a:ea typeface="康煕字典體(Demo)" pitchFamily="2" charset="-120"/>
                  </a:rPr>
                  <a:t>禪</a:t>
                </a:r>
              </a:p>
            </p:txBody>
          </p:sp>
        </p:grpSp>
      </p:grpSp>
      <p:grpSp>
        <p:nvGrpSpPr>
          <p:cNvPr id="45" name="组合 4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BDC45AA-5C33-4EEC-8782-09E0E02B19D1}"/>
              </a:ext>
            </a:extLst>
          </p:cNvPr>
          <p:cNvGrpSpPr/>
          <p:nvPr/>
        </p:nvGrpSpPr>
        <p:grpSpPr>
          <a:xfrm>
            <a:off x="9606966" y="1139906"/>
            <a:ext cx="830022" cy="1451491"/>
            <a:chOff x="1115183" y="3790974"/>
            <a:chExt cx="830022" cy="145149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8A6C93A-5BA1-448E-B483-174BFEEB7DF8}"/>
                </a:ext>
              </a:extLst>
            </p:cNvPr>
            <p:cNvSpPr/>
            <p:nvPr/>
          </p:nvSpPr>
          <p:spPr>
            <a:xfrm>
              <a:off x="1115183" y="3790974"/>
              <a:ext cx="759046" cy="133882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肆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BFDE87A-FE17-4FE7-98D5-BD800B365D37}"/>
                </a:ext>
              </a:extLst>
            </p:cNvPr>
            <p:cNvGrpSpPr/>
            <p:nvPr/>
          </p:nvGrpSpPr>
          <p:grpSpPr>
            <a:xfrm>
              <a:off x="1452762" y="4687632"/>
              <a:ext cx="492443" cy="554833"/>
              <a:chOff x="9567269" y="1891901"/>
              <a:chExt cx="492443" cy="554833"/>
            </a:xfrm>
          </p:grpSpPr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439FCA94-68C4-4731-B3DE-8ACFD44F081C}"/>
                  </a:ext>
                </a:extLst>
              </p:cNvPr>
              <p:cNvSpPr/>
              <p:nvPr/>
            </p:nvSpPr>
            <p:spPr>
              <a:xfrm>
                <a:off x="9632512" y="1988342"/>
                <a:ext cx="361950" cy="361950"/>
              </a:xfrm>
              <a:prstGeom prst="roundRect">
                <a:avLst/>
              </a:prstGeom>
              <a:solidFill>
                <a:srgbClr val="9A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康煕字典體(Demo)" pitchFamily="2" charset="-120"/>
                  <a:ea typeface="康煕字典體(Demo)" pitchFamily="2" charset="-12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2D28BC5-9642-41DC-BA5B-ED418A5C5401}"/>
                  </a:ext>
                </a:extLst>
              </p:cNvPr>
              <p:cNvSpPr txBox="1"/>
              <p:nvPr/>
            </p:nvSpPr>
            <p:spPr>
              <a:xfrm>
                <a:off x="9567269" y="1891901"/>
                <a:ext cx="492443" cy="5548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>
                    <a:solidFill>
                      <a:schemeClr val="bg1"/>
                    </a:solidFill>
                    <a:latin typeface="康煕字典體(Demo)" pitchFamily="2" charset="-120"/>
                    <a:ea typeface="康煕字典體(Demo)" pitchFamily="2" charset="-120"/>
                  </a:rPr>
                  <a:t>禪</a:t>
                </a:r>
              </a:p>
            </p:txBody>
          </p:sp>
        </p:grpSp>
      </p:grpSp>
      <p:sp>
        <p:nvSpPr>
          <p:cNvPr id="55" name="矩形 5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937D164-5CBB-4F1D-81DB-95D792DB5554}"/>
              </a:ext>
            </a:extLst>
          </p:cNvPr>
          <p:cNvSpPr/>
          <p:nvPr/>
        </p:nvSpPr>
        <p:spPr>
          <a:xfrm>
            <a:off x="1621208" y="2959548"/>
            <a:ext cx="1154162" cy="3297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少年听雨歌楼上，红烛昏罗帐。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断雁叫西风。</a:t>
            </a:r>
          </a:p>
        </p:txBody>
      </p:sp>
      <p:sp>
        <p:nvSpPr>
          <p:cNvPr id="56" name="矩形 5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E7F59DA-BD14-4FFC-8E86-F41782258B8A}"/>
              </a:ext>
            </a:extLst>
          </p:cNvPr>
          <p:cNvSpPr/>
          <p:nvPr/>
        </p:nvSpPr>
        <p:spPr>
          <a:xfrm>
            <a:off x="3539343" y="2959548"/>
            <a:ext cx="1154162" cy="3297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少年听雨歌楼上，红烛昏罗帐。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断雁叫西风。</a:t>
            </a:r>
          </a:p>
        </p:txBody>
      </p:sp>
      <p:sp>
        <p:nvSpPr>
          <p:cNvPr id="57" name="矩形 5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88C0871-9AC6-4A4A-AB6F-7E83A243E192}"/>
              </a:ext>
            </a:extLst>
          </p:cNvPr>
          <p:cNvSpPr/>
          <p:nvPr/>
        </p:nvSpPr>
        <p:spPr>
          <a:xfrm>
            <a:off x="7492506" y="2959548"/>
            <a:ext cx="1154162" cy="3297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少年听雨歌楼上，红烛昏罗帐。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断雁叫西风。</a:t>
            </a:r>
          </a:p>
        </p:txBody>
      </p:sp>
      <p:sp>
        <p:nvSpPr>
          <p:cNvPr id="58" name="矩形 5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5D6C5C1-12F4-4DDE-9FBD-B11D0F06AAA9}"/>
              </a:ext>
            </a:extLst>
          </p:cNvPr>
          <p:cNvSpPr/>
          <p:nvPr/>
        </p:nvSpPr>
        <p:spPr>
          <a:xfrm>
            <a:off x="9410641" y="2959548"/>
            <a:ext cx="1154162" cy="3297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少年听雨歌楼上，红烛昏罗帐。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断雁叫西风。</a:t>
            </a:r>
          </a:p>
        </p:txBody>
      </p:sp>
      <p:pic>
        <p:nvPicPr>
          <p:cNvPr id="60" name="图片 5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2604D6A-6EA8-4DEA-AA0E-D687AC954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319" r="47734" b="1"/>
          <a:stretch>
            <a:fillRect/>
          </a:stretch>
        </p:blipFill>
        <p:spPr>
          <a:xfrm>
            <a:off x="5455582" y="0"/>
            <a:ext cx="1508405" cy="2868108"/>
          </a:xfrm>
          <a:prstGeom prst="rect">
            <a:avLst/>
          </a:prstGeom>
        </p:spPr>
      </p:pic>
    </p:spTree>
    <p:extLst>
      <p:ext uri="{BB962C8B-B14F-4D97-AF65-F5344CB8AC3E}">
        <p14:creationId val="247384540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F43B13E-E895-4759-9174-5146EDCCD8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ACA6CE-1ABD-42B8-A5C0-D6A479F4D7CF}"/>
              </a:ext>
            </a:extLst>
          </p:cNvPr>
          <p:cNvSpPr/>
          <p:nvPr/>
        </p:nvSpPr>
        <p:spPr>
          <a:xfrm>
            <a:off x="1925623" y="0"/>
            <a:ext cx="8362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05703C3-9F12-496A-8483-EE956D3F9A19}"/>
              </a:ext>
            </a:extLst>
          </p:cNvPr>
          <p:cNvGrpSpPr/>
          <p:nvPr/>
        </p:nvGrpSpPr>
        <p:grpSpPr>
          <a:xfrm>
            <a:off x="2313632" y="570416"/>
            <a:ext cx="2440120" cy="4141433"/>
            <a:chOff x="3140693" y="667235"/>
            <a:chExt cx="2440120" cy="414143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48C3BD-FAD3-45D3-A0A8-D6BD2BDF30D7}"/>
                </a:ext>
              </a:extLst>
            </p:cNvPr>
            <p:cNvSpPr txBox="1"/>
            <p:nvPr/>
          </p:nvSpPr>
          <p:spPr>
            <a:xfrm>
              <a:off x="3140693" y="667235"/>
              <a:ext cx="1538883" cy="41414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第話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908FCD-021A-4E8B-A270-7822DC6366D5}"/>
                </a:ext>
              </a:extLst>
            </p:cNvPr>
            <p:cNvSpPr txBox="1"/>
            <p:nvPr/>
          </p:nvSpPr>
          <p:spPr>
            <a:xfrm>
              <a:off x="3626432" y="1893476"/>
              <a:ext cx="1954381" cy="168895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115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壹</a:t>
              </a:r>
              <a:endPara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endParaRPr>
            </a:p>
          </p:txBody>
        </p:sp>
      </p:grpSp>
      <p:pic>
        <p:nvPicPr>
          <p:cNvPr id="7" name="图片 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D5407E8-1105-446E-A514-D60ACDF20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98"/>
          <a:stretch>
            <a:fillRect/>
          </a:stretch>
        </p:blipFill>
        <p:spPr>
          <a:xfrm>
            <a:off x="4914390" y="0"/>
            <a:ext cx="5363123" cy="6858000"/>
          </a:xfrm>
          <a:prstGeom prst="rect">
            <a:avLst/>
          </a:prstGeom>
        </p:spPr>
      </p:pic>
      <p:sp>
        <p:nvSpPr>
          <p:cNvPr id="10" name="矩形 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4791A2B-FD24-4EF0-B937-F8088F2D02AA}"/>
              </a:ext>
            </a:extLst>
          </p:cNvPr>
          <p:cNvSpPr/>
          <p:nvPr/>
        </p:nvSpPr>
        <p:spPr>
          <a:xfrm>
            <a:off x="3852517" y="3718469"/>
            <a:ext cx="1477328" cy="2679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江阔云低， 断雁叫西风。</a:t>
            </a:r>
          </a:p>
        </p:txBody>
      </p:sp>
    </p:spTree>
    <p:extLst>
      <p:ext uri="{BB962C8B-B14F-4D97-AF65-F5344CB8AC3E}">
        <p14:creationId val="239656527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8202A2-341D-41A6-980D-42F6F998B260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CF797D-9D22-4FEF-AD26-DAEA6F86A261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C58C6D6-D32A-491F-97E0-CE6670FEE13E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1870AA-2730-4E17-9748-CA146D41EE6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01074B-9F57-4243-8912-D2BAF78A53C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壹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30" name="矩形 2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1877ED1-A538-4196-85C3-A32A6728DFB4}"/>
              </a:ext>
            </a:extLst>
          </p:cNvPr>
          <p:cNvSpPr/>
          <p:nvPr/>
        </p:nvSpPr>
        <p:spPr>
          <a:xfrm>
            <a:off x="1229949" y="1717449"/>
            <a:ext cx="3438525" cy="11013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悲歡離合總無情，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壹任階前點滴到天明。</a:t>
            </a:r>
          </a:p>
        </p:txBody>
      </p:sp>
      <p:grpSp>
        <p:nvGrpSpPr>
          <p:cNvPr id="35" name="组合 3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93DE1FF4-2567-45B6-8B25-149F6E865ED2}"/>
              </a:ext>
            </a:extLst>
          </p:cNvPr>
          <p:cNvGrpSpPr/>
          <p:nvPr/>
        </p:nvGrpSpPr>
        <p:grpSpPr>
          <a:xfrm>
            <a:off x="1229951" y="3151583"/>
            <a:ext cx="492443" cy="554833"/>
            <a:chOff x="9567268" y="1891901"/>
            <a:chExt cx="492443" cy="554833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15BE9C44-ED05-4DF7-8F91-A58AC928D689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3AAEC9A-D14B-49C0-AE36-01D882E9F38B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38" name="矩形 3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9A654CA-63C3-44DB-9D4B-BFC2CF297739}"/>
              </a:ext>
            </a:extLst>
          </p:cNvPr>
          <p:cNvSpPr/>
          <p:nvPr/>
        </p:nvSpPr>
        <p:spPr>
          <a:xfrm>
            <a:off x="1229949" y="3921294"/>
            <a:ext cx="3335002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 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 江阔云低，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断雁叫西风。</a:t>
            </a: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而今听雨僧庐下， 鬓已星星也。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悲欢离合总无情， 一任阶前点滴到天明。</a:t>
            </a:r>
          </a:p>
        </p:txBody>
      </p:sp>
      <p:pic>
        <p:nvPicPr>
          <p:cNvPr id="45" name="图片 4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7BEE042-5E8A-4819-8BA2-C29101A8F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445" y="2684880"/>
            <a:ext cx="5322269" cy="3267739"/>
          </a:xfrm>
          <a:prstGeom prst="rect">
            <a:avLst/>
          </a:prstGeom>
        </p:spPr>
      </p:pic>
      <p:pic>
        <p:nvPicPr>
          <p:cNvPr id="5" name="图片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6B24EFB-5B4F-4177-84C6-B8666E24B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348" y="2147856"/>
            <a:ext cx="3453388" cy="1749840"/>
          </a:xfrm>
          <a:prstGeom prst="rect">
            <a:avLst/>
          </a:prstGeom>
        </p:spPr>
      </p:pic>
    </p:spTree>
    <p:extLst>
      <p:ext uri="{BB962C8B-B14F-4D97-AF65-F5344CB8AC3E}">
        <p14:creationId val="4268489182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8" name="图片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BCAF66A-8883-4B6E-BAD6-9E66DCE29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64" y="1697962"/>
            <a:ext cx="5384662" cy="4718714"/>
          </a:xfrm>
          <a:prstGeom prst="rect">
            <a:avLst/>
          </a:prstGeom>
        </p:spPr>
      </p:pic>
      <p:sp>
        <p:nvSpPr>
          <p:cNvPr id="19" name="矩形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FC90802-D44A-4C04-A4DA-52D454EE865D}"/>
              </a:ext>
            </a:extLst>
          </p:cNvPr>
          <p:cNvSpPr/>
          <p:nvPr/>
        </p:nvSpPr>
        <p:spPr>
          <a:xfrm>
            <a:off x="3661615" y="2593243"/>
            <a:ext cx="2123658" cy="2412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洞庭青草</a:t>
            </a:r>
          </a:p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近中秋</a:t>
            </a:r>
          </a:p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更無壹點風色</a:t>
            </a:r>
          </a:p>
        </p:txBody>
      </p: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壹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3420602-FAF9-4F0E-98F9-9E1DDEE97D56}"/>
              </a:ext>
            </a:extLst>
          </p:cNvPr>
          <p:cNvGrpSpPr/>
          <p:nvPr/>
        </p:nvGrpSpPr>
        <p:grpSpPr>
          <a:xfrm>
            <a:off x="4407651" y="3963766"/>
            <a:ext cx="492443" cy="554833"/>
            <a:chOff x="9567268" y="1891901"/>
            <a:chExt cx="492443" cy="55483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885B6A8-6955-4667-A94B-7E42B66E5B04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D236F6-D9C4-436B-8045-AAE287D0F9BD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C2F9C24-3B41-4F34-825C-AEBD1FFB5E5E}"/>
              </a:ext>
            </a:extLst>
          </p:cNvPr>
          <p:cNvSpPr/>
          <p:nvPr/>
        </p:nvSpPr>
        <p:spPr>
          <a:xfrm>
            <a:off x="6914439" y="2395331"/>
            <a:ext cx="4385816" cy="370236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val="3297498598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矩形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D41A83E-86CD-447D-A56B-33DB48FEB435}"/>
              </a:ext>
            </a:extLst>
          </p:cNvPr>
          <p:cNvSpPr/>
          <p:nvPr/>
        </p:nvSpPr>
        <p:spPr>
          <a:xfrm>
            <a:off x="479425" y="1916349"/>
            <a:ext cx="11233150" cy="3745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4A08BC4-CAF9-435F-BD57-ACA5BD50A2FE}"/>
              </a:ext>
            </a:extLst>
          </p:cNvPr>
          <p:cNvSpPr/>
          <p:nvPr/>
        </p:nvSpPr>
        <p:spPr>
          <a:xfrm>
            <a:off x="1243946" y="2517644"/>
            <a:ext cx="5355312" cy="2627164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6" name="组合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7EF7F16-2BFD-46EA-B0A8-C3F2D8512102}"/>
              </a:ext>
            </a:extLst>
          </p:cNvPr>
          <p:cNvGrpSpPr/>
          <p:nvPr/>
        </p:nvGrpSpPr>
        <p:grpSpPr>
          <a:xfrm>
            <a:off x="9289220" y="2314151"/>
            <a:ext cx="1634014" cy="2695596"/>
            <a:chOff x="8946320" y="2314151"/>
            <a:chExt cx="1634014" cy="269559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928FDA1-88AE-47F5-87B1-3C8959D55E69}"/>
                </a:ext>
              </a:extLst>
            </p:cNvPr>
            <p:cNvSpPr txBox="1"/>
            <p:nvPr/>
          </p:nvSpPr>
          <p:spPr>
            <a:xfrm>
              <a:off x="9055441" y="2314151"/>
              <a:ext cx="1415772" cy="26955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8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初心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4B2C03B-10A2-41D6-AB12-A0DAE0EAB433}"/>
                </a:ext>
              </a:extLst>
            </p:cNvPr>
            <p:cNvSpPr txBox="1"/>
            <p:nvPr/>
          </p:nvSpPr>
          <p:spPr>
            <a:xfrm>
              <a:off x="8946320" y="3492672"/>
              <a:ext cx="1634014" cy="33855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sz="1600" cap="all"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2040204020203" pitchFamily="34" charset="-122"/>
                  <a:ea typeface="Malgun Gothic Semilight" panose="020b0502040204020203" pitchFamily="34" charset="-122"/>
                  <a:cs typeface="Malgun Gothic Semilight" panose="020b0502040204020203" pitchFamily="34" charset="-122"/>
                </a:rPr>
                <a:t>Chu ·xin</a:t>
              </a:r>
              <a:endParaRPr lang="zh-CN" altLang="en-US" sz="1600" cap="all">
                <a:solidFill>
                  <a:schemeClr val="tx1">
                    <a:lumMod val="75000"/>
                    <a:lumOff val="25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endParaRPr>
            </a:p>
          </p:txBody>
        </p:sp>
      </p:grpSp>
      <p:sp>
        <p:nvSpPr>
          <p:cNvPr id="7" name="椭圆 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329097C-3426-45AB-9E2C-4979C3D0D8CA}"/>
              </a:ext>
            </a:extLst>
          </p:cNvPr>
          <p:cNvSpPr/>
          <p:nvPr/>
        </p:nvSpPr>
        <p:spPr>
          <a:xfrm>
            <a:off x="7217923" y="2927510"/>
            <a:ext cx="1468877" cy="1468877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ABF74F1-964A-4959-A26E-A566EF5D570B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4C1C8B5-3EBA-42B8-8AF1-B2C8E2F7CE39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EAF3B6A-CB16-4E49-B039-8A9250C97F39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407AC7D-F1EC-4418-8C88-678D190B1B1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FAD5582-1F79-4307-9422-938A273382CF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壹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15" name="图片 1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989A4E-A60E-47E3-854A-530E4FF68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5" t="14288" r="25157" b="16823"/>
          <a:stretch>
            <a:fillRect/>
          </a:stretch>
        </p:blipFill>
        <p:spPr>
          <a:xfrm>
            <a:off x="7591425" y="3171825"/>
            <a:ext cx="1464016" cy="2362200"/>
          </a:xfrm>
          <a:prstGeom prst="rect">
            <a:avLst/>
          </a:prstGeom>
        </p:spPr>
      </p:pic>
      <p:grpSp>
        <p:nvGrpSpPr>
          <p:cNvPr id="17" name="组合 1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BB010C0-D70D-4DC0-93AA-25FC242E4DFA}"/>
              </a:ext>
            </a:extLst>
          </p:cNvPr>
          <p:cNvGrpSpPr/>
          <p:nvPr/>
        </p:nvGrpSpPr>
        <p:grpSpPr>
          <a:xfrm>
            <a:off x="1010169" y="3861912"/>
            <a:ext cx="492443" cy="554833"/>
            <a:chOff x="9567268" y="1891901"/>
            <a:chExt cx="492443" cy="55483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CEAAF06-5B52-4DD4-8063-64D6E6AFEFE5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CED91C7-B152-4D94-AEB4-B386107F5869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3585096501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8202A2-341D-41A6-980D-42F6F998B260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CF797D-9D22-4FEF-AD26-DAEA6F86A261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C58C6D6-D32A-491F-97E0-CE6670FEE13E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1870AA-2730-4E17-9748-CA146D41EE6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01074B-9F57-4243-8912-D2BAF78A53C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壹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DAB88A0-6E9C-466D-8DE8-66DFC8F92526}"/>
              </a:ext>
            </a:extLst>
          </p:cNvPr>
          <p:cNvGrpSpPr/>
          <p:nvPr/>
        </p:nvGrpSpPr>
        <p:grpSpPr>
          <a:xfrm>
            <a:off x="1498494" y="1996897"/>
            <a:ext cx="2034931" cy="3846406"/>
            <a:chOff x="2249082" y="2101672"/>
            <a:chExt cx="2034931" cy="384640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C6182EB-A345-4B95-9B5B-63A78DE2441D}"/>
                </a:ext>
              </a:extLst>
            </p:cNvPr>
            <p:cNvSpPr/>
            <p:nvPr/>
          </p:nvSpPr>
          <p:spPr>
            <a:xfrm>
              <a:off x="2249082" y="2101672"/>
              <a:ext cx="807036" cy="3745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B0E9426-08FF-47FB-8A7D-F9B090A28BB4}"/>
                </a:ext>
              </a:extLst>
            </p:cNvPr>
            <p:cNvGrpSpPr/>
            <p:nvPr/>
          </p:nvGrpSpPr>
          <p:grpSpPr>
            <a:xfrm>
              <a:off x="2535100" y="2629218"/>
              <a:ext cx="1748913" cy="3318860"/>
              <a:chOff x="1021351" y="2410143"/>
              <a:chExt cx="1748913" cy="331886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18111357-8D78-489A-A70E-7E08B520E8FF}"/>
                  </a:ext>
                </a:extLst>
              </p:cNvPr>
              <p:cNvGrpSpPr/>
              <p:nvPr/>
            </p:nvGrpSpPr>
            <p:grpSpPr>
              <a:xfrm>
                <a:off x="1021351" y="4277512"/>
                <a:ext cx="830021" cy="1451491"/>
                <a:chOff x="1115183" y="3790974"/>
                <a:chExt cx="830021" cy="1451491"/>
              </a:xfrm>
            </p:grpSpPr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1873A923-4D47-47CC-BA6F-2A9D1A96BE00}"/>
                    </a:ext>
                  </a:extLst>
                </p:cNvPr>
                <p:cNvSpPr/>
                <p:nvPr/>
              </p:nvSpPr>
              <p:spPr>
                <a:xfrm>
                  <a:off x="1115183" y="3790974"/>
                  <a:ext cx="759046" cy="1338828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54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康煕字典體(Demo)" pitchFamily="2" charset="-120"/>
                      <a:ea typeface="康煕字典體(Demo)" pitchFamily="2" charset="-120"/>
                    </a:rPr>
                    <a:t>壹</a:t>
                  </a:r>
                </a:p>
              </p:txBody>
            </p:sp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029DF84F-0791-4079-8D1D-D70886E74EBD}"/>
                    </a:ext>
                  </a:extLst>
                </p:cNvPr>
                <p:cNvGrpSpPr/>
                <p:nvPr/>
              </p:nvGrpSpPr>
              <p:grpSpPr>
                <a:xfrm>
                  <a:off x="1452761" y="4687632"/>
                  <a:ext cx="492443" cy="554833"/>
                  <a:chOff x="9567268" y="1891901"/>
                  <a:chExt cx="492443" cy="554833"/>
                </a:xfrm>
              </p:grpSpPr>
              <p:sp>
                <p:nvSpPr>
                  <p:cNvPr id="9" name="矩形: 圆角 8">
                    <a:extLst>
                      <a:ext uri="{FF2B5EF4-FFF2-40B4-BE49-F238E27FC236}">
                        <a16:creationId xmlns:a16="http://schemas.microsoft.com/office/drawing/2014/main" id="{91DBB097-1A65-45FF-8D6C-2B4B4F4B1913}"/>
                      </a:ext>
                    </a:extLst>
                  </p:cNvPr>
                  <p:cNvSpPr/>
                  <p:nvPr/>
                </p:nvSpPr>
                <p:spPr>
                  <a:xfrm>
                    <a:off x="9632512" y="1988342"/>
                    <a:ext cx="361950" cy="361950"/>
                  </a:xfrm>
                  <a:prstGeom prst="roundRect">
                    <a:avLst/>
                  </a:prstGeom>
                  <a:solidFill>
                    <a:srgbClr val="9A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98C5DF19-1D0A-4101-91F9-EFA15C7BEB29}"/>
                      </a:ext>
                    </a:extLst>
                  </p:cNvPr>
                  <p:cNvSpPr txBox="1"/>
                  <p:nvPr/>
                </p:nvSpPr>
                <p:spPr>
                  <a:xfrm>
                    <a:off x="9567268" y="1891901"/>
                    <a:ext cx="492443" cy="554833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dist"/>
                    <a:r>
                      <a:rPr lang="zh-CN" altLang="en-US" sz="2000">
                        <a:solidFill>
                          <a:schemeClr val="bg1"/>
                        </a:solidFill>
                        <a:latin typeface="康煕字典體(Demo)" pitchFamily="2" charset="-120"/>
                        <a:ea typeface="康煕字典體(Demo)" pitchFamily="2" charset="-120"/>
                      </a:rPr>
                      <a:t>禪</a:t>
                    </a:r>
                  </a:p>
                </p:txBody>
              </p:sp>
            </p:grp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A61B1DF-B16A-4932-9E11-A04983BD54DB}"/>
                  </a:ext>
                </a:extLst>
              </p:cNvPr>
              <p:cNvSpPr/>
              <p:nvPr/>
            </p:nvSpPr>
            <p:spPr>
              <a:xfrm>
                <a:off x="1021351" y="2410143"/>
                <a:ext cx="1748913" cy="170816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少年听雨歌楼上，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红烛昏罗帐。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壮年听雨客舟中，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江阔云低，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断雁叫西风。</a:t>
                </a:r>
              </a:p>
            </p:txBody>
          </p:sp>
        </p:grpSp>
      </p:grpSp>
      <p:grpSp>
        <p:nvGrpSpPr>
          <p:cNvPr id="22" name="组合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B099DB5-5C0E-4FC7-B0E9-31A0E73A129C}"/>
              </a:ext>
            </a:extLst>
          </p:cNvPr>
          <p:cNvGrpSpPr/>
          <p:nvPr/>
        </p:nvGrpSpPr>
        <p:grpSpPr>
          <a:xfrm>
            <a:off x="3889419" y="1996897"/>
            <a:ext cx="2036562" cy="3846406"/>
            <a:chOff x="4406076" y="2101672"/>
            <a:chExt cx="2036562" cy="384640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936B890-3D76-41DF-9345-EE2E1AB531B5}"/>
                </a:ext>
              </a:extLst>
            </p:cNvPr>
            <p:cNvSpPr/>
            <p:nvPr/>
          </p:nvSpPr>
          <p:spPr>
            <a:xfrm>
              <a:off x="4406076" y="2101672"/>
              <a:ext cx="807036" cy="3745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8F2D511-CBA1-4F2D-9547-2307EDC835F3}"/>
                </a:ext>
              </a:extLst>
            </p:cNvPr>
            <p:cNvGrpSpPr/>
            <p:nvPr/>
          </p:nvGrpSpPr>
          <p:grpSpPr>
            <a:xfrm>
              <a:off x="4693725" y="2629218"/>
              <a:ext cx="1748913" cy="3318860"/>
              <a:chOff x="1021351" y="2410143"/>
              <a:chExt cx="1748913" cy="3318860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C2300F76-5382-4719-A253-95FCCE15B261}"/>
                  </a:ext>
                </a:extLst>
              </p:cNvPr>
              <p:cNvGrpSpPr/>
              <p:nvPr/>
            </p:nvGrpSpPr>
            <p:grpSpPr>
              <a:xfrm>
                <a:off x="1021351" y="4277512"/>
                <a:ext cx="830021" cy="1451491"/>
                <a:chOff x="1115183" y="3790974"/>
                <a:chExt cx="830021" cy="1451491"/>
              </a:xfrm>
            </p:grpSpPr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663F4960-5A1D-49DD-BB67-CD9508B50A4E}"/>
                    </a:ext>
                  </a:extLst>
                </p:cNvPr>
                <p:cNvSpPr/>
                <p:nvPr/>
              </p:nvSpPr>
              <p:spPr>
                <a:xfrm>
                  <a:off x="1115183" y="3790974"/>
                  <a:ext cx="759046" cy="1338828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54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康煕字典體(Demo)" pitchFamily="2" charset="-120"/>
                      <a:ea typeface="康煕字典體(Demo)" pitchFamily="2" charset="-120"/>
                    </a:rPr>
                    <a:t>弍</a:t>
                  </a:r>
                </a:p>
              </p:txBody>
            </p:sp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6EB5F46E-3FE6-4B6E-B7BE-777D411625FE}"/>
                    </a:ext>
                  </a:extLst>
                </p:cNvPr>
                <p:cNvGrpSpPr/>
                <p:nvPr/>
              </p:nvGrpSpPr>
              <p:grpSpPr>
                <a:xfrm>
                  <a:off x="1452761" y="4687632"/>
                  <a:ext cx="492443" cy="554833"/>
                  <a:chOff x="9567268" y="1891901"/>
                  <a:chExt cx="492443" cy="554833"/>
                </a:xfrm>
              </p:grpSpPr>
              <p:sp>
                <p:nvSpPr>
                  <p:cNvPr id="35" name="矩形: 圆角 34">
                    <a:extLst>
                      <a:ext uri="{FF2B5EF4-FFF2-40B4-BE49-F238E27FC236}">
                        <a16:creationId xmlns:a16="http://schemas.microsoft.com/office/drawing/2014/main" id="{80F32CB5-45F3-4E7B-96F7-390C85434A13}"/>
                      </a:ext>
                    </a:extLst>
                  </p:cNvPr>
                  <p:cNvSpPr/>
                  <p:nvPr/>
                </p:nvSpPr>
                <p:spPr>
                  <a:xfrm>
                    <a:off x="9632512" y="1988342"/>
                    <a:ext cx="361950" cy="361950"/>
                  </a:xfrm>
                  <a:prstGeom prst="roundRect">
                    <a:avLst/>
                  </a:prstGeom>
                  <a:solidFill>
                    <a:srgbClr val="9A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CF377C9-6435-4C08-AABF-40BC9ACE6735}"/>
                      </a:ext>
                    </a:extLst>
                  </p:cNvPr>
                  <p:cNvSpPr txBox="1"/>
                  <p:nvPr/>
                </p:nvSpPr>
                <p:spPr>
                  <a:xfrm>
                    <a:off x="9567268" y="1891901"/>
                    <a:ext cx="492443" cy="554833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dist"/>
                    <a:r>
                      <a:rPr lang="zh-CN" altLang="en-US" sz="2000">
                        <a:solidFill>
                          <a:schemeClr val="bg1"/>
                        </a:solidFill>
                        <a:latin typeface="康煕字典體(Demo)" pitchFamily="2" charset="-120"/>
                        <a:ea typeface="康煕字典體(Demo)" pitchFamily="2" charset="-120"/>
                      </a:rPr>
                      <a:t>禪</a:t>
                    </a:r>
                  </a:p>
                </p:txBody>
              </p:sp>
            </p:grp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9FC43AA-0038-4FA1-8504-35B1245E437A}"/>
                  </a:ext>
                </a:extLst>
              </p:cNvPr>
              <p:cNvSpPr/>
              <p:nvPr/>
            </p:nvSpPr>
            <p:spPr>
              <a:xfrm>
                <a:off x="1021351" y="2410143"/>
                <a:ext cx="1748913" cy="170816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少年听雨歌楼上，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红烛昏罗帐。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壮年听雨客舟中，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江阔云低，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断雁叫西风。</a:t>
                </a:r>
              </a:p>
            </p:txBody>
          </p:sp>
        </p:grpSp>
      </p:grpSp>
      <p:grpSp>
        <p:nvGrpSpPr>
          <p:cNvPr id="24" name="组合 2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480711C-923E-45B3-BBF7-CF054857F295}"/>
              </a:ext>
            </a:extLst>
          </p:cNvPr>
          <p:cNvGrpSpPr/>
          <p:nvPr/>
        </p:nvGrpSpPr>
        <p:grpSpPr>
          <a:xfrm>
            <a:off x="6281975" y="1996897"/>
            <a:ext cx="2038193" cy="3846406"/>
            <a:chOff x="6563070" y="2101672"/>
            <a:chExt cx="2038193" cy="384640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B5D5858-50D9-46C9-B102-B076A34CB9B8}"/>
                </a:ext>
              </a:extLst>
            </p:cNvPr>
            <p:cNvSpPr/>
            <p:nvPr/>
          </p:nvSpPr>
          <p:spPr>
            <a:xfrm>
              <a:off x="6563070" y="2101672"/>
              <a:ext cx="807036" cy="3745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86FB51B-0E11-4A50-BEF4-4036A3B9762D}"/>
                </a:ext>
              </a:extLst>
            </p:cNvPr>
            <p:cNvGrpSpPr/>
            <p:nvPr/>
          </p:nvGrpSpPr>
          <p:grpSpPr>
            <a:xfrm>
              <a:off x="6852350" y="2629218"/>
              <a:ext cx="1748913" cy="3318860"/>
              <a:chOff x="1021351" y="2410143"/>
              <a:chExt cx="1748913" cy="3318860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22E4D337-A103-49B7-B76F-693B8B0C1C1E}"/>
                  </a:ext>
                </a:extLst>
              </p:cNvPr>
              <p:cNvGrpSpPr/>
              <p:nvPr/>
            </p:nvGrpSpPr>
            <p:grpSpPr>
              <a:xfrm>
                <a:off x="1021351" y="4277512"/>
                <a:ext cx="830021" cy="1451491"/>
                <a:chOff x="1115183" y="3790974"/>
                <a:chExt cx="830021" cy="1451491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938F8783-C2AE-4A59-9BEB-B79AFC7949F9}"/>
                    </a:ext>
                  </a:extLst>
                </p:cNvPr>
                <p:cNvSpPr/>
                <p:nvPr/>
              </p:nvSpPr>
              <p:spPr>
                <a:xfrm>
                  <a:off x="1115183" y="3790974"/>
                  <a:ext cx="759046" cy="1116268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54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康煕字典體(Demo)" pitchFamily="2" charset="-120"/>
                      <a:ea typeface="康煕字典體(Demo)" pitchFamily="2" charset="-120"/>
                    </a:rPr>
                    <a:t>弎</a:t>
                  </a:r>
                </a:p>
              </p:txBody>
            </p:sp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697B4323-E3F0-47B5-AB8A-DD8E0727C38F}"/>
                    </a:ext>
                  </a:extLst>
                </p:cNvPr>
                <p:cNvGrpSpPr/>
                <p:nvPr/>
              </p:nvGrpSpPr>
              <p:grpSpPr>
                <a:xfrm>
                  <a:off x="1452761" y="4687632"/>
                  <a:ext cx="492443" cy="554833"/>
                  <a:chOff x="9567268" y="1891901"/>
                  <a:chExt cx="492443" cy="554833"/>
                </a:xfrm>
              </p:grpSpPr>
              <p:sp>
                <p:nvSpPr>
                  <p:cNvPr id="42" name="矩形: 圆角 41">
                    <a:extLst>
                      <a:ext uri="{FF2B5EF4-FFF2-40B4-BE49-F238E27FC236}">
                        <a16:creationId xmlns:a16="http://schemas.microsoft.com/office/drawing/2014/main" id="{12424583-3290-474F-8E89-9A7F0316FF01}"/>
                      </a:ext>
                    </a:extLst>
                  </p:cNvPr>
                  <p:cNvSpPr/>
                  <p:nvPr/>
                </p:nvSpPr>
                <p:spPr>
                  <a:xfrm>
                    <a:off x="9632512" y="1988342"/>
                    <a:ext cx="361950" cy="361950"/>
                  </a:xfrm>
                  <a:prstGeom prst="roundRect">
                    <a:avLst/>
                  </a:prstGeom>
                  <a:solidFill>
                    <a:srgbClr val="9A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D50ABAC6-5208-4762-A3E8-9CDEAB4327DB}"/>
                      </a:ext>
                    </a:extLst>
                  </p:cNvPr>
                  <p:cNvSpPr txBox="1"/>
                  <p:nvPr/>
                </p:nvSpPr>
                <p:spPr>
                  <a:xfrm>
                    <a:off x="9567268" y="1891901"/>
                    <a:ext cx="492443" cy="554833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dist"/>
                    <a:r>
                      <a:rPr lang="zh-CN" altLang="en-US" sz="2000">
                        <a:solidFill>
                          <a:schemeClr val="bg1"/>
                        </a:solidFill>
                        <a:latin typeface="康煕字典體(Demo)" pitchFamily="2" charset="-120"/>
                        <a:ea typeface="康煕字典體(Demo)" pitchFamily="2" charset="-120"/>
                      </a:rPr>
                      <a:t>禪</a:t>
                    </a:r>
                  </a:p>
                </p:txBody>
              </p:sp>
            </p:grpSp>
          </p:grp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16D846F-F1BB-42E5-944A-F35F567B164D}"/>
                  </a:ext>
                </a:extLst>
              </p:cNvPr>
              <p:cNvSpPr/>
              <p:nvPr/>
            </p:nvSpPr>
            <p:spPr>
              <a:xfrm>
                <a:off x="1021351" y="2410143"/>
                <a:ext cx="1748913" cy="170816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少年听雨歌楼上，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红烛昏罗帐。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壮年听雨客舟中，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江阔云低，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断雁叫西风。</a:t>
                </a:r>
              </a:p>
            </p:txBody>
          </p:sp>
        </p:grpSp>
      </p:grpSp>
      <p:grpSp>
        <p:nvGrpSpPr>
          <p:cNvPr id="25" name="组合 2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6527E0B-E48B-434B-9D24-E784FE9BDF36}"/>
              </a:ext>
            </a:extLst>
          </p:cNvPr>
          <p:cNvGrpSpPr/>
          <p:nvPr/>
        </p:nvGrpSpPr>
        <p:grpSpPr>
          <a:xfrm>
            <a:off x="8676161" y="1996897"/>
            <a:ext cx="2039825" cy="3846406"/>
            <a:chOff x="8720063" y="2101672"/>
            <a:chExt cx="2039825" cy="384640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B783E2E-685D-44E0-96F3-FE595C0C6C23}"/>
                </a:ext>
              </a:extLst>
            </p:cNvPr>
            <p:cNvSpPr/>
            <p:nvPr/>
          </p:nvSpPr>
          <p:spPr>
            <a:xfrm>
              <a:off x="8720063" y="2101672"/>
              <a:ext cx="807036" cy="3745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A1187CA-5A69-4BA9-B85D-731BC8E9597D}"/>
                </a:ext>
              </a:extLst>
            </p:cNvPr>
            <p:cNvGrpSpPr/>
            <p:nvPr/>
          </p:nvGrpSpPr>
          <p:grpSpPr>
            <a:xfrm>
              <a:off x="9010975" y="2629218"/>
              <a:ext cx="1748913" cy="3318860"/>
              <a:chOff x="1021351" y="2410143"/>
              <a:chExt cx="1748913" cy="3318860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E8FFCE3A-8672-4F3E-9E06-44B12D7EA66B}"/>
                  </a:ext>
                </a:extLst>
              </p:cNvPr>
              <p:cNvGrpSpPr/>
              <p:nvPr/>
            </p:nvGrpSpPr>
            <p:grpSpPr>
              <a:xfrm>
                <a:off x="1021351" y="4277512"/>
                <a:ext cx="830021" cy="1451491"/>
                <a:chOff x="1115183" y="3790974"/>
                <a:chExt cx="830021" cy="1451491"/>
              </a:xfrm>
            </p:grpSpPr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AEDC6777-2B7B-488E-B72F-61ECDA5ADA0E}"/>
                    </a:ext>
                  </a:extLst>
                </p:cNvPr>
                <p:cNvSpPr/>
                <p:nvPr/>
              </p:nvSpPr>
              <p:spPr>
                <a:xfrm>
                  <a:off x="1115183" y="3790974"/>
                  <a:ext cx="759046" cy="1338828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54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康煕字典體(Demo)" pitchFamily="2" charset="-120"/>
                      <a:ea typeface="康煕字典體(Demo)" pitchFamily="2" charset="-120"/>
                    </a:rPr>
                    <a:t>肆</a:t>
                  </a:r>
                </a:p>
              </p:txBody>
            </p:sp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925B82DB-53EA-4F22-A2B0-3E332801D20B}"/>
                    </a:ext>
                  </a:extLst>
                </p:cNvPr>
                <p:cNvGrpSpPr/>
                <p:nvPr/>
              </p:nvGrpSpPr>
              <p:grpSpPr>
                <a:xfrm>
                  <a:off x="1452761" y="4687632"/>
                  <a:ext cx="492443" cy="554833"/>
                  <a:chOff x="9567268" y="1891901"/>
                  <a:chExt cx="492443" cy="554833"/>
                </a:xfrm>
              </p:grpSpPr>
              <p:sp>
                <p:nvSpPr>
                  <p:cNvPr id="49" name="矩形: 圆角 48">
                    <a:extLst>
                      <a:ext uri="{FF2B5EF4-FFF2-40B4-BE49-F238E27FC236}">
                        <a16:creationId xmlns:a16="http://schemas.microsoft.com/office/drawing/2014/main" id="{109383AB-4FF5-44B8-ADFE-29807EBC0A7D}"/>
                      </a:ext>
                    </a:extLst>
                  </p:cNvPr>
                  <p:cNvSpPr/>
                  <p:nvPr/>
                </p:nvSpPr>
                <p:spPr>
                  <a:xfrm>
                    <a:off x="9632512" y="1988342"/>
                    <a:ext cx="361950" cy="361950"/>
                  </a:xfrm>
                  <a:prstGeom prst="roundRect">
                    <a:avLst/>
                  </a:prstGeom>
                  <a:solidFill>
                    <a:srgbClr val="9A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1F10C69A-5BF7-43AF-A49A-23842513ED70}"/>
                      </a:ext>
                    </a:extLst>
                  </p:cNvPr>
                  <p:cNvSpPr txBox="1"/>
                  <p:nvPr/>
                </p:nvSpPr>
                <p:spPr>
                  <a:xfrm>
                    <a:off x="9567268" y="1891901"/>
                    <a:ext cx="492443" cy="554833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:pPr algn="dist"/>
                    <a:r>
                      <a:rPr lang="zh-CN" altLang="en-US" sz="2000">
                        <a:solidFill>
                          <a:schemeClr val="bg1"/>
                        </a:solidFill>
                        <a:latin typeface="康煕字典體(Demo)" pitchFamily="2" charset="-120"/>
                        <a:ea typeface="康煕字典體(Demo)" pitchFamily="2" charset="-120"/>
                      </a:rPr>
                      <a:t>禪</a:t>
                    </a:r>
                  </a:p>
                </p:txBody>
              </p:sp>
            </p:grpSp>
          </p:grp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C23956E-1495-459B-8C01-E69E56F37498}"/>
                  </a:ext>
                </a:extLst>
              </p:cNvPr>
              <p:cNvSpPr/>
              <p:nvPr/>
            </p:nvSpPr>
            <p:spPr>
              <a:xfrm>
                <a:off x="1021351" y="2410143"/>
                <a:ext cx="1748913" cy="170816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少年听雨歌楼上，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红烛昏罗帐。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壮年听雨客舟中，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江阔云低，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断雁叫西风。</a:t>
                </a:r>
              </a:p>
            </p:txBody>
          </p:sp>
        </p:grpSp>
      </p:grpSp>
      <p:pic>
        <p:nvPicPr>
          <p:cNvPr id="58" name="图片 5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58E02AC1-B08C-4420-823E-7D292B82F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95" r="53209" b="11063"/>
          <a:stretch>
            <a:fillRect/>
          </a:stretch>
        </p:blipFill>
        <p:spPr>
          <a:xfrm>
            <a:off x="9862338" y="4909231"/>
            <a:ext cx="1724361" cy="758477"/>
          </a:xfrm>
          <a:prstGeom prst="rect">
            <a:avLst/>
          </a:prstGeom>
        </p:spPr>
      </p:pic>
      <p:pic>
        <p:nvPicPr>
          <p:cNvPr id="59" name="图片 5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882D238-7B4A-43B1-9D0F-A533F0DB4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88" t="23007" r="15621" b="49551"/>
          <a:stretch>
            <a:fillRect/>
          </a:stretch>
        </p:blipFill>
        <p:spPr>
          <a:xfrm>
            <a:off x="462973" y="1880861"/>
            <a:ext cx="1724361" cy="758477"/>
          </a:xfrm>
          <a:prstGeom prst="rect">
            <a:avLst/>
          </a:prstGeom>
        </p:spPr>
      </p:pic>
    </p:spTree>
    <p:extLst>
      <p:ext uri="{BB962C8B-B14F-4D97-AF65-F5344CB8AC3E}">
        <p14:creationId val="1307079678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8202A2-341D-41A6-980D-42F6F998B260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CF797D-9D22-4FEF-AD26-DAEA6F86A261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C58C6D6-D32A-491F-97E0-CE6670FEE13E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1870AA-2730-4E17-9748-CA146D41EE6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01074B-9F57-4243-8912-D2BAF78A53C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壹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3" name="图片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D1FF767-204B-4A54-8512-3DC5F3DDD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6" b="1967"/>
          <a:stretch>
            <a:fillRect/>
          </a:stretch>
        </p:blipFill>
        <p:spPr>
          <a:xfrm>
            <a:off x="488949" y="1568191"/>
            <a:ext cx="4435475" cy="4848484"/>
          </a:xfrm>
          <a:prstGeom prst="rect">
            <a:avLst/>
          </a:prstGeom>
        </p:spPr>
      </p:pic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C6C8A05-BA06-484C-851B-1B4A762051E3}"/>
              </a:ext>
            </a:extLst>
          </p:cNvPr>
          <p:cNvSpPr/>
          <p:nvPr/>
        </p:nvSpPr>
        <p:spPr>
          <a:xfrm>
            <a:off x="7340647" y="4631090"/>
            <a:ext cx="3040977" cy="1112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壯年聽雨客舟中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江闊雲低</a:t>
            </a:r>
          </a:p>
        </p:txBody>
      </p:sp>
      <p:grpSp>
        <p:nvGrpSpPr>
          <p:cNvPr id="12" name="组合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FB24190-D916-4E45-B129-A886387033B6}"/>
              </a:ext>
            </a:extLst>
          </p:cNvPr>
          <p:cNvGrpSpPr/>
          <p:nvPr/>
        </p:nvGrpSpPr>
        <p:grpSpPr>
          <a:xfrm>
            <a:off x="6254799" y="5231255"/>
            <a:ext cx="492443" cy="554833"/>
            <a:chOff x="9567268" y="1891901"/>
            <a:chExt cx="492443" cy="554833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64B5264-DE47-4082-8C49-ED1F2E466294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071F53A-95C7-4C0D-8C29-2F94B46A4C9A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15" name="矩形 1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7B5002F-4505-4496-8377-19B961D99F73}"/>
              </a:ext>
            </a:extLst>
          </p:cNvPr>
          <p:cNvSpPr/>
          <p:nvPr/>
        </p:nvSpPr>
        <p:spPr>
          <a:xfrm>
            <a:off x="6254797" y="3132552"/>
            <a:ext cx="4441778" cy="10310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 红烛昏罗帐。 壮年听雨客舟中， 江阔云低， 断雁叫西风。而今听雨僧庐下， 鬓已星星也。悲欢离合总无情， 一任阶前点滴到天明。</a:t>
            </a:r>
          </a:p>
        </p:txBody>
      </p:sp>
      <p:sp>
        <p:nvSpPr>
          <p:cNvPr id="16" name="矩形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3C2FE4D-5596-4D4A-A8E7-3B8BDB097656}"/>
              </a:ext>
            </a:extLst>
          </p:cNvPr>
          <p:cNvSpPr/>
          <p:nvPr/>
        </p:nvSpPr>
        <p:spPr>
          <a:xfrm>
            <a:off x="6254797" y="1880372"/>
            <a:ext cx="4441778" cy="10310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洞庭青草，近中秋、更无一点风色。玉鉴琼田三万顷，著我扁舟一叶。素月分辉，明河共影，表里俱澄澈。悠然心会，妙处难与君说。</a:t>
            </a:r>
          </a:p>
        </p:txBody>
      </p:sp>
    </p:spTree>
    <p:extLst>
      <p:ext uri="{BB962C8B-B14F-4D97-AF65-F5344CB8AC3E}">
        <p14:creationId val="4251709874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F43B13E-E895-4759-9174-5146EDCCD8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ACA6CE-1ABD-42B8-A5C0-D6A479F4D7CF}"/>
              </a:ext>
            </a:extLst>
          </p:cNvPr>
          <p:cNvSpPr/>
          <p:nvPr/>
        </p:nvSpPr>
        <p:spPr>
          <a:xfrm>
            <a:off x="1925623" y="0"/>
            <a:ext cx="8362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05703C3-9F12-496A-8483-EE956D3F9A19}"/>
              </a:ext>
            </a:extLst>
          </p:cNvPr>
          <p:cNvGrpSpPr/>
          <p:nvPr/>
        </p:nvGrpSpPr>
        <p:grpSpPr>
          <a:xfrm>
            <a:off x="2313632" y="570416"/>
            <a:ext cx="2440120" cy="4141433"/>
            <a:chOff x="3140693" y="667235"/>
            <a:chExt cx="2440120" cy="414143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48C3BD-FAD3-45D3-A0A8-D6BD2BDF30D7}"/>
                </a:ext>
              </a:extLst>
            </p:cNvPr>
            <p:cNvSpPr txBox="1"/>
            <p:nvPr/>
          </p:nvSpPr>
          <p:spPr>
            <a:xfrm>
              <a:off x="3140693" y="667235"/>
              <a:ext cx="1538883" cy="41414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第話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908FCD-021A-4E8B-A270-7822DC6366D5}"/>
                </a:ext>
              </a:extLst>
            </p:cNvPr>
            <p:cNvSpPr txBox="1"/>
            <p:nvPr/>
          </p:nvSpPr>
          <p:spPr>
            <a:xfrm>
              <a:off x="3626432" y="1893476"/>
              <a:ext cx="1954381" cy="168895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115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弍</a:t>
              </a:r>
              <a:endPara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endParaRPr>
            </a:p>
          </p:txBody>
        </p:sp>
      </p:grpSp>
      <p:pic>
        <p:nvPicPr>
          <p:cNvPr id="7" name="图片 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D5407E8-1105-446E-A514-D60ACDF20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98"/>
          <a:stretch>
            <a:fillRect/>
          </a:stretch>
        </p:blipFill>
        <p:spPr>
          <a:xfrm>
            <a:off x="4914390" y="0"/>
            <a:ext cx="5363123" cy="6858000"/>
          </a:xfrm>
          <a:prstGeom prst="rect">
            <a:avLst/>
          </a:prstGeom>
        </p:spPr>
      </p:pic>
      <p:sp>
        <p:nvSpPr>
          <p:cNvPr id="10" name="矩形 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4791A2B-FD24-4EF0-B937-F8088F2D02AA}"/>
              </a:ext>
            </a:extLst>
          </p:cNvPr>
          <p:cNvSpPr/>
          <p:nvPr/>
        </p:nvSpPr>
        <p:spPr>
          <a:xfrm>
            <a:off x="3852517" y="3718469"/>
            <a:ext cx="1477328" cy="2679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江阔云低， 断雁叫西风。</a:t>
            </a:r>
          </a:p>
        </p:txBody>
      </p:sp>
    </p:spTree>
    <p:extLst>
      <p:ext uri="{BB962C8B-B14F-4D97-AF65-F5344CB8AC3E}">
        <p14:creationId val="3846847886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08" cy="707886"/>
              <a:chOff x="4255173" y="441325"/>
              <a:chExt cx="3494608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3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grpSp>
        <p:nvGrpSpPr>
          <p:cNvPr id="11" name="组合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9339CF4-C747-4B9B-A5FD-D61EB37E1E64}"/>
              </a:ext>
            </a:extLst>
          </p:cNvPr>
          <p:cNvGrpSpPr/>
          <p:nvPr/>
        </p:nvGrpSpPr>
        <p:grpSpPr>
          <a:xfrm>
            <a:off x="1905001" y="1990301"/>
            <a:ext cx="3629024" cy="4104091"/>
            <a:chOff x="1571626" y="1961726"/>
            <a:chExt cx="3629024" cy="410409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609D053-4939-4874-B00C-A8534040511F}"/>
                </a:ext>
              </a:extLst>
            </p:cNvPr>
            <p:cNvSpPr/>
            <p:nvPr/>
          </p:nvSpPr>
          <p:spPr>
            <a:xfrm>
              <a:off x="1571626" y="1961726"/>
              <a:ext cx="3629024" cy="41040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7FC13B2-962B-433A-9948-678A3E4D3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045" y="2877603"/>
              <a:ext cx="2133604" cy="3188214"/>
            </a:xfrm>
            <a:prstGeom prst="rect">
              <a:avLst/>
            </a:prstGeom>
          </p:spPr>
        </p:pic>
      </p:grpSp>
      <p:grpSp>
        <p:nvGrpSpPr>
          <p:cNvPr id="15" name="组合 1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D388CF3-42B5-4317-AE55-A9E39E0F651F}"/>
              </a:ext>
            </a:extLst>
          </p:cNvPr>
          <p:cNvGrpSpPr/>
          <p:nvPr/>
        </p:nvGrpSpPr>
        <p:grpSpPr>
          <a:xfrm>
            <a:off x="5678710" y="1990300"/>
            <a:ext cx="4589232" cy="4132665"/>
            <a:chOff x="5678710" y="1990300"/>
            <a:chExt cx="4589232" cy="4132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89F14A1-439E-4279-A982-C312E48B18E7}"/>
                </a:ext>
              </a:extLst>
            </p:cNvPr>
            <p:cNvSpPr/>
            <p:nvPr/>
          </p:nvSpPr>
          <p:spPr>
            <a:xfrm>
              <a:off x="6638918" y="1990300"/>
              <a:ext cx="3629024" cy="4104091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4829093-458D-44CB-AEE3-F407B713F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8710" y="2960665"/>
              <a:ext cx="2362864" cy="3162300"/>
            </a:xfrm>
            <a:prstGeom prst="rect">
              <a:avLst/>
            </a:prstGeom>
          </p:spPr>
        </p:pic>
      </p:grpSp>
      <p:sp>
        <p:nvSpPr>
          <p:cNvPr id="16" name="矩形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B993804-2932-407F-B80A-5165ED1CE38A}"/>
              </a:ext>
            </a:extLst>
          </p:cNvPr>
          <p:cNvSpPr/>
          <p:nvPr/>
        </p:nvSpPr>
        <p:spPr>
          <a:xfrm>
            <a:off x="7583158" y="2395392"/>
            <a:ext cx="1800493" cy="329390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洞庭青草，近中秋、更无一点风色。玉鉴琼田三万顷，著我扁舟一叶。素月分辉，明河共影，表里俱澄澈。悠然心会，妙处难与君说。</a:t>
            </a:r>
          </a:p>
        </p:txBody>
      </p:sp>
      <p:sp>
        <p:nvSpPr>
          <p:cNvPr id="17" name="矩形 1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B7A7AAE-B693-47CA-A04E-5F192C7E0C6B}"/>
              </a:ext>
            </a:extLst>
          </p:cNvPr>
          <p:cNvSpPr/>
          <p:nvPr/>
        </p:nvSpPr>
        <p:spPr>
          <a:xfrm>
            <a:off x="2199940" y="2395392"/>
            <a:ext cx="1800493" cy="329390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洞庭青草，近中秋、更无一点风色。玉鉴琼田三万顷，著我扁舟一叶。素月分辉，明河共影，表里俱澄澈。悠然心会，妙处难与君说。</a:t>
            </a:r>
          </a:p>
        </p:txBody>
      </p:sp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B7AA010-4247-48B7-9FFB-12A9D75B468B}"/>
              </a:ext>
            </a:extLst>
          </p:cNvPr>
          <p:cNvSpPr/>
          <p:nvPr/>
        </p:nvSpPr>
        <p:spPr>
          <a:xfrm>
            <a:off x="4310870" y="2397384"/>
            <a:ext cx="738664" cy="25792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念奴嬌</a:t>
            </a:r>
            <a:r>
              <a:rPr lang="en-US" altLang="zh-TW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·</a:t>
            </a: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過洞庭</a:t>
            </a:r>
          </a:p>
        </p:txBody>
      </p:sp>
      <p:grpSp>
        <p:nvGrpSpPr>
          <p:cNvPr id="19" name="组合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0E179D4-A751-4F9A-A3F5-AB78177C9EBD}"/>
              </a:ext>
            </a:extLst>
          </p:cNvPr>
          <p:cNvGrpSpPr/>
          <p:nvPr/>
        </p:nvGrpSpPr>
        <p:grpSpPr>
          <a:xfrm>
            <a:off x="4894705" y="5425610"/>
            <a:ext cx="492443" cy="554833"/>
            <a:chOff x="9567268" y="1891901"/>
            <a:chExt cx="492443" cy="55483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042277C-6728-407B-84F1-24B4E284ED21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F50ED77-14B3-4E46-AF33-7FA77AE619D7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22" name="矩形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B6C7009-FCEF-4A88-B3CC-419784F32D7B}"/>
              </a:ext>
            </a:extLst>
          </p:cNvPr>
          <p:cNvSpPr/>
          <p:nvPr/>
        </p:nvSpPr>
        <p:spPr>
          <a:xfrm>
            <a:off x="9480277" y="2397384"/>
            <a:ext cx="738664" cy="25792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念奴嬌</a:t>
            </a:r>
            <a:r>
              <a:rPr lang="en-US" altLang="zh-TW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·</a:t>
            </a: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過洞庭</a:t>
            </a:r>
          </a:p>
        </p:txBody>
      </p:sp>
      <p:grpSp>
        <p:nvGrpSpPr>
          <p:cNvPr id="23" name="组合 2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92A6956-98E3-4EE0-A2A4-A837F37C9ED0}"/>
              </a:ext>
            </a:extLst>
          </p:cNvPr>
          <p:cNvGrpSpPr/>
          <p:nvPr/>
        </p:nvGrpSpPr>
        <p:grpSpPr>
          <a:xfrm>
            <a:off x="9603389" y="5425610"/>
            <a:ext cx="492443" cy="554833"/>
            <a:chOff x="9567268" y="1891901"/>
            <a:chExt cx="492443" cy="55483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3D58995-872F-4B09-9343-9C247004B6FE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A411FF2-0FB8-41CD-AAED-DAF7280095B5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234807479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8202A2-341D-41A6-980D-42F6F998B260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CF797D-9D22-4FEF-AD26-DAEA6F86A261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C58C6D6-D32A-491F-97E0-CE6670FEE13E}"/>
                </a:ext>
              </a:extLst>
            </p:cNvPr>
            <p:cNvGrpSpPr/>
            <p:nvPr/>
          </p:nvGrpSpPr>
          <p:grpSpPr>
            <a:xfrm>
              <a:off x="4350423" y="441325"/>
              <a:ext cx="3494607" cy="707886"/>
              <a:chOff x="4255173" y="441325"/>
              <a:chExt cx="3494607" cy="707886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1870AA-2730-4E17-9748-CA146D41EE6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01074B-9F57-4243-8912-D2BAF78A53C3}"/>
                  </a:ext>
                </a:extLst>
              </p:cNvPr>
              <p:cNvSpPr txBox="1"/>
              <p:nvPr/>
            </p:nvSpPr>
            <p:spPr>
              <a:xfrm>
                <a:off x="6272452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609BFA8-A6F5-4647-822C-FF4B48AE8ABD}"/>
              </a:ext>
            </a:extLst>
          </p:cNvPr>
          <p:cNvGrpSpPr/>
          <p:nvPr/>
        </p:nvGrpSpPr>
        <p:grpSpPr>
          <a:xfrm>
            <a:off x="4317918" y="2168699"/>
            <a:ext cx="3528777" cy="3528777"/>
            <a:chOff x="4373043" y="2111023"/>
            <a:chExt cx="3528777" cy="3528777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BB1C11F-C06B-4B91-AFFF-B620D1C38086}"/>
                </a:ext>
              </a:extLst>
            </p:cNvPr>
            <p:cNvSpPr/>
            <p:nvPr/>
          </p:nvSpPr>
          <p:spPr>
            <a:xfrm>
              <a:off x="4394355" y="2132335"/>
              <a:ext cx="3486152" cy="3486152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6843690-26B2-4C5D-8C4A-0C1A0AB95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4373043" y="2111023"/>
              <a:ext cx="3528777" cy="3528777"/>
            </a:xfrm>
            <a:prstGeom prst="rect">
              <a:avLst/>
            </a:prstGeom>
          </p:spPr>
        </p:pic>
      </p:grp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5117EA4-9688-4374-9EAE-95BDB2D13D8F}"/>
              </a:ext>
            </a:extLst>
          </p:cNvPr>
          <p:cNvSpPr/>
          <p:nvPr/>
        </p:nvSpPr>
        <p:spPr>
          <a:xfrm>
            <a:off x="9303873" y="2015561"/>
            <a:ext cx="1477328" cy="371875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洞庭青草，近中秋、更无一点风色。玉鉴琼田三万顷，著我扁舟一叶。素月分辉，明河共影，表里俱澄澈。悠然心会，妙处难与君说。</a:t>
            </a:r>
          </a:p>
        </p:txBody>
      </p:sp>
      <p:sp>
        <p:nvSpPr>
          <p:cNvPr id="22" name="矩形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0C6F05A-B37E-4DB0-A8BB-B28647C9A51C}"/>
              </a:ext>
            </a:extLst>
          </p:cNvPr>
          <p:cNvSpPr/>
          <p:nvPr/>
        </p:nvSpPr>
        <p:spPr>
          <a:xfrm>
            <a:off x="611467" y="2665381"/>
            <a:ext cx="2145130" cy="1112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悠然心會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妙處難與君說</a:t>
            </a:r>
          </a:p>
        </p:txBody>
      </p:sp>
      <p:grpSp>
        <p:nvGrpSpPr>
          <p:cNvPr id="24" name="组合 2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7AC99F-A653-4C39-98A5-0A666C4C61B4}"/>
              </a:ext>
            </a:extLst>
          </p:cNvPr>
          <p:cNvGrpSpPr/>
          <p:nvPr/>
        </p:nvGrpSpPr>
        <p:grpSpPr>
          <a:xfrm>
            <a:off x="611469" y="2015561"/>
            <a:ext cx="492443" cy="554833"/>
            <a:chOff x="9567268" y="1891901"/>
            <a:chExt cx="492443" cy="554833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3232E33-C68F-479F-9E20-C60EFEB80780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19099E-3113-4C2C-8F84-1922C840A1D1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31" name="矩形 3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F29CC9F-1FF5-4171-9CC7-3D83CDE95A17}"/>
              </a:ext>
            </a:extLst>
          </p:cNvPr>
          <p:cNvSpPr/>
          <p:nvPr/>
        </p:nvSpPr>
        <p:spPr>
          <a:xfrm>
            <a:off x="611467" y="4102353"/>
            <a:ext cx="2855633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断雁叫西风。</a:t>
            </a:r>
          </a:p>
        </p:txBody>
      </p:sp>
    </p:spTree>
    <p:extLst>
      <p:ext uri="{BB962C8B-B14F-4D97-AF65-F5344CB8AC3E}">
        <p14:creationId val="451074137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矩形 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46810DC-7E69-40AD-A61A-663F236FD706}"/>
              </a:ext>
            </a:extLst>
          </p:cNvPr>
          <p:cNvSpPr/>
          <p:nvPr/>
        </p:nvSpPr>
        <p:spPr>
          <a:xfrm>
            <a:off x="479425" y="3429000"/>
            <a:ext cx="11233150" cy="2987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07" cy="707886"/>
              <a:chOff x="4255173" y="441325"/>
              <a:chExt cx="3494607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2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14D6C8A-8F70-4135-A840-4C67C9D608EA}"/>
              </a:ext>
            </a:extLst>
          </p:cNvPr>
          <p:cNvSpPr/>
          <p:nvPr/>
        </p:nvSpPr>
        <p:spPr>
          <a:xfrm>
            <a:off x="1445896" y="2663695"/>
            <a:ext cx="1477328" cy="23257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 红烛昏罗帐。 壮年听雨客舟中， 江阔云低， 断雁叫西风。</a:t>
            </a:r>
          </a:p>
        </p:txBody>
      </p:sp>
      <p:sp>
        <p:nvSpPr>
          <p:cNvPr id="13" name="矩形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8CBF9C8-7EDD-4D7A-924B-96F3B6EBE256}"/>
              </a:ext>
            </a:extLst>
          </p:cNvPr>
          <p:cNvSpPr/>
          <p:nvPr/>
        </p:nvSpPr>
        <p:spPr>
          <a:xfrm>
            <a:off x="2933821" y="1873566"/>
            <a:ext cx="1292662" cy="27799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壯年聽雨客舟中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江闊雲低</a:t>
            </a:r>
          </a:p>
        </p:txBody>
      </p:sp>
      <p:grpSp>
        <p:nvGrpSpPr>
          <p:cNvPr id="14" name="组合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10561F9-9340-4F43-AF5D-C36266DF67EF}"/>
              </a:ext>
            </a:extLst>
          </p:cNvPr>
          <p:cNvGrpSpPr/>
          <p:nvPr/>
        </p:nvGrpSpPr>
        <p:grpSpPr>
          <a:xfrm>
            <a:off x="2989700" y="3369680"/>
            <a:ext cx="492443" cy="554833"/>
            <a:chOff x="9567268" y="1891901"/>
            <a:chExt cx="492443" cy="55483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2E10280-C3B0-42DA-AA31-AB2349B13B89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39A0002-EB2A-4B7F-A262-DD6DE0B4591C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19" name="矩形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5803D61-B850-4C7A-823C-762B63EF3049}"/>
              </a:ext>
            </a:extLst>
          </p:cNvPr>
          <p:cNvSpPr/>
          <p:nvPr/>
        </p:nvSpPr>
        <p:spPr>
          <a:xfrm>
            <a:off x="4705706" y="2663695"/>
            <a:ext cx="1477328" cy="23257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 红烛昏罗帐。 壮年听雨客舟中， 江阔云低， 断雁叫西风。</a:t>
            </a:r>
          </a:p>
        </p:txBody>
      </p: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11E019B-637E-47B1-8327-70EB42F52D69}"/>
              </a:ext>
            </a:extLst>
          </p:cNvPr>
          <p:cNvSpPr/>
          <p:nvPr/>
        </p:nvSpPr>
        <p:spPr>
          <a:xfrm>
            <a:off x="6193631" y="1873566"/>
            <a:ext cx="1292662" cy="27799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壯年聽雨客舟中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江闊雲低</a:t>
            </a:r>
          </a:p>
        </p:txBody>
      </p:sp>
      <p:grpSp>
        <p:nvGrpSpPr>
          <p:cNvPr id="21" name="组合 2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DF8663C-28AD-46EF-BC33-238DAD32B633}"/>
              </a:ext>
            </a:extLst>
          </p:cNvPr>
          <p:cNvGrpSpPr/>
          <p:nvPr/>
        </p:nvGrpSpPr>
        <p:grpSpPr>
          <a:xfrm>
            <a:off x="6249510" y="3369680"/>
            <a:ext cx="492443" cy="554833"/>
            <a:chOff x="9567268" y="1891901"/>
            <a:chExt cx="492443" cy="55483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8789397-8894-45FB-A206-3E2CB6D71E9A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7956C6D-EACC-4C94-BD16-24230A55C665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25" name="矩形 2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C3F19B0-BF23-463D-8A3E-ED10980AF3CC}"/>
              </a:ext>
            </a:extLst>
          </p:cNvPr>
          <p:cNvSpPr/>
          <p:nvPr/>
        </p:nvSpPr>
        <p:spPr>
          <a:xfrm>
            <a:off x="7965516" y="2663695"/>
            <a:ext cx="1477328" cy="23257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 红烛昏罗帐。 壮年听雨客舟中， 江阔云低， 断雁叫西风。</a:t>
            </a:r>
          </a:p>
        </p:txBody>
      </p:sp>
      <p:sp>
        <p:nvSpPr>
          <p:cNvPr id="26" name="矩形 2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A18934-35B2-476B-A7D9-B1AF3014B80C}"/>
              </a:ext>
            </a:extLst>
          </p:cNvPr>
          <p:cNvSpPr/>
          <p:nvPr/>
        </p:nvSpPr>
        <p:spPr>
          <a:xfrm>
            <a:off x="9453441" y="1873566"/>
            <a:ext cx="1292662" cy="27799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壯年聽雨客舟中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江闊雲低</a:t>
            </a:r>
          </a:p>
        </p:txBody>
      </p:sp>
      <p:grpSp>
        <p:nvGrpSpPr>
          <p:cNvPr id="27" name="组合 2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CEF340D-1B28-4133-8164-30FAF74CBF11}"/>
              </a:ext>
            </a:extLst>
          </p:cNvPr>
          <p:cNvGrpSpPr/>
          <p:nvPr/>
        </p:nvGrpSpPr>
        <p:grpSpPr>
          <a:xfrm>
            <a:off x="9509320" y="3369680"/>
            <a:ext cx="492443" cy="554833"/>
            <a:chOff x="9567268" y="1891901"/>
            <a:chExt cx="492443" cy="55483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9C2CCD75-44B0-4CDD-8A60-B3230EA0CB21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0BC08E6-1157-46C8-882C-8927802C1E46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pic>
        <p:nvPicPr>
          <p:cNvPr id="30" name="图片 2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D7DC271-A923-476B-8A22-E629ED67F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0210"/>
          <a:stretch>
            <a:fillRect/>
          </a:stretch>
        </p:blipFill>
        <p:spPr>
          <a:xfrm>
            <a:off x="1456800" y="4429158"/>
            <a:ext cx="9289303" cy="1991260"/>
          </a:xfrm>
          <a:prstGeom prst="rect">
            <a:avLst/>
          </a:prstGeom>
        </p:spPr>
      </p:pic>
    </p:spTree>
    <p:extLst>
      <p:ext uri="{BB962C8B-B14F-4D97-AF65-F5344CB8AC3E}">
        <p14:creationId val="3323521697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920F54B4-291F-4C87-A353-408CB42E3535}"/>
              </a:ext>
            </a:extLst>
          </p:cNvPr>
          <p:cNvSpPr/>
          <p:nvPr/>
        </p:nvSpPr>
        <p:spPr>
          <a:xfrm>
            <a:off x="479425" y="3076575"/>
            <a:ext cx="11233150" cy="3340100"/>
          </a:xfrm>
          <a:prstGeom prst="rect">
            <a:avLst/>
          </a:prstGeom>
          <a:blipFill dpi="0" rotWithShape="1">
            <a:blip r:embed="rId3">
              <a:alphaModFix amt="49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07" cy="707886"/>
              <a:chOff x="4255173" y="441325"/>
              <a:chExt cx="3494607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2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9" name="矩形 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A411E0D-CC1B-4509-9E07-3590D9716EBF}"/>
              </a:ext>
            </a:extLst>
          </p:cNvPr>
          <p:cNvSpPr/>
          <p:nvPr/>
        </p:nvSpPr>
        <p:spPr>
          <a:xfrm>
            <a:off x="9018806" y="1950076"/>
            <a:ext cx="2123658" cy="2412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洞庭青草</a:t>
            </a:r>
          </a:p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近中秋</a:t>
            </a:r>
          </a:p>
          <a:p>
            <a:pPr>
              <a:lnSpc>
                <a:spcPct val="150000"/>
              </a:lnSpc>
            </a:pPr>
            <a:r>
              <a:rPr lang="zh-TW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更無壹點風色</a:t>
            </a:r>
          </a:p>
        </p:txBody>
      </p:sp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D6D985D-170B-46B8-8B61-4987F1D24C59}"/>
              </a:ext>
            </a:extLst>
          </p:cNvPr>
          <p:cNvSpPr/>
          <p:nvPr/>
        </p:nvSpPr>
        <p:spPr>
          <a:xfrm>
            <a:off x="1584505" y="2123309"/>
            <a:ext cx="4951355" cy="32011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近中秋、更无一点风色。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玉鉴琼田三万顷，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著我扁舟一叶。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素月分辉，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明河共影，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表里俱澄澈。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悠然心会，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妙处难与君说。</a:t>
            </a:r>
          </a:p>
        </p:txBody>
      </p: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6BB9B5-3A14-4C03-B7C9-146CF7148188}"/>
              </a:ext>
            </a:extLst>
          </p:cNvPr>
          <p:cNvGrpSpPr/>
          <p:nvPr/>
        </p:nvGrpSpPr>
        <p:grpSpPr>
          <a:xfrm>
            <a:off x="10396118" y="4449591"/>
            <a:ext cx="492443" cy="554833"/>
            <a:chOff x="9567268" y="1891901"/>
            <a:chExt cx="492443" cy="55483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042D313-0D5B-4BD6-819B-64328F5C1746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E0C9D76-11B8-4C9A-BF07-38B251E27F10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3391273386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F43B13E-E895-4759-9174-5146EDCCD8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ACA6CE-1ABD-42B8-A5C0-D6A479F4D7CF}"/>
              </a:ext>
            </a:extLst>
          </p:cNvPr>
          <p:cNvSpPr/>
          <p:nvPr/>
        </p:nvSpPr>
        <p:spPr>
          <a:xfrm>
            <a:off x="1925623" y="0"/>
            <a:ext cx="8362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05703C3-9F12-496A-8483-EE956D3F9A19}"/>
              </a:ext>
            </a:extLst>
          </p:cNvPr>
          <p:cNvGrpSpPr/>
          <p:nvPr/>
        </p:nvGrpSpPr>
        <p:grpSpPr>
          <a:xfrm>
            <a:off x="2313632" y="570416"/>
            <a:ext cx="2440120" cy="4141433"/>
            <a:chOff x="3140693" y="667235"/>
            <a:chExt cx="2440120" cy="414143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48C3BD-FAD3-45D3-A0A8-D6BD2BDF30D7}"/>
                </a:ext>
              </a:extLst>
            </p:cNvPr>
            <p:cNvSpPr txBox="1"/>
            <p:nvPr/>
          </p:nvSpPr>
          <p:spPr>
            <a:xfrm>
              <a:off x="3140693" y="667235"/>
              <a:ext cx="1538883" cy="41414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第話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908FCD-021A-4E8B-A270-7822DC6366D5}"/>
                </a:ext>
              </a:extLst>
            </p:cNvPr>
            <p:cNvSpPr txBox="1"/>
            <p:nvPr/>
          </p:nvSpPr>
          <p:spPr>
            <a:xfrm>
              <a:off x="3626432" y="1893476"/>
              <a:ext cx="1954381" cy="168895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115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弎</a:t>
              </a:r>
              <a:endPara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endParaRPr>
            </a:p>
          </p:txBody>
        </p:sp>
      </p:grpSp>
      <p:pic>
        <p:nvPicPr>
          <p:cNvPr id="7" name="图片 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D5407E8-1105-446E-A514-D60ACDF20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98"/>
          <a:stretch>
            <a:fillRect/>
          </a:stretch>
        </p:blipFill>
        <p:spPr>
          <a:xfrm>
            <a:off x="4914390" y="0"/>
            <a:ext cx="5363123" cy="6858000"/>
          </a:xfrm>
          <a:prstGeom prst="rect">
            <a:avLst/>
          </a:prstGeom>
        </p:spPr>
      </p:pic>
      <p:sp>
        <p:nvSpPr>
          <p:cNvPr id="10" name="矩形 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4791A2B-FD24-4EF0-B937-F8088F2D02AA}"/>
              </a:ext>
            </a:extLst>
          </p:cNvPr>
          <p:cNvSpPr/>
          <p:nvPr/>
        </p:nvSpPr>
        <p:spPr>
          <a:xfrm>
            <a:off x="3852517" y="3718469"/>
            <a:ext cx="1477328" cy="2679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江阔云低， 断雁叫西风。</a:t>
            </a:r>
          </a:p>
        </p:txBody>
      </p:sp>
    </p:spTree>
    <p:extLst>
      <p:ext uri="{BB962C8B-B14F-4D97-AF65-F5344CB8AC3E}">
        <p14:creationId val="1595000065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9" name="组合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DE7254A-8CD5-4D2A-879B-4899DF22493F}"/>
              </a:ext>
            </a:extLst>
          </p:cNvPr>
          <p:cNvGrpSpPr/>
          <p:nvPr/>
        </p:nvGrpSpPr>
        <p:grpSpPr>
          <a:xfrm>
            <a:off x="4498761" y="1659835"/>
            <a:ext cx="3190461" cy="3230217"/>
            <a:chOff x="4502426" y="1659835"/>
            <a:chExt cx="3190461" cy="323021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8047ACB-9E2D-47E3-B47D-EB4B1CDFB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1" t="7699" r="7533" b="6398"/>
            <a:stretch>
              <a:fillRect/>
            </a:stretch>
          </p:blipFill>
          <p:spPr>
            <a:xfrm>
              <a:off x="4502426" y="1659835"/>
              <a:ext cx="3190461" cy="323021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C86AA67-34C5-4513-829F-372661080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98" t="49499" r="26042" b="18907"/>
            <a:stretch>
              <a:fillRect/>
            </a:stretch>
          </p:blipFill>
          <p:spPr>
            <a:xfrm>
              <a:off x="5367202" y="2191578"/>
              <a:ext cx="1460909" cy="2166731"/>
            </a:xfrm>
            <a:prstGeom prst="rect">
              <a:avLst/>
            </a:prstGeom>
          </p:spPr>
        </p:pic>
      </p:grp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1" cy="707886"/>
              <a:chOff x="4255173" y="441325"/>
              <a:chExt cx="3494611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6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13" name="矩形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D25F44E-AC03-497B-A894-CB1610E7C5A7}"/>
              </a:ext>
            </a:extLst>
          </p:cNvPr>
          <p:cNvSpPr/>
          <p:nvPr/>
        </p:nvSpPr>
        <p:spPr>
          <a:xfrm>
            <a:off x="1155259" y="5089241"/>
            <a:ext cx="9877174" cy="1061829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4" name="组合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1E8C6AF-E227-4C33-BF7E-018EF7440772}"/>
              </a:ext>
            </a:extLst>
          </p:cNvPr>
          <p:cNvGrpSpPr/>
          <p:nvPr/>
        </p:nvGrpSpPr>
        <p:grpSpPr>
          <a:xfrm>
            <a:off x="6653536" y="2496478"/>
            <a:ext cx="492443" cy="554833"/>
            <a:chOff x="9567268" y="1891901"/>
            <a:chExt cx="492443" cy="55483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E629C9E-A2B3-4DAC-8648-126A7C220FAD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390E213-75E0-4120-B8DB-FD7C981E666B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grpSp>
        <p:nvGrpSpPr>
          <p:cNvPr id="25" name="组合 2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D18846C-B966-4F39-B16C-E6D5A48FA188}"/>
              </a:ext>
            </a:extLst>
          </p:cNvPr>
          <p:cNvGrpSpPr/>
          <p:nvPr/>
        </p:nvGrpSpPr>
        <p:grpSpPr>
          <a:xfrm>
            <a:off x="8547723" y="2161761"/>
            <a:ext cx="1467092" cy="2482688"/>
            <a:chOff x="8557663" y="2393238"/>
            <a:chExt cx="1467092" cy="2482688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96C33E5-E14A-460B-9F36-2C5C92F9B818}"/>
                </a:ext>
              </a:extLst>
            </p:cNvPr>
            <p:cNvSpPr/>
            <p:nvPr/>
          </p:nvSpPr>
          <p:spPr>
            <a:xfrm>
              <a:off x="8557663" y="2393238"/>
              <a:ext cx="1467092" cy="2226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康煕字典體(Demo)" pitchFamily="2" charset="-120"/>
                <a:ea typeface="康煕字典體(Demo)" pitchFamily="2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2588F1-F069-42CD-9AED-44FC81A0496B}"/>
                </a:ext>
              </a:extLst>
            </p:cNvPr>
            <p:cNvSpPr/>
            <p:nvPr/>
          </p:nvSpPr>
          <p:spPr>
            <a:xfrm>
              <a:off x="8644878" y="2494718"/>
              <a:ext cx="1292662" cy="23812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悠然心會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妙處難與君說</a:t>
              </a:r>
            </a:p>
          </p:txBody>
        </p:sp>
      </p:grpSp>
      <p:grpSp>
        <p:nvGrpSpPr>
          <p:cNvPr id="24" name="组合 2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90B9AC3-56B3-4501-8CFC-A183556AA8F1}"/>
              </a:ext>
            </a:extLst>
          </p:cNvPr>
          <p:cNvGrpSpPr/>
          <p:nvPr/>
        </p:nvGrpSpPr>
        <p:grpSpPr>
          <a:xfrm>
            <a:off x="2173169" y="2161761"/>
            <a:ext cx="1467092" cy="2482688"/>
            <a:chOff x="2183109" y="2393238"/>
            <a:chExt cx="1467092" cy="248268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FE31ED5-6A84-4DC5-9C07-3B305A539625}"/>
                </a:ext>
              </a:extLst>
            </p:cNvPr>
            <p:cNvSpPr/>
            <p:nvPr/>
          </p:nvSpPr>
          <p:spPr>
            <a:xfrm>
              <a:off x="2183109" y="2393238"/>
              <a:ext cx="1467092" cy="2226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康煕字典體(Demo)" pitchFamily="2" charset="-120"/>
                <a:ea typeface="康煕字典體(Demo)" pitchFamily="2" charset="-12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AD8281-ADA3-4F0C-9437-D9FD665B417A}"/>
                </a:ext>
              </a:extLst>
            </p:cNvPr>
            <p:cNvSpPr/>
            <p:nvPr/>
          </p:nvSpPr>
          <p:spPr>
            <a:xfrm>
              <a:off x="2270324" y="2494718"/>
              <a:ext cx="1292662" cy="23812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悠然心會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妙處難與君說</a:t>
              </a:r>
            </a:p>
          </p:txBody>
        </p:sp>
      </p:grpSp>
    </p:spTree>
    <p:extLst>
      <p:ext uri="{BB962C8B-B14F-4D97-AF65-F5344CB8AC3E}">
        <p14:creationId val="3766872920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8" name="矩形 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3DA3A95-34AC-4742-B0C1-6AAE677B257E}"/>
              </a:ext>
            </a:extLst>
          </p:cNvPr>
          <p:cNvSpPr/>
          <p:nvPr/>
        </p:nvSpPr>
        <p:spPr>
          <a:xfrm>
            <a:off x="908360" y="1898374"/>
            <a:ext cx="10375279" cy="41446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4E27AB4-0BAE-42E9-813B-743784909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 r="17120"/>
          <a:stretch>
            <a:fillRect/>
          </a:stretch>
        </p:blipFill>
        <p:spPr>
          <a:xfrm>
            <a:off x="1209292" y="1918252"/>
            <a:ext cx="5158408" cy="4124739"/>
          </a:xfrm>
          <a:prstGeom prst="rect">
            <a:avLst/>
          </a:prstGeom>
        </p:spPr>
      </p:pic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881F5F4-BF55-434E-B4C8-42E43BC5BAE9}"/>
              </a:ext>
            </a:extLst>
          </p:cNvPr>
          <p:cNvSpPr/>
          <p:nvPr/>
        </p:nvSpPr>
        <p:spPr>
          <a:xfrm>
            <a:off x="3950870" y="2020159"/>
            <a:ext cx="2145130" cy="1112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悠然心會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妙處難與君說</a:t>
            </a:r>
          </a:p>
        </p:txBody>
      </p: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DBCFD9E-EC49-46A2-8990-397F2B97ADE2}"/>
              </a:ext>
            </a:extLst>
          </p:cNvPr>
          <p:cNvGrpSpPr/>
          <p:nvPr/>
        </p:nvGrpSpPr>
        <p:grpSpPr>
          <a:xfrm>
            <a:off x="2460002" y="5335602"/>
            <a:ext cx="492443" cy="554833"/>
            <a:chOff x="9567268" y="1891901"/>
            <a:chExt cx="492443" cy="55483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B541326-C4E4-4F1B-B5E7-B7109E33A087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5BACE0D-C4CF-416F-B854-B749816F130A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16" name="矩形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56F6BB15-9FA1-465C-9B2F-3403864D56FA}"/>
              </a:ext>
            </a:extLst>
          </p:cNvPr>
          <p:cNvSpPr/>
          <p:nvPr/>
        </p:nvSpPr>
        <p:spPr>
          <a:xfrm>
            <a:off x="3950870" y="4344539"/>
            <a:ext cx="2855633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壮年听雨客舟中，江阔云低，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断雁叫西风。</a:t>
            </a:r>
          </a:p>
        </p:txBody>
      </p:sp>
      <p:sp>
        <p:nvSpPr>
          <p:cNvPr id="17" name="矩形 1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0D8167-DA69-421F-9DDC-AE8A33EC33C5}"/>
              </a:ext>
            </a:extLst>
          </p:cNvPr>
          <p:cNvSpPr/>
          <p:nvPr/>
        </p:nvSpPr>
        <p:spPr>
          <a:xfrm>
            <a:off x="7251911" y="2540908"/>
            <a:ext cx="3416320" cy="2856958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949B9D2-1329-4D3A-9076-0A1837445FD5}"/>
              </a:ext>
            </a:extLst>
          </p:cNvPr>
          <p:cNvSpPr/>
          <p:nvPr/>
        </p:nvSpPr>
        <p:spPr>
          <a:xfrm>
            <a:off x="6957279" y="2325757"/>
            <a:ext cx="4005584" cy="328726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val="355332400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14" name="图片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187235F-2EA2-4097-AD0D-F2E80F84B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" t="6361" r="4344" b="10539"/>
          <a:stretch>
            <a:fillRect/>
          </a:stretch>
        </p:blipFill>
        <p:spPr>
          <a:xfrm>
            <a:off x="4306843" y="1888414"/>
            <a:ext cx="7885158" cy="4061119"/>
          </a:xfrm>
          <a:custGeom>
            <a:gdLst>
              <a:gd name="connsiteX0" fmla="*/ 0 w 7914861"/>
              <a:gd name="connsiteY0" fmla="*/ 0 h 4061119"/>
              <a:gd name="connsiteX1" fmla="*/ 7914861 w 7914861"/>
              <a:gd name="connsiteY1" fmla="*/ 0 h 4061119"/>
              <a:gd name="connsiteX2" fmla="*/ 7914861 w 7914861"/>
              <a:gd name="connsiteY2" fmla="*/ 4061119 h 4061119"/>
              <a:gd name="connsiteX3" fmla="*/ 0 w 7914861"/>
              <a:gd name="connsiteY3" fmla="*/ 4061119 h 4061119"/>
              <a:gd name="connsiteX4" fmla="*/ 0 w 7914861"/>
              <a:gd name="connsiteY4" fmla="*/ 3784660 h 4061119"/>
              <a:gd name="connsiteX5" fmla="*/ 57463 w 7914861"/>
              <a:gd name="connsiteY5" fmla="*/ 3794765 h 4061119"/>
              <a:gd name="connsiteX6" fmla="*/ 312105 w 7914861"/>
              <a:gd name="connsiteY6" fmla="*/ 3558575 h 4061119"/>
              <a:gd name="connsiteX7" fmla="*/ 339188 w 7914861"/>
              <a:gd name="connsiteY7" fmla="*/ 3471529 h 4061119"/>
              <a:gd name="connsiteX8" fmla="*/ 401265 w 7914861"/>
              <a:gd name="connsiteY8" fmla="*/ 3442689 h 4061119"/>
              <a:gd name="connsiteX9" fmla="*/ 659807 w 7914861"/>
              <a:gd name="connsiteY9" fmla="*/ 3026484 h 4061119"/>
              <a:gd name="connsiteX10" fmla="*/ 73398 w 7914861"/>
              <a:gd name="connsiteY10" fmla="*/ 2524558 h 4061119"/>
              <a:gd name="connsiteX11" fmla="*/ 0 w 7914861"/>
              <a:gd name="connsiteY11" fmla="*/ 2530891 h 406111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14861" h="4061119">
                <a:moveTo>
                  <a:pt x="0" y="0"/>
                </a:moveTo>
                <a:lnTo>
                  <a:pt x="7914861" y="0"/>
                </a:lnTo>
                <a:lnTo>
                  <a:pt x="7914861" y="4061119"/>
                </a:lnTo>
                <a:lnTo>
                  <a:pt x="0" y="4061119"/>
                </a:lnTo>
                <a:lnTo>
                  <a:pt x="0" y="3784660"/>
                </a:lnTo>
                <a:lnTo>
                  <a:pt x="57463" y="3794765"/>
                </a:lnTo>
                <a:cubicBezTo>
                  <a:pt x="163463" y="3794765"/>
                  <a:pt x="256919" y="3701075"/>
                  <a:pt x="312105" y="3558575"/>
                </a:cubicBezTo>
                <a:lnTo>
                  <a:pt x="339188" y="3471529"/>
                </a:lnTo>
                <a:lnTo>
                  <a:pt x="401265" y="3442689"/>
                </a:lnTo>
                <a:cubicBezTo>
                  <a:pt x="557251" y="3352489"/>
                  <a:pt x="659807" y="3199738"/>
                  <a:pt x="659807" y="3026484"/>
                </a:cubicBezTo>
                <a:cubicBezTo>
                  <a:pt x="659807" y="2749278"/>
                  <a:pt x="397263" y="2524558"/>
                  <a:pt x="73398" y="2524558"/>
                </a:cubicBezTo>
                <a:lnTo>
                  <a:pt x="0" y="2530891"/>
                </a:lnTo>
                <a:close/>
              </a:path>
            </a:pathLst>
          </a:custGeom>
        </p:spPr>
      </p:pic>
      <p:grpSp>
        <p:nvGrpSpPr>
          <p:cNvPr id="15" name="组合 1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7B782B2C-037B-46A4-BE86-7D5B64D2EE32}"/>
              </a:ext>
            </a:extLst>
          </p:cNvPr>
          <p:cNvGrpSpPr/>
          <p:nvPr/>
        </p:nvGrpSpPr>
        <p:grpSpPr>
          <a:xfrm>
            <a:off x="935587" y="1888414"/>
            <a:ext cx="492443" cy="554833"/>
            <a:chOff x="9567268" y="1891901"/>
            <a:chExt cx="492443" cy="55483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4DE8E75-DBF4-4137-BC6E-F884ADF9C5D8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039111F-EC7D-42D7-8279-8A95B8190AE9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123F178-7509-43AB-A159-DC3376971AFD}"/>
              </a:ext>
            </a:extLst>
          </p:cNvPr>
          <p:cNvSpPr/>
          <p:nvPr/>
        </p:nvSpPr>
        <p:spPr>
          <a:xfrm>
            <a:off x="1669871" y="2598003"/>
            <a:ext cx="5635389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A5A89D3-2EB7-4744-8C57-B9B6DBCC7F14}"/>
              </a:ext>
            </a:extLst>
          </p:cNvPr>
          <p:cNvSpPr/>
          <p:nvPr/>
        </p:nvSpPr>
        <p:spPr>
          <a:xfrm>
            <a:off x="1669871" y="3761735"/>
            <a:ext cx="5635389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805BA3F-57C2-4330-9B36-40A348EBEE72}"/>
              </a:ext>
            </a:extLst>
          </p:cNvPr>
          <p:cNvSpPr/>
          <p:nvPr/>
        </p:nvSpPr>
        <p:spPr>
          <a:xfrm>
            <a:off x="1669871" y="4925467"/>
            <a:ext cx="5635389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1750285-29AD-408E-A716-829D144DDE53}"/>
              </a:ext>
            </a:extLst>
          </p:cNvPr>
          <p:cNvSpPr/>
          <p:nvPr/>
        </p:nvSpPr>
        <p:spPr>
          <a:xfrm>
            <a:off x="1058160" y="2644170"/>
            <a:ext cx="759046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壹</a:t>
            </a:r>
          </a:p>
        </p:txBody>
      </p:sp>
      <p:sp>
        <p:nvSpPr>
          <p:cNvPr id="22" name="矩形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E7E23B0-F4CA-4890-B853-F7AED340EA0A}"/>
              </a:ext>
            </a:extLst>
          </p:cNvPr>
          <p:cNvSpPr/>
          <p:nvPr/>
        </p:nvSpPr>
        <p:spPr>
          <a:xfrm>
            <a:off x="1058160" y="3807902"/>
            <a:ext cx="759046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弍</a:t>
            </a:r>
          </a:p>
        </p:txBody>
      </p:sp>
      <p:sp>
        <p:nvSpPr>
          <p:cNvPr id="23" name="矩形 2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998E3AB9-0103-4D0F-93A2-E7062EAB31A0}"/>
              </a:ext>
            </a:extLst>
          </p:cNvPr>
          <p:cNvSpPr/>
          <p:nvPr/>
        </p:nvSpPr>
        <p:spPr>
          <a:xfrm>
            <a:off x="1058160" y="4971634"/>
            <a:ext cx="759046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弎</a:t>
            </a:r>
          </a:p>
        </p:txBody>
      </p:sp>
    </p:spTree>
    <p:extLst>
      <p:ext uri="{BB962C8B-B14F-4D97-AF65-F5344CB8AC3E}">
        <p14:creationId val="1807480179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7" name="矩形 1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143E37C-37A9-47C4-A476-8E4704556190}"/>
              </a:ext>
            </a:extLst>
          </p:cNvPr>
          <p:cNvSpPr/>
          <p:nvPr/>
        </p:nvSpPr>
        <p:spPr>
          <a:xfrm>
            <a:off x="908360" y="2663687"/>
            <a:ext cx="5187639" cy="3379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09" cy="707886"/>
              <a:chOff x="4255173" y="441325"/>
              <a:chExt cx="3494609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4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弍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61AD7AF-05F9-4A20-AF84-F2E0AFF86950}"/>
              </a:ext>
            </a:extLst>
          </p:cNvPr>
          <p:cNvSpPr/>
          <p:nvPr/>
        </p:nvSpPr>
        <p:spPr>
          <a:xfrm>
            <a:off x="1074656" y="4079605"/>
            <a:ext cx="3275767" cy="16660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鬢已星星也。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悲歡離合總無情， 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壹任階前點滴到天明。</a:t>
            </a:r>
          </a:p>
        </p:txBody>
      </p:sp>
      <p:grpSp>
        <p:nvGrpSpPr>
          <p:cNvPr id="19" name="组合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7A9C77F-D94D-4AB5-A2B9-75B13E3A150B}"/>
              </a:ext>
            </a:extLst>
          </p:cNvPr>
          <p:cNvGrpSpPr/>
          <p:nvPr/>
        </p:nvGrpSpPr>
        <p:grpSpPr>
          <a:xfrm>
            <a:off x="2777407" y="3285895"/>
            <a:ext cx="492443" cy="554833"/>
            <a:chOff x="9567268" y="1891901"/>
            <a:chExt cx="492443" cy="55483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7C6334-1443-42E6-8E4A-8732BBC4A576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B50A906-1DE7-4259-A15D-D2551CD12372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22" name="矩形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932AE11-A1E1-4D6D-B7F4-DFAE8E27CB0E}"/>
              </a:ext>
            </a:extLst>
          </p:cNvPr>
          <p:cNvSpPr/>
          <p:nvPr/>
        </p:nvSpPr>
        <p:spPr>
          <a:xfrm>
            <a:off x="6451072" y="2663687"/>
            <a:ext cx="4906430" cy="267765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51BB011C-876C-4E8C-B288-D0FF06369D62}"/>
              </a:ext>
            </a:extLst>
          </p:cNvPr>
          <p:cNvSpPr/>
          <p:nvPr/>
        </p:nvSpPr>
        <p:spPr>
          <a:xfrm>
            <a:off x="3578088" y="1898374"/>
            <a:ext cx="8134488" cy="4144617"/>
          </a:xfrm>
          <a:prstGeom prst="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DE14A40-BB13-4FF1-910E-6BFA8496D7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t="23359" r="31012"/>
          <a:stretch>
            <a:fillRect/>
          </a:stretch>
        </p:blipFill>
        <p:spPr>
          <a:xfrm>
            <a:off x="3647141" y="2309967"/>
            <a:ext cx="2137662" cy="3733024"/>
          </a:xfrm>
          <a:prstGeom prst="rect">
            <a:avLst/>
          </a:prstGeom>
        </p:spPr>
      </p:pic>
    </p:spTree>
    <p:extLst>
      <p:ext uri="{BB962C8B-B14F-4D97-AF65-F5344CB8AC3E}">
        <p14:creationId val="4251485868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F43B13E-E895-4759-9174-5146EDCCD8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ACA6CE-1ABD-42B8-A5C0-D6A479F4D7CF}"/>
              </a:ext>
            </a:extLst>
          </p:cNvPr>
          <p:cNvSpPr/>
          <p:nvPr/>
        </p:nvSpPr>
        <p:spPr>
          <a:xfrm>
            <a:off x="1925623" y="0"/>
            <a:ext cx="8362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C05703C3-9F12-496A-8483-EE956D3F9A19}"/>
              </a:ext>
            </a:extLst>
          </p:cNvPr>
          <p:cNvGrpSpPr/>
          <p:nvPr/>
        </p:nvGrpSpPr>
        <p:grpSpPr>
          <a:xfrm>
            <a:off x="2313632" y="570416"/>
            <a:ext cx="2440120" cy="4141433"/>
            <a:chOff x="3140693" y="667235"/>
            <a:chExt cx="2440120" cy="414143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48C3BD-FAD3-45D3-A0A8-D6BD2BDF30D7}"/>
                </a:ext>
              </a:extLst>
            </p:cNvPr>
            <p:cNvSpPr txBox="1"/>
            <p:nvPr/>
          </p:nvSpPr>
          <p:spPr>
            <a:xfrm>
              <a:off x="3140693" y="667235"/>
              <a:ext cx="1538883" cy="41414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第話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908FCD-021A-4E8B-A270-7822DC6366D5}"/>
                </a:ext>
              </a:extLst>
            </p:cNvPr>
            <p:cNvSpPr txBox="1"/>
            <p:nvPr/>
          </p:nvSpPr>
          <p:spPr>
            <a:xfrm>
              <a:off x="3626432" y="1893476"/>
              <a:ext cx="1954381" cy="168895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115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肆</a:t>
              </a:r>
              <a:endPara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endParaRPr>
            </a:p>
          </p:txBody>
        </p:sp>
      </p:grpSp>
      <p:pic>
        <p:nvPicPr>
          <p:cNvPr id="7" name="图片 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D5407E8-1105-446E-A514-D60ACDF20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98"/>
          <a:stretch>
            <a:fillRect/>
          </a:stretch>
        </p:blipFill>
        <p:spPr>
          <a:xfrm>
            <a:off x="4914390" y="0"/>
            <a:ext cx="5363123" cy="6858000"/>
          </a:xfrm>
          <a:prstGeom prst="rect">
            <a:avLst/>
          </a:prstGeom>
        </p:spPr>
      </p:pic>
      <p:sp>
        <p:nvSpPr>
          <p:cNvPr id="10" name="矩形 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4791A2B-FD24-4EF0-B937-F8088F2D02AA}"/>
              </a:ext>
            </a:extLst>
          </p:cNvPr>
          <p:cNvSpPr/>
          <p:nvPr/>
        </p:nvSpPr>
        <p:spPr>
          <a:xfrm>
            <a:off x="3852517" y="3718469"/>
            <a:ext cx="1477328" cy="2679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少年听雨歌楼上，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红烛昏罗帐。 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壮年听雨客舟中，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江阔云低， 断雁叫西风。</a:t>
            </a:r>
          </a:p>
        </p:txBody>
      </p:sp>
    </p:spTree>
    <p:extLst>
      <p:ext uri="{BB962C8B-B14F-4D97-AF65-F5344CB8AC3E}">
        <p14:creationId val="1644031131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椭圆 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AA76CD6-B211-4E8D-9879-F40DF11B53BC}"/>
              </a:ext>
            </a:extLst>
          </p:cNvPr>
          <p:cNvSpPr/>
          <p:nvPr/>
        </p:nvSpPr>
        <p:spPr>
          <a:xfrm>
            <a:off x="6996626" y="2023836"/>
            <a:ext cx="2712969" cy="271296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1" cy="707886"/>
              <a:chOff x="4255173" y="441325"/>
              <a:chExt cx="3494611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6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肆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grpSp>
        <p:nvGrpSpPr>
          <p:cNvPr id="13" name="组合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6B8AE9B-B1E9-416B-8010-46FF2A3D1E3B}"/>
              </a:ext>
            </a:extLst>
          </p:cNvPr>
          <p:cNvGrpSpPr/>
          <p:nvPr/>
        </p:nvGrpSpPr>
        <p:grpSpPr>
          <a:xfrm>
            <a:off x="4810585" y="5219800"/>
            <a:ext cx="492443" cy="554833"/>
            <a:chOff x="9567268" y="1891901"/>
            <a:chExt cx="492443" cy="55483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D1E8D0C-C47E-4D5F-A36D-B8D8928BA3BE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9B5FB86-FF36-4A45-86B4-973B54C2A125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16" name="矩形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C63E775-83FE-462F-9787-18104DFF9D56}"/>
              </a:ext>
            </a:extLst>
          </p:cNvPr>
          <p:cNvSpPr/>
          <p:nvPr/>
        </p:nvSpPr>
        <p:spPr>
          <a:xfrm>
            <a:off x="975920" y="2107070"/>
            <a:ext cx="2769989" cy="389616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532A8E7-51A0-4205-AC06-2CA10DA48DC9}"/>
              </a:ext>
            </a:extLst>
          </p:cNvPr>
          <p:cNvSpPr/>
          <p:nvPr/>
        </p:nvSpPr>
        <p:spPr>
          <a:xfrm>
            <a:off x="9018806" y="3651691"/>
            <a:ext cx="2855633" cy="23544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洞庭青草，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近中秋、更无一点风色。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玉鉴琼田三万顷，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著我扁舟一叶。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素月分辉，明河共影，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表里俱澄澈。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悠然心会，妙处难与君说。</a:t>
            </a:r>
          </a:p>
        </p:txBody>
      </p:sp>
      <p:sp>
        <p:nvSpPr>
          <p:cNvPr id="19" name="矩形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71FC5D1-FEF0-45BE-A211-380B99B0D763}"/>
              </a:ext>
            </a:extLst>
          </p:cNvPr>
          <p:cNvSpPr/>
          <p:nvPr/>
        </p:nvSpPr>
        <p:spPr>
          <a:xfrm>
            <a:off x="6433828" y="1604139"/>
            <a:ext cx="3275767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80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禪</a:t>
            </a:r>
          </a:p>
        </p:txBody>
      </p: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51E0BBB6-611E-4496-98DB-7EB8E85B51A5}"/>
              </a:ext>
            </a:extLst>
          </p:cNvPr>
          <p:cNvSpPr/>
          <p:nvPr/>
        </p:nvSpPr>
        <p:spPr>
          <a:xfrm>
            <a:off x="4129938" y="2160906"/>
            <a:ext cx="1292662" cy="37429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悲歡離合總無情， 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壹任階前點滴到天明。</a:t>
            </a:r>
          </a:p>
        </p:txBody>
      </p:sp>
    </p:spTree>
    <p:extLst>
      <p:ext uri="{BB962C8B-B14F-4D97-AF65-F5344CB8AC3E}">
        <p14:creationId val="3139803565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05A87E-DD49-4B5D-A066-717B648541B6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0127BA7-E09A-4CDE-9A72-35699D52A774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12DE1C-C357-4379-AEBA-F6444CE16C41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4DFC9E-9700-41D5-8B52-7E6E42A0D240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B07A44-F79A-4BED-BD55-13985F11474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肆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sp>
        <p:nvSpPr>
          <p:cNvPr id="14" name="矩形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7231119-550A-4AB7-B79C-3E96063885A7}"/>
              </a:ext>
            </a:extLst>
          </p:cNvPr>
          <p:cNvSpPr/>
          <p:nvPr/>
        </p:nvSpPr>
        <p:spPr>
          <a:xfrm>
            <a:off x="787513" y="2251754"/>
            <a:ext cx="7125820" cy="235449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5" name="图片 2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1335DA4-E199-4D85-9F13-4CF00EF82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165" y="1612262"/>
            <a:ext cx="4272580" cy="4506237"/>
          </a:xfrm>
          <a:prstGeom prst="rect">
            <a:avLst/>
          </a:prstGeom>
        </p:spPr>
      </p:pic>
      <p:grpSp>
        <p:nvGrpSpPr>
          <p:cNvPr id="33" name="组合 3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C6CF4AF-426D-4513-B78E-1FE161C81A37}"/>
              </a:ext>
            </a:extLst>
          </p:cNvPr>
          <p:cNvGrpSpPr/>
          <p:nvPr/>
        </p:nvGrpSpPr>
        <p:grpSpPr>
          <a:xfrm>
            <a:off x="787513" y="5006534"/>
            <a:ext cx="2025261" cy="796764"/>
            <a:chOff x="787513" y="5049078"/>
            <a:chExt cx="2025261" cy="796764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D5906B12-F5ED-4A8E-9531-4109248F5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13" y="5049078"/>
              <a:ext cx="2025261" cy="796764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E233C51-D16D-4A4F-9217-9B38D1F90EFE}"/>
                </a:ext>
              </a:extLst>
            </p:cNvPr>
            <p:cNvSpPr/>
            <p:nvPr/>
          </p:nvSpPr>
          <p:spPr>
            <a:xfrm>
              <a:off x="951716" y="5126248"/>
              <a:ext cx="1696854" cy="54739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江闊雲低</a:t>
              </a:r>
            </a:p>
          </p:txBody>
        </p:sp>
      </p:grpSp>
      <p:grpSp>
        <p:nvGrpSpPr>
          <p:cNvPr id="34" name="组合 3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6834CAE-B383-4138-8E4F-87556BBD71BE}"/>
              </a:ext>
            </a:extLst>
          </p:cNvPr>
          <p:cNvGrpSpPr/>
          <p:nvPr/>
        </p:nvGrpSpPr>
        <p:grpSpPr>
          <a:xfrm>
            <a:off x="3303640" y="5006534"/>
            <a:ext cx="2025261" cy="796764"/>
            <a:chOff x="787513" y="5049078"/>
            <a:chExt cx="2025261" cy="796764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CA1CEE59-2E71-4289-BE86-F080DD37C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13" y="5049078"/>
              <a:ext cx="2025261" cy="796764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BED8B33-82BF-4A5B-A5A4-FC762E4C6F3D}"/>
                </a:ext>
              </a:extLst>
            </p:cNvPr>
            <p:cNvSpPr/>
            <p:nvPr/>
          </p:nvSpPr>
          <p:spPr>
            <a:xfrm>
              <a:off x="951716" y="5126248"/>
              <a:ext cx="1696854" cy="54739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江闊雲低</a:t>
              </a:r>
            </a:p>
          </p:txBody>
        </p:sp>
      </p:grpSp>
      <p:grpSp>
        <p:nvGrpSpPr>
          <p:cNvPr id="37" name="组合 3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5DC7B97-23BC-4414-ABD7-FA0F379E9776}"/>
              </a:ext>
            </a:extLst>
          </p:cNvPr>
          <p:cNvGrpSpPr/>
          <p:nvPr/>
        </p:nvGrpSpPr>
        <p:grpSpPr>
          <a:xfrm>
            <a:off x="5819767" y="5006534"/>
            <a:ext cx="2025261" cy="796764"/>
            <a:chOff x="787513" y="5049078"/>
            <a:chExt cx="2025261" cy="796764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9E56A19-FFB9-4A2A-8AA7-FFA99302C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13" y="5049078"/>
              <a:ext cx="2025261" cy="796764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0A31626-A64C-4F03-B425-1CB1F5DEFD5C}"/>
                </a:ext>
              </a:extLst>
            </p:cNvPr>
            <p:cNvSpPr/>
            <p:nvPr/>
          </p:nvSpPr>
          <p:spPr>
            <a:xfrm>
              <a:off x="951716" y="5126248"/>
              <a:ext cx="1696854" cy="54739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江闊雲低</a:t>
              </a:r>
            </a:p>
          </p:txBody>
        </p:sp>
      </p:grpSp>
      <p:grpSp>
        <p:nvGrpSpPr>
          <p:cNvPr id="40" name="组合 3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A26498F-3CA2-4995-9C07-5D5B1BD4DD78}"/>
              </a:ext>
            </a:extLst>
          </p:cNvPr>
          <p:cNvGrpSpPr/>
          <p:nvPr/>
        </p:nvGrpSpPr>
        <p:grpSpPr>
          <a:xfrm>
            <a:off x="8641720" y="3587963"/>
            <a:ext cx="492443" cy="554833"/>
            <a:chOff x="9567268" y="1891901"/>
            <a:chExt cx="492443" cy="554833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B9D7043F-E3D3-4F8A-AEF6-972ADD0A6B03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76AD66E-8C10-40FD-B145-7BABB2B5DB68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3689656445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7" name="矩形 16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7263867-B224-47EA-B253-DB6608FE21DF}"/>
              </a:ext>
            </a:extLst>
          </p:cNvPr>
          <p:cNvSpPr/>
          <p:nvPr/>
        </p:nvSpPr>
        <p:spPr>
          <a:xfrm>
            <a:off x="479425" y="3593053"/>
            <a:ext cx="11233150" cy="2823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6C20095-5CB5-4BF4-A2A8-254CABC493C2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598BA60-734D-42AF-A6F3-B98855DBB3AB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2AF2697-F23F-4DD9-9FF7-929EDCDC50DC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60EBBE7-B2CF-4C55-8ED2-CAF38CB8BE75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7F19B8D-56CC-4C7D-A1BE-484D18C25E66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肆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16" name="图片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C419E87-EC6A-467D-8629-794A506BADD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04"/>
          <a:stretch>
            <a:fillRect/>
          </a:stretch>
        </p:blipFill>
        <p:spPr>
          <a:xfrm rot="5400000">
            <a:off x="7318748" y="2022849"/>
            <a:ext cx="1929653" cy="6858000"/>
          </a:xfrm>
          <a:prstGeom prst="rect">
            <a:avLst/>
          </a:prstGeom>
        </p:spPr>
      </p:pic>
      <p:sp>
        <p:nvSpPr>
          <p:cNvPr id="18" name="矩形 17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576B93C3-AEDD-4813-B69E-9321BBC2934A}"/>
              </a:ext>
            </a:extLst>
          </p:cNvPr>
          <p:cNvSpPr/>
          <p:nvPr/>
        </p:nvSpPr>
        <p:spPr>
          <a:xfrm>
            <a:off x="980286" y="3982652"/>
            <a:ext cx="4385816" cy="2044421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9" name="组合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A97FA2B-10E3-420D-86BE-A14E194444DA}"/>
              </a:ext>
            </a:extLst>
          </p:cNvPr>
          <p:cNvGrpSpPr/>
          <p:nvPr/>
        </p:nvGrpSpPr>
        <p:grpSpPr>
          <a:xfrm>
            <a:off x="9018808" y="4320937"/>
            <a:ext cx="492443" cy="554833"/>
            <a:chOff x="9567268" y="1891901"/>
            <a:chExt cx="492443" cy="55483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60A3076-5FCF-4C08-AAA5-0AD6E518DA25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03B12C3-7A61-4F40-AABF-321736EBA4BA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sp>
        <p:nvSpPr>
          <p:cNvPr id="26" name="矩形 2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0DB91CA9-D106-4EE0-B050-1A9D4278862F}"/>
              </a:ext>
            </a:extLst>
          </p:cNvPr>
          <p:cNvSpPr/>
          <p:nvPr/>
        </p:nvSpPr>
        <p:spPr>
          <a:xfrm>
            <a:off x="2253164" y="1882287"/>
            <a:ext cx="2145130" cy="11013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悠然心會</a:t>
            </a:r>
          </a:p>
          <a:p>
            <a:pPr algn="r"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妙處難與君說</a:t>
            </a:r>
          </a:p>
        </p:txBody>
      </p:sp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962C1D5-F834-48C8-9116-29FA1660059C}"/>
              </a:ext>
            </a:extLst>
          </p:cNvPr>
          <p:cNvGrpSpPr/>
          <p:nvPr/>
        </p:nvGrpSpPr>
        <p:grpSpPr>
          <a:xfrm>
            <a:off x="5067756" y="1984290"/>
            <a:ext cx="6444576" cy="1061829"/>
            <a:chOff x="5067756" y="1984290"/>
            <a:chExt cx="6444576" cy="106182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6CA9BC2-6E97-46D0-8398-9883337429AE}"/>
                </a:ext>
              </a:extLst>
            </p:cNvPr>
            <p:cNvSpPr/>
            <p:nvPr/>
          </p:nvSpPr>
          <p:spPr>
            <a:xfrm>
              <a:off x="5198319" y="1984290"/>
              <a:ext cx="6314013" cy="1061829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李先生用这样的态度来教我们音乐，因此我们上音乐课时，觉得比上其他一切课更严肃。同时对于音乐教师李叔同先生，比对其他教师更敬仰。那时的学校，首重的是所谓“英、国、算”即英文、国文和算学。</a:t>
              </a:r>
              <a:endParaRPr lang="en-US" altLang="zh-CN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B7EE995-CD81-4D6F-84B6-3F088EB46C3C}"/>
                </a:ext>
              </a:extLst>
            </p:cNvPr>
            <p:cNvCxnSpPr/>
            <p:nvPr/>
          </p:nvCxnSpPr>
          <p:spPr>
            <a:xfrm flipH="1">
              <a:off x="5067756" y="2187096"/>
              <a:ext cx="0" cy="656217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val="945785508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9" name="组合 2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68202A2-341D-41A6-980D-42F6F998B260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CF797D-9D22-4FEF-AD26-DAEA6F86A261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C58C6D6-D32A-491F-97E0-CE6670FEE13E}"/>
                </a:ext>
              </a:extLst>
            </p:cNvPr>
            <p:cNvGrpSpPr/>
            <p:nvPr/>
          </p:nvGrpSpPr>
          <p:grpSpPr>
            <a:xfrm>
              <a:off x="4350423" y="441325"/>
              <a:ext cx="3494610" cy="707886"/>
              <a:chOff x="4255173" y="441325"/>
              <a:chExt cx="3494610" cy="707886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1870AA-2730-4E17-9748-CA146D41EE68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01074B-9F57-4243-8912-D2BAF78A53C3}"/>
                  </a:ext>
                </a:extLst>
              </p:cNvPr>
              <p:cNvSpPr txBox="1"/>
              <p:nvPr/>
            </p:nvSpPr>
            <p:spPr>
              <a:xfrm>
                <a:off x="6272455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肆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12" name="图片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DA6E3E3-524B-45FD-8CE9-AE8C193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4" r="40175" b="42812"/>
          <a:stretch>
            <a:fillRect/>
          </a:stretch>
        </p:blipFill>
        <p:spPr>
          <a:xfrm>
            <a:off x="479425" y="1885950"/>
            <a:ext cx="4254183" cy="1991564"/>
          </a:xfrm>
          <a:custGeom>
            <a:gdLst>
              <a:gd name="connsiteX0" fmla="*/ 0 w 4468919"/>
              <a:gd name="connsiteY0" fmla="*/ 0 h 2257425"/>
              <a:gd name="connsiteX1" fmla="*/ 4468919 w 4468919"/>
              <a:gd name="connsiteY1" fmla="*/ 0 h 2257425"/>
              <a:gd name="connsiteX2" fmla="*/ 4468919 w 4468919"/>
              <a:gd name="connsiteY2" fmla="*/ 2257425 h 2257425"/>
              <a:gd name="connsiteX3" fmla="*/ 0 w 4468919"/>
              <a:gd name="connsiteY3" fmla="*/ 2257425 h 2257425"/>
              <a:gd name="connsiteX4" fmla="*/ 0 w 4468919"/>
              <a:gd name="connsiteY4" fmla="*/ 0 h 225742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8919" h="2257425">
                <a:moveTo>
                  <a:pt x="0" y="0"/>
                </a:moveTo>
                <a:lnTo>
                  <a:pt x="4468919" y="0"/>
                </a:lnTo>
                <a:lnTo>
                  <a:pt x="4468919" y="2257425"/>
                </a:lnTo>
                <a:lnTo>
                  <a:pt x="0" y="225742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图片 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A3BB9DC5-DF31-4EB3-B412-CBEEE1B8844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B0B0B">
                  <a:alpha val="4706"/>
                </a:srgbClr>
              </a:clrFrom>
              <a:clrTo>
                <a:srgbClr val="0B0B0B">
                  <a:alpha val="0"/>
                </a:srgbClr>
              </a:clrTo>
            </a:clrChange>
          </a:blip>
          <a:srcRect l="22452" t="1264"/>
          <a:stretch>
            <a:fillRect/>
          </a:stretch>
        </p:blipFill>
        <p:spPr>
          <a:xfrm>
            <a:off x="6095999" y="1733550"/>
            <a:ext cx="5616575" cy="4683125"/>
          </a:xfrm>
          <a:prstGeom prst="rect">
            <a:avLst/>
          </a:prstGeom>
        </p:spPr>
      </p:pic>
      <p:sp>
        <p:nvSpPr>
          <p:cNvPr id="19" name="矩形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B43F292-8F48-4176-946C-561839ABA826}"/>
              </a:ext>
            </a:extLst>
          </p:cNvPr>
          <p:cNvSpPr/>
          <p:nvPr/>
        </p:nvSpPr>
        <p:spPr>
          <a:xfrm>
            <a:off x="3773520" y="2145749"/>
            <a:ext cx="5355312" cy="256650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在别的学校里，这三门功课的教师最有权威，而在我们这师范学校里，音乐教师最有权威，因为他是李叔同先生的缘故。 </a:t>
            </a:r>
            <a:endParaRPr lang="zh-CN" alt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AFC93D3-2D9A-4E2B-8CAF-402D9330F2A9}"/>
              </a:ext>
            </a:extLst>
          </p:cNvPr>
          <p:cNvSpPr/>
          <p:nvPr/>
        </p:nvSpPr>
        <p:spPr>
          <a:xfrm>
            <a:off x="641752" y="4399356"/>
            <a:ext cx="2145130" cy="1112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悠然心會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妙處難與君說</a:t>
            </a:r>
          </a:p>
        </p:txBody>
      </p:sp>
      <p:grpSp>
        <p:nvGrpSpPr>
          <p:cNvPr id="21" name="组合 2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2BEA99E5-67A1-4FF5-B526-42AC8F7A3E78}"/>
              </a:ext>
            </a:extLst>
          </p:cNvPr>
          <p:cNvGrpSpPr/>
          <p:nvPr/>
        </p:nvGrpSpPr>
        <p:grpSpPr>
          <a:xfrm>
            <a:off x="3004718" y="4941953"/>
            <a:ext cx="492443" cy="554833"/>
            <a:chOff x="9567268" y="1891901"/>
            <a:chExt cx="492443" cy="55483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0EC1DFC-BAD9-4FBA-8D0D-61C723C7E32F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00F2518-EBDE-440F-AA13-71ABAD88A870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4026449470"/>
      </p:ext>
    </p:ext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3" name="图片 1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46DDFF30-C6ED-4C78-9C11-2A3A89217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4" t="8393" r="40224" b="27078"/>
          <a:stretch>
            <a:fillRect/>
          </a:stretch>
        </p:blipFill>
        <p:spPr>
          <a:xfrm>
            <a:off x="1368982" y="1937956"/>
            <a:ext cx="1750124" cy="1750124"/>
          </a:xfrm>
          <a:custGeom>
            <a:gdLst>
              <a:gd name="connsiteX0" fmla="*/ 1417320 w 2834640"/>
              <a:gd name="connsiteY0" fmla="*/ 0 h 2834640"/>
              <a:gd name="connsiteX1" fmla="*/ 2834640 w 2834640"/>
              <a:gd name="connsiteY1" fmla="*/ 1417320 h 2834640"/>
              <a:gd name="connsiteX2" fmla="*/ 1417320 w 2834640"/>
              <a:gd name="connsiteY2" fmla="*/ 2834640 h 2834640"/>
              <a:gd name="connsiteX3" fmla="*/ 0 w 2834640"/>
              <a:gd name="connsiteY3" fmla="*/ 1417320 h 2834640"/>
              <a:gd name="connsiteX4" fmla="*/ 1417320 w 2834640"/>
              <a:gd name="connsiteY4" fmla="*/ 0 h 28346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grpSp>
        <p:nvGrpSpPr>
          <p:cNvPr id="6" name="组合 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BBA23E67-DD30-45CF-A8E0-5562C9CED385}"/>
              </a:ext>
            </a:extLst>
          </p:cNvPr>
          <p:cNvGrpSpPr/>
          <p:nvPr/>
        </p:nvGrpSpPr>
        <p:grpSpPr>
          <a:xfrm>
            <a:off x="3173194" y="441325"/>
            <a:ext cx="5845612" cy="771525"/>
            <a:chOff x="3173194" y="441325"/>
            <a:chExt cx="5845612" cy="771525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8087331-53C0-40C7-9D26-7F21F1F24203}"/>
                </a:ext>
              </a:extLst>
            </p:cNvPr>
            <p:cNvCxnSpPr/>
            <p:nvPr/>
          </p:nvCxnSpPr>
          <p:spPr>
            <a:xfrm>
              <a:off x="3173194" y="1212850"/>
              <a:ext cx="58456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34CFD88-6861-4BC6-B272-2D3C40AD8633}"/>
                </a:ext>
              </a:extLst>
            </p:cNvPr>
            <p:cNvGrpSpPr/>
            <p:nvPr/>
          </p:nvGrpSpPr>
          <p:grpSpPr>
            <a:xfrm>
              <a:off x="4350423" y="441325"/>
              <a:ext cx="3494609" cy="707886"/>
              <a:chOff x="4255173" y="441325"/>
              <a:chExt cx="3494609" cy="707886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931A374-936F-4265-B555-F87E1E4FAB12}"/>
                  </a:ext>
                </a:extLst>
              </p:cNvPr>
              <p:cNvSpPr txBox="1"/>
              <p:nvPr/>
            </p:nvSpPr>
            <p:spPr>
              <a:xfrm>
                <a:off x="4255173" y="441325"/>
                <a:ext cx="1812251" cy="707886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春有百花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秋有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夏有凉风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冬有雪。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D4906A-EE9F-4F00-9EA4-ADA22ADE0141}"/>
                  </a:ext>
                </a:extLst>
              </p:cNvPr>
              <p:cNvSpPr txBox="1"/>
              <p:nvPr/>
            </p:nvSpPr>
            <p:spPr>
              <a:xfrm>
                <a:off x="6272454" y="598814"/>
                <a:ext cx="1477328" cy="39290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第</a:t>
                </a:r>
                <a:r>
                  <a:rPr lang="zh-CN" altLang="en-US" sz="2800">
                    <a:solidFill>
                      <a:srgbClr val="9A0000"/>
                    </a:solidFill>
                    <a:latin typeface="康煕字典體(Demo)" pitchFamily="2" charset="-120"/>
                    <a:ea typeface="康煕字典體(Demo)" pitchFamily="2" charset="-120"/>
                  </a:rPr>
                  <a:t>肆</a:t>
                </a:r>
                <a:r>
                  <a:rPr lang="zh-CN" altLang="en-US" sz="2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康煕字典體(Demo)" pitchFamily="2" charset="-120"/>
                    <a:ea typeface="康煕字典體(Demo)" pitchFamily="2" charset="-120"/>
                  </a:rPr>
                  <a:t>話</a:t>
                </a:r>
              </a:p>
            </p:txBody>
          </p:sp>
        </p:grpSp>
      </p:grpSp>
      <p:pic>
        <p:nvPicPr>
          <p:cNvPr id="14" name="图片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07414B2-5981-4836-90C5-6A93C93DB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4" t="8393" r="40224" b="27078"/>
          <a:stretch>
            <a:fillRect/>
          </a:stretch>
        </p:blipFill>
        <p:spPr>
          <a:xfrm>
            <a:off x="3903348" y="1937956"/>
            <a:ext cx="1750124" cy="1750124"/>
          </a:xfrm>
          <a:custGeom>
            <a:gdLst>
              <a:gd name="connsiteX0" fmla="*/ 1417320 w 2834640"/>
              <a:gd name="connsiteY0" fmla="*/ 0 h 2834640"/>
              <a:gd name="connsiteX1" fmla="*/ 2834640 w 2834640"/>
              <a:gd name="connsiteY1" fmla="*/ 1417320 h 2834640"/>
              <a:gd name="connsiteX2" fmla="*/ 1417320 w 2834640"/>
              <a:gd name="connsiteY2" fmla="*/ 2834640 h 2834640"/>
              <a:gd name="connsiteX3" fmla="*/ 0 w 2834640"/>
              <a:gd name="connsiteY3" fmla="*/ 1417320 h 2834640"/>
              <a:gd name="connsiteX4" fmla="*/ 1417320 w 2834640"/>
              <a:gd name="connsiteY4" fmla="*/ 0 h 28346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15" name="矩形 1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E9381928-62B2-4368-8F60-F1442021A3AC}"/>
              </a:ext>
            </a:extLst>
          </p:cNvPr>
          <p:cNvSpPr/>
          <p:nvPr/>
        </p:nvSpPr>
        <p:spPr>
          <a:xfrm>
            <a:off x="6793602" y="2367280"/>
            <a:ext cx="2769989" cy="366419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李先生用这样的态度来教我们音乐，因此我们上音乐课时，觉得比上其他一切课更严肃。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同时对于音乐教师李叔同先生，比对其他教师更敬仰。那时的学校，首重的是所谓“英、国、算”即英文、国文和算学。</a:t>
            </a:r>
            <a:endParaRPr lang="en-US" altLang="zh-CN" sz="1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6" name="组合 15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3EC5C04E-590F-4F0A-9E9E-61708E6EC596}"/>
              </a:ext>
            </a:extLst>
          </p:cNvPr>
          <p:cNvGrpSpPr/>
          <p:nvPr/>
        </p:nvGrpSpPr>
        <p:grpSpPr>
          <a:xfrm rot="5400000">
            <a:off x="1231414" y="4580193"/>
            <a:ext cx="2025261" cy="877292"/>
            <a:chOff x="787513" y="4968550"/>
            <a:chExt cx="2025261" cy="877292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BC6CB9B-8061-461D-8C0F-0DE40CF96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13" y="5049078"/>
              <a:ext cx="2025261" cy="796764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D12F87A-75AB-4E74-98D9-3846F2E6AFE7}"/>
                </a:ext>
              </a:extLst>
            </p:cNvPr>
            <p:cNvSpPr/>
            <p:nvPr/>
          </p:nvSpPr>
          <p:spPr>
            <a:xfrm rot="16200000">
              <a:off x="1461291" y="4460766"/>
              <a:ext cx="738664" cy="175423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江闊雲低</a:t>
              </a:r>
            </a:p>
          </p:txBody>
        </p:sp>
      </p:grpSp>
      <p:grpSp>
        <p:nvGrpSpPr>
          <p:cNvPr id="19" name="组合 18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8F345D95-46BD-40B8-9AE7-ED6310E1D284}"/>
              </a:ext>
            </a:extLst>
          </p:cNvPr>
          <p:cNvGrpSpPr/>
          <p:nvPr/>
        </p:nvGrpSpPr>
        <p:grpSpPr>
          <a:xfrm rot="5400000">
            <a:off x="3765780" y="4580193"/>
            <a:ext cx="2025261" cy="877292"/>
            <a:chOff x="787513" y="4968550"/>
            <a:chExt cx="2025261" cy="877292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A9A60D7-AA1E-49AD-BFA3-10D45E6E4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13" y="5049078"/>
              <a:ext cx="2025261" cy="796764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675ED0A-127E-43F8-94DE-3F1F68B3B252}"/>
                </a:ext>
              </a:extLst>
            </p:cNvPr>
            <p:cNvSpPr/>
            <p:nvPr/>
          </p:nvSpPr>
          <p:spPr>
            <a:xfrm rot="16200000">
              <a:off x="1461291" y="4460766"/>
              <a:ext cx="738664" cy="175423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江闊雲低</a:t>
              </a:r>
            </a:p>
          </p:txBody>
        </p:sp>
      </p:grpSp>
      <p:sp>
        <p:nvSpPr>
          <p:cNvPr id="22" name="矩形 2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8454213-45A0-4F73-9B27-5853058008C4}"/>
              </a:ext>
            </a:extLst>
          </p:cNvPr>
          <p:cNvSpPr/>
          <p:nvPr/>
        </p:nvSpPr>
        <p:spPr>
          <a:xfrm>
            <a:off x="9847474" y="2367280"/>
            <a:ext cx="1292662" cy="2381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悠然心會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妙處難與君說</a:t>
            </a:r>
          </a:p>
        </p:txBody>
      </p:sp>
      <p:grpSp>
        <p:nvGrpSpPr>
          <p:cNvPr id="23" name="组合 2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365DC1F-A9E8-4F20-842A-8954254E623C}"/>
              </a:ext>
            </a:extLst>
          </p:cNvPr>
          <p:cNvGrpSpPr/>
          <p:nvPr/>
        </p:nvGrpSpPr>
        <p:grpSpPr>
          <a:xfrm>
            <a:off x="9952507" y="5049318"/>
            <a:ext cx="492443" cy="554833"/>
            <a:chOff x="9567268" y="1891901"/>
            <a:chExt cx="492443" cy="55483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3C646-465E-4068-9C1D-A43B3B763BF0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950CA59-5CC5-4A9F-9B83-91375267A387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</p:spTree>
    <p:extLst>
      <p:ext uri="{BB962C8B-B14F-4D97-AF65-F5344CB8AC3E}">
        <p14:creationId val="909661375"/>
      </p:ext>
    </p:extLst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5" name="图片 24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FF3299CB-1EA6-435C-A8BC-9986161E9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196" y="274321"/>
            <a:ext cx="8689378" cy="6142354"/>
          </a:xfrm>
          <a:custGeom>
            <a:gdLst>
              <a:gd name="connsiteX0" fmla="*/ 0 w 7352546"/>
              <a:gd name="connsiteY0" fmla="*/ 0 h 5197373"/>
              <a:gd name="connsiteX1" fmla="*/ 7352546 w 7352546"/>
              <a:gd name="connsiteY1" fmla="*/ 0 h 5197373"/>
              <a:gd name="connsiteX2" fmla="*/ 7352546 w 7352546"/>
              <a:gd name="connsiteY2" fmla="*/ 5197373 h 5197373"/>
              <a:gd name="connsiteX3" fmla="*/ 1508824 w 7352546"/>
              <a:gd name="connsiteY3" fmla="*/ 5197373 h 5197373"/>
              <a:gd name="connsiteX4" fmla="*/ 1590366 w 7352546"/>
              <a:gd name="connsiteY4" fmla="*/ 5059843 h 5197373"/>
              <a:gd name="connsiteX5" fmla="*/ 1735972 w 7352546"/>
              <a:gd name="connsiteY5" fmla="*/ 4747513 h 5197373"/>
              <a:gd name="connsiteX6" fmla="*/ 1187332 w 7352546"/>
              <a:gd name="connsiteY6" fmla="*/ 4165498 h 5197373"/>
              <a:gd name="connsiteX7" fmla="*/ 570965 w 7352546"/>
              <a:gd name="connsiteY7" fmla="*/ 3628404 h 5197373"/>
              <a:gd name="connsiteX8" fmla="*/ 71878 w 7352546"/>
              <a:gd name="connsiteY8" fmla="*/ 3862158 h 5197373"/>
              <a:gd name="connsiteX9" fmla="*/ 0 w 7352546"/>
              <a:gd name="connsiteY9" fmla="*/ 3910286 h 5197373"/>
              <a:gd name="connsiteX10" fmla="*/ 0 w 7352546"/>
              <a:gd name="connsiteY10" fmla="*/ 2946299 h 5197373"/>
              <a:gd name="connsiteX11" fmla="*/ 2691012 w 7352546"/>
              <a:gd name="connsiteY11" fmla="*/ 2946299 h 5197373"/>
              <a:gd name="connsiteX12" fmla="*/ 2691012 w 7352546"/>
              <a:gd name="connsiteY12" fmla="*/ 1635659 h 5197373"/>
              <a:gd name="connsiteX13" fmla="*/ 0 w 7352546"/>
              <a:gd name="connsiteY13" fmla="*/ 1635659 h 5197373"/>
              <a:gd name="connsiteX14" fmla="*/ 0 w 7352546"/>
              <a:gd name="connsiteY14" fmla="*/ 0 h 519737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352546" h="5197373">
                <a:moveTo>
                  <a:pt x="0" y="0"/>
                </a:moveTo>
                <a:lnTo>
                  <a:pt x="7352546" y="0"/>
                </a:lnTo>
                <a:lnTo>
                  <a:pt x="7352546" y="5197373"/>
                </a:lnTo>
                <a:lnTo>
                  <a:pt x="1508824" y="5197373"/>
                </a:lnTo>
                <a:lnTo>
                  <a:pt x="1590366" y="5059843"/>
                </a:lnTo>
                <a:cubicBezTo>
                  <a:pt x="1655325" y="4939653"/>
                  <a:pt x="1703940" y="4828977"/>
                  <a:pt x="1735972" y="4747513"/>
                </a:cubicBezTo>
                <a:cubicBezTo>
                  <a:pt x="1864100" y="4421659"/>
                  <a:pt x="1381500" y="4352016"/>
                  <a:pt x="1187332" y="4165498"/>
                </a:cubicBezTo>
                <a:cubicBezTo>
                  <a:pt x="1094764" y="3755460"/>
                  <a:pt x="867861" y="3531401"/>
                  <a:pt x="570965" y="3628404"/>
                </a:cubicBezTo>
                <a:cubicBezTo>
                  <a:pt x="459629" y="3664780"/>
                  <a:pt x="267966" y="3744333"/>
                  <a:pt x="71878" y="3862158"/>
                </a:cubicBezTo>
                <a:lnTo>
                  <a:pt x="0" y="3910286"/>
                </a:lnTo>
                <a:lnTo>
                  <a:pt x="0" y="2946299"/>
                </a:lnTo>
                <a:lnTo>
                  <a:pt x="2691012" y="2946299"/>
                </a:lnTo>
                <a:lnTo>
                  <a:pt x="2691012" y="1635659"/>
                </a:lnTo>
                <a:lnTo>
                  <a:pt x="0" y="163565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矩形 11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9604269F-B0E9-4FD9-842E-4BBD426AB2BA}"/>
              </a:ext>
            </a:extLst>
          </p:cNvPr>
          <p:cNvSpPr/>
          <p:nvPr/>
        </p:nvSpPr>
        <p:spPr>
          <a:xfrm>
            <a:off x="479425" y="441325"/>
            <a:ext cx="11233150" cy="5975350"/>
          </a:xfrm>
          <a:prstGeom prst="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48C8351-5383-4DBF-84E6-83582E88DFA8}"/>
              </a:ext>
            </a:extLst>
          </p:cNvPr>
          <p:cNvGrpSpPr/>
          <p:nvPr/>
        </p:nvGrpSpPr>
        <p:grpSpPr>
          <a:xfrm>
            <a:off x="10982643" y="559592"/>
            <a:ext cx="615553" cy="1497808"/>
            <a:chOff x="10982643" y="559592"/>
            <a:chExt cx="615553" cy="149780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EBC83A8-9C85-454A-8A7C-E510F068956B}"/>
                </a:ext>
              </a:extLst>
            </p:cNvPr>
            <p:cNvSpPr txBox="1"/>
            <p:nvPr/>
          </p:nvSpPr>
          <p:spPr>
            <a:xfrm>
              <a:off x="10982643" y="559592"/>
              <a:ext cx="615553" cy="14978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第</a:t>
              </a:r>
              <a:r>
                <a:rPr lang="zh-CN" altLang="en-US" sz="2800">
                  <a:solidFill>
                    <a:srgbClr val="9A0000"/>
                  </a:solidFill>
                  <a:latin typeface="康煕字典體(Demo)" pitchFamily="2" charset="-120"/>
                  <a:ea typeface="康煕字典體(Demo)" pitchFamily="2" charset="-120"/>
                </a:rPr>
                <a:t>弍</a:t>
              </a:r>
              <a:r>
                <a:rPr lang="zh-CN" altLang="en-US" sz="2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康煕字典體(Demo)" pitchFamily="2" charset="-120"/>
                  <a:ea typeface="康煕字典體(Demo)" pitchFamily="2" charset="-120"/>
                </a:rPr>
                <a:t>話</a:t>
              </a: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5D7452C-83C2-453C-909A-1D89E548B427}"/>
                </a:ext>
              </a:extLst>
            </p:cNvPr>
            <p:cNvSpPr/>
            <p:nvPr/>
          </p:nvSpPr>
          <p:spPr>
            <a:xfrm>
              <a:off x="11029920" y="1047997"/>
              <a:ext cx="520999" cy="520999"/>
            </a:xfrm>
            <a:prstGeom prst="ellipse">
              <a:avLst/>
            </a:prstGeom>
            <a:noFill/>
            <a:ln w="15875"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1F694EB1-D1BE-4E79-ABC6-FF5517C58600}"/>
              </a:ext>
            </a:extLst>
          </p:cNvPr>
          <p:cNvSpPr txBox="1"/>
          <p:nvPr/>
        </p:nvSpPr>
        <p:spPr>
          <a:xfrm>
            <a:off x="2046004" y="1050606"/>
            <a:ext cx="1954381" cy="39103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1500">
                <a:solidFill>
                  <a:schemeClr val="tx1">
                    <a:lumMod val="75000"/>
                    <a:lumOff val="25000"/>
                  </a:schemeClr>
                </a:solidFill>
                <a:latin typeface="康煕字典體(Demo)" pitchFamily="2" charset="-120"/>
                <a:ea typeface="康煕字典體(Demo)" pitchFamily="2" charset="-120"/>
              </a:rPr>
              <a:t>悟禪</a:t>
            </a:r>
            <a:endParaRPr lang="zh-CN" altLang="en-US" sz="11500">
              <a:solidFill>
                <a:schemeClr val="tx1">
                  <a:lumMod val="75000"/>
                  <a:lumOff val="25000"/>
                </a:schemeClr>
              </a:solidFill>
              <a:latin typeface="青鸟华光繁淡古印" panose="02010604000101010101" pitchFamily="2" charset="-122"/>
              <a:ea typeface="青鸟华光繁淡古印" panose="02010604000101010101" pitchFamily="2" charset="-122"/>
            </a:endParaRPr>
          </a:p>
        </p:txBody>
      </p:sp>
      <p:grpSp>
        <p:nvGrpSpPr>
          <p:cNvPr id="41" name="组合 40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68E4E7A8-ED71-4584-B2CE-DC317A0A3AC2}"/>
              </a:ext>
            </a:extLst>
          </p:cNvPr>
          <p:cNvGrpSpPr/>
          <p:nvPr/>
        </p:nvGrpSpPr>
        <p:grpSpPr>
          <a:xfrm>
            <a:off x="4000387" y="3575287"/>
            <a:ext cx="492443" cy="554833"/>
            <a:chOff x="9567268" y="1891901"/>
            <a:chExt cx="492443" cy="55483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2E8E89F-6536-48BA-99F8-B521E1881081}"/>
                </a:ext>
              </a:extLst>
            </p:cNvPr>
            <p:cNvSpPr/>
            <p:nvPr/>
          </p:nvSpPr>
          <p:spPr>
            <a:xfrm>
              <a:off x="9632512" y="1988342"/>
              <a:ext cx="361950" cy="361950"/>
            </a:xfrm>
            <a:prstGeom prst="round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E690AB4-B2F6-4C52-AD97-C0D34C431A0A}"/>
                </a:ext>
              </a:extLst>
            </p:cNvPr>
            <p:cNvSpPr txBox="1"/>
            <p:nvPr/>
          </p:nvSpPr>
          <p:spPr>
            <a:xfrm>
              <a:off x="9567268" y="1891901"/>
              <a:ext cx="492443" cy="5548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>
                  <a:solidFill>
                    <a:schemeClr val="bg1"/>
                  </a:solidFill>
                  <a:latin typeface="康煕字典體(Demo)" pitchFamily="2" charset="-120"/>
                  <a:ea typeface="康煕字典體(Demo)" pitchFamily="2" charset="-120"/>
                </a:rPr>
                <a:t>禪</a:t>
              </a:r>
            </a:p>
          </p:txBody>
        </p:sp>
      </p:grpSp>
      <p:pic>
        <p:nvPicPr>
          <p:cNvPr id="23" name="图片 22" descr="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">
            <a:extLst>
              <a:ext uri="{FF2B5EF4-FFF2-40B4-BE49-F238E27FC236}">
                <a16:creationId xmlns:a16="http://schemas.microsoft.com/office/drawing/2014/main" id="{DB18611A-6171-45FC-9382-F7ADE0790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80" r="76099"/>
          <a:stretch>
            <a:fillRect/>
          </a:stretch>
        </p:blipFill>
        <p:spPr>
          <a:xfrm>
            <a:off x="489584" y="4826318"/>
            <a:ext cx="1757313" cy="1591439"/>
          </a:xfrm>
          <a:custGeom>
            <a:gdLst>
              <a:gd name="connsiteX0" fmla="*/ 678894 w 1757313"/>
              <a:gd name="connsiteY0" fmla="*/ 880 h 1591439"/>
              <a:gd name="connsiteX1" fmla="*/ 1187332 w 1757313"/>
              <a:gd name="connsiteY1" fmla="*/ 559564 h 1591439"/>
              <a:gd name="connsiteX2" fmla="*/ 1735972 w 1757313"/>
              <a:gd name="connsiteY2" fmla="*/ 1141579 h 1591439"/>
              <a:gd name="connsiteX3" fmla="*/ 1590366 w 1757313"/>
              <a:gd name="connsiteY3" fmla="*/ 1453909 h 1591439"/>
              <a:gd name="connsiteX4" fmla="*/ 1508824 w 1757313"/>
              <a:gd name="connsiteY4" fmla="*/ 1591439 h 1591439"/>
              <a:gd name="connsiteX5" fmla="*/ 0 w 1757313"/>
              <a:gd name="connsiteY5" fmla="*/ 1591439 h 1591439"/>
              <a:gd name="connsiteX6" fmla="*/ 0 w 1757313"/>
              <a:gd name="connsiteY6" fmla="*/ 304352 h 1591439"/>
              <a:gd name="connsiteX7" fmla="*/ 71878 w 1757313"/>
              <a:gd name="connsiteY7" fmla="*/ 256224 h 1591439"/>
              <a:gd name="connsiteX8" fmla="*/ 570965 w 1757313"/>
              <a:gd name="connsiteY8" fmla="*/ 22470 h 1591439"/>
              <a:gd name="connsiteX9" fmla="*/ 678894 w 1757313"/>
              <a:gd name="connsiteY9" fmla="*/ 880 h 159143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7313" h="1591439">
                <a:moveTo>
                  <a:pt x="678894" y="880"/>
                </a:moveTo>
                <a:cubicBezTo>
                  <a:pt x="922488" y="-15612"/>
                  <a:pt x="1106335" y="200781"/>
                  <a:pt x="1187332" y="559564"/>
                </a:cubicBezTo>
                <a:cubicBezTo>
                  <a:pt x="1381500" y="746082"/>
                  <a:pt x="1864100" y="815725"/>
                  <a:pt x="1735972" y="1141579"/>
                </a:cubicBezTo>
                <a:cubicBezTo>
                  <a:pt x="1703940" y="1223043"/>
                  <a:pt x="1655325" y="1333719"/>
                  <a:pt x="1590366" y="1453909"/>
                </a:cubicBezTo>
                <a:lnTo>
                  <a:pt x="1508824" y="1591439"/>
                </a:lnTo>
                <a:lnTo>
                  <a:pt x="0" y="1591439"/>
                </a:lnTo>
                <a:lnTo>
                  <a:pt x="0" y="304352"/>
                </a:lnTo>
                <a:lnTo>
                  <a:pt x="71878" y="256224"/>
                </a:lnTo>
                <a:cubicBezTo>
                  <a:pt x="267966" y="138399"/>
                  <a:pt x="459629" y="58846"/>
                  <a:pt x="570965" y="22470"/>
                </a:cubicBezTo>
                <a:cubicBezTo>
                  <a:pt x="608077" y="10345"/>
                  <a:pt x="644096" y="3236"/>
                  <a:pt x="678894" y="88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val="7303974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</p:tagLst>
</file>

<file path=ppt/theme/theme1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.xml" /></Relationships>
</file>

<file path=customXml/item1.xml><?xml version="1.0" encoding="utf-8"?>
<e7d195523061f1c0 xmlns="http://e7d195523061f1c0/custom/data/def">
  <_7b1dac89e7d195523061f1c0316ecb71 xmlns="">e7d195523061f1c0092ce48a5fc95870a0687ac45bc8b2caB227BFDC40F9DB2B7A559DE97B8BDC6E716585DDCE188C7BF488BAA08C98985C74A3E1B5E305210FABE6A8AE2A6A8AB67019A6860E9B7AF5090AFD7F6BE7AEE95619C77DCDDFD086365F9265F217D47915965B223AD5810E9DE30DCF4D01D96F11D6B9D412B34D4F30805A0681BB628D5CBBAEEFD91BB86175B5557592B9A634</_7b1dac89e7d195523061f1c0316ecb71>
  <_7b1dac89e7d195523061f1c0316ecb71 xmlns="">e7d195523061f1c0092ce48a5fc95870a0687ac45bc8b2caB227BFDC40F9DB2B7A559DE97B8BDC6E716585DDCE188C7BF488BAA08C98985C74A3E1B5E305210FABE6A8AE2A6A8AB67019A6860E9B7AF5090AFD7F6BE7AEE95619C77DCDDFD086365F9265F217D479B9C8CB82C01DB9A90C38891B327D366FA7F463F1D772BB1F76110EF1B70DCE9ADF03D5A0AC15E49BA6FFAFE9E7E22312</_7b1dac89e7d195523061f1c0316ecb71>
</e7d195523061f1c0>
</file>

<file path=customXml/itemProps1.xml><?xml version="1.0" encoding="utf-8"?>
<ds:datastoreItem xmlns:ds="http://schemas.openxmlformats.org/officeDocument/2006/customXml" ds:itemID="{42FCB2FC-E404-49D4-9DEE-7380C827DB86}">
  <ds:schemaRefs>
    <ds:schemaRef ds:uri="http://e7d195523061f1c0/custom/data/def"/>
    <ds:schemaRef ds:uri=""/>
  </ds:schemaRefs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>宁波麦婕电子商务有限公司</Company>
  <PresentationFormat>宽屏</PresentationFormat>
  <Paragraphs>263</Paragraphs>
  <Slides>25</Slides>
  <Notes>25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baseType="lpstr" size="34">
      <vt:lpstr>Arial</vt:lpstr>
      <vt:lpstr>Calibri Light</vt:lpstr>
      <vt:lpstr>Calibri</vt:lpstr>
      <vt:lpstr>康煕字典體(Demo)</vt:lpstr>
      <vt:lpstr>华文楷体</vt:lpstr>
      <vt:lpstr>Malgun Gothic Semilight</vt:lpstr>
      <vt:lpstr>青鸟华光繁淡古印</vt:lpstr>
      <vt:lpstr>宋体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演示文稿</dc:title>
  <dc:creator>宁波麦婕电子商务有限公司</dc:creator>
  <dc:description>创世素材网：http://www.cssc365.com</dc:description>
  <cp:lastModifiedBy>jas</cp:lastModifiedBy>
  <cp:revision>6</cp:revision>
  <dcterms:created xsi:type="dcterms:W3CDTF">2017-07-11T02:24:27Z</dcterms:created>
  <dcterms:modified xsi:type="dcterms:W3CDTF">2024-12-18T05:25:46Z</dcterms:modified>
</cp:coreProperties>
</file>