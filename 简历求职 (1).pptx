
<file path=[Content_Types].xml><?xml version="1.0" encoding="utf-8"?>
<Types xmlns="http://schemas.openxmlformats.org/package/2006/content-types">
  <Default Extension="rels" ContentType="application/vnd.openxmlformats-package.relationships+xml"/>
  <Default Extension="xml" ContentType="application/xml"/>
  <Default Extension="jpeg" ContentType="image/jpeg"/>
  <Default Extension="png" ContentType="image/png"/>
  <Default Extension="mp3" ContentType="audio/mpeg"/>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entation.xml" ContentType="application/vnd.openxmlformats-officedocument.presentationml.presentation.main+xml"/>
  <Override PartName="/ppt/presProps.xml" ContentType="application/vnd.openxmlformats-officedocument.presentationml.presProp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&#65279;<?xml version="1.0" encoding="utf-8" standalone="yes"?><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officeDocument/2006/relationships/extended-properties" Target="docProps/app.xml" /><Relationship Id="rId4" Type="http://schemas.openxmlformats.org/package/2006/relationships/metadata/thumbnail" Target="docProps/thumbnail.jpeg" /></Relationships>
</file>

<file path=ppt/presentation.xml><?xml version="1.0" encoding="utf-8"?>
<!--Generated by Aspose.Slides for .NET 24.5-->
<p:presentation xmlns:r="http://schemas.openxmlformats.org/officeDocument/2006/relationships" xmlns:a="http://schemas.openxmlformats.org/drawingml/2006/main" xmlns:p="http://schemas.openxmlformats.org/presentationml/2006/main" saveSubsetFonts="1">
  <p:sldMasterIdLst>
    <p:sldMasterId id="2147483648" r:id="rId1"/>
  </p:sldMasterIdLst>
  <p:notesMasterIdLst>
    <p:notesMasterId r:id="rId2"/>
  </p:notesMasterIdLst>
  <p:sldIdLst>
    <p:sldId id="347" r:id="rId3"/>
    <p:sldId id="348" r:id="rId4"/>
    <p:sldId id="349" r:id="rId5"/>
    <p:sldId id="301" r:id="rId6"/>
    <p:sldId id="264" r:id="rId7"/>
    <p:sldId id="302" r:id="rId8"/>
    <p:sldId id="319" r:id="rId9"/>
    <p:sldId id="350" r:id="rId10"/>
    <p:sldId id="288" r:id="rId11"/>
    <p:sldId id="323" r:id="rId12"/>
    <p:sldId id="324" r:id="rId13"/>
    <p:sldId id="325" r:id="rId14"/>
    <p:sldId id="326" r:id="rId15"/>
    <p:sldId id="328" r:id="rId16"/>
    <p:sldId id="351" r:id="rId17"/>
    <p:sldId id="303" r:id="rId18"/>
    <p:sldId id="333" r:id="rId19"/>
    <p:sldId id="334" r:id="rId20"/>
    <p:sldId id="335" r:id="rId21"/>
    <p:sldId id="336" r:id="rId22"/>
    <p:sldId id="337" r:id="rId23"/>
    <p:sldId id="338" r:id="rId24"/>
    <p:sldId id="352" r:id="rId25"/>
    <p:sldId id="315" r:id="rId26"/>
    <p:sldId id="342" r:id="rId27"/>
    <p:sldId id="343" r:id="rId28"/>
    <p:sldId id="344" r:id="rId29"/>
    <p:sldId id="318" r:id="rId30"/>
    <p:sldId id="353" r:id="rId31"/>
  </p:sldIdLst>
  <p:sldSz cx="12192000" cy="6858000"/>
  <p:notesSz cx="6858000" cy="9144000"/>
  <p:custDataLst>
    <p:tags r:id="rId3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17" userDrawn="1">
          <p15:clr>
            <a:srgbClr val="A4A3A4"/>
          </p15:clr>
        </p15:guide>
      </p15:sldGuideLst>
    </p:ext>
  </p:extLst>
</p:presentation>
</file>

<file path=ppt/presProps.xml><?xml version="1.0" encoding="utf-8"?>
<p:presentationPr xmlns:r="http://schemas.openxmlformats.org/officeDocument/2006/relationships" xmlns:a="http://schemas.openxmlformats.org/drawingml/2006/main" xmlns:p="http://schemas.openxmlformats.org/presentationml/2006/main">
  <p:showPr showNarration="1">
    <p:present/>
    <p:extLs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 uri="{1BD7E111-0CB8-44D6-8891-C1BB2F81B7CC}">
      <p1710:readonlyRecommended xmlns:p1710="http://schemas.microsoft.com/office/powerpoint/2017/10/main" val="0"/>
    </p:ext>
  </p:extLst>
</p:presentationPr>
</file>

<file path=ppt/tableStyles.xml><?xml version="1.0" encoding="utf-8"?>
<a:tblStyleLst xmlns:r="http://schemas.openxmlformats.org/officeDocument/2006/relationships"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92" autoAdjust="0"/>
    <p:restoredTop sz="94660"/>
  </p:normalViewPr>
  <p:slideViewPr>
    <p:cSldViewPr snapToGrid="0" showGuides="1">
      <p:cViewPr>
        <p:scale>
          <a:sx n="50" d="100"/>
          <a:sy n="50" d="100"/>
        </p:scale>
        <p:origin x="1848" y="662"/>
      </p:cViewPr>
      <p:guideLst>
        <p:guide orient="horz" pos="2160"/>
        <p:guide pos="3817"/>
      </p:guideLst>
    </p:cSldViewPr>
  </p:slideViewPr>
  <p:notesTextViewPr>
    <p:cViewPr>
      <p:scale>
        <a:sx n="1" d="1"/>
        <a:sy n="1" d="1"/>
      </p:scale>
      <p:origin x="0" y="0"/>
    </p:cViewPr>
  </p:notesTextViewPr>
  <p:notesViewPr>
    <p:cSldViewPr>
      <p:cViewPr>
        <p:scale>
          <a:sx n="1" d="100"/>
          <a:sy n="1" d="100"/>
        </p:scale>
        <p:origin x="0" y="0"/>
      </p:cViewPr>
    </p:cSldViewPr>
  </p:notesViewPr>
  <p:gridSpacing cx="72008" cy="72008"/>
</p:viewPr>
</file>

<file path=ppt/_rels/presentation.xml.rels>&#65279;<?xml version="1.0" encoding="utf-8" standalone="yes"?><Relationships xmlns="http://schemas.openxmlformats.org/package/2006/relationships"><Relationship Id="rId1" Type="http://schemas.openxmlformats.org/officeDocument/2006/relationships/slideMaster" Target="slideMasters/slideMaster1.xml" /><Relationship Id="rId10" Type="http://schemas.openxmlformats.org/officeDocument/2006/relationships/slide" Target="slides/slide8.xml" /><Relationship Id="rId11" Type="http://schemas.openxmlformats.org/officeDocument/2006/relationships/slide" Target="slides/slide9.xml" /><Relationship Id="rId12" Type="http://schemas.openxmlformats.org/officeDocument/2006/relationships/slide" Target="slides/slide10.xml" /><Relationship Id="rId13" Type="http://schemas.openxmlformats.org/officeDocument/2006/relationships/slide" Target="slides/slide11.xml" /><Relationship Id="rId14" Type="http://schemas.openxmlformats.org/officeDocument/2006/relationships/slide" Target="slides/slide12.xml" /><Relationship Id="rId15" Type="http://schemas.openxmlformats.org/officeDocument/2006/relationships/slide" Target="slides/slide13.xml" /><Relationship Id="rId16" Type="http://schemas.openxmlformats.org/officeDocument/2006/relationships/slide" Target="slides/slide14.xml" /><Relationship Id="rId17" Type="http://schemas.openxmlformats.org/officeDocument/2006/relationships/slide" Target="slides/slide15.xml" /><Relationship Id="rId18" Type="http://schemas.openxmlformats.org/officeDocument/2006/relationships/slide" Target="slides/slide16.xml" /><Relationship Id="rId19" Type="http://schemas.openxmlformats.org/officeDocument/2006/relationships/slide" Target="slides/slide17.xml" /><Relationship Id="rId2" Type="http://schemas.openxmlformats.org/officeDocument/2006/relationships/notesMaster" Target="notesMasters/notesMaster1.xml" /><Relationship Id="rId20" Type="http://schemas.openxmlformats.org/officeDocument/2006/relationships/slide" Target="slides/slide18.xml" /><Relationship Id="rId21" Type="http://schemas.openxmlformats.org/officeDocument/2006/relationships/slide" Target="slides/slide19.xml" /><Relationship Id="rId22" Type="http://schemas.openxmlformats.org/officeDocument/2006/relationships/slide" Target="slides/slide20.xml" /><Relationship Id="rId23" Type="http://schemas.openxmlformats.org/officeDocument/2006/relationships/slide" Target="slides/slide21.xml" /><Relationship Id="rId24" Type="http://schemas.openxmlformats.org/officeDocument/2006/relationships/slide" Target="slides/slide22.xml" /><Relationship Id="rId25" Type="http://schemas.openxmlformats.org/officeDocument/2006/relationships/slide" Target="slides/slide23.xml" /><Relationship Id="rId26" Type="http://schemas.openxmlformats.org/officeDocument/2006/relationships/slide" Target="slides/slide24.xml" /><Relationship Id="rId27" Type="http://schemas.openxmlformats.org/officeDocument/2006/relationships/slide" Target="slides/slide25.xml" /><Relationship Id="rId28" Type="http://schemas.openxmlformats.org/officeDocument/2006/relationships/slide" Target="slides/slide26.xml" /><Relationship Id="rId29" Type="http://schemas.openxmlformats.org/officeDocument/2006/relationships/slide" Target="slides/slide27.xml" /><Relationship Id="rId3" Type="http://schemas.openxmlformats.org/officeDocument/2006/relationships/slide" Target="slides/slide1.xml" /><Relationship Id="rId30" Type="http://schemas.openxmlformats.org/officeDocument/2006/relationships/slide" Target="slides/slide28.xml" /><Relationship Id="rId31" Type="http://schemas.openxmlformats.org/officeDocument/2006/relationships/slide" Target="slides/slide29.xml" /><Relationship Id="rId32" Type="http://schemas.openxmlformats.org/officeDocument/2006/relationships/tags" Target="tags/tag48.xml" /><Relationship Id="rId33" Type="http://schemas.openxmlformats.org/officeDocument/2006/relationships/presProps" Target="presProps.xml" /><Relationship Id="rId34" Type="http://schemas.openxmlformats.org/officeDocument/2006/relationships/viewProps" Target="viewProps.xml" /><Relationship Id="rId35" Type="http://schemas.openxmlformats.org/officeDocument/2006/relationships/theme" Target="theme/theme1.xml" /><Relationship Id="rId36" Type="http://schemas.openxmlformats.org/officeDocument/2006/relationships/tableStyles" Target="tableStyles.xml" /><Relationship Id="rId4" Type="http://schemas.openxmlformats.org/officeDocument/2006/relationships/slide" Target="slides/slide2.xml" /><Relationship Id="rId5" Type="http://schemas.openxmlformats.org/officeDocument/2006/relationships/slide" Target="slides/slide3.xml" /><Relationship Id="rId6" Type="http://schemas.openxmlformats.org/officeDocument/2006/relationships/slide" Target="slides/slide4.xml" /><Relationship Id="rId7" Type="http://schemas.openxmlformats.org/officeDocument/2006/relationships/slide" Target="slides/slide5.xml" /><Relationship Id="rId8" Type="http://schemas.openxmlformats.org/officeDocument/2006/relationships/slide" Target="slides/slide6.xml" /><Relationship Id="rId9" Type="http://schemas.openxmlformats.org/officeDocument/2006/relationships/slide" Target="slides/slide7.xml" /></Relationships>
</file>

<file path=ppt/notesMasters/_rels/notesMaster1.xml.rels>&#65279;<?xml version="1.0" encoding="utf-8" standalone="yes"?><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bg>
      <p:bgRef idx="1001">
        <a:schemeClr val="bg1"/>
      </p:bgRef>
    </p:bg>
    <p:spTree>
      <p:nvGrpSpPr>
        <p:cNvPr id="1" name=""/>
        <p:cNvGrpSpPr/>
        <p:nvPr/>
      </p:nvGrpSpPr>
      <p:grpSpPr>
        <a:xfrm>
          <a:off x="0" y="0"/>
          <a: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335DC1-BE8B-4B99-B8E1-B2EA54AD43A0}" type="datetimeFigureOut">
              <a:rPr lang="zh-CN" altLang="en-US" smtClean="0"/>
              <a:t>2019/3/12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5EB0490-7EA6-45A2-858B-4F537E383799}" type="slidenum">
              <a:rPr lang="zh-CN" altLang="en-US" smtClean="0"/>
              <a:t>‹#›</a:t>
            </a:fld>
            <a:endParaRPr lang="zh-CN" altLang="en-US"/>
          </a:p>
        </p:txBody>
      </p:sp>
    </p:spTree>
    <p:extLst>
      <p:ext uri="{BB962C8B-B14F-4D97-AF65-F5344CB8AC3E}">
        <p14:creationId val="18072713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&#65279;<?xml version="1.0" encoding="utf-8" standalone="yes"?><Relationships xmlns="http://schemas.openxmlformats.org/package/2006/relationships"><Relationship Id="rId1" Type="http://schemas.openxmlformats.org/officeDocument/2006/relationships/slide" Target="../slides/slide4.xml" /><Relationship Id="rId2" Type="http://schemas.openxmlformats.org/officeDocument/2006/relationships/notesMaster" Target="../notesMasters/notesMaster1.xml" /></Relationships>
</file>

<file path=ppt/notesSlides/_rels/notesSlide2.xml.rels>&#65279;<?xml version="1.0" encoding="utf-8" standalone="yes"?><Relationships xmlns="http://schemas.openxmlformats.org/package/2006/relationships"><Relationship Id="rId1" Type="http://schemas.openxmlformats.org/officeDocument/2006/relationships/slide" Target="../slides/slide5.xml" /><Relationship Id="rId2" Type="http://schemas.openxmlformats.org/officeDocument/2006/relationships/notesMaster" Target="../notesMasters/notesMaster1.xml" /></Relationships>
</file>

<file path=ppt/notesSlides/_rels/notesSlide3.xml.rels>&#65279;<?xml version="1.0" encoding="utf-8" standalone="yes"?><Relationships xmlns="http://schemas.openxmlformats.org/package/2006/relationships"><Relationship Id="rId1" Type="http://schemas.openxmlformats.org/officeDocument/2006/relationships/slide" Target="../slides/slide6.xml" /><Relationship Id="rId2" Type="http://schemas.openxmlformats.org/officeDocument/2006/relationships/notesMaster" Target="../notesMasters/notesMaster1.xml" /></Relationships>
</file>

<file path=ppt/notesSlides/_rels/notesSlide4.xml.rels>&#65279;<?xml version="1.0" encoding="utf-8" standalone="yes"?><Relationships xmlns="http://schemas.openxmlformats.org/package/2006/relationships"><Relationship Id="rId1" Type="http://schemas.openxmlformats.org/officeDocument/2006/relationships/slide" Target="../slides/slide7.xml" /><Relationship Id="rId2" Type="http://schemas.openxmlformats.org/officeDocument/2006/relationships/notesMaster" Target="../notesMasters/notesMaster1.xml" /></Relationships>
</file>

<file path=ppt/notesSlides/_rels/notesSlide5.xml.rels>&#65279;<?xml version="1.0" encoding="utf-8" standalone="yes"?><Relationships xmlns="http://schemas.openxmlformats.org/package/2006/relationships"><Relationship Id="rId1" Type="http://schemas.openxmlformats.org/officeDocument/2006/relationships/slide" Target="../slides/slide9.xml" /><Relationship Id="rId2" Type="http://schemas.openxmlformats.org/officeDocument/2006/relationships/notesMaster" Target="../notesMasters/notesMaster1.xml" /></Relationships>
</file>

<file path=ppt/notesSlides/_rels/notesSlide6.xml.rels>&#65279;<?xml version="1.0" encoding="utf-8" standalone="yes"?><Relationships xmlns="http://schemas.openxmlformats.org/package/2006/relationships"><Relationship Id="rId1" Type="http://schemas.openxmlformats.org/officeDocument/2006/relationships/slide" Target="../slides/slide10.xml" /><Relationship Id="rId2" Type="http://schemas.openxmlformats.org/officeDocument/2006/relationships/notesMaster" Target="../notesMasters/notesMaster1.xml" /></Relationships>
</file>

<file path=ppt/notesSlides/_rels/notesSlide7.xml.rels>&#65279;<?xml version="1.0" encoding="utf-8" standalone="yes"?><Relationships xmlns="http://schemas.openxmlformats.org/package/2006/relationships"><Relationship Id="rId1" Type="http://schemas.openxmlformats.org/officeDocument/2006/relationships/slide" Target="../slides/slide11.xml" /><Relationship Id="rId2" Type="http://schemas.openxmlformats.org/officeDocument/2006/relationships/notesMaster" Target="../notesMasters/notesMaster1.xml" /></Relationships>
</file>

<file path=ppt/notesSlides/_rels/notesSlide8.xml.rels>&#65279;<?xml version="1.0" encoding="utf-8" standalone="yes"?><Relationships xmlns="http://schemas.openxmlformats.org/package/2006/relationships"><Relationship Id="rId1" Type="http://schemas.openxmlformats.org/officeDocument/2006/relationships/slide" Target="../slides/slide12.xml" /><Relationship Id="rId2" Type="http://schemas.openxmlformats.org/officeDocument/2006/relationships/notesMaster" Target="../notesMasters/notesMaster1.xml" /></Relationships>
</file>

<file path=ppt/notesSlides/_rels/notesSlide9.xml.rels>&#65279;<?xml version="1.0" encoding="utf-8" standalone="yes"?><Relationships xmlns="http://schemas.openxmlformats.org/package/2006/relationships"><Relationship Id="rId1" Type="http://schemas.openxmlformats.org/officeDocument/2006/relationships/slide" Target="../slides/slide13.xml" /><Relationship Id="rId2" Type="http://schemas.openxmlformats.org/officeDocument/2006/relationships/notesMaster" Target="../notesMasters/notesMaster1.xml" /></Relationships>
</file>

<file path=ppt/notesSlides/_rels/notesSlide10.xml.rels>&#65279;<?xml version="1.0" encoding="utf-8" standalone="yes"?><Relationships xmlns="http://schemas.openxmlformats.org/package/2006/relationships"><Relationship Id="rId1" Type="http://schemas.openxmlformats.org/officeDocument/2006/relationships/slide" Target="../slides/slide14.xml" /><Relationship Id="rId2" Type="http://schemas.openxmlformats.org/officeDocument/2006/relationships/notesMaster" Target="../notesMasters/notesMaster1.xml" /></Relationships>
</file>

<file path=ppt/notesSlides/_rels/notesSlide11.xml.rels>&#65279;<?xml version="1.0" encoding="utf-8" standalone="yes"?><Relationships xmlns="http://schemas.openxmlformats.org/package/2006/relationships"><Relationship Id="rId1" Type="http://schemas.openxmlformats.org/officeDocument/2006/relationships/slide" Target="../slides/slide16.xml" /><Relationship Id="rId2" Type="http://schemas.openxmlformats.org/officeDocument/2006/relationships/notesMaster" Target="../notesMasters/notesMaster1.xml" /></Relationships>
</file>

<file path=ppt/notesSlides/_rels/notesSlide12.xml.rels>&#65279;<?xml version="1.0" encoding="utf-8" standalone="yes"?><Relationships xmlns="http://schemas.openxmlformats.org/package/2006/relationships"><Relationship Id="rId1" Type="http://schemas.openxmlformats.org/officeDocument/2006/relationships/slide" Target="../slides/slide17.xml" /><Relationship Id="rId2" Type="http://schemas.openxmlformats.org/officeDocument/2006/relationships/notesMaster" Target="../notesMasters/notesMaster1.xml" /></Relationships>
</file>

<file path=ppt/notesSlides/_rels/notesSlide13.xml.rels>&#65279;<?xml version="1.0" encoding="utf-8" standalone="yes"?><Relationships xmlns="http://schemas.openxmlformats.org/package/2006/relationships"><Relationship Id="rId1" Type="http://schemas.openxmlformats.org/officeDocument/2006/relationships/slide" Target="../slides/slide18.xml" /><Relationship Id="rId2" Type="http://schemas.openxmlformats.org/officeDocument/2006/relationships/notesMaster" Target="../notesMasters/notesMaster1.xml" /></Relationships>
</file>

<file path=ppt/notesSlides/_rels/notesSlide14.xml.rels>&#65279;<?xml version="1.0" encoding="utf-8" standalone="yes"?><Relationships xmlns="http://schemas.openxmlformats.org/package/2006/relationships"><Relationship Id="rId1" Type="http://schemas.openxmlformats.org/officeDocument/2006/relationships/slide" Target="../slides/slide19.xml" /><Relationship Id="rId2" Type="http://schemas.openxmlformats.org/officeDocument/2006/relationships/notesMaster" Target="../notesMasters/notesMaster1.xml" /></Relationships>
</file>

<file path=ppt/notesSlides/_rels/notesSlide15.xml.rels>&#65279;<?xml version="1.0" encoding="utf-8" standalone="yes"?><Relationships xmlns="http://schemas.openxmlformats.org/package/2006/relationships"><Relationship Id="rId1" Type="http://schemas.openxmlformats.org/officeDocument/2006/relationships/slide" Target="../slides/slide20.xml" /><Relationship Id="rId2" Type="http://schemas.openxmlformats.org/officeDocument/2006/relationships/notesMaster" Target="../notesMasters/notesMaster1.xml" /></Relationships>
</file>

<file path=ppt/notesSlides/_rels/notesSlide16.xml.rels>&#65279;<?xml version="1.0" encoding="utf-8" standalone="yes"?><Relationships xmlns="http://schemas.openxmlformats.org/package/2006/relationships"><Relationship Id="rId1" Type="http://schemas.openxmlformats.org/officeDocument/2006/relationships/slide" Target="../slides/slide21.xml" /><Relationship Id="rId2" Type="http://schemas.openxmlformats.org/officeDocument/2006/relationships/notesMaster" Target="../notesMasters/notesMaster1.xml" /></Relationships>
</file>

<file path=ppt/notesSlides/_rels/notesSlide17.xml.rels>&#65279;<?xml version="1.0" encoding="utf-8" standalone="yes"?><Relationships xmlns="http://schemas.openxmlformats.org/package/2006/relationships"><Relationship Id="rId1" Type="http://schemas.openxmlformats.org/officeDocument/2006/relationships/slide" Target="../slides/slide22.xml" /><Relationship Id="rId2" Type="http://schemas.openxmlformats.org/officeDocument/2006/relationships/notesMaster" Target="../notesMasters/notesMaster1.xml" /></Relationships>
</file>

<file path=ppt/notesSlides/_rels/notesSlide18.xml.rels>&#65279;<?xml version="1.0" encoding="utf-8" standalone="yes"?><Relationships xmlns="http://schemas.openxmlformats.org/package/2006/relationships"><Relationship Id="rId1" Type="http://schemas.openxmlformats.org/officeDocument/2006/relationships/slide" Target="../slides/slide24.xml" /><Relationship Id="rId2" Type="http://schemas.openxmlformats.org/officeDocument/2006/relationships/notesMaster" Target="../notesMasters/notesMaster1.xml" /></Relationships>
</file>

<file path=ppt/notesSlides/_rels/notesSlide19.xml.rels>&#65279;<?xml version="1.0" encoding="utf-8" standalone="yes"?><Relationships xmlns="http://schemas.openxmlformats.org/package/2006/relationships"><Relationship Id="rId1" Type="http://schemas.openxmlformats.org/officeDocument/2006/relationships/slide" Target="../slides/slide25.xml" /><Relationship Id="rId2" Type="http://schemas.openxmlformats.org/officeDocument/2006/relationships/notesMaster" Target="../notesMasters/notesMaster1.xml" /></Relationships>
</file>

<file path=ppt/notesSlides/_rels/notesSlide20.xml.rels>&#65279;<?xml version="1.0" encoding="utf-8" standalone="yes"?><Relationships xmlns="http://schemas.openxmlformats.org/package/2006/relationships"><Relationship Id="rId1" Type="http://schemas.openxmlformats.org/officeDocument/2006/relationships/slide" Target="../slides/slide26.xml" /><Relationship Id="rId2" Type="http://schemas.openxmlformats.org/officeDocument/2006/relationships/notesMaster" Target="../notesMasters/notesMaster1.xml" /></Relationships>
</file>

<file path=ppt/notesSlides/_rels/notesSlide21.xml.rels>&#65279;<?xml version="1.0" encoding="utf-8" standalone="yes"?><Relationships xmlns="http://schemas.openxmlformats.org/package/2006/relationships"><Relationship Id="rId1" Type="http://schemas.openxmlformats.org/officeDocument/2006/relationships/slide" Target="../slides/slide27.xml" /><Relationship Id="rId2"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70D7C28-598E-4F3F-8D93-48A66FA483F7}" type="slidenum">
              <a:rPr lang="zh-CN" altLang="en-US" smtClean="0"/>
              <a:t>4</a:t>
            </a:fld>
            <a:endParaRPr lang="zh-CN" altLang="en-US"/>
          </a:p>
        </p:txBody>
      </p:sp>
    </p:spTree>
    <p:extLst>
      <p:ext uri="{BB962C8B-B14F-4D97-AF65-F5344CB8AC3E}">
        <p14:creationId val="889448131"/>
      </p:ext>
    </p:extLst>
  </p:cSld>
  <p:clrMapOvr>
    <a:masterClrMapping/>
  </p:clrMapOvr>
</p:notes>
</file>

<file path=ppt/notesSlides/notesSlide2.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70D7C28-598E-4F3F-8D93-48A66FA483F7}" type="slidenum">
              <a:rPr lang="zh-CN" altLang="en-US" smtClean="0"/>
              <a:t>5</a:t>
            </a:fld>
            <a:endParaRPr lang="zh-CN" altLang="en-US"/>
          </a:p>
        </p:txBody>
      </p:sp>
    </p:spTree>
    <p:extLst>
      <p:ext uri="{BB962C8B-B14F-4D97-AF65-F5344CB8AC3E}">
        <p14:creationId val="1379906930"/>
      </p:ext>
    </p:extLst>
  </p:cSld>
  <p:clrMapOvr>
    <a:masterClrMapping/>
  </p:clrMapOvr>
</p:notes>
</file>

<file path=ppt/notesSlides/notesSlide3.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70D7C28-598E-4F3F-8D93-48A66FA483F7}" type="slidenum">
              <a:rPr lang="zh-CN" altLang="en-US" smtClean="0"/>
              <a:t>6</a:t>
            </a:fld>
            <a:endParaRPr lang="zh-CN" altLang="en-US"/>
          </a:p>
        </p:txBody>
      </p:sp>
    </p:spTree>
    <p:extLst>
      <p:ext uri="{BB962C8B-B14F-4D97-AF65-F5344CB8AC3E}">
        <p14:creationId val="4065764369"/>
      </p:ext>
    </p:extLst>
  </p:cSld>
  <p:clrMapOvr>
    <a:masterClrMapping/>
  </p:clrMapOvr>
</p:notes>
</file>

<file path=ppt/notesSlides/notesSlide4.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70D7C28-598E-4F3F-8D93-48A66FA483F7}" type="slidenum">
              <a:rPr lang="zh-CN" altLang="en-US" smtClean="0"/>
              <a:t>7</a:t>
            </a:fld>
            <a:endParaRPr lang="zh-CN" altLang="en-US"/>
          </a:p>
        </p:txBody>
      </p:sp>
    </p:spTree>
    <p:extLst>
      <p:ext uri="{BB962C8B-B14F-4D97-AF65-F5344CB8AC3E}">
        <p14:creationId val="1462679489"/>
      </p:ext>
    </p:extLst>
  </p:cSld>
  <p:clrMapOvr>
    <a:masterClrMapping/>
  </p:clrMapOvr>
</p:notes>
</file>

<file path=ppt/notesSlides/notesSlide5.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70D7C28-598E-4F3F-8D93-48A66FA483F7}" type="slidenum">
              <a:rPr lang="zh-CN" altLang="en-US" smtClean="0"/>
              <a:t>9</a:t>
            </a:fld>
            <a:endParaRPr lang="zh-CN" altLang="en-US"/>
          </a:p>
        </p:txBody>
      </p:sp>
    </p:spTree>
    <p:extLst>
      <p:ext uri="{BB962C8B-B14F-4D97-AF65-F5344CB8AC3E}">
        <p14:creationId val="638588972"/>
      </p:ext>
    </p:extLst>
  </p:cSld>
  <p:clrMapOvr>
    <a:masterClrMapping/>
  </p:clrMapOvr>
</p:notes>
</file>

<file path=ppt/notesSlides/notesSlide6.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70D7C28-598E-4F3F-8D93-48A66FA483F7}" type="slidenum">
              <a:rPr lang="zh-CN" altLang="en-US" smtClean="0"/>
              <a:t>10</a:t>
            </a:fld>
            <a:endParaRPr lang="zh-CN" altLang="en-US"/>
          </a:p>
        </p:txBody>
      </p:sp>
    </p:spTree>
    <p:extLst>
      <p:ext uri="{BB962C8B-B14F-4D97-AF65-F5344CB8AC3E}">
        <p14:creationId val="1570154212"/>
      </p:ext>
    </p:extLst>
  </p:cSld>
  <p:clrMapOvr>
    <a:masterClrMapping/>
  </p:clrMapOvr>
</p:notes>
</file>

<file path=ppt/notesSlides/notesSlide7.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70D7C28-598E-4F3F-8D93-48A66FA483F7}" type="slidenum">
              <a:rPr lang="zh-CN" altLang="en-US" smtClean="0"/>
              <a:t>11</a:t>
            </a:fld>
            <a:endParaRPr lang="zh-CN" altLang="en-US"/>
          </a:p>
        </p:txBody>
      </p:sp>
    </p:spTree>
    <p:extLst>
      <p:ext uri="{BB962C8B-B14F-4D97-AF65-F5344CB8AC3E}">
        <p14:creationId val="1527868772"/>
      </p:ext>
    </p:extLst>
  </p:cSld>
  <p:clrMapOvr>
    <a:masterClrMapping/>
  </p:clrMapOvr>
</p:notes>
</file>

<file path=ppt/notesSlides/notesSlide8.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70D7C28-598E-4F3F-8D93-48A66FA483F7}" type="slidenum">
              <a:rPr lang="zh-CN" altLang="en-US" smtClean="0"/>
              <a:t>12</a:t>
            </a:fld>
            <a:endParaRPr lang="zh-CN" altLang="en-US"/>
          </a:p>
        </p:txBody>
      </p:sp>
    </p:spTree>
    <p:extLst>
      <p:ext uri="{BB962C8B-B14F-4D97-AF65-F5344CB8AC3E}">
        <p14:creationId val="843820698"/>
      </p:ext>
    </p:extLst>
  </p:cSld>
  <p:clrMapOvr>
    <a:masterClrMapping/>
  </p:clrMapOvr>
</p:notes>
</file>

<file path=ppt/notesSlides/notesSlide9.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70D7C28-598E-4F3F-8D93-48A66FA483F7}" type="slidenum">
              <a:rPr lang="zh-CN" altLang="en-US" smtClean="0"/>
              <a:t>13</a:t>
            </a:fld>
            <a:endParaRPr lang="zh-CN" altLang="en-US"/>
          </a:p>
        </p:txBody>
      </p:sp>
    </p:spTree>
    <p:extLst>
      <p:ext uri="{BB962C8B-B14F-4D97-AF65-F5344CB8AC3E}">
        <p14:creationId val="121125736"/>
      </p:ext>
    </p:extLst>
  </p:cSld>
  <p:clrMapOvr>
    <a:masterClrMapping/>
  </p:clrMapOvr>
</p:notes>
</file>

<file path=ppt/notesSlides/notesSlide10.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70D7C28-598E-4F3F-8D93-48A66FA483F7}" type="slidenum">
              <a:rPr lang="zh-CN" altLang="en-US" smtClean="0"/>
              <a:t>14</a:t>
            </a:fld>
            <a:endParaRPr lang="zh-CN" altLang="en-US"/>
          </a:p>
        </p:txBody>
      </p:sp>
    </p:spTree>
    <p:extLst>
      <p:ext uri="{BB962C8B-B14F-4D97-AF65-F5344CB8AC3E}">
        <p14:creationId val="2025528921"/>
      </p:ext>
    </p:extLst>
  </p:cSld>
  <p:clrMapOvr>
    <a:masterClrMapping/>
  </p:clrMapOvr>
</p:notes>
</file>

<file path=ppt/notesSlides/notesSlide11.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70D7C28-598E-4F3F-8D93-48A66FA483F7}" type="slidenum">
              <a:rPr lang="zh-CN" altLang="en-US" smtClean="0"/>
              <a:t>16</a:t>
            </a:fld>
            <a:endParaRPr lang="zh-CN" altLang="en-US"/>
          </a:p>
        </p:txBody>
      </p:sp>
    </p:spTree>
    <p:extLst>
      <p:ext uri="{BB962C8B-B14F-4D97-AF65-F5344CB8AC3E}">
        <p14:creationId val="1251924735"/>
      </p:ext>
    </p:extLst>
  </p:cSld>
  <p:clrMapOvr>
    <a:masterClrMapping/>
  </p:clrMapOvr>
</p:notes>
</file>

<file path=ppt/notesSlides/notesSlide12.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70D7C28-598E-4F3F-8D93-48A66FA483F7}" type="slidenum">
              <a:rPr lang="zh-CN" altLang="en-US" smtClean="0"/>
              <a:t>17</a:t>
            </a:fld>
            <a:endParaRPr lang="zh-CN" altLang="en-US"/>
          </a:p>
        </p:txBody>
      </p:sp>
    </p:spTree>
    <p:extLst>
      <p:ext uri="{BB962C8B-B14F-4D97-AF65-F5344CB8AC3E}">
        <p14:creationId val="4162600901"/>
      </p:ext>
    </p:extLst>
  </p:cSld>
  <p:clrMapOvr>
    <a:masterClrMapping/>
  </p:clrMapOvr>
</p:notes>
</file>

<file path=ppt/notesSlides/notesSlide13.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70D7C28-598E-4F3F-8D93-48A66FA483F7}" type="slidenum">
              <a:rPr lang="zh-CN" altLang="en-US" smtClean="0"/>
              <a:t>18</a:t>
            </a:fld>
            <a:endParaRPr lang="zh-CN" altLang="en-US"/>
          </a:p>
        </p:txBody>
      </p:sp>
    </p:spTree>
    <p:extLst>
      <p:ext uri="{BB962C8B-B14F-4D97-AF65-F5344CB8AC3E}">
        <p14:creationId val="684378842"/>
      </p:ext>
    </p:extLst>
  </p:cSld>
  <p:clrMapOvr>
    <a:masterClrMapping/>
  </p:clrMapOvr>
</p:notes>
</file>

<file path=ppt/notesSlides/notesSlide14.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70D7C28-598E-4F3F-8D93-48A66FA483F7}" type="slidenum">
              <a:rPr lang="zh-CN" altLang="en-US" smtClean="0"/>
              <a:t>19</a:t>
            </a:fld>
            <a:endParaRPr lang="zh-CN" altLang="en-US"/>
          </a:p>
        </p:txBody>
      </p:sp>
    </p:spTree>
    <p:extLst>
      <p:ext uri="{BB962C8B-B14F-4D97-AF65-F5344CB8AC3E}">
        <p14:creationId val="642892615"/>
      </p:ext>
    </p:extLst>
  </p:cSld>
  <p:clrMapOvr>
    <a:masterClrMapping/>
  </p:clrMapOvr>
</p:notes>
</file>

<file path=ppt/notesSlides/notesSlide15.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70D7C28-598E-4F3F-8D93-48A66FA483F7}" type="slidenum">
              <a:rPr lang="zh-CN" altLang="en-US" smtClean="0"/>
              <a:t>20</a:t>
            </a:fld>
            <a:endParaRPr lang="zh-CN" altLang="en-US"/>
          </a:p>
        </p:txBody>
      </p:sp>
    </p:spTree>
    <p:extLst>
      <p:ext uri="{BB962C8B-B14F-4D97-AF65-F5344CB8AC3E}">
        <p14:creationId val="67954945"/>
      </p:ext>
    </p:extLst>
  </p:cSld>
  <p:clrMapOvr>
    <a:masterClrMapping/>
  </p:clrMapOvr>
</p:notes>
</file>

<file path=ppt/notesSlides/notesSlide16.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70D7C28-598E-4F3F-8D93-48A66FA483F7}" type="slidenum">
              <a:rPr lang="zh-CN" altLang="en-US" smtClean="0"/>
              <a:t>21</a:t>
            </a:fld>
            <a:endParaRPr lang="zh-CN" altLang="en-US"/>
          </a:p>
        </p:txBody>
      </p:sp>
    </p:spTree>
    <p:extLst>
      <p:ext uri="{BB962C8B-B14F-4D97-AF65-F5344CB8AC3E}">
        <p14:creationId val="1820860732"/>
      </p:ext>
    </p:extLst>
  </p:cSld>
  <p:clrMapOvr>
    <a:masterClrMapping/>
  </p:clrMapOvr>
</p:notes>
</file>

<file path=ppt/notesSlides/notesSlide17.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70D7C28-598E-4F3F-8D93-48A66FA483F7}" type="slidenum">
              <a:rPr lang="zh-CN" altLang="en-US" smtClean="0"/>
              <a:t>22</a:t>
            </a:fld>
            <a:endParaRPr lang="zh-CN" altLang="en-US"/>
          </a:p>
        </p:txBody>
      </p:sp>
    </p:spTree>
    <p:extLst>
      <p:ext uri="{BB962C8B-B14F-4D97-AF65-F5344CB8AC3E}">
        <p14:creationId val="2992869712"/>
      </p:ext>
    </p:extLst>
  </p:cSld>
  <p:clrMapOvr>
    <a:masterClrMapping/>
  </p:clrMapOvr>
</p:notes>
</file>

<file path=ppt/notesSlides/notesSlide18.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70D7C28-598E-4F3F-8D93-48A66FA483F7}" type="slidenum">
              <a:rPr lang="zh-CN" altLang="en-US" smtClean="0"/>
              <a:t>24</a:t>
            </a:fld>
            <a:endParaRPr lang="zh-CN" altLang="en-US"/>
          </a:p>
        </p:txBody>
      </p:sp>
    </p:spTree>
    <p:extLst>
      <p:ext uri="{BB962C8B-B14F-4D97-AF65-F5344CB8AC3E}">
        <p14:creationId val="1632912529"/>
      </p:ext>
    </p:extLst>
  </p:cSld>
  <p:clrMapOvr>
    <a:masterClrMapping/>
  </p:clrMapOvr>
</p:notes>
</file>

<file path=ppt/notesSlides/notesSlide19.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70D7C28-598E-4F3F-8D93-48A66FA483F7}" type="slidenum">
              <a:rPr lang="zh-CN" altLang="en-US" smtClean="0"/>
              <a:t>25</a:t>
            </a:fld>
            <a:endParaRPr lang="zh-CN" altLang="en-US"/>
          </a:p>
        </p:txBody>
      </p:sp>
    </p:spTree>
    <p:extLst>
      <p:ext uri="{BB962C8B-B14F-4D97-AF65-F5344CB8AC3E}">
        <p14:creationId val="1736941975"/>
      </p:ext>
    </p:extLst>
  </p:cSld>
  <p:clrMapOvr>
    <a:masterClrMapping/>
  </p:clrMapOvr>
</p:notes>
</file>

<file path=ppt/notesSlides/notesSlide20.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70D7C28-598E-4F3F-8D93-48A66FA483F7}" type="slidenum">
              <a:rPr lang="zh-CN" altLang="en-US" smtClean="0"/>
              <a:t>26</a:t>
            </a:fld>
            <a:endParaRPr lang="zh-CN" altLang="en-US"/>
          </a:p>
        </p:txBody>
      </p:sp>
    </p:spTree>
    <p:extLst>
      <p:ext uri="{BB962C8B-B14F-4D97-AF65-F5344CB8AC3E}">
        <p14:creationId val="1031717752"/>
      </p:ext>
    </p:extLst>
  </p:cSld>
  <p:clrMapOvr>
    <a:masterClrMapping/>
  </p:clrMapOvr>
</p:notes>
</file>

<file path=ppt/notesSlides/notesSlide21.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70D7C28-598E-4F3F-8D93-48A66FA483F7}" type="slidenum">
              <a:rPr lang="zh-CN" altLang="en-US" smtClean="0"/>
              <a:t>27</a:t>
            </a:fld>
            <a:endParaRPr lang="zh-CN" altLang="en-US"/>
          </a:p>
        </p:txBody>
      </p:sp>
    </p:spTree>
    <p:extLst>
      <p:ext uri="{BB962C8B-B14F-4D97-AF65-F5344CB8AC3E}">
        <p14:creationId val="3515117903"/>
      </p:ext>
    </p:extLst>
  </p:cSld>
  <p:clrMapOvr>
    <a:masterClrMapping/>
  </p:clrMapOvr>
</p:notes>
</file>

<file path=ppt/slideLayouts/_rels/slideLayout1.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2.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3.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4.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5.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6.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7.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8.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9.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10.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11.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itle" preserve="1">
  <p:cSld name="标题幻灯片">
    <p:spTree>
      <p:nvGrpSpPr>
        <p:cNvPr id="1" name=""/>
        <p:cNvGrpSpPr/>
        <p:nvPr/>
      </p:nvGrpSpPr>
      <p:grpSpPr>
        <a:xfrm>
          <a:off x="0" y="0"/>
          <a:ext cx="0" cy="0"/>
        </a:xfrm>
      </p:grpSpPr>
      <p:sp>
        <p:nvSpPr>
          <p:cNvPr id="2" name="标题 1">
            <a:extLst>
              <a:ext uri="{FF2B5EF4-FFF2-40B4-BE49-F238E27FC236}">
                <a16:creationId xmlns:a16="http://schemas.microsoft.com/office/drawing/2014/main" id="{5A2979A4-EE21-47A1-9034-3FC35425033A}"/>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8DCF0554-F428-49B5-92CD-9AE92F51B4E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1CC6B210-981D-49A9-9CFE-B45A026834EA}"/>
              </a:ext>
            </a:extLst>
          </p:cNvPr>
          <p:cNvSpPr>
            <a:spLocks noGrp="1"/>
          </p:cNvSpPr>
          <p:nvPr>
            <p:ph type="dt" sz="half" idx="10"/>
          </p:nvPr>
        </p:nvSpPr>
        <p:spPr/>
        <p:txBody>
          <a:bodyPr/>
          <a:lstStyle/>
          <a:p>
            <a:fld id="{D14DDF0A-03BC-4B21-91D3-8BC89D6FB36E}" type="datetimeFigureOut">
              <a:rPr lang="zh-CN" altLang="en-US" smtClean="0"/>
              <a:t>202X/3/12</a:t>
            </a:fld>
            <a:endParaRPr lang="zh-CN" altLang="en-US"/>
          </a:p>
        </p:txBody>
      </p:sp>
      <p:sp>
        <p:nvSpPr>
          <p:cNvPr id="5" name="页脚占位符 4">
            <a:extLst>
              <a:ext uri="{FF2B5EF4-FFF2-40B4-BE49-F238E27FC236}">
                <a16:creationId xmlns:a16="http://schemas.microsoft.com/office/drawing/2014/main" id="{40BB5E17-7BEC-4C9C-A86A-E442EF026D4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CE1B163-4739-42FE-89EE-F631FE3E732B}"/>
              </a:ext>
            </a:extLst>
          </p:cNvPr>
          <p:cNvSpPr>
            <a:spLocks noGrp="1"/>
          </p:cNvSpPr>
          <p:nvPr>
            <p:ph type="sldNum" sz="quarter" idx="12"/>
          </p:nvPr>
        </p:nvSpPr>
        <p:spPr/>
        <p:txBody>
          <a:bodyPr/>
          <a:lstStyle/>
          <a:p>
            <a:fld id="{1066ED05-37F9-451B-80B5-F43FFAD5248A}" type="slidenum">
              <a:rPr lang="zh-CN" altLang="en-US" smtClean="0"/>
              <a:t>‹#›</a:t>
            </a:fld>
            <a:endParaRPr lang="zh-CN" altLang="en-US"/>
          </a:p>
        </p:txBody>
      </p:sp>
    </p:spTree>
    <p:extLst>
      <p:ext uri="{BB962C8B-B14F-4D97-AF65-F5344CB8AC3E}">
        <p14:creationId val="2799231051"/>
      </p:ext>
    </p:extLst>
  </p:cSld>
  <p:clrMapOvr>
    <a:masterClrMapping/>
  </p:clrMapOvr>
  <mc:AlternateContent>
    <mc:Choice xmlns:p14="http://schemas.microsoft.com/office/powerpoint/2010/main" Requires="p14">
      <p:transition advClick="0" advTm="0" p14:dur="0"/>
    </mc:Choice>
    <mc:Fallback>
      <p:transition advClick="0" advTm="0"/>
    </mc:Fallback>
  </mc:AlternateContent>
  <p:timing/>
</p:sldLayout>
</file>

<file path=ppt/slideLayouts/slideLayout2.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obj" preserve="1">
  <p:cSld name="标题和内容">
    <p:spTree>
      <p:nvGrpSpPr>
        <p:cNvPr id="1" name=""/>
        <p:cNvGrpSpPr/>
        <p:nvPr/>
      </p:nvGrpSpPr>
      <p:grpSpPr>
        <a:xfrm>
          <a:off x="0" y="0"/>
          <a:ext cx="0" cy="0"/>
        </a:xfrm>
      </p:grpSpPr>
      <p:sp>
        <p:nvSpPr>
          <p:cNvPr id="2" name="标题 1">
            <a:extLst>
              <a:ext uri="{FF2B5EF4-FFF2-40B4-BE49-F238E27FC236}">
                <a16:creationId xmlns:a16="http://schemas.microsoft.com/office/drawing/2014/main" id="{7535576F-5A1B-4C84-B13D-FC96E8725806}"/>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271CE5C2-BF90-4DC8-A548-6D763C6516CF}"/>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AA078D67-C6D2-456C-A0BE-4E7C81853B4B}"/>
              </a:ext>
            </a:extLst>
          </p:cNvPr>
          <p:cNvSpPr>
            <a:spLocks noGrp="1"/>
          </p:cNvSpPr>
          <p:nvPr>
            <p:ph type="dt" sz="half" idx="10"/>
          </p:nvPr>
        </p:nvSpPr>
        <p:spPr/>
        <p:txBody>
          <a:bodyPr/>
          <a:lstStyle/>
          <a:p>
            <a:fld id="{D14DDF0A-03BC-4B21-91D3-8BC89D6FB36E}" type="datetimeFigureOut">
              <a:rPr lang="zh-CN" altLang="en-US" smtClean="0"/>
              <a:t>202X/3/12</a:t>
            </a:fld>
            <a:endParaRPr lang="zh-CN" altLang="en-US"/>
          </a:p>
        </p:txBody>
      </p:sp>
      <p:sp>
        <p:nvSpPr>
          <p:cNvPr id="5" name="页脚占位符 4">
            <a:extLst>
              <a:ext uri="{FF2B5EF4-FFF2-40B4-BE49-F238E27FC236}">
                <a16:creationId xmlns:a16="http://schemas.microsoft.com/office/drawing/2014/main" id="{B7CA0573-264B-4B98-9EC8-EFEA8970BDE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33CCE33-DB3F-45E2-8FB6-01D68B1BDD02}"/>
              </a:ext>
            </a:extLst>
          </p:cNvPr>
          <p:cNvSpPr>
            <a:spLocks noGrp="1"/>
          </p:cNvSpPr>
          <p:nvPr>
            <p:ph type="sldNum" sz="quarter" idx="12"/>
          </p:nvPr>
        </p:nvSpPr>
        <p:spPr/>
        <p:txBody>
          <a:bodyPr/>
          <a:lstStyle/>
          <a:p>
            <a:fld id="{1066ED05-37F9-451B-80B5-F43FFAD5248A}" type="slidenum">
              <a:rPr lang="zh-CN" altLang="en-US" smtClean="0"/>
              <a:t>‹#›</a:t>
            </a:fld>
            <a:endParaRPr lang="zh-CN" altLang="en-US"/>
          </a:p>
        </p:txBody>
      </p:sp>
    </p:spTree>
    <p:extLst>
      <p:ext uri="{BB962C8B-B14F-4D97-AF65-F5344CB8AC3E}">
        <p14:creationId val="2488254081"/>
      </p:ext>
    </p:extLst>
  </p:cSld>
  <p:clrMapOvr>
    <a:masterClrMapping/>
  </p:clrMapOvr>
  <mc:AlternateContent>
    <mc:Choice xmlns:p14="http://schemas.microsoft.com/office/powerpoint/2010/main" Requires="p14">
      <p:transition advClick="0" advTm="0" p14:dur="0"/>
    </mc:Choice>
    <mc:Fallback>
      <p:transition advClick="0" advTm="0"/>
    </mc:Fallback>
  </mc:AlternateContent>
  <p:timing/>
</p:sldLayout>
</file>

<file path=ppt/slideLayouts/slideLayout3.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secHead" preserve="1">
  <p:cSld name="节标题">
    <p:spTree>
      <p:nvGrpSpPr>
        <p:cNvPr id="1" name=""/>
        <p:cNvGrpSpPr/>
        <p:nvPr/>
      </p:nvGrpSpPr>
      <p:grpSpPr>
        <a:xfrm>
          <a:off x="0" y="0"/>
          <a:ext cx="0" cy="0"/>
        </a:xfrm>
      </p:grpSpPr>
      <p:sp>
        <p:nvSpPr>
          <p:cNvPr id="2" name="标题 1">
            <a:extLst>
              <a:ext uri="{FF2B5EF4-FFF2-40B4-BE49-F238E27FC236}">
                <a16:creationId xmlns:a16="http://schemas.microsoft.com/office/drawing/2014/main" id="{3C37033C-7B88-444C-92AB-A4DF35C851D0}"/>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2BD92C76-2EE8-4E1D-9660-9010AF3DAD6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9C013FA9-A4C7-44BC-AA17-3F7F99F186F9}"/>
              </a:ext>
            </a:extLst>
          </p:cNvPr>
          <p:cNvSpPr>
            <a:spLocks noGrp="1"/>
          </p:cNvSpPr>
          <p:nvPr>
            <p:ph type="dt" sz="half" idx="10"/>
          </p:nvPr>
        </p:nvSpPr>
        <p:spPr/>
        <p:txBody>
          <a:bodyPr/>
          <a:lstStyle/>
          <a:p>
            <a:fld id="{D14DDF0A-03BC-4B21-91D3-8BC89D6FB36E}" type="datetimeFigureOut">
              <a:rPr lang="zh-CN" altLang="en-US" smtClean="0"/>
              <a:t>202X/3/12</a:t>
            </a:fld>
            <a:endParaRPr lang="zh-CN" altLang="en-US"/>
          </a:p>
        </p:txBody>
      </p:sp>
      <p:sp>
        <p:nvSpPr>
          <p:cNvPr id="5" name="页脚占位符 4">
            <a:extLst>
              <a:ext uri="{FF2B5EF4-FFF2-40B4-BE49-F238E27FC236}">
                <a16:creationId xmlns:a16="http://schemas.microsoft.com/office/drawing/2014/main" id="{F28DB657-1DCB-4EC7-8FD8-C8B0C316761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CF789F1-FE28-491F-9CA4-7227C3607FAB}"/>
              </a:ext>
            </a:extLst>
          </p:cNvPr>
          <p:cNvSpPr>
            <a:spLocks noGrp="1"/>
          </p:cNvSpPr>
          <p:nvPr>
            <p:ph type="sldNum" sz="quarter" idx="12"/>
          </p:nvPr>
        </p:nvSpPr>
        <p:spPr/>
        <p:txBody>
          <a:bodyPr/>
          <a:lstStyle/>
          <a:p>
            <a:fld id="{1066ED05-37F9-451B-80B5-F43FFAD5248A}" type="slidenum">
              <a:rPr lang="zh-CN" altLang="en-US" smtClean="0"/>
              <a:t>‹#›</a:t>
            </a:fld>
            <a:endParaRPr lang="zh-CN" altLang="en-US"/>
          </a:p>
        </p:txBody>
      </p:sp>
    </p:spTree>
    <p:extLst>
      <p:ext uri="{BB962C8B-B14F-4D97-AF65-F5344CB8AC3E}">
        <p14:creationId val="3006760976"/>
      </p:ext>
    </p:extLst>
  </p:cSld>
  <p:clrMapOvr>
    <a:masterClrMapping/>
  </p:clrMapOvr>
  <mc:AlternateContent>
    <mc:Choice xmlns:p14="http://schemas.microsoft.com/office/powerpoint/2010/main" Requires="p14">
      <p:transition advClick="0" advTm="0" p14:dur="0"/>
    </mc:Choice>
    <mc:Fallback>
      <p:transition advClick="0" advTm="0"/>
    </mc:Fallback>
  </mc:AlternateContent>
  <p:timing/>
</p:sldLayout>
</file>

<file path=ppt/slideLayouts/slideLayout4.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woObj" preserve="1">
  <p:cSld name="两栏内容">
    <p:spTree>
      <p:nvGrpSpPr>
        <p:cNvPr id="1" name=""/>
        <p:cNvGrpSpPr/>
        <p:nvPr/>
      </p:nvGrpSpPr>
      <p:grpSpPr>
        <a:xfrm>
          <a:off x="0" y="0"/>
          <a:ext cx="0" cy="0"/>
        </a:xfrm>
      </p:grpSpPr>
      <p:sp>
        <p:nvSpPr>
          <p:cNvPr id="2" name="标题 1">
            <a:extLst>
              <a:ext uri="{FF2B5EF4-FFF2-40B4-BE49-F238E27FC236}">
                <a16:creationId xmlns:a16="http://schemas.microsoft.com/office/drawing/2014/main" id="{40A7C58A-D6C2-4475-BE3D-BC802C269F43}"/>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7C709334-505A-4EDB-9C7B-00B5E24AF716}"/>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154F4383-B958-40F2-B50A-F14814344EDE}"/>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25405827-6906-4C6E-B895-90B70B6C5B7C}"/>
              </a:ext>
            </a:extLst>
          </p:cNvPr>
          <p:cNvSpPr>
            <a:spLocks noGrp="1"/>
          </p:cNvSpPr>
          <p:nvPr>
            <p:ph type="dt" sz="half" idx="10"/>
          </p:nvPr>
        </p:nvSpPr>
        <p:spPr/>
        <p:txBody>
          <a:bodyPr/>
          <a:lstStyle/>
          <a:p>
            <a:fld id="{D14DDF0A-03BC-4B21-91D3-8BC89D6FB36E}" type="datetimeFigureOut">
              <a:rPr lang="zh-CN" altLang="en-US" smtClean="0"/>
              <a:t>202X/3/12</a:t>
            </a:fld>
            <a:endParaRPr lang="zh-CN" altLang="en-US"/>
          </a:p>
        </p:txBody>
      </p:sp>
      <p:sp>
        <p:nvSpPr>
          <p:cNvPr id="6" name="页脚占位符 5">
            <a:extLst>
              <a:ext uri="{FF2B5EF4-FFF2-40B4-BE49-F238E27FC236}">
                <a16:creationId xmlns:a16="http://schemas.microsoft.com/office/drawing/2014/main" id="{C1F22596-B73F-4A4C-88A1-993DB876DC2B}"/>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A5C85D99-91BE-4205-961F-1A72A2B79AB7}"/>
              </a:ext>
            </a:extLst>
          </p:cNvPr>
          <p:cNvSpPr>
            <a:spLocks noGrp="1"/>
          </p:cNvSpPr>
          <p:nvPr>
            <p:ph type="sldNum" sz="quarter" idx="12"/>
          </p:nvPr>
        </p:nvSpPr>
        <p:spPr/>
        <p:txBody>
          <a:bodyPr/>
          <a:lstStyle/>
          <a:p>
            <a:fld id="{1066ED05-37F9-451B-80B5-F43FFAD5248A}" type="slidenum">
              <a:rPr lang="zh-CN" altLang="en-US" smtClean="0"/>
              <a:t>‹#›</a:t>
            </a:fld>
            <a:endParaRPr lang="zh-CN" altLang="en-US"/>
          </a:p>
        </p:txBody>
      </p:sp>
    </p:spTree>
    <p:extLst>
      <p:ext uri="{BB962C8B-B14F-4D97-AF65-F5344CB8AC3E}">
        <p14:creationId val="671985771"/>
      </p:ext>
    </p:extLst>
  </p:cSld>
  <p:clrMapOvr>
    <a:masterClrMapping/>
  </p:clrMapOvr>
  <mc:AlternateContent>
    <mc:Choice xmlns:p14="http://schemas.microsoft.com/office/powerpoint/2010/main" Requires="p14">
      <p:transition advClick="0" advTm="0" p14:dur="0"/>
    </mc:Choice>
    <mc:Fallback>
      <p:transition advClick="0" advTm="0"/>
    </mc:Fallback>
  </mc:AlternateContent>
  <p:timing/>
</p:sldLayout>
</file>

<file path=ppt/slideLayouts/slideLayout5.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woTxTwoObj" preserve="1">
  <p:cSld name="比较">
    <p:spTree>
      <p:nvGrpSpPr>
        <p:cNvPr id="1" name=""/>
        <p:cNvGrpSpPr/>
        <p:nvPr/>
      </p:nvGrpSpPr>
      <p:grpSpPr>
        <a:xfrm>
          <a:off x="0" y="0"/>
          <a:ext cx="0" cy="0"/>
        </a:xfrm>
      </p:grpSpPr>
      <p:sp>
        <p:nvSpPr>
          <p:cNvPr id="2" name="标题 1">
            <a:extLst>
              <a:ext uri="{FF2B5EF4-FFF2-40B4-BE49-F238E27FC236}">
                <a16:creationId xmlns:a16="http://schemas.microsoft.com/office/drawing/2014/main" id="{5A0D7294-9C49-4A13-A1E9-36B82FEE23BB}"/>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1783095D-C96D-46A6-9D9D-B299266771B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91B9E85C-5D2C-47EE-BDE6-4D929F67EC48}"/>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8CE27E81-36EB-464D-BD68-EDF2535E304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0B0DBE2E-91C2-42AD-A943-A198AF2620AA}"/>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47CA7331-1384-4BA7-AF75-DDF2B615977E}"/>
              </a:ext>
            </a:extLst>
          </p:cNvPr>
          <p:cNvSpPr>
            <a:spLocks noGrp="1"/>
          </p:cNvSpPr>
          <p:nvPr>
            <p:ph type="dt" sz="half" idx="10"/>
          </p:nvPr>
        </p:nvSpPr>
        <p:spPr/>
        <p:txBody>
          <a:bodyPr/>
          <a:lstStyle/>
          <a:p>
            <a:fld id="{D14DDF0A-03BC-4B21-91D3-8BC89D6FB36E}" type="datetimeFigureOut">
              <a:rPr lang="zh-CN" altLang="en-US" smtClean="0"/>
              <a:t>202X/3/12</a:t>
            </a:fld>
            <a:endParaRPr lang="zh-CN" altLang="en-US"/>
          </a:p>
        </p:txBody>
      </p:sp>
      <p:sp>
        <p:nvSpPr>
          <p:cNvPr id="8" name="页脚占位符 7">
            <a:extLst>
              <a:ext uri="{FF2B5EF4-FFF2-40B4-BE49-F238E27FC236}">
                <a16:creationId xmlns:a16="http://schemas.microsoft.com/office/drawing/2014/main" id="{A05C0807-07D2-4A49-B666-280C966A6BA0}"/>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C98A38E7-D697-4EFC-A2DB-5A68E471D6EB}"/>
              </a:ext>
            </a:extLst>
          </p:cNvPr>
          <p:cNvSpPr>
            <a:spLocks noGrp="1"/>
          </p:cNvSpPr>
          <p:nvPr>
            <p:ph type="sldNum" sz="quarter" idx="12"/>
          </p:nvPr>
        </p:nvSpPr>
        <p:spPr/>
        <p:txBody>
          <a:bodyPr/>
          <a:lstStyle/>
          <a:p>
            <a:fld id="{1066ED05-37F9-451B-80B5-F43FFAD5248A}" type="slidenum">
              <a:rPr lang="zh-CN" altLang="en-US" smtClean="0"/>
              <a:t>‹#›</a:t>
            </a:fld>
            <a:endParaRPr lang="zh-CN" altLang="en-US"/>
          </a:p>
        </p:txBody>
      </p:sp>
    </p:spTree>
    <p:extLst>
      <p:ext uri="{BB962C8B-B14F-4D97-AF65-F5344CB8AC3E}">
        <p14:creationId val="1197341265"/>
      </p:ext>
    </p:extLst>
  </p:cSld>
  <p:clrMapOvr>
    <a:masterClrMapping/>
  </p:clrMapOvr>
  <mc:AlternateContent>
    <mc:Choice xmlns:p14="http://schemas.microsoft.com/office/powerpoint/2010/main" Requires="p14">
      <p:transition advClick="0" advTm="0" p14:dur="0"/>
    </mc:Choice>
    <mc:Fallback>
      <p:transition advClick="0" advTm="0"/>
    </mc:Fallback>
  </mc:AlternateContent>
  <p:timing/>
</p:sldLayout>
</file>

<file path=ppt/slideLayouts/slideLayout6.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itleOnly" preserve="1">
  <p:cSld name="仅标题">
    <p:spTree>
      <p:nvGrpSpPr>
        <p:cNvPr id="1" name=""/>
        <p:cNvGrpSpPr/>
        <p:nvPr/>
      </p:nvGrpSpPr>
      <p:grpSpPr>
        <a:xfrm>
          <a:off x="0" y="0"/>
          <a:ext cx="0" cy="0"/>
        </a:xfrm>
      </p:grpSpPr>
      <p:sp>
        <p:nvSpPr>
          <p:cNvPr id="2" name="标题 1">
            <a:extLst>
              <a:ext uri="{FF2B5EF4-FFF2-40B4-BE49-F238E27FC236}">
                <a16:creationId xmlns:a16="http://schemas.microsoft.com/office/drawing/2014/main" id="{DC1844F1-7E76-41E5-BE9E-16E052852711}"/>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C7546CFC-E248-4E9B-A4DE-35A49A1B3D4D}"/>
              </a:ext>
            </a:extLst>
          </p:cNvPr>
          <p:cNvSpPr>
            <a:spLocks noGrp="1"/>
          </p:cNvSpPr>
          <p:nvPr>
            <p:ph type="dt" sz="half" idx="10"/>
          </p:nvPr>
        </p:nvSpPr>
        <p:spPr/>
        <p:txBody>
          <a:bodyPr/>
          <a:lstStyle/>
          <a:p>
            <a:fld id="{D14DDF0A-03BC-4B21-91D3-8BC89D6FB36E}" type="datetimeFigureOut">
              <a:rPr lang="zh-CN" altLang="en-US" smtClean="0"/>
              <a:t>202X/3/12</a:t>
            </a:fld>
            <a:endParaRPr lang="zh-CN" altLang="en-US"/>
          </a:p>
        </p:txBody>
      </p:sp>
      <p:sp>
        <p:nvSpPr>
          <p:cNvPr id="4" name="页脚占位符 3">
            <a:extLst>
              <a:ext uri="{FF2B5EF4-FFF2-40B4-BE49-F238E27FC236}">
                <a16:creationId xmlns:a16="http://schemas.microsoft.com/office/drawing/2014/main" id="{863ACF88-B51A-4504-A5BF-4F69C84036FE}"/>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D5BA9131-7716-4F30-826A-CD10B849408D}"/>
              </a:ext>
            </a:extLst>
          </p:cNvPr>
          <p:cNvSpPr>
            <a:spLocks noGrp="1"/>
          </p:cNvSpPr>
          <p:nvPr>
            <p:ph type="sldNum" sz="quarter" idx="12"/>
          </p:nvPr>
        </p:nvSpPr>
        <p:spPr/>
        <p:txBody>
          <a:bodyPr/>
          <a:lstStyle/>
          <a:p>
            <a:fld id="{1066ED05-37F9-451B-80B5-F43FFAD5248A}" type="slidenum">
              <a:rPr lang="zh-CN" altLang="en-US" smtClean="0"/>
              <a:t>‹#›</a:t>
            </a:fld>
            <a:endParaRPr lang="zh-CN" altLang="en-US"/>
          </a:p>
        </p:txBody>
      </p:sp>
    </p:spTree>
    <p:extLst>
      <p:ext uri="{BB962C8B-B14F-4D97-AF65-F5344CB8AC3E}">
        <p14:creationId val="3071332284"/>
      </p:ext>
    </p:extLst>
  </p:cSld>
  <p:clrMapOvr>
    <a:masterClrMapping/>
  </p:clrMapOvr>
  <mc:AlternateContent>
    <mc:Choice xmlns:p14="http://schemas.microsoft.com/office/powerpoint/2010/main" Requires="p14">
      <p:transition advClick="0" advTm="0" p14:dur="0"/>
    </mc:Choice>
    <mc:Fallback>
      <p:transition advClick="0" advTm="0"/>
    </mc:Fallback>
  </mc:AlternateContent>
  <p:timing/>
</p:sldLayout>
</file>

<file path=ppt/slideLayouts/slideLayout7.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blank" preserve="1">
  <p:cSld name="空白">
    <p:spTree>
      <p:nvGrpSpPr>
        <p:cNvPr id="1" name=""/>
        <p:cNvGrpSpPr/>
        <p:nvPr/>
      </p:nvGrpSpPr>
      <p:grpSpPr>
        <a:xfrm>
          <a:off x="0" y="0"/>
          <a:ext cx="0" cy="0"/>
        </a:xfrm>
      </p:grpSpPr>
      <p:sp>
        <p:nvSpPr>
          <p:cNvPr id="2" name="日期占位符 1">
            <a:extLst>
              <a:ext uri="{FF2B5EF4-FFF2-40B4-BE49-F238E27FC236}">
                <a16:creationId xmlns:a16="http://schemas.microsoft.com/office/drawing/2014/main" id="{3FCDB3E9-004D-430B-80F3-8B3AB08DBBC3}"/>
              </a:ext>
            </a:extLst>
          </p:cNvPr>
          <p:cNvSpPr>
            <a:spLocks noGrp="1"/>
          </p:cNvSpPr>
          <p:nvPr>
            <p:ph type="dt" sz="half" idx="10"/>
          </p:nvPr>
        </p:nvSpPr>
        <p:spPr/>
        <p:txBody>
          <a:bodyPr/>
          <a:lstStyle/>
          <a:p>
            <a:fld id="{D14DDF0A-03BC-4B21-91D3-8BC89D6FB36E}" type="datetimeFigureOut">
              <a:rPr lang="zh-CN" altLang="en-US" smtClean="0"/>
              <a:t>202X/3/12</a:t>
            </a:fld>
            <a:endParaRPr lang="zh-CN" altLang="en-US"/>
          </a:p>
        </p:txBody>
      </p:sp>
      <p:sp>
        <p:nvSpPr>
          <p:cNvPr id="3" name="页脚占位符 2">
            <a:extLst>
              <a:ext uri="{FF2B5EF4-FFF2-40B4-BE49-F238E27FC236}">
                <a16:creationId xmlns:a16="http://schemas.microsoft.com/office/drawing/2014/main" id="{10D0A856-6BAA-4375-B204-77B52E40023F}"/>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694FF5FF-BF28-4175-A688-DF0FCF7A35DE}"/>
              </a:ext>
            </a:extLst>
          </p:cNvPr>
          <p:cNvSpPr>
            <a:spLocks noGrp="1"/>
          </p:cNvSpPr>
          <p:nvPr>
            <p:ph type="sldNum" sz="quarter" idx="12"/>
          </p:nvPr>
        </p:nvSpPr>
        <p:spPr/>
        <p:txBody>
          <a:bodyPr/>
          <a:lstStyle/>
          <a:p>
            <a:fld id="{1066ED05-37F9-451B-80B5-F43FFAD5248A}" type="slidenum">
              <a:rPr lang="zh-CN" altLang="en-US" smtClean="0"/>
              <a:t>‹#›</a:t>
            </a:fld>
            <a:endParaRPr lang="zh-CN" altLang="en-US"/>
          </a:p>
        </p:txBody>
      </p:sp>
    </p:spTree>
    <p:extLst>
      <p:ext uri="{BB962C8B-B14F-4D97-AF65-F5344CB8AC3E}">
        <p14:creationId val="2170023334"/>
      </p:ext>
    </p:extLst>
  </p:cSld>
  <p:clrMapOvr>
    <a:masterClrMapping/>
  </p:clrMapOvr>
  <mc:AlternateContent>
    <mc:Choice xmlns:p14="http://schemas.microsoft.com/office/powerpoint/2010/main" Requires="p14">
      <p:transition advClick="0" advTm="0" p14:dur="0"/>
    </mc:Choice>
    <mc:Fallback>
      <p:transition advClick="0" advTm="0"/>
    </mc:Fallback>
  </mc:AlternateContent>
  <p:timing/>
</p:sldLayout>
</file>

<file path=ppt/slideLayouts/slideLayout8.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objTx" preserve="1">
  <p:cSld name="内容与标题">
    <p:spTree>
      <p:nvGrpSpPr>
        <p:cNvPr id="1" name=""/>
        <p:cNvGrpSpPr/>
        <p:nvPr/>
      </p:nvGrpSpPr>
      <p:grpSpPr>
        <a:xfrm>
          <a:off x="0" y="0"/>
          <a:ext cx="0" cy="0"/>
        </a:xfrm>
      </p:grpSpPr>
      <p:sp>
        <p:nvSpPr>
          <p:cNvPr id="2" name="标题 1">
            <a:extLst>
              <a:ext uri="{FF2B5EF4-FFF2-40B4-BE49-F238E27FC236}">
                <a16:creationId xmlns:a16="http://schemas.microsoft.com/office/drawing/2014/main" id="{30912480-558B-4DA3-B89A-657DCF0DCC94}"/>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61A3208E-60F7-4D35-AB76-8674AFA1DFF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D4B1EDFC-0462-48E0-B674-7BC16828A40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CD745B62-AD8F-45E4-95F8-97772EB759B6}"/>
              </a:ext>
            </a:extLst>
          </p:cNvPr>
          <p:cNvSpPr>
            <a:spLocks noGrp="1"/>
          </p:cNvSpPr>
          <p:nvPr>
            <p:ph type="dt" sz="half" idx="10"/>
          </p:nvPr>
        </p:nvSpPr>
        <p:spPr/>
        <p:txBody>
          <a:bodyPr/>
          <a:lstStyle/>
          <a:p>
            <a:fld id="{D14DDF0A-03BC-4B21-91D3-8BC89D6FB36E}" type="datetimeFigureOut">
              <a:rPr lang="zh-CN" altLang="en-US" smtClean="0"/>
              <a:t>202X/3/12</a:t>
            </a:fld>
            <a:endParaRPr lang="zh-CN" altLang="en-US"/>
          </a:p>
        </p:txBody>
      </p:sp>
      <p:sp>
        <p:nvSpPr>
          <p:cNvPr id="6" name="页脚占位符 5">
            <a:extLst>
              <a:ext uri="{FF2B5EF4-FFF2-40B4-BE49-F238E27FC236}">
                <a16:creationId xmlns:a16="http://schemas.microsoft.com/office/drawing/2014/main" id="{6593852D-4235-4599-B43A-BB821BB00123}"/>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993C9151-5BAB-4F44-A2A2-2807A8115510}"/>
              </a:ext>
            </a:extLst>
          </p:cNvPr>
          <p:cNvSpPr>
            <a:spLocks noGrp="1"/>
          </p:cNvSpPr>
          <p:nvPr>
            <p:ph type="sldNum" sz="quarter" idx="12"/>
          </p:nvPr>
        </p:nvSpPr>
        <p:spPr/>
        <p:txBody>
          <a:bodyPr/>
          <a:lstStyle/>
          <a:p>
            <a:fld id="{1066ED05-37F9-451B-80B5-F43FFAD5248A}" type="slidenum">
              <a:rPr lang="zh-CN" altLang="en-US" smtClean="0"/>
              <a:t>‹#›</a:t>
            </a:fld>
            <a:endParaRPr lang="zh-CN" altLang="en-US"/>
          </a:p>
        </p:txBody>
      </p:sp>
    </p:spTree>
    <p:extLst>
      <p:ext uri="{BB962C8B-B14F-4D97-AF65-F5344CB8AC3E}">
        <p14:creationId val="370118157"/>
      </p:ext>
    </p:extLst>
  </p:cSld>
  <p:clrMapOvr>
    <a:masterClrMapping/>
  </p:clrMapOvr>
  <mc:AlternateContent>
    <mc:Choice xmlns:p14="http://schemas.microsoft.com/office/powerpoint/2010/main" Requires="p14">
      <p:transition advClick="0" advTm="0" p14:dur="0"/>
    </mc:Choice>
    <mc:Fallback>
      <p:transition advClick="0" advTm="0"/>
    </mc:Fallback>
  </mc:AlternateContent>
  <p:timing/>
</p:sldLayout>
</file>

<file path=ppt/slideLayouts/slideLayout9.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picTx" preserve="1">
  <p:cSld name="图片与标题">
    <p:spTree>
      <p:nvGrpSpPr>
        <p:cNvPr id="1" name=""/>
        <p:cNvGrpSpPr/>
        <p:nvPr/>
      </p:nvGrpSpPr>
      <p:grpSpPr>
        <a:xfrm>
          <a:off x="0" y="0"/>
          <a:ext cx="0" cy="0"/>
        </a:xfrm>
      </p:grpSpPr>
      <p:sp>
        <p:nvSpPr>
          <p:cNvPr id="2" name="标题 1">
            <a:extLst>
              <a:ext uri="{FF2B5EF4-FFF2-40B4-BE49-F238E27FC236}">
                <a16:creationId xmlns:a16="http://schemas.microsoft.com/office/drawing/2014/main" id="{1CF291B8-8DD5-4E9D-A580-086E8E22C51B}"/>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6EDD2D02-C1D7-45DD-B08E-B82379E181E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CD92BDC3-1BF2-4C73-832A-DD7AFB03810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4DE7E2FB-9E69-448E-8018-CBF377E35560}"/>
              </a:ext>
            </a:extLst>
          </p:cNvPr>
          <p:cNvSpPr>
            <a:spLocks noGrp="1"/>
          </p:cNvSpPr>
          <p:nvPr>
            <p:ph type="dt" sz="half" idx="10"/>
          </p:nvPr>
        </p:nvSpPr>
        <p:spPr/>
        <p:txBody>
          <a:bodyPr/>
          <a:lstStyle/>
          <a:p>
            <a:fld id="{D14DDF0A-03BC-4B21-91D3-8BC89D6FB36E}" type="datetimeFigureOut">
              <a:rPr lang="zh-CN" altLang="en-US" smtClean="0"/>
              <a:t>202X/3/12</a:t>
            </a:fld>
            <a:endParaRPr lang="zh-CN" altLang="en-US"/>
          </a:p>
        </p:txBody>
      </p:sp>
      <p:sp>
        <p:nvSpPr>
          <p:cNvPr id="6" name="页脚占位符 5">
            <a:extLst>
              <a:ext uri="{FF2B5EF4-FFF2-40B4-BE49-F238E27FC236}">
                <a16:creationId xmlns:a16="http://schemas.microsoft.com/office/drawing/2014/main" id="{72F7EE0B-15B9-4641-83E9-9E39B9E4F5D9}"/>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09907618-7564-4358-9B2B-CD694D64041E}"/>
              </a:ext>
            </a:extLst>
          </p:cNvPr>
          <p:cNvSpPr>
            <a:spLocks noGrp="1"/>
          </p:cNvSpPr>
          <p:nvPr>
            <p:ph type="sldNum" sz="quarter" idx="12"/>
          </p:nvPr>
        </p:nvSpPr>
        <p:spPr/>
        <p:txBody>
          <a:bodyPr/>
          <a:lstStyle/>
          <a:p>
            <a:fld id="{1066ED05-37F9-451B-80B5-F43FFAD5248A}" type="slidenum">
              <a:rPr lang="zh-CN" altLang="en-US" smtClean="0"/>
              <a:t>‹#›</a:t>
            </a:fld>
            <a:endParaRPr lang="zh-CN" altLang="en-US"/>
          </a:p>
        </p:txBody>
      </p:sp>
    </p:spTree>
    <p:extLst>
      <p:ext uri="{BB962C8B-B14F-4D97-AF65-F5344CB8AC3E}">
        <p14:creationId val="4107418444"/>
      </p:ext>
    </p:extLst>
  </p:cSld>
  <p:clrMapOvr>
    <a:masterClrMapping/>
  </p:clrMapOvr>
  <mc:AlternateContent>
    <mc:Choice xmlns:p14="http://schemas.microsoft.com/office/powerpoint/2010/main" Requires="p14">
      <p:transition advClick="0" advTm="0" p14:dur="0"/>
    </mc:Choice>
    <mc:Fallback>
      <p:transition advClick="0" advTm="0"/>
    </mc:Fallback>
  </mc:AlternateContent>
  <p:timing/>
</p:sldLayout>
</file>

<file path=ppt/slideLayouts/slideLayout10.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vertTx" preserve="1">
  <p:cSld name="标题和竖排文字">
    <p:spTree>
      <p:nvGrpSpPr>
        <p:cNvPr id="1" name=""/>
        <p:cNvGrpSpPr/>
        <p:nvPr/>
      </p:nvGrpSpPr>
      <p:grpSpPr>
        <a:xfrm>
          <a:off x="0" y="0"/>
          <a:ext cx="0" cy="0"/>
        </a:xfrm>
      </p:grpSpPr>
      <p:sp>
        <p:nvSpPr>
          <p:cNvPr id="2" name="标题 1">
            <a:extLst>
              <a:ext uri="{FF2B5EF4-FFF2-40B4-BE49-F238E27FC236}">
                <a16:creationId xmlns:a16="http://schemas.microsoft.com/office/drawing/2014/main" id="{CEB21B44-5776-4713-AE22-BFE7DDAC0725}"/>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75957BF6-5C34-4F5C-91E6-D9A4E2556CFA}"/>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465CCC3-F450-4F9D-9110-75440BB9D1B1}"/>
              </a:ext>
            </a:extLst>
          </p:cNvPr>
          <p:cNvSpPr>
            <a:spLocks noGrp="1"/>
          </p:cNvSpPr>
          <p:nvPr>
            <p:ph type="dt" sz="half" idx="10"/>
          </p:nvPr>
        </p:nvSpPr>
        <p:spPr/>
        <p:txBody>
          <a:bodyPr/>
          <a:lstStyle/>
          <a:p>
            <a:fld id="{D14DDF0A-03BC-4B21-91D3-8BC89D6FB36E}" type="datetimeFigureOut">
              <a:rPr lang="zh-CN" altLang="en-US" smtClean="0"/>
              <a:t>202X/3/12</a:t>
            </a:fld>
            <a:endParaRPr lang="zh-CN" altLang="en-US"/>
          </a:p>
        </p:txBody>
      </p:sp>
      <p:sp>
        <p:nvSpPr>
          <p:cNvPr id="5" name="页脚占位符 4">
            <a:extLst>
              <a:ext uri="{FF2B5EF4-FFF2-40B4-BE49-F238E27FC236}">
                <a16:creationId xmlns:a16="http://schemas.microsoft.com/office/drawing/2014/main" id="{2288303C-5380-46F6-937F-B4FD6EE95CF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EB6144B-0889-4051-9990-FA7E137C06B5}"/>
              </a:ext>
            </a:extLst>
          </p:cNvPr>
          <p:cNvSpPr>
            <a:spLocks noGrp="1"/>
          </p:cNvSpPr>
          <p:nvPr>
            <p:ph type="sldNum" sz="quarter" idx="12"/>
          </p:nvPr>
        </p:nvSpPr>
        <p:spPr/>
        <p:txBody>
          <a:bodyPr/>
          <a:lstStyle/>
          <a:p>
            <a:fld id="{1066ED05-37F9-451B-80B5-F43FFAD5248A}" type="slidenum">
              <a:rPr lang="zh-CN" altLang="en-US" smtClean="0"/>
              <a:t>‹#›</a:t>
            </a:fld>
            <a:endParaRPr lang="zh-CN" altLang="en-US"/>
          </a:p>
        </p:txBody>
      </p:sp>
    </p:spTree>
    <p:extLst>
      <p:ext uri="{BB962C8B-B14F-4D97-AF65-F5344CB8AC3E}">
        <p14:creationId val="2451141267"/>
      </p:ext>
    </p:extLst>
  </p:cSld>
  <p:clrMapOvr>
    <a:masterClrMapping/>
  </p:clrMapOvr>
  <mc:AlternateContent>
    <mc:Choice xmlns:p14="http://schemas.microsoft.com/office/powerpoint/2010/main" Requires="p14">
      <p:transition advClick="0" advTm="0" p14:dur="0"/>
    </mc:Choice>
    <mc:Fallback>
      <p:transition advClick="0" advTm="0"/>
    </mc:Fallback>
  </mc:AlternateContent>
  <p:timing/>
</p:sldLayout>
</file>

<file path=ppt/slideLayouts/slideLayout1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vertTitleAndTx" preserve="1">
  <p:cSld name="竖排标题与文本">
    <p:spTree>
      <p:nvGrpSpPr>
        <p:cNvPr id="1" name=""/>
        <p:cNvGrpSpPr/>
        <p:nvPr/>
      </p:nvGrpSpPr>
      <p:grpSpPr>
        <a:xfrm>
          <a:off x="0" y="0"/>
          <a:ext cx="0" cy="0"/>
        </a:xfrm>
      </p:grpSpPr>
      <p:sp>
        <p:nvSpPr>
          <p:cNvPr id="2" name="竖排标题 1">
            <a:extLst>
              <a:ext uri="{FF2B5EF4-FFF2-40B4-BE49-F238E27FC236}">
                <a16:creationId xmlns:a16="http://schemas.microsoft.com/office/drawing/2014/main" id="{EF60C426-C692-45A5-B3FB-BBA1CFE20F18}"/>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60BFB915-8BC7-4E33-814D-C28F6D0B6B54}"/>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E6FAFCE-B789-4A6C-95C6-EBB005DF25DC}"/>
              </a:ext>
            </a:extLst>
          </p:cNvPr>
          <p:cNvSpPr>
            <a:spLocks noGrp="1"/>
          </p:cNvSpPr>
          <p:nvPr>
            <p:ph type="dt" sz="half" idx="10"/>
          </p:nvPr>
        </p:nvSpPr>
        <p:spPr/>
        <p:txBody>
          <a:bodyPr/>
          <a:lstStyle/>
          <a:p>
            <a:fld id="{D14DDF0A-03BC-4B21-91D3-8BC89D6FB36E}" type="datetimeFigureOut">
              <a:rPr lang="zh-CN" altLang="en-US" smtClean="0"/>
              <a:t>202X/3/12</a:t>
            </a:fld>
            <a:endParaRPr lang="zh-CN" altLang="en-US"/>
          </a:p>
        </p:txBody>
      </p:sp>
      <p:sp>
        <p:nvSpPr>
          <p:cNvPr id="5" name="页脚占位符 4">
            <a:extLst>
              <a:ext uri="{FF2B5EF4-FFF2-40B4-BE49-F238E27FC236}">
                <a16:creationId xmlns:a16="http://schemas.microsoft.com/office/drawing/2014/main" id="{FAA2992C-F421-4B03-B035-262361B5A22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424A3D4-D65F-4954-82BA-AC981FDFCD2B}"/>
              </a:ext>
            </a:extLst>
          </p:cNvPr>
          <p:cNvSpPr>
            <a:spLocks noGrp="1"/>
          </p:cNvSpPr>
          <p:nvPr>
            <p:ph type="sldNum" sz="quarter" idx="12"/>
          </p:nvPr>
        </p:nvSpPr>
        <p:spPr/>
        <p:txBody>
          <a:bodyPr/>
          <a:lstStyle/>
          <a:p>
            <a:fld id="{1066ED05-37F9-451B-80B5-F43FFAD5248A}" type="slidenum">
              <a:rPr lang="zh-CN" altLang="en-US" smtClean="0"/>
              <a:t>‹#›</a:t>
            </a:fld>
            <a:endParaRPr lang="zh-CN" altLang="en-US"/>
          </a:p>
        </p:txBody>
      </p:sp>
    </p:spTree>
    <p:extLst>
      <p:ext uri="{BB962C8B-B14F-4D97-AF65-F5344CB8AC3E}">
        <p14:creationId val="273368072"/>
      </p:ext>
    </p:extLst>
  </p:cSld>
  <p:clrMapOvr>
    <a:masterClrMapping/>
  </p:clrMapOvr>
  <mc:AlternateContent>
    <mc:Choice xmlns:p14="http://schemas.microsoft.com/office/powerpoint/2010/main" Requires="p14">
      <p:transition advClick="0" advTm="0" p14:dur="0"/>
    </mc:Choice>
    <mc:Fallback>
      <p:transition advClick="0" advTm="0"/>
    </mc:Fallback>
  </mc:AlternateContent>
  <p:timing/>
</p:sldLayout>
</file>

<file path=ppt/slideMasters/_rels/slideMaster1.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slideLayout" Target="../slideLayouts/slideLayout10.xml" /><Relationship Id="rId11" Type="http://schemas.openxmlformats.org/officeDocument/2006/relationships/slideLayout" Target="../slideLayouts/slideLayout11.xml" /><Relationship Id="rId12" Type="http://schemas.openxmlformats.org/officeDocument/2006/relationships/theme" Target="../theme/theme1.xml" /><Relationship Id="rId2" Type="http://schemas.openxmlformats.org/officeDocument/2006/relationships/slideLayout" Target="../slideLayouts/slideLayout2.xml" /><Relationship Id="rId3" Type="http://schemas.openxmlformats.org/officeDocument/2006/relationships/slideLayout" Target="../slideLayouts/slideLayout3.xml" /><Relationship Id="rId4" Type="http://schemas.openxmlformats.org/officeDocument/2006/relationships/slideLayout" Target="../slideLayouts/slideLayout4.xml" /><Relationship Id="rId5" Type="http://schemas.openxmlformats.org/officeDocument/2006/relationships/slideLayout" Target="../slideLayouts/slideLayout5.xml" /><Relationship Id="rId6" Type="http://schemas.openxmlformats.org/officeDocument/2006/relationships/slideLayout" Target="../slideLayouts/slideLayout6.xml" /><Relationship Id="rId7" Type="http://schemas.openxmlformats.org/officeDocument/2006/relationships/slideLayout" Target="../slideLayouts/slideLayout7.xml" /><Relationship Id="rId8" Type="http://schemas.openxmlformats.org/officeDocument/2006/relationships/slideLayout" Target="../slideLayouts/slideLayout8.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p:bg>
      <p:bgRef idx="1001">
        <a:schemeClr val="bg1"/>
      </p:bgRef>
    </p:bg>
    <p:spTree>
      <p:nvGrpSpPr>
        <p:cNvPr id="1" name=""/>
        <p:cNvGrpSpPr/>
        <p:nvPr/>
      </p:nvGrpSpPr>
      <p:grpSpPr>
        <a:xfrm>
          <a:off x="0" y="0"/>
          <a:ext cx="0" cy="0"/>
        </a:xfrm>
      </p:grpSpPr>
      <p:sp>
        <p:nvSpPr>
          <p:cNvPr id="2" name="标题占位符 1">
            <a:extLst>
              <a:ext uri="{FF2B5EF4-FFF2-40B4-BE49-F238E27FC236}">
                <a16:creationId xmlns:a16="http://schemas.microsoft.com/office/drawing/2014/main" id="{622133A1-E6A0-4199-8B7A-F34AD4B18ED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33396BB7-6F88-4D1B-83AB-7383ABDAA3D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232C1B6F-DAAA-4367-9396-D394424D275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14DDF0A-03BC-4B21-91D3-8BC89D6FB36E}" type="datetimeFigureOut">
              <a:rPr lang="zh-CN" altLang="en-US" smtClean="0"/>
              <a:t>202X/3/12</a:t>
            </a:fld>
            <a:endParaRPr lang="zh-CN" altLang="en-US"/>
          </a:p>
        </p:txBody>
      </p:sp>
      <p:sp>
        <p:nvSpPr>
          <p:cNvPr id="5" name="页脚占位符 4">
            <a:extLst>
              <a:ext uri="{FF2B5EF4-FFF2-40B4-BE49-F238E27FC236}">
                <a16:creationId xmlns:a16="http://schemas.microsoft.com/office/drawing/2014/main" id="{BEEF360C-1491-41AB-BF4F-C7F9FD737D0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29128C4C-E2CD-4BF8-BE73-AD35696D640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066ED05-37F9-451B-80B5-F43FFAD5248A}" type="slidenum">
              <a:rPr lang="zh-CN" altLang="en-US" smtClean="0"/>
              <a:t>‹#›</a:t>
            </a:fld>
            <a:endParaRPr lang="zh-CN" altLang="en-US"/>
          </a:p>
        </p:txBody>
      </p:sp>
    </p:spTree>
    <p:extLst>
      <p:ext uri="{BB962C8B-B14F-4D97-AF65-F5344CB8AC3E}">
        <p14:creationId val="14693264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mc:Choice xmlns:p14="http://schemas.microsoft.com/office/powerpoint/2010/main" Requires="p14">
      <p:transition advClick="0" advTm="0" p14:dur="0"/>
    </mc:Choice>
    <mc:Fallback>
      <p:transition advClick="0" advTm="0"/>
    </mc:Fallback>
  </mc:AlternateConten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1.png" /><Relationship Id="rId3" Type="http://schemas.openxmlformats.org/officeDocument/2006/relationships/image" Target="../media/image2.png" /><Relationship Id="rId4" Type="http://schemas.openxmlformats.org/officeDocument/2006/relationships/audio" Target="../media/media1.mp3" /><Relationship Id="rId5" Type="http://schemas.microsoft.com/office/2007/relationships/media" Target="../media/media1.mp3" TargetMode="Internal" /></Relationships>
</file>

<file path=ppt/slides/_rels/slide2.xml.rels>&#65279;<?xml version="1.0" encoding="utf-8" standalone="yes"?><Relationships xmlns="http://schemas.openxmlformats.org/package/2006/relationships"><Relationship Id="rId1" Type="http://schemas.openxmlformats.org/officeDocument/2006/relationships/slideLayout" Target="../slideLayouts/slideLayout7.xml" /></Relationships>
</file>

<file path=ppt/slides/_rels/slide3.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png" /></Relationships>
</file>

<file path=ppt/slides/_rels/slide4.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xml" /><Relationship Id="rId3" Type="http://schemas.openxmlformats.org/officeDocument/2006/relationships/image" Target="../media/image4.jpeg" /><Relationship Id="rId4" Type="http://schemas.openxmlformats.org/officeDocument/2006/relationships/tags" Target="../tags/tag1.xml" /></Relationships>
</file>

<file path=ppt/slides/_rels/slide5.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2.xml" /><Relationship Id="rId3" Type="http://schemas.openxmlformats.org/officeDocument/2006/relationships/tags" Target="../tags/tag2.xml" /><Relationship Id="rId4" Type="http://schemas.openxmlformats.org/officeDocument/2006/relationships/tags" Target="../tags/tag3.xml" /></Relationships>
</file>

<file path=ppt/slides/_rels/slide6.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3.xml" /><Relationship Id="rId3" Type="http://schemas.openxmlformats.org/officeDocument/2006/relationships/tags" Target="../tags/tag4.xml" /><Relationship Id="rId4" Type="http://schemas.openxmlformats.org/officeDocument/2006/relationships/image" Target="../media/image5.png" /></Relationships>
</file>

<file path=ppt/slides/_rels/slide7.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4.xml" /><Relationship Id="rId3" Type="http://schemas.openxmlformats.org/officeDocument/2006/relationships/tags" Target="../tags/tag5.xml" /></Relationships>
</file>

<file path=ppt/slides/_rels/slide8.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png" /></Relationships>
</file>

<file path=ppt/slides/_rels/slide9.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5.xml" /><Relationship Id="rId3" Type="http://schemas.openxmlformats.org/officeDocument/2006/relationships/tags" Target="../tags/tag6.xml" /></Relationships>
</file>

<file path=ppt/slides/_rels/slide10.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6.xml" /><Relationship Id="rId3" Type="http://schemas.openxmlformats.org/officeDocument/2006/relationships/tags" Target="../tags/tag7.xml" /></Relationships>
</file>

<file path=ppt/slides/_rels/slide11.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7.xml" /><Relationship Id="rId3" Type="http://schemas.openxmlformats.org/officeDocument/2006/relationships/tags" Target="../tags/tag8.xml" /></Relationships>
</file>

<file path=ppt/slides/_rels/slide12.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8.xml" /><Relationship Id="rId3" Type="http://schemas.openxmlformats.org/officeDocument/2006/relationships/tags" Target="../tags/tag9.xml" /></Relationships>
</file>

<file path=ppt/slides/_rels/slide13.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9.xml" /><Relationship Id="rId3" Type="http://schemas.openxmlformats.org/officeDocument/2006/relationships/tags" Target="../tags/tag10.xml" /></Relationships>
</file>

<file path=ppt/slides/_rels/slide14.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0.xml" /><Relationship Id="rId3" Type="http://schemas.openxmlformats.org/officeDocument/2006/relationships/tags" Target="../tags/tag11.xml" /></Relationships>
</file>

<file path=ppt/slides/_rels/slide15.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png" /></Relationships>
</file>

<file path=ppt/slides/_rels/slide16.xml.rels>&#65279;<?xml version="1.0" encoding="utf-8" standalone="yes"?><Relationships xmlns="http://schemas.openxmlformats.org/package/2006/relationships"><Relationship Id="rId1" Type="http://schemas.openxmlformats.org/officeDocument/2006/relationships/slideLayout" Target="../slideLayouts/slideLayout7.xml" /><Relationship Id="rId10" Type="http://schemas.openxmlformats.org/officeDocument/2006/relationships/tags" Target="../tags/tag19.xml" /><Relationship Id="rId11" Type="http://schemas.openxmlformats.org/officeDocument/2006/relationships/tags" Target="../tags/tag20.xml" /><Relationship Id="rId12" Type="http://schemas.openxmlformats.org/officeDocument/2006/relationships/tags" Target="../tags/tag21.xml" /><Relationship Id="rId13" Type="http://schemas.openxmlformats.org/officeDocument/2006/relationships/tags" Target="../tags/tag22.xml" /><Relationship Id="rId14" Type="http://schemas.openxmlformats.org/officeDocument/2006/relationships/tags" Target="../tags/tag23.xml" /><Relationship Id="rId15" Type="http://schemas.openxmlformats.org/officeDocument/2006/relationships/tags" Target="../tags/tag24.xml" /><Relationship Id="rId16" Type="http://schemas.openxmlformats.org/officeDocument/2006/relationships/tags" Target="../tags/tag25.xml" /><Relationship Id="rId2" Type="http://schemas.openxmlformats.org/officeDocument/2006/relationships/notesSlide" Target="../notesSlides/notesSlide11.xml" /><Relationship Id="rId3" Type="http://schemas.openxmlformats.org/officeDocument/2006/relationships/tags" Target="../tags/tag12.xml" /><Relationship Id="rId4" Type="http://schemas.openxmlformats.org/officeDocument/2006/relationships/tags" Target="../tags/tag13.xml" /><Relationship Id="rId5" Type="http://schemas.openxmlformats.org/officeDocument/2006/relationships/tags" Target="../tags/tag14.xml" /><Relationship Id="rId6" Type="http://schemas.openxmlformats.org/officeDocument/2006/relationships/tags" Target="../tags/tag15.xml" /><Relationship Id="rId7" Type="http://schemas.openxmlformats.org/officeDocument/2006/relationships/tags" Target="../tags/tag16.xml" /><Relationship Id="rId8" Type="http://schemas.openxmlformats.org/officeDocument/2006/relationships/tags" Target="../tags/tag17.xml" /><Relationship Id="rId9" Type="http://schemas.openxmlformats.org/officeDocument/2006/relationships/tags" Target="../tags/tag18.xml" /></Relationships>
</file>

<file path=ppt/slides/_rels/slide17.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2.xml" /><Relationship Id="rId3" Type="http://schemas.openxmlformats.org/officeDocument/2006/relationships/tags" Target="../tags/tag26.xml" /><Relationship Id="rId4" Type="http://schemas.openxmlformats.org/officeDocument/2006/relationships/image" Target="../media/image6.jpeg" /><Relationship Id="rId5" Type="http://schemas.openxmlformats.org/officeDocument/2006/relationships/image" Target="../media/image5.png" /></Relationships>
</file>

<file path=ppt/slides/_rels/slide18.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3.xml" /><Relationship Id="rId3" Type="http://schemas.openxmlformats.org/officeDocument/2006/relationships/tags" Target="../tags/tag27.xml" /></Relationships>
</file>

<file path=ppt/slides/_rels/slide19.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4.xml" /><Relationship Id="rId3" Type="http://schemas.openxmlformats.org/officeDocument/2006/relationships/tags" Target="../tags/tag28.xml" /></Relationships>
</file>

<file path=ppt/slides/_rels/slide20.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5.xml" /><Relationship Id="rId3" Type="http://schemas.openxmlformats.org/officeDocument/2006/relationships/tags" Target="../tags/tag29.xml" /></Relationships>
</file>

<file path=ppt/slides/_rels/slide21.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6.xml" /><Relationship Id="rId3" Type="http://schemas.openxmlformats.org/officeDocument/2006/relationships/tags" Target="../tags/tag30.xml" /></Relationships>
</file>

<file path=ppt/slides/_rels/slide22.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7.xml" /><Relationship Id="rId3" Type="http://schemas.openxmlformats.org/officeDocument/2006/relationships/tags" Target="../tags/tag31.xml" /></Relationships>
</file>

<file path=ppt/slides/_rels/slide23.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png" /></Relationships>
</file>

<file path=ppt/slides/_rels/slide24.xml.rels>&#65279;<?xml version="1.0" encoding="utf-8" standalone="yes"?><Relationships xmlns="http://schemas.openxmlformats.org/package/2006/relationships"><Relationship Id="rId1" Type="http://schemas.openxmlformats.org/officeDocument/2006/relationships/slideLayout" Target="../slideLayouts/slideLayout7.xml" /><Relationship Id="rId10" Type="http://schemas.openxmlformats.org/officeDocument/2006/relationships/tags" Target="../tags/tag39.xml" /><Relationship Id="rId11" Type="http://schemas.openxmlformats.org/officeDocument/2006/relationships/tags" Target="../tags/tag40.xml" /><Relationship Id="rId12" Type="http://schemas.openxmlformats.org/officeDocument/2006/relationships/tags" Target="../tags/tag41.xml" /><Relationship Id="rId13" Type="http://schemas.openxmlformats.org/officeDocument/2006/relationships/tags" Target="../tags/tag42.xml" /><Relationship Id="rId14" Type="http://schemas.openxmlformats.org/officeDocument/2006/relationships/tags" Target="../tags/tag43.xml" /><Relationship Id="rId15" Type="http://schemas.openxmlformats.org/officeDocument/2006/relationships/tags" Target="../tags/tag44.xml" /><Relationship Id="rId2" Type="http://schemas.openxmlformats.org/officeDocument/2006/relationships/notesSlide" Target="../notesSlides/notesSlide18.xml" /><Relationship Id="rId3" Type="http://schemas.openxmlformats.org/officeDocument/2006/relationships/tags" Target="../tags/tag32.xml" /><Relationship Id="rId4" Type="http://schemas.openxmlformats.org/officeDocument/2006/relationships/tags" Target="../tags/tag33.xml" /><Relationship Id="rId5" Type="http://schemas.openxmlformats.org/officeDocument/2006/relationships/tags" Target="../tags/tag34.xml" /><Relationship Id="rId6" Type="http://schemas.openxmlformats.org/officeDocument/2006/relationships/tags" Target="../tags/tag35.xml" /><Relationship Id="rId7" Type="http://schemas.openxmlformats.org/officeDocument/2006/relationships/tags" Target="../tags/tag36.xml" /><Relationship Id="rId8" Type="http://schemas.openxmlformats.org/officeDocument/2006/relationships/tags" Target="../tags/tag37.xml" /><Relationship Id="rId9" Type="http://schemas.openxmlformats.org/officeDocument/2006/relationships/tags" Target="../tags/tag38.xml" /></Relationships>
</file>

<file path=ppt/slides/_rels/slide25.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9.xml" /><Relationship Id="rId3" Type="http://schemas.openxmlformats.org/officeDocument/2006/relationships/tags" Target="../tags/tag45.xml" /></Relationships>
</file>

<file path=ppt/slides/_rels/slide26.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20.xml" /><Relationship Id="rId3" Type="http://schemas.openxmlformats.org/officeDocument/2006/relationships/tags" Target="../tags/tag46.xml" /></Relationships>
</file>

<file path=ppt/slides/_rels/slide27.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21.xml" /><Relationship Id="rId3" Type="http://schemas.openxmlformats.org/officeDocument/2006/relationships/tags" Target="../tags/tag47.xml" /></Relationships>
</file>

<file path=ppt/slides/_rels/slide28.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hyperlink" Target="http://www.tukuppt.com/ppt/" TargetMode="External" /></Relationships>
</file>

<file path=ppt/slides/_rels/slide29.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1.png" /></Relationships>
</file>

<file path=ppt/slides/slide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Oval 7">
            <a:extLst>
              <a:ext uri="{FF2B5EF4-FFF2-40B4-BE49-F238E27FC236}">
                <a16:creationId xmlns:a16="http://schemas.microsoft.com/office/drawing/2014/main" id="{EB0BE6F6-ACB3-4F69-9A0F-D2EE6E9B728D}"/>
              </a:ext>
            </a:extLst>
          </p:cNvPr>
          <p:cNvSpPr/>
          <p:nvPr/>
        </p:nvSpPr>
        <p:spPr>
          <a:xfrm rot="21348098">
            <a:off x="-370555" y="-312561"/>
            <a:ext cx="5642901" cy="5719201"/>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prstClr val="white"/>
              </a:solidFill>
              <a:effectLst/>
              <a:uLnTx/>
              <a:uFillTx/>
              <a:latin typeface="Century Gothic" panose="020b0502020202020204" pitchFamily="34" charset="0"/>
              <a:ea typeface="思源黑体旧字形 Normal" panose="020b0400000000000000" pitchFamily="34" charset="-128"/>
              <a:cs typeface="+mn-cs"/>
              <a:sym typeface="Century Gothic" panose="020b0502020202020204" pitchFamily="34" charset="0"/>
            </a:endParaRPr>
          </a:p>
        </p:txBody>
      </p:sp>
      <p:sp>
        <p:nvSpPr>
          <p:cNvPr id="3" name="Oval 6">
            <a:extLst>
              <a:ext uri="{FF2B5EF4-FFF2-40B4-BE49-F238E27FC236}">
                <a16:creationId xmlns:a16="http://schemas.microsoft.com/office/drawing/2014/main" id="{62E7108E-B13B-41B5-9140-48F40E23D26B}"/>
              </a:ext>
            </a:extLst>
          </p:cNvPr>
          <p:cNvSpPr/>
          <p:nvPr/>
        </p:nvSpPr>
        <p:spPr>
          <a:xfrm rot="19800000">
            <a:off x="-1685076" y="-684257"/>
            <a:ext cx="6567201" cy="6655999"/>
          </a:xfrm>
          <a:prstGeom prst="ellipse">
            <a:avLst/>
          </a:prstGeom>
          <a:blipFill dpi="0" rotWithShape="0">
            <a:blip r:embed="rId2"/>
            <a:stretch>
              <a:fillRect l="-86219" t="-25781" r="-92729" b="-30077"/>
            </a:stretch>
          </a:blipFill>
          <a:ln w="28575">
            <a:solidFill>
              <a:schemeClr val="bg1"/>
            </a:solid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a:ln w="6350">
                <a:noFill/>
              </a:ln>
              <a:gradFill flip="none" rotWithShape="1">
                <a:gsLst>
                  <a:gs pos="73000">
                    <a:srgbClr val="00C373"/>
                  </a:gs>
                  <a:gs pos="88000">
                    <a:srgbClr val="08ECDB"/>
                  </a:gs>
                  <a:gs pos="29000">
                    <a:srgbClr val="00C373"/>
                  </a:gs>
                  <a:gs pos="72000">
                    <a:srgbClr val="08ECDB"/>
                  </a:gs>
                </a:gsLst>
                <a:lin ang="1200000" scaled="0"/>
              </a:gradFill>
              <a:effectLst>
                <a:innerShdw blurRad="63500" dist="50800" dir="16200000">
                  <a:prstClr val="black">
                    <a:alpha val="50000"/>
                  </a:prstClr>
                </a:innerShdw>
              </a:effectLst>
              <a:latin typeface="Impact" pitchFamily="34" charset="0"/>
              <a:ea typeface="思源黑体旧字形 Normal" panose="020b0400000000000000" pitchFamily="34" charset="-128"/>
              <a:sym typeface="Century Gothic" panose="020b0502020202020204" pitchFamily="34" charset="0"/>
            </a:endParaRPr>
          </a:p>
        </p:txBody>
      </p:sp>
      <p:sp>
        <p:nvSpPr>
          <p:cNvPr id="4" name="Oval 5">
            <a:extLst>
              <a:ext uri="{FF2B5EF4-FFF2-40B4-BE49-F238E27FC236}">
                <a16:creationId xmlns:a16="http://schemas.microsoft.com/office/drawing/2014/main" id="{95DC7B05-30C4-41D9-8847-56C20F4DFF87}"/>
              </a:ext>
            </a:extLst>
          </p:cNvPr>
          <p:cNvSpPr/>
          <p:nvPr/>
        </p:nvSpPr>
        <p:spPr>
          <a:xfrm rot="20863980">
            <a:off x="10868268" y="5934783"/>
            <a:ext cx="1126116" cy="1126116"/>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prstClr val="white"/>
              </a:solidFill>
              <a:effectLst/>
              <a:uLnTx/>
              <a:uFillTx/>
              <a:latin typeface="Century Gothic" panose="020b0502020202020204" pitchFamily="34" charset="0"/>
              <a:ea typeface="思源黑体旧字形 Normal" panose="020b0400000000000000" pitchFamily="34" charset="-128"/>
              <a:cs typeface="+mn-cs"/>
              <a:sym typeface="Century Gothic" panose="020b0502020202020204" pitchFamily="34" charset="0"/>
            </a:endParaRPr>
          </a:p>
        </p:txBody>
      </p:sp>
      <p:sp>
        <p:nvSpPr>
          <p:cNvPr id="5" name="Oval 3">
            <a:extLst>
              <a:ext uri="{FF2B5EF4-FFF2-40B4-BE49-F238E27FC236}">
                <a16:creationId xmlns:a16="http://schemas.microsoft.com/office/drawing/2014/main" id="{31BB668C-1315-4F0C-893E-2E4F435BCD3C}"/>
              </a:ext>
            </a:extLst>
          </p:cNvPr>
          <p:cNvSpPr/>
          <p:nvPr/>
        </p:nvSpPr>
        <p:spPr>
          <a:xfrm rot="900000">
            <a:off x="11099132" y="5862761"/>
            <a:ext cx="1173092" cy="1173092"/>
          </a:xfrm>
          <a:prstGeom prst="ellipse">
            <a:avLst/>
          </a:prstGeom>
          <a:solidFill>
            <a:srgbClr val="3FB793"/>
          </a:solidFill>
          <a:ln w="28575">
            <a:solidFill>
              <a:schemeClr val="bg1"/>
            </a:solid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a:ln w="6350">
                <a:noFill/>
              </a:ln>
              <a:gradFill flip="none" rotWithShape="1">
                <a:gsLst>
                  <a:gs pos="73000">
                    <a:srgbClr val="00C373"/>
                  </a:gs>
                  <a:gs pos="88000">
                    <a:srgbClr val="08ECDB"/>
                  </a:gs>
                  <a:gs pos="29000">
                    <a:srgbClr val="00C373"/>
                  </a:gs>
                  <a:gs pos="72000">
                    <a:srgbClr val="08ECDB"/>
                  </a:gs>
                </a:gsLst>
                <a:lin ang="1200000" scaled="0"/>
              </a:gradFill>
              <a:effectLst>
                <a:innerShdw blurRad="63500" dist="50800" dir="16200000">
                  <a:prstClr val="black">
                    <a:alpha val="50000"/>
                  </a:prstClr>
                </a:innerShdw>
              </a:effectLst>
              <a:latin typeface="Impact" pitchFamily="34" charset="0"/>
              <a:ea typeface="思源黑体旧字形 Normal" panose="020b0400000000000000" pitchFamily="34" charset="-128"/>
              <a:sym typeface="Century Gothic" panose="020b0502020202020204" pitchFamily="34" charset="0"/>
            </a:endParaRPr>
          </a:p>
        </p:txBody>
      </p:sp>
      <p:sp>
        <p:nvSpPr>
          <p:cNvPr id="6" name="Oval 11">
            <a:extLst>
              <a:ext uri="{FF2B5EF4-FFF2-40B4-BE49-F238E27FC236}">
                <a16:creationId xmlns:a16="http://schemas.microsoft.com/office/drawing/2014/main" id="{76FE2113-9A09-4321-ADC5-B675F8FC19DE}"/>
              </a:ext>
            </a:extLst>
          </p:cNvPr>
          <p:cNvSpPr/>
          <p:nvPr/>
        </p:nvSpPr>
        <p:spPr>
          <a:xfrm rot="1997738">
            <a:off x="5081001" y="1769558"/>
            <a:ext cx="886916" cy="898908"/>
          </a:xfrm>
          <a:prstGeom prst="ellipse">
            <a:avLst/>
          </a:prstGeom>
          <a:solidFill>
            <a:srgbClr val="545D79"/>
          </a:solidFill>
          <a:ln w="28575">
            <a:solidFill>
              <a:schemeClr val="bg1"/>
            </a:solid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a:ln w="6350">
                <a:noFill/>
              </a:ln>
              <a:gradFill flip="none" rotWithShape="1">
                <a:gsLst>
                  <a:gs pos="73000">
                    <a:srgbClr val="00C373"/>
                  </a:gs>
                  <a:gs pos="88000">
                    <a:srgbClr val="08ECDB"/>
                  </a:gs>
                  <a:gs pos="29000">
                    <a:srgbClr val="00C373"/>
                  </a:gs>
                  <a:gs pos="72000">
                    <a:srgbClr val="08ECDB"/>
                  </a:gs>
                </a:gsLst>
                <a:lin ang="1200000" scaled="0"/>
              </a:gradFill>
              <a:effectLst>
                <a:innerShdw blurRad="63500" dist="50800" dir="16200000">
                  <a:prstClr val="black">
                    <a:alpha val="50000"/>
                  </a:prstClr>
                </a:innerShdw>
              </a:effectLst>
              <a:latin typeface="Impact" pitchFamily="34" charset="0"/>
              <a:ea typeface="思源黑体旧字形 Normal" panose="020b0400000000000000" pitchFamily="34" charset="-128"/>
              <a:sym typeface="Century Gothic" panose="020b0502020202020204" pitchFamily="34" charset="0"/>
            </a:endParaRPr>
          </a:p>
        </p:txBody>
      </p:sp>
      <p:sp>
        <p:nvSpPr>
          <p:cNvPr id="7" name="Oval 11">
            <a:extLst>
              <a:ext uri="{FF2B5EF4-FFF2-40B4-BE49-F238E27FC236}">
                <a16:creationId xmlns:a16="http://schemas.microsoft.com/office/drawing/2014/main" id="{76097E8E-0B36-427D-980D-92ADC8ED7B93}"/>
              </a:ext>
            </a:extLst>
          </p:cNvPr>
          <p:cNvSpPr/>
          <p:nvPr/>
        </p:nvSpPr>
        <p:spPr>
          <a:xfrm rot="1997738">
            <a:off x="4825407" y="799174"/>
            <a:ext cx="472837" cy="479230"/>
          </a:xfrm>
          <a:prstGeom prst="ellipse">
            <a:avLst/>
          </a:prstGeom>
          <a:solidFill>
            <a:srgbClr val="3FB793"/>
          </a:solidFill>
          <a:ln w="28575">
            <a:solidFill>
              <a:schemeClr val="bg1"/>
            </a:solid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a:ln w="6350">
                <a:noFill/>
              </a:ln>
              <a:gradFill flip="none" rotWithShape="1">
                <a:gsLst>
                  <a:gs pos="73000">
                    <a:srgbClr val="00C373"/>
                  </a:gs>
                  <a:gs pos="88000">
                    <a:srgbClr val="08ECDB"/>
                  </a:gs>
                  <a:gs pos="29000">
                    <a:srgbClr val="00C373"/>
                  </a:gs>
                  <a:gs pos="72000">
                    <a:srgbClr val="08ECDB"/>
                  </a:gs>
                </a:gsLst>
                <a:lin ang="1200000" scaled="0"/>
              </a:gradFill>
              <a:effectLst>
                <a:innerShdw blurRad="63500" dist="50800" dir="16200000">
                  <a:prstClr val="black">
                    <a:alpha val="50000"/>
                  </a:prstClr>
                </a:innerShdw>
              </a:effectLst>
              <a:latin typeface="Impact" pitchFamily="34" charset="0"/>
              <a:ea typeface="思源黑体旧字形 Normal" panose="020b0400000000000000" pitchFamily="34" charset="-128"/>
              <a:sym typeface="Century Gothic" panose="020b0502020202020204" pitchFamily="34" charset="0"/>
            </a:endParaRPr>
          </a:p>
        </p:txBody>
      </p:sp>
      <p:sp>
        <p:nvSpPr>
          <p:cNvPr id="8" name="Oval 11">
            <a:extLst>
              <a:ext uri="{FF2B5EF4-FFF2-40B4-BE49-F238E27FC236}">
                <a16:creationId xmlns:a16="http://schemas.microsoft.com/office/drawing/2014/main" id="{9D31A2D4-C245-4407-9008-6ED825F93CB7}"/>
              </a:ext>
            </a:extLst>
          </p:cNvPr>
          <p:cNvSpPr/>
          <p:nvPr/>
        </p:nvSpPr>
        <p:spPr>
          <a:xfrm rot="1997738">
            <a:off x="1838860" y="5472752"/>
            <a:ext cx="472837" cy="479230"/>
          </a:xfrm>
          <a:prstGeom prst="ellipse">
            <a:avLst/>
          </a:prstGeom>
          <a:solidFill>
            <a:srgbClr val="3FB793"/>
          </a:solidFill>
          <a:ln w="28575">
            <a:solidFill>
              <a:schemeClr val="bg1"/>
            </a:solid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a:ln w="6350">
                <a:noFill/>
              </a:ln>
              <a:gradFill flip="none" rotWithShape="1">
                <a:gsLst>
                  <a:gs pos="73000">
                    <a:srgbClr val="00C373"/>
                  </a:gs>
                  <a:gs pos="88000">
                    <a:srgbClr val="08ECDB"/>
                  </a:gs>
                  <a:gs pos="29000">
                    <a:srgbClr val="00C373"/>
                  </a:gs>
                  <a:gs pos="72000">
                    <a:srgbClr val="08ECDB"/>
                  </a:gs>
                </a:gsLst>
                <a:lin ang="1200000" scaled="0"/>
              </a:gradFill>
              <a:effectLst>
                <a:innerShdw blurRad="63500" dist="50800" dir="16200000">
                  <a:prstClr val="black">
                    <a:alpha val="50000"/>
                  </a:prstClr>
                </a:innerShdw>
              </a:effectLst>
              <a:latin typeface="Impact" pitchFamily="34" charset="0"/>
              <a:ea typeface="思源黑体旧字形 Normal" panose="020b0400000000000000" pitchFamily="34" charset="-128"/>
              <a:sym typeface="Century Gothic" panose="020b0502020202020204" pitchFamily="34" charset="0"/>
            </a:endParaRPr>
          </a:p>
        </p:txBody>
      </p:sp>
      <p:sp>
        <p:nvSpPr>
          <p:cNvPr id="9" name="Oval 11">
            <a:extLst>
              <a:ext uri="{FF2B5EF4-FFF2-40B4-BE49-F238E27FC236}">
                <a16:creationId xmlns:a16="http://schemas.microsoft.com/office/drawing/2014/main" id="{6C852D5B-C508-4EE8-858C-A673A1DAE81C}"/>
              </a:ext>
            </a:extLst>
          </p:cNvPr>
          <p:cNvSpPr/>
          <p:nvPr/>
        </p:nvSpPr>
        <p:spPr>
          <a:xfrm rot="1997738">
            <a:off x="11666162" y="377766"/>
            <a:ext cx="363677" cy="368594"/>
          </a:xfrm>
          <a:prstGeom prst="ellipse">
            <a:avLst/>
          </a:prstGeom>
          <a:solidFill>
            <a:srgbClr val="545D79"/>
          </a:solidFill>
          <a:ln w="28575">
            <a:solidFill>
              <a:schemeClr val="bg1"/>
            </a:solid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a:ln w="6350">
                <a:noFill/>
              </a:ln>
              <a:gradFill flip="none" rotWithShape="1">
                <a:gsLst>
                  <a:gs pos="73000">
                    <a:srgbClr val="00C373"/>
                  </a:gs>
                  <a:gs pos="88000">
                    <a:srgbClr val="08ECDB"/>
                  </a:gs>
                  <a:gs pos="29000">
                    <a:srgbClr val="00C373"/>
                  </a:gs>
                  <a:gs pos="72000">
                    <a:srgbClr val="08ECDB"/>
                  </a:gs>
                </a:gsLst>
                <a:lin ang="1200000" scaled="0"/>
              </a:gradFill>
              <a:effectLst>
                <a:innerShdw blurRad="63500" dist="50800" dir="16200000">
                  <a:prstClr val="black">
                    <a:alpha val="50000"/>
                  </a:prstClr>
                </a:innerShdw>
              </a:effectLst>
              <a:latin typeface="Impact" pitchFamily="34" charset="0"/>
              <a:ea typeface="思源黑体旧字形 Normal" panose="020b0400000000000000" pitchFamily="34" charset="-128"/>
              <a:sym typeface="Century Gothic" panose="020b0502020202020204" pitchFamily="34" charset="0"/>
            </a:endParaRPr>
          </a:p>
        </p:txBody>
      </p:sp>
      <p:sp>
        <p:nvSpPr>
          <p:cNvPr id="10" name="Oval 11">
            <a:extLst>
              <a:ext uri="{FF2B5EF4-FFF2-40B4-BE49-F238E27FC236}">
                <a16:creationId xmlns:a16="http://schemas.microsoft.com/office/drawing/2014/main" id="{42C37B24-5E6D-440C-90A3-8BB2417F9953}"/>
              </a:ext>
            </a:extLst>
          </p:cNvPr>
          <p:cNvSpPr/>
          <p:nvPr/>
        </p:nvSpPr>
        <p:spPr>
          <a:xfrm rot="1997738">
            <a:off x="4167109" y="4413230"/>
            <a:ext cx="472837" cy="479230"/>
          </a:xfrm>
          <a:prstGeom prst="ellipse">
            <a:avLst/>
          </a:prstGeom>
          <a:solidFill>
            <a:srgbClr val="545D79"/>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a:ln w="6350">
                <a:noFill/>
              </a:ln>
              <a:gradFill flip="none" rotWithShape="1">
                <a:gsLst>
                  <a:gs pos="73000">
                    <a:srgbClr val="00C373"/>
                  </a:gs>
                  <a:gs pos="88000">
                    <a:srgbClr val="08ECDB"/>
                  </a:gs>
                  <a:gs pos="29000">
                    <a:srgbClr val="00C373"/>
                  </a:gs>
                  <a:gs pos="72000">
                    <a:srgbClr val="08ECDB"/>
                  </a:gs>
                </a:gsLst>
                <a:lin ang="1200000" scaled="0"/>
              </a:gradFill>
              <a:effectLst>
                <a:innerShdw blurRad="63500" dist="50800" dir="16200000">
                  <a:prstClr val="black">
                    <a:alpha val="50000"/>
                  </a:prstClr>
                </a:innerShdw>
              </a:effectLst>
              <a:latin typeface="Impact" pitchFamily="34" charset="0"/>
              <a:ea typeface="思源黑体旧字形 Normal" panose="020b0400000000000000" pitchFamily="34" charset="-128"/>
              <a:sym typeface="Century Gothic" panose="020b0502020202020204" pitchFamily="34" charset="0"/>
            </a:endParaRPr>
          </a:p>
        </p:txBody>
      </p:sp>
      <p:sp>
        <p:nvSpPr>
          <p:cNvPr id="11" name="Oval 11">
            <a:extLst>
              <a:ext uri="{FF2B5EF4-FFF2-40B4-BE49-F238E27FC236}">
                <a16:creationId xmlns:a16="http://schemas.microsoft.com/office/drawing/2014/main" id="{599D78E0-E21A-4EE0-9B54-CB4C00F9B0C3}"/>
              </a:ext>
            </a:extLst>
          </p:cNvPr>
          <p:cNvSpPr/>
          <p:nvPr/>
        </p:nvSpPr>
        <p:spPr>
          <a:xfrm rot="1997738">
            <a:off x="3877532" y="1236085"/>
            <a:ext cx="472837" cy="479230"/>
          </a:xfrm>
          <a:prstGeom prst="ellipse">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a:ln w="6350">
                <a:noFill/>
              </a:ln>
              <a:gradFill flip="none" rotWithShape="1">
                <a:gsLst>
                  <a:gs pos="73000">
                    <a:srgbClr val="00C373"/>
                  </a:gs>
                  <a:gs pos="88000">
                    <a:srgbClr val="08ECDB"/>
                  </a:gs>
                  <a:gs pos="29000">
                    <a:srgbClr val="00C373"/>
                  </a:gs>
                  <a:gs pos="72000">
                    <a:srgbClr val="08ECDB"/>
                  </a:gs>
                </a:gsLst>
                <a:lin ang="1200000" scaled="0"/>
              </a:gradFill>
              <a:effectLst>
                <a:innerShdw blurRad="63500" dist="50800" dir="16200000">
                  <a:prstClr val="black">
                    <a:alpha val="50000"/>
                  </a:prstClr>
                </a:innerShdw>
              </a:effectLst>
              <a:latin typeface="Impact" pitchFamily="34" charset="0"/>
              <a:ea typeface="思源黑体旧字形 Normal" panose="020b0400000000000000" pitchFamily="34" charset="-128"/>
              <a:sym typeface="Century Gothic" panose="020b0502020202020204" pitchFamily="34" charset="0"/>
            </a:endParaRPr>
          </a:p>
        </p:txBody>
      </p:sp>
      <p:sp>
        <p:nvSpPr>
          <p:cNvPr id="25" name="文本框 24">
            <a:extLst>
              <a:ext uri="{FF2B5EF4-FFF2-40B4-BE49-F238E27FC236}">
                <a16:creationId xmlns:a16="http://schemas.microsoft.com/office/drawing/2014/main" id="{5C1583DA-682F-44E4-B7B3-38C2381D330C}"/>
              </a:ext>
            </a:extLst>
          </p:cNvPr>
          <p:cNvSpPr txBox="1"/>
          <p:nvPr/>
        </p:nvSpPr>
        <p:spPr>
          <a:xfrm>
            <a:off x="5662676" y="2867417"/>
            <a:ext cx="5734263" cy="1200329"/>
          </a:xfrm>
          <a:prstGeom prst="rect">
            <a:avLst/>
          </a:prstGeom>
          <a:noFill/>
        </p:spPr>
        <p:txBody>
          <a:bodyPr wrap="none" rtlCol="0">
            <a:spAutoFit/>
            <a:scene3d>
              <a:camera prst="orthographicFront"/>
              <a:lightRig rig="threePt" dir="t"/>
            </a:scene3d>
            <a:sp3d contourW="12700"/>
          </a:bodyPr>
          <a:lstStyle/>
          <a:p>
            <a:pPr algn="r"/>
            <a:r>
              <a:rPr lang="zh-CN" altLang="en-US" sz="7200" b="1">
                <a:solidFill>
                  <a:srgbClr val="545D79"/>
                </a:solidFill>
                <a:latin typeface="思源黑体旧字形 Normal" panose="020b0400000000000000" pitchFamily="34" charset="-128"/>
                <a:ea typeface="思源黑体旧字形 Normal" panose="020b0400000000000000" pitchFamily="34" charset="-128"/>
              </a:rPr>
              <a:t>岗位竞聘模板</a:t>
            </a:r>
          </a:p>
        </p:txBody>
      </p:sp>
      <p:sp>
        <p:nvSpPr>
          <p:cNvPr id="26" name="文本框 25">
            <a:extLst>
              <a:ext uri="{FF2B5EF4-FFF2-40B4-BE49-F238E27FC236}">
                <a16:creationId xmlns:a16="http://schemas.microsoft.com/office/drawing/2014/main" id="{64259B00-56C6-46B4-9896-4C8D4FADE44C}"/>
              </a:ext>
            </a:extLst>
          </p:cNvPr>
          <p:cNvSpPr txBox="1"/>
          <p:nvPr/>
        </p:nvSpPr>
        <p:spPr>
          <a:xfrm>
            <a:off x="5345991" y="3941849"/>
            <a:ext cx="6021920" cy="584775"/>
          </a:xfrm>
          <a:prstGeom prst="rect">
            <a:avLst/>
          </a:prstGeom>
          <a:noFill/>
        </p:spPr>
        <p:txBody>
          <a:bodyPr wrap="square" rtlCol="0">
            <a:spAutoFit/>
            <a:scene3d>
              <a:camera prst="orthographicFront"/>
              <a:lightRig rig="threePt" dir="t"/>
            </a:scene3d>
            <a:sp3d contourW="12700"/>
          </a:bodyPr>
          <a:lstStyle/>
          <a:p>
            <a:pPr algn="r"/>
            <a:r>
              <a:rPr lang="en-US" altLang="zh-CN" sz="1600">
                <a:solidFill>
                  <a:schemeClr val="tx1">
                    <a:lumMod val="65000"/>
                    <a:lumOff val="35000"/>
                  </a:schemeClr>
                </a:solidFill>
                <a:latin typeface="Century Gothic" panose="020b0502020202020204" pitchFamily="34" charset="0"/>
                <a:ea typeface="思源黑体旧字形 Normal" panose="020b0400000000000000" pitchFamily="34" charset="-128"/>
              </a:rPr>
              <a:t>The user can demonstrate on a projector or computer, or print the presentation and make in a wider field</a:t>
            </a:r>
          </a:p>
        </p:txBody>
      </p:sp>
      <p:sp>
        <p:nvSpPr>
          <p:cNvPr id="27" name="矩形 26">
            <a:extLst>
              <a:ext uri="{FF2B5EF4-FFF2-40B4-BE49-F238E27FC236}">
                <a16:creationId xmlns:a16="http://schemas.microsoft.com/office/drawing/2014/main" id="{0369CA99-703F-4EB5-B51F-44F5986EE3A6}"/>
              </a:ext>
            </a:extLst>
          </p:cNvPr>
          <p:cNvSpPr/>
          <p:nvPr/>
        </p:nvSpPr>
        <p:spPr>
          <a:xfrm>
            <a:off x="8627666" y="4637708"/>
            <a:ext cx="1240963" cy="322568"/>
          </a:xfrm>
          <a:prstGeom prst="rect">
            <a:avLst/>
          </a:prstGeom>
          <a:solidFill>
            <a:srgbClr val="545D79"/>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思源黑体旧字形 Normal" panose="020b0400000000000000" pitchFamily="34" charset="-128"/>
            </a:endParaRPr>
          </a:p>
        </p:txBody>
      </p:sp>
      <p:sp>
        <p:nvSpPr>
          <p:cNvPr id="28" name="矩形 27">
            <a:extLst>
              <a:ext uri="{FF2B5EF4-FFF2-40B4-BE49-F238E27FC236}">
                <a16:creationId xmlns:a16="http://schemas.microsoft.com/office/drawing/2014/main" id="{BA6714E8-E8D6-43E4-AB76-FBA7A0BAF550}"/>
              </a:ext>
            </a:extLst>
          </p:cNvPr>
          <p:cNvSpPr/>
          <p:nvPr/>
        </p:nvSpPr>
        <p:spPr>
          <a:xfrm>
            <a:off x="10039335" y="4637708"/>
            <a:ext cx="1240963" cy="322568"/>
          </a:xfrm>
          <a:prstGeom prst="rect">
            <a:avLst/>
          </a:prstGeom>
          <a:solidFill>
            <a:srgbClr val="3FB793"/>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思源黑体旧字形 Normal" panose="020b0400000000000000" pitchFamily="34" charset="-128"/>
            </a:endParaRPr>
          </a:p>
        </p:txBody>
      </p:sp>
      <p:sp>
        <p:nvSpPr>
          <p:cNvPr id="29" name="文本框 28">
            <a:extLst>
              <a:ext uri="{FF2B5EF4-FFF2-40B4-BE49-F238E27FC236}">
                <a16:creationId xmlns:a16="http://schemas.microsoft.com/office/drawing/2014/main" id="{10062382-7D90-48C7-A878-DD393B0CA167}"/>
              </a:ext>
            </a:extLst>
          </p:cNvPr>
          <p:cNvSpPr txBox="1"/>
          <p:nvPr/>
        </p:nvSpPr>
        <p:spPr>
          <a:xfrm>
            <a:off x="8903454" y="4637708"/>
            <a:ext cx="800219" cy="338554"/>
          </a:xfrm>
          <a:prstGeom prst="rect">
            <a:avLst/>
          </a:prstGeom>
          <a:noFill/>
        </p:spPr>
        <p:txBody>
          <a:bodyPr wrap="none" rtlCol="0">
            <a:spAutoFit/>
            <a:scene3d>
              <a:camera prst="orthographicFront"/>
              <a:lightRig rig="threePt" dir="t"/>
            </a:scene3d>
            <a:sp3d contourW="12700"/>
          </a:bodyPr>
          <a:lstStyle/>
          <a:p>
            <a:r>
              <a:rPr lang="zh-CN" altLang="en-US" sz="1600">
                <a:solidFill>
                  <a:schemeClr val="bg1"/>
                </a:solidFill>
                <a:ea typeface="思源黑体旧字形 Normal" panose="020b0400000000000000" pitchFamily="34" charset="-128"/>
              </a:rPr>
              <a:t>王某某</a:t>
            </a:r>
            <a:endParaRPr lang="en-US" altLang="zh-CN" sz="1600">
              <a:solidFill>
                <a:schemeClr val="bg1"/>
              </a:solidFill>
              <a:ea typeface="思源黑体旧字形 Normal" panose="020b0400000000000000" pitchFamily="34" charset="-128"/>
            </a:endParaRPr>
          </a:p>
        </p:txBody>
      </p:sp>
      <p:sp>
        <p:nvSpPr>
          <p:cNvPr id="30" name="文本框 29">
            <a:extLst>
              <a:ext uri="{FF2B5EF4-FFF2-40B4-BE49-F238E27FC236}">
                <a16:creationId xmlns:a16="http://schemas.microsoft.com/office/drawing/2014/main" id="{75F4EA41-D9D5-4F36-BB5C-1265ADEA8A95}"/>
              </a:ext>
            </a:extLst>
          </p:cNvPr>
          <p:cNvSpPr txBox="1"/>
          <p:nvPr/>
        </p:nvSpPr>
        <p:spPr>
          <a:xfrm>
            <a:off x="10247006" y="4637708"/>
            <a:ext cx="885179" cy="338554"/>
          </a:xfrm>
          <a:prstGeom prst="rect">
            <a:avLst/>
          </a:prstGeom>
          <a:noFill/>
        </p:spPr>
        <p:txBody>
          <a:bodyPr wrap="none" rtlCol="0">
            <a:spAutoFit/>
            <a:scene3d>
              <a:camera prst="orthographicFront"/>
              <a:lightRig rig="threePt" dir="t"/>
            </a:scene3d>
            <a:sp3d contourW="12700"/>
          </a:bodyPr>
          <a:lstStyle/>
          <a:p>
            <a:r>
              <a:rPr lang="en-US" altLang="zh-CN" sz="1600">
                <a:solidFill>
                  <a:schemeClr val="bg1"/>
                </a:solidFill>
                <a:ea typeface="思源黑体旧字形 Normal" panose="020b0400000000000000" pitchFamily="34" charset="-128"/>
              </a:rPr>
              <a:t>201X.10</a:t>
            </a:r>
          </a:p>
        </p:txBody>
      </p:sp>
      <p:sp>
        <p:nvSpPr>
          <p:cNvPr id="31" name="文本框 30">
            <a:extLst>
              <a:ext uri="{FF2B5EF4-FFF2-40B4-BE49-F238E27FC236}">
                <a16:creationId xmlns:a16="http://schemas.microsoft.com/office/drawing/2014/main" id="{0E684865-ADF8-46AC-B84F-F34B1814A19B}"/>
              </a:ext>
            </a:extLst>
          </p:cNvPr>
          <p:cNvSpPr txBox="1"/>
          <p:nvPr/>
        </p:nvSpPr>
        <p:spPr>
          <a:xfrm>
            <a:off x="8573730" y="1570606"/>
            <a:ext cx="2823209" cy="1446550"/>
          </a:xfrm>
          <a:prstGeom prst="rect">
            <a:avLst/>
          </a:prstGeom>
          <a:noFill/>
        </p:spPr>
        <p:txBody>
          <a:bodyPr wrap="none" rtlCol="0">
            <a:spAutoFit/>
            <a:scene3d>
              <a:camera prst="orthographicFront"/>
              <a:lightRig rig="threePt" dir="t"/>
            </a:scene3d>
            <a:sp3d contourW="12700"/>
          </a:bodyPr>
          <a:lstStyle/>
          <a:p>
            <a:pPr algn="r"/>
            <a:r>
              <a:rPr lang="en-US" altLang="zh-CN" sz="8800">
                <a:solidFill>
                  <a:srgbClr val="3FB793"/>
                </a:solidFill>
                <a:latin typeface="Century Gothic" panose="020b0502020202020204" pitchFamily="34" charset="0"/>
                <a:ea typeface="思源黑体旧字形 Normal" panose="020b0400000000000000" pitchFamily="34" charset="-128"/>
              </a:rPr>
              <a:t>201X</a:t>
            </a:r>
            <a:endParaRPr lang="zh-CN" altLang="en-US" sz="8800">
              <a:solidFill>
                <a:srgbClr val="3FB793"/>
              </a:solidFill>
              <a:latin typeface="Century Gothic" panose="020b0502020202020204" pitchFamily="34" charset="0"/>
              <a:ea typeface="思源黑体旧字形 Normal" panose="020b0400000000000000" pitchFamily="34" charset="-128"/>
            </a:endParaRPr>
          </a:p>
        </p:txBody>
      </p:sp>
      <p:pic>
        <p:nvPicPr>
          <p:cNvPr id="12" name="pd-5b767c031feca590">
            <a:hlinkClick action="ppaction://media"/>
            <a:extLst>
              <a:ext uri="{FF2B5EF4-FFF2-40B4-BE49-F238E27FC236}">
                <a16:creationId xmlns:a16="http://schemas.microsoft.com/office/drawing/2014/main" id="{5C8A4C8A-F749-4CE6-B514-2DDBA765FBE9}"/>
              </a:ext>
            </a:extLst>
          </p:cNvPr>
          <p:cNvPicPr>
            <a:picLocks noChangeAspect="1"/>
          </p:cNvPicPr>
          <p:nvPr>
            <a:audioFile r:link="rId4"/>
            <p:extLst>
              <p:ext uri="{DAA4B4D4-6D71-4841-9C94-3DE7FCFB9230}">
                <p14:media r:embed="rId5"/>
              </p:ext>
            </p:extLst>
          </p:nvPr>
        </p:nvPicPr>
        <p:blipFill>
          <a:blip r:embed="rId3"/>
          <a:stretch>
            <a:fillRect/>
          </a:stretch>
        </p:blipFill>
        <p:spPr>
          <a:xfrm>
            <a:off x="-1448097" y="489259"/>
            <a:ext cx="487363" cy="487363"/>
          </a:xfrm>
          <a:prstGeom prst="rect">
            <a:avLst/>
          </a:prstGeom>
        </p:spPr>
      </p:pic>
    </p:spTree>
    <p:extLst>
      <p:ext uri="{BB962C8B-B14F-4D97-AF65-F5344CB8AC3E}">
        <p14:creationId val="4228544721"/>
      </p:ext>
    </p:extLst>
  </p:cSld>
  <p:clrMapOvr>
    <a:masterClrMapping/>
  </p:clrMapOvr>
  <mc:AlternateContent>
    <mc:Choice xmlns:p14="http://schemas.microsoft.com/office/powerpoint/2010/main" Requires="p14">
      <p:transition advClick="0" advTm="0" p14:dur="10"/>
    </mc:Choice>
    <mc:Fallback>
      <p:transition advClick="0" advTm="0"/>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 presetClass="mediacall" presetSubtype="0" fill="hold" nodeType="afterEffect">
                                  <p:stCondLst>
                                    <p:cond delay="0"/>
                                  </p:stCondLst>
                                  <p:childTnLst>
                                    <p:cmd type="call" cmd="playFrom(0.0)">
                                      <p:cBhvr>
                                        <p:cTn id="6" dur="1" fill="hold"/>
                                        <p:tgtEl>
                                          <p:spTgt spid="12"/>
                                        </p:tgtEl>
                                      </p:cBhvr>
                                    </p:cmd>
                                  </p:childTnLst>
                                </p:cTn>
                              </p:par>
                            </p:childTnLst>
                          </p:cTn>
                        </p:par>
                        <p:par>
                          <p:cTn id="8" fill="hold" nodeType="afterGroup">
                            <p:stCondLst>
                              <p:cond delay="1"/>
                            </p:stCondLst>
                            <p:childTnLst>
                              <p:par>
                                <p:cTn id="9" presetID="53" presetClass="entr" presetSubtype="16" fill="hold" grpId="0" nodeType="after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p:cTn id="11" dur="500" fill="hold"/>
                                        <p:tgtEl>
                                          <p:spTgt spid="11"/>
                                        </p:tgtEl>
                                        <p:attrNameLst>
                                          <p:attrName>ppt_w</p:attrName>
                                        </p:attrNameLst>
                                      </p:cBhvr>
                                      <p:tavLst>
                                        <p:tav tm="0">
                                          <p:val>
                                            <p:fltVal val="0"/>
                                          </p:val>
                                        </p:tav>
                                        <p:tav tm="100000">
                                          <p:val>
                                            <p:strVal val="#ppt_w"/>
                                          </p:val>
                                        </p:tav>
                                      </p:tavLst>
                                    </p:anim>
                                    <p:anim calcmode="lin" valueType="num">
                                      <p:cBhvr>
                                        <p:cTn id="12" dur="500" fill="hold"/>
                                        <p:tgtEl>
                                          <p:spTgt spid="11"/>
                                        </p:tgtEl>
                                        <p:attrNameLst>
                                          <p:attrName>ppt_h</p:attrName>
                                        </p:attrNameLst>
                                      </p:cBhvr>
                                      <p:tavLst>
                                        <p:tav tm="0">
                                          <p:val>
                                            <p:fltVal val="0"/>
                                          </p:val>
                                        </p:tav>
                                        <p:tav tm="100000">
                                          <p:val>
                                            <p:strVal val="#ppt_h"/>
                                          </p:val>
                                        </p:tav>
                                      </p:tavLst>
                                    </p:anim>
                                    <p:animEffect transition="in" filter="fade">
                                      <p:cBhvr>
                                        <p:cTn id="13" dur="500"/>
                                        <p:tgtEl>
                                          <p:spTgt spid="11"/>
                                        </p:tgtEl>
                                      </p:cBhvr>
                                    </p:animEffect>
                                  </p:childTnLst>
                                </p:cTn>
                              </p:par>
                            </p:childTnLst>
                          </p:cTn>
                        </p:par>
                        <p:par>
                          <p:cTn id="14" fill="hold" nodeType="afterGroup">
                            <p:stCondLst>
                              <p:cond delay="501"/>
                            </p:stCondLst>
                            <p:childTnLst>
                              <p:par>
                                <p:cTn id="15" presetID="2" presetClass="entr" presetSubtype="9" fill="hold" grpId="0" nodeType="after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additive="base">
                                        <p:cTn id="17" dur="1250" fill="hold"/>
                                        <p:tgtEl>
                                          <p:spTgt spid="2"/>
                                        </p:tgtEl>
                                        <p:attrNameLst>
                                          <p:attrName>ppt_x</p:attrName>
                                        </p:attrNameLst>
                                      </p:cBhvr>
                                      <p:tavLst>
                                        <p:tav tm="0">
                                          <p:val>
                                            <p:strVal val="0-#ppt_w/2"/>
                                          </p:val>
                                        </p:tav>
                                        <p:tav tm="100000">
                                          <p:val>
                                            <p:strVal val="#ppt_x"/>
                                          </p:val>
                                        </p:tav>
                                      </p:tavLst>
                                    </p:anim>
                                    <p:anim calcmode="lin" valueType="num">
                                      <p:cBhvr additive="base">
                                        <p:cTn id="18" dur="1250" fill="hold"/>
                                        <p:tgtEl>
                                          <p:spTgt spid="2"/>
                                        </p:tgtEl>
                                        <p:attrNameLst>
                                          <p:attrName>ppt_y</p:attrName>
                                        </p:attrNameLst>
                                      </p:cBhvr>
                                      <p:tavLst>
                                        <p:tav tm="0">
                                          <p:val>
                                            <p:strVal val="0-#ppt_h/2"/>
                                          </p:val>
                                        </p:tav>
                                        <p:tav tm="100000">
                                          <p:val>
                                            <p:strVal val="#ppt_y"/>
                                          </p:val>
                                        </p:tav>
                                      </p:tavLst>
                                    </p:anim>
                                  </p:childTnLst>
                                </p:cTn>
                              </p:par>
                              <p:par>
                                <p:cTn id="19" presetID="2" presetClass="entr" presetSubtype="6" fill="hold" grpId="0" nodeType="withEffect">
                                  <p:stCondLst>
                                    <p:cond delay="500"/>
                                  </p:stCondLst>
                                  <p:childTnLst>
                                    <p:set>
                                      <p:cBhvr>
                                        <p:cTn id="20" dur="1" fill="hold">
                                          <p:stCondLst>
                                            <p:cond delay="0"/>
                                          </p:stCondLst>
                                        </p:cTn>
                                        <p:tgtEl>
                                          <p:spTgt spid="4"/>
                                        </p:tgtEl>
                                        <p:attrNameLst>
                                          <p:attrName>style.visibility</p:attrName>
                                        </p:attrNameLst>
                                      </p:cBhvr>
                                      <p:to>
                                        <p:strVal val="visible"/>
                                      </p:to>
                                    </p:set>
                                    <p:anim calcmode="lin" valueType="num">
                                      <p:cBhvr additive="base">
                                        <p:cTn id="21" dur="1250" fill="hold"/>
                                        <p:tgtEl>
                                          <p:spTgt spid="4"/>
                                        </p:tgtEl>
                                        <p:attrNameLst>
                                          <p:attrName>ppt_x</p:attrName>
                                        </p:attrNameLst>
                                      </p:cBhvr>
                                      <p:tavLst>
                                        <p:tav tm="0">
                                          <p:val>
                                            <p:strVal val="1+#ppt_w/2"/>
                                          </p:val>
                                        </p:tav>
                                        <p:tav tm="100000">
                                          <p:val>
                                            <p:strVal val="#ppt_x"/>
                                          </p:val>
                                        </p:tav>
                                      </p:tavLst>
                                    </p:anim>
                                    <p:anim calcmode="lin" valueType="num">
                                      <p:cBhvr additive="base">
                                        <p:cTn id="22" dur="1250" fill="hold"/>
                                        <p:tgtEl>
                                          <p:spTgt spid="4"/>
                                        </p:tgtEl>
                                        <p:attrNameLst>
                                          <p:attrName>ppt_y</p:attrName>
                                        </p:attrNameLst>
                                      </p:cBhvr>
                                      <p:tavLst>
                                        <p:tav tm="0">
                                          <p:val>
                                            <p:strVal val="1+#ppt_h/2"/>
                                          </p:val>
                                        </p:tav>
                                        <p:tav tm="100000">
                                          <p:val>
                                            <p:strVal val="#ppt_y"/>
                                          </p:val>
                                        </p:tav>
                                      </p:tavLst>
                                    </p:anim>
                                  </p:childTnLst>
                                </p:cTn>
                              </p:par>
                              <p:par>
                                <p:cTn id="23" presetID="2" presetClass="entr" presetSubtype="6" fill="hold" grpId="0" nodeType="withEffect">
                                  <p:stCondLst>
                                    <p:cond delay="1000"/>
                                  </p:stCondLst>
                                  <p:childTnLst>
                                    <p:set>
                                      <p:cBhvr>
                                        <p:cTn id="24" dur="1" fill="hold">
                                          <p:stCondLst>
                                            <p:cond delay="0"/>
                                          </p:stCondLst>
                                        </p:cTn>
                                        <p:tgtEl>
                                          <p:spTgt spid="5"/>
                                        </p:tgtEl>
                                        <p:attrNameLst>
                                          <p:attrName>style.visibility</p:attrName>
                                        </p:attrNameLst>
                                      </p:cBhvr>
                                      <p:to>
                                        <p:strVal val="visible"/>
                                      </p:to>
                                    </p:set>
                                    <p:anim calcmode="lin" valueType="num">
                                      <p:cBhvr additive="base">
                                        <p:cTn id="25" dur="1250" fill="hold"/>
                                        <p:tgtEl>
                                          <p:spTgt spid="5"/>
                                        </p:tgtEl>
                                        <p:attrNameLst>
                                          <p:attrName>ppt_x</p:attrName>
                                        </p:attrNameLst>
                                      </p:cBhvr>
                                      <p:tavLst>
                                        <p:tav tm="0">
                                          <p:val>
                                            <p:strVal val="1+#ppt_w/2"/>
                                          </p:val>
                                        </p:tav>
                                        <p:tav tm="100000">
                                          <p:val>
                                            <p:strVal val="#ppt_x"/>
                                          </p:val>
                                        </p:tav>
                                      </p:tavLst>
                                    </p:anim>
                                    <p:anim calcmode="lin" valueType="num">
                                      <p:cBhvr additive="base">
                                        <p:cTn id="26" dur="1250" fill="hold"/>
                                        <p:tgtEl>
                                          <p:spTgt spid="5"/>
                                        </p:tgtEl>
                                        <p:attrNameLst>
                                          <p:attrName>ppt_y</p:attrName>
                                        </p:attrNameLst>
                                      </p:cBhvr>
                                      <p:tavLst>
                                        <p:tav tm="0">
                                          <p:val>
                                            <p:strVal val="1+#ppt_h/2"/>
                                          </p:val>
                                        </p:tav>
                                        <p:tav tm="100000">
                                          <p:val>
                                            <p:strVal val="#ppt_y"/>
                                          </p:val>
                                        </p:tav>
                                      </p:tavLst>
                                    </p:anim>
                                  </p:childTnLst>
                                </p:cTn>
                              </p:par>
                              <p:par>
                                <p:cTn id="27" presetID="2" presetClass="entr" presetSubtype="9" fill="hold" grpId="0" nodeType="withEffect">
                                  <p:stCondLst>
                                    <p:cond delay="1500"/>
                                  </p:stCondLst>
                                  <p:childTnLst>
                                    <p:set>
                                      <p:cBhvr>
                                        <p:cTn id="28" dur="1" fill="hold">
                                          <p:stCondLst>
                                            <p:cond delay="0"/>
                                          </p:stCondLst>
                                        </p:cTn>
                                        <p:tgtEl>
                                          <p:spTgt spid="3"/>
                                        </p:tgtEl>
                                        <p:attrNameLst>
                                          <p:attrName>style.visibility</p:attrName>
                                        </p:attrNameLst>
                                      </p:cBhvr>
                                      <p:to>
                                        <p:strVal val="visible"/>
                                      </p:to>
                                    </p:set>
                                    <p:anim calcmode="lin" valueType="num">
                                      <p:cBhvr additive="base">
                                        <p:cTn id="29" dur="1250" fill="hold"/>
                                        <p:tgtEl>
                                          <p:spTgt spid="3"/>
                                        </p:tgtEl>
                                        <p:attrNameLst>
                                          <p:attrName>ppt_x</p:attrName>
                                        </p:attrNameLst>
                                      </p:cBhvr>
                                      <p:tavLst>
                                        <p:tav tm="0">
                                          <p:val>
                                            <p:strVal val="0-#ppt_w/2"/>
                                          </p:val>
                                        </p:tav>
                                        <p:tav tm="100000">
                                          <p:val>
                                            <p:strVal val="#ppt_x"/>
                                          </p:val>
                                        </p:tav>
                                      </p:tavLst>
                                    </p:anim>
                                    <p:anim calcmode="lin" valueType="num">
                                      <p:cBhvr additive="base">
                                        <p:cTn id="30" dur="1250" fill="hold"/>
                                        <p:tgtEl>
                                          <p:spTgt spid="3"/>
                                        </p:tgtEl>
                                        <p:attrNameLst>
                                          <p:attrName>ppt_y</p:attrName>
                                        </p:attrNameLst>
                                      </p:cBhvr>
                                      <p:tavLst>
                                        <p:tav tm="0">
                                          <p:val>
                                            <p:strVal val="0-#ppt_h/2"/>
                                          </p:val>
                                        </p:tav>
                                        <p:tav tm="100000">
                                          <p:val>
                                            <p:strVal val="#ppt_y"/>
                                          </p:val>
                                        </p:tav>
                                      </p:tavLst>
                                    </p:anim>
                                  </p:childTnLst>
                                </p:cTn>
                              </p:par>
                            </p:childTnLst>
                          </p:cTn>
                        </p:par>
                        <p:par>
                          <p:cTn id="31" fill="hold" nodeType="afterGroup">
                            <p:stCondLst>
                              <p:cond delay="3251"/>
                            </p:stCondLst>
                            <p:childTnLst>
                              <p:par>
                                <p:cTn id="32" presetID="53" presetClass="entr" presetSubtype="16" fill="hold" grpId="0" nodeType="afterEffect">
                                  <p:stCondLst>
                                    <p:cond delay="0"/>
                                  </p:stCondLst>
                                  <p:childTnLst>
                                    <p:set>
                                      <p:cBhvr>
                                        <p:cTn id="33" dur="1" fill="hold">
                                          <p:stCondLst>
                                            <p:cond delay="0"/>
                                          </p:stCondLst>
                                        </p:cTn>
                                        <p:tgtEl>
                                          <p:spTgt spid="9"/>
                                        </p:tgtEl>
                                        <p:attrNameLst>
                                          <p:attrName>style.visibility</p:attrName>
                                        </p:attrNameLst>
                                      </p:cBhvr>
                                      <p:to>
                                        <p:strVal val="visible"/>
                                      </p:to>
                                    </p:set>
                                    <p:anim calcmode="lin" valueType="num">
                                      <p:cBhvr>
                                        <p:cTn id="34" dur="750" fill="hold"/>
                                        <p:tgtEl>
                                          <p:spTgt spid="9"/>
                                        </p:tgtEl>
                                        <p:attrNameLst>
                                          <p:attrName>ppt_w</p:attrName>
                                        </p:attrNameLst>
                                      </p:cBhvr>
                                      <p:tavLst>
                                        <p:tav tm="0">
                                          <p:val>
                                            <p:fltVal val="0"/>
                                          </p:val>
                                        </p:tav>
                                        <p:tav tm="100000">
                                          <p:val>
                                            <p:strVal val="#ppt_w"/>
                                          </p:val>
                                        </p:tav>
                                      </p:tavLst>
                                    </p:anim>
                                    <p:anim calcmode="lin" valueType="num">
                                      <p:cBhvr>
                                        <p:cTn id="35" dur="750" fill="hold"/>
                                        <p:tgtEl>
                                          <p:spTgt spid="9"/>
                                        </p:tgtEl>
                                        <p:attrNameLst>
                                          <p:attrName>ppt_h</p:attrName>
                                        </p:attrNameLst>
                                      </p:cBhvr>
                                      <p:tavLst>
                                        <p:tav tm="0">
                                          <p:val>
                                            <p:fltVal val="0"/>
                                          </p:val>
                                        </p:tav>
                                        <p:tav tm="100000">
                                          <p:val>
                                            <p:strVal val="#ppt_h"/>
                                          </p:val>
                                        </p:tav>
                                      </p:tavLst>
                                    </p:anim>
                                    <p:animEffect transition="in" filter="fade">
                                      <p:cBhvr>
                                        <p:cTn id="36" dur="750"/>
                                        <p:tgtEl>
                                          <p:spTgt spid="9"/>
                                        </p:tgtEl>
                                      </p:cBhvr>
                                    </p:animEffect>
                                  </p:childTnLst>
                                </p:cTn>
                              </p:par>
                              <p:par>
                                <p:cTn id="37" presetID="53" presetClass="entr" presetSubtype="16" fill="hold" grpId="0" nodeType="withEffect">
                                  <p:stCondLst>
                                    <p:cond delay="500"/>
                                  </p:stCondLst>
                                  <p:childTnLst>
                                    <p:set>
                                      <p:cBhvr>
                                        <p:cTn id="38" dur="1" fill="hold">
                                          <p:stCondLst>
                                            <p:cond delay="0"/>
                                          </p:stCondLst>
                                        </p:cTn>
                                        <p:tgtEl>
                                          <p:spTgt spid="7"/>
                                        </p:tgtEl>
                                        <p:attrNameLst>
                                          <p:attrName>style.visibility</p:attrName>
                                        </p:attrNameLst>
                                      </p:cBhvr>
                                      <p:to>
                                        <p:strVal val="visible"/>
                                      </p:to>
                                    </p:set>
                                    <p:anim calcmode="lin" valueType="num">
                                      <p:cBhvr>
                                        <p:cTn id="39" dur="750" fill="hold"/>
                                        <p:tgtEl>
                                          <p:spTgt spid="7"/>
                                        </p:tgtEl>
                                        <p:attrNameLst>
                                          <p:attrName>ppt_w</p:attrName>
                                        </p:attrNameLst>
                                      </p:cBhvr>
                                      <p:tavLst>
                                        <p:tav tm="0">
                                          <p:val>
                                            <p:fltVal val="0"/>
                                          </p:val>
                                        </p:tav>
                                        <p:tav tm="100000">
                                          <p:val>
                                            <p:strVal val="#ppt_w"/>
                                          </p:val>
                                        </p:tav>
                                      </p:tavLst>
                                    </p:anim>
                                    <p:anim calcmode="lin" valueType="num">
                                      <p:cBhvr>
                                        <p:cTn id="40" dur="750" fill="hold"/>
                                        <p:tgtEl>
                                          <p:spTgt spid="7"/>
                                        </p:tgtEl>
                                        <p:attrNameLst>
                                          <p:attrName>ppt_h</p:attrName>
                                        </p:attrNameLst>
                                      </p:cBhvr>
                                      <p:tavLst>
                                        <p:tav tm="0">
                                          <p:val>
                                            <p:fltVal val="0"/>
                                          </p:val>
                                        </p:tav>
                                        <p:tav tm="100000">
                                          <p:val>
                                            <p:strVal val="#ppt_h"/>
                                          </p:val>
                                        </p:tav>
                                      </p:tavLst>
                                    </p:anim>
                                    <p:animEffect transition="in" filter="fade">
                                      <p:cBhvr>
                                        <p:cTn id="41" dur="750"/>
                                        <p:tgtEl>
                                          <p:spTgt spid="7"/>
                                        </p:tgtEl>
                                      </p:cBhvr>
                                    </p:animEffect>
                                  </p:childTnLst>
                                </p:cTn>
                              </p:par>
                              <p:par>
                                <p:cTn id="42" presetID="53" presetClass="entr" presetSubtype="16" fill="hold" grpId="0" nodeType="withEffect">
                                  <p:stCondLst>
                                    <p:cond delay="1000"/>
                                  </p:stCondLst>
                                  <p:childTnLst>
                                    <p:set>
                                      <p:cBhvr>
                                        <p:cTn id="43" dur="1" fill="hold">
                                          <p:stCondLst>
                                            <p:cond delay="0"/>
                                          </p:stCondLst>
                                        </p:cTn>
                                        <p:tgtEl>
                                          <p:spTgt spid="6"/>
                                        </p:tgtEl>
                                        <p:attrNameLst>
                                          <p:attrName>style.visibility</p:attrName>
                                        </p:attrNameLst>
                                      </p:cBhvr>
                                      <p:to>
                                        <p:strVal val="visible"/>
                                      </p:to>
                                    </p:set>
                                    <p:anim calcmode="lin" valueType="num">
                                      <p:cBhvr>
                                        <p:cTn id="44" dur="750" fill="hold"/>
                                        <p:tgtEl>
                                          <p:spTgt spid="6"/>
                                        </p:tgtEl>
                                        <p:attrNameLst>
                                          <p:attrName>ppt_w</p:attrName>
                                        </p:attrNameLst>
                                      </p:cBhvr>
                                      <p:tavLst>
                                        <p:tav tm="0">
                                          <p:val>
                                            <p:fltVal val="0"/>
                                          </p:val>
                                        </p:tav>
                                        <p:tav tm="100000">
                                          <p:val>
                                            <p:strVal val="#ppt_w"/>
                                          </p:val>
                                        </p:tav>
                                      </p:tavLst>
                                    </p:anim>
                                    <p:anim calcmode="lin" valueType="num">
                                      <p:cBhvr>
                                        <p:cTn id="45" dur="750" fill="hold"/>
                                        <p:tgtEl>
                                          <p:spTgt spid="6"/>
                                        </p:tgtEl>
                                        <p:attrNameLst>
                                          <p:attrName>ppt_h</p:attrName>
                                        </p:attrNameLst>
                                      </p:cBhvr>
                                      <p:tavLst>
                                        <p:tav tm="0">
                                          <p:val>
                                            <p:fltVal val="0"/>
                                          </p:val>
                                        </p:tav>
                                        <p:tav tm="100000">
                                          <p:val>
                                            <p:strVal val="#ppt_h"/>
                                          </p:val>
                                        </p:tav>
                                      </p:tavLst>
                                    </p:anim>
                                    <p:animEffect transition="in" filter="fade">
                                      <p:cBhvr>
                                        <p:cTn id="46" dur="750"/>
                                        <p:tgtEl>
                                          <p:spTgt spid="6"/>
                                        </p:tgtEl>
                                      </p:cBhvr>
                                    </p:animEffect>
                                  </p:childTnLst>
                                </p:cTn>
                              </p:par>
                              <p:par>
                                <p:cTn id="47" presetID="53" presetClass="entr" presetSubtype="16" fill="hold" grpId="0" nodeType="withEffect">
                                  <p:stCondLst>
                                    <p:cond delay="1500"/>
                                  </p:stCondLst>
                                  <p:childTnLst>
                                    <p:set>
                                      <p:cBhvr>
                                        <p:cTn id="48" dur="1" fill="hold">
                                          <p:stCondLst>
                                            <p:cond delay="0"/>
                                          </p:stCondLst>
                                        </p:cTn>
                                        <p:tgtEl>
                                          <p:spTgt spid="10"/>
                                        </p:tgtEl>
                                        <p:attrNameLst>
                                          <p:attrName>style.visibility</p:attrName>
                                        </p:attrNameLst>
                                      </p:cBhvr>
                                      <p:to>
                                        <p:strVal val="visible"/>
                                      </p:to>
                                    </p:set>
                                    <p:anim calcmode="lin" valueType="num">
                                      <p:cBhvr>
                                        <p:cTn id="49" dur="750" fill="hold"/>
                                        <p:tgtEl>
                                          <p:spTgt spid="10"/>
                                        </p:tgtEl>
                                        <p:attrNameLst>
                                          <p:attrName>ppt_w</p:attrName>
                                        </p:attrNameLst>
                                      </p:cBhvr>
                                      <p:tavLst>
                                        <p:tav tm="0">
                                          <p:val>
                                            <p:fltVal val="0"/>
                                          </p:val>
                                        </p:tav>
                                        <p:tav tm="100000">
                                          <p:val>
                                            <p:strVal val="#ppt_w"/>
                                          </p:val>
                                        </p:tav>
                                      </p:tavLst>
                                    </p:anim>
                                    <p:anim calcmode="lin" valueType="num">
                                      <p:cBhvr>
                                        <p:cTn id="50" dur="750" fill="hold"/>
                                        <p:tgtEl>
                                          <p:spTgt spid="10"/>
                                        </p:tgtEl>
                                        <p:attrNameLst>
                                          <p:attrName>ppt_h</p:attrName>
                                        </p:attrNameLst>
                                      </p:cBhvr>
                                      <p:tavLst>
                                        <p:tav tm="0">
                                          <p:val>
                                            <p:fltVal val="0"/>
                                          </p:val>
                                        </p:tav>
                                        <p:tav tm="100000">
                                          <p:val>
                                            <p:strVal val="#ppt_h"/>
                                          </p:val>
                                        </p:tav>
                                      </p:tavLst>
                                    </p:anim>
                                    <p:animEffect transition="in" filter="fade">
                                      <p:cBhvr>
                                        <p:cTn id="51" dur="750"/>
                                        <p:tgtEl>
                                          <p:spTgt spid="10"/>
                                        </p:tgtEl>
                                      </p:cBhvr>
                                    </p:animEffect>
                                  </p:childTnLst>
                                </p:cTn>
                              </p:par>
                              <p:par>
                                <p:cTn id="52" presetID="53" presetClass="entr" presetSubtype="16" fill="hold" grpId="0" nodeType="withEffect">
                                  <p:stCondLst>
                                    <p:cond delay="2000"/>
                                  </p:stCondLst>
                                  <p:childTnLst>
                                    <p:set>
                                      <p:cBhvr>
                                        <p:cTn id="53" dur="1" fill="hold">
                                          <p:stCondLst>
                                            <p:cond delay="0"/>
                                          </p:stCondLst>
                                        </p:cTn>
                                        <p:tgtEl>
                                          <p:spTgt spid="8"/>
                                        </p:tgtEl>
                                        <p:attrNameLst>
                                          <p:attrName>style.visibility</p:attrName>
                                        </p:attrNameLst>
                                      </p:cBhvr>
                                      <p:to>
                                        <p:strVal val="visible"/>
                                      </p:to>
                                    </p:set>
                                    <p:anim calcmode="lin" valueType="num">
                                      <p:cBhvr>
                                        <p:cTn id="54" dur="750" fill="hold"/>
                                        <p:tgtEl>
                                          <p:spTgt spid="8"/>
                                        </p:tgtEl>
                                        <p:attrNameLst>
                                          <p:attrName>ppt_w</p:attrName>
                                        </p:attrNameLst>
                                      </p:cBhvr>
                                      <p:tavLst>
                                        <p:tav tm="0">
                                          <p:val>
                                            <p:fltVal val="0"/>
                                          </p:val>
                                        </p:tav>
                                        <p:tav tm="100000">
                                          <p:val>
                                            <p:strVal val="#ppt_w"/>
                                          </p:val>
                                        </p:tav>
                                      </p:tavLst>
                                    </p:anim>
                                    <p:anim calcmode="lin" valueType="num">
                                      <p:cBhvr>
                                        <p:cTn id="55" dur="750" fill="hold"/>
                                        <p:tgtEl>
                                          <p:spTgt spid="8"/>
                                        </p:tgtEl>
                                        <p:attrNameLst>
                                          <p:attrName>ppt_h</p:attrName>
                                        </p:attrNameLst>
                                      </p:cBhvr>
                                      <p:tavLst>
                                        <p:tav tm="0">
                                          <p:val>
                                            <p:fltVal val="0"/>
                                          </p:val>
                                        </p:tav>
                                        <p:tav tm="100000">
                                          <p:val>
                                            <p:strVal val="#ppt_h"/>
                                          </p:val>
                                        </p:tav>
                                      </p:tavLst>
                                    </p:anim>
                                    <p:animEffect transition="in" filter="fade">
                                      <p:cBhvr>
                                        <p:cTn id="56" dur="750"/>
                                        <p:tgtEl>
                                          <p:spTgt spid="8"/>
                                        </p:tgtEl>
                                      </p:cBhvr>
                                    </p:animEffect>
                                  </p:childTnLst>
                                </p:cTn>
                              </p:par>
                            </p:childTnLst>
                          </p:cTn>
                        </p:par>
                        <p:par>
                          <p:cTn id="57" fill="hold" nodeType="afterGroup">
                            <p:stCondLst>
                              <p:cond delay="6001"/>
                            </p:stCondLst>
                            <p:childTnLst>
                              <p:par>
                                <p:cTn id="58" presetID="42" presetClass="entr" presetSubtype="0" fill="hold" grpId="0" nodeType="afterEffect">
                                  <p:stCondLst>
                                    <p:cond delay="0"/>
                                  </p:stCondLst>
                                  <p:childTnLst>
                                    <p:set>
                                      <p:cBhvr>
                                        <p:cTn id="59" dur="1" fill="hold">
                                          <p:stCondLst>
                                            <p:cond delay="0"/>
                                          </p:stCondLst>
                                        </p:cTn>
                                        <p:tgtEl>
                                          <p:spTgt spid="31"/>
                                        </p:tgtEl>
                                        <p:attrNameLst>
                                          <p:attrName>style.visibility</p:attrName>
                                        </p:attrNameLst>
                                      </p:cBhvr>
                                      <p:to>
                                        <p:strVal val="visible"/>
                                      </p:to>
                                    </p:set>
                                    <p:animEffect transition="in" filter="fade">
                                      <p:cBhvr>
                                        <p:cTn id="60" dur="1000"/>
                                        <p:tgtEl>
                                          <p:spTgt spid="31"/>
                                        </p:tgtEl>
                                      </p:cBhvr>
                                    </p:animEffect>
                                    <p:anim calcmode="lin" valueType="num">
                                      <p:cBhvr>
                                        <p:cTn id="61" dur="1000" fill="hold"/>
                                        <p:tgtEl>
                                          <p:spTgt spid="31"/>
                                        </p:tgtEl>
                                        <p:attrNameLst>
                                          <p:attrName>ppt_x</p:attrName>
                                        </p:attrNameLst>
                                      </p:cBhvr>
                                      <p:tavLst>
                                        <p:tav tm="0">
                                          <p:val>
                                            <p:strVal val="#ppt_x"/>
                                          </p:val>
                                        </p:tav>
                                        <p:tav tm="100000">
                                          <p:val>
                                            <p:strVal val="#ppt_x"/>
                                          </p:val>
                                        </p:tav>
                                      </p:tavLst>
                                    </p:anim>
                                    <p:anim calcmode="lin" valueType="num">
                                      <p:cBhvr>
                                        <p:cTn id="62" dur="1000" fill="hold"/>
                                        <p:tgtEl>
                                          <p:spTgt spid="31"/>
                                        </p:tgtEl>
                                        <p:attrNameLst>
                                          <p:attrName>ppt_y</p:attrName>
                                        </p:attrNameLst>
                                      </p:cBhvr>
                                      <p:tavLst>
                                        <p:tav tm="0">
                                          <p:val>
                                            <p:strVal val="#ppt_y+.1"/>
                                          </p:val>
                                        </p:tav>
                                        <p:tav tm="100000">
                                          <p:val>
                                            <p:strVal val="#ppt_y"/>
                                          </p:val>
                                        </p:tav>
                                      </p:tavLst>
                                    </p:anim>
                                  </p:childTnLst>
                                </p:cTn>
                              </p:par>
                            </p:childTnLst>
                          </p:cTn>
                        </p:par>
                        <p:par>
                          <p:cTn id="63" fill="hold" nodeType="afterGroup">
                            <p:stCondLst>
                              <p:cond delay="7001"/>
                            </p:stCondLst>
                            <p:childTnLst>
                              <p:par>
                                <p:cTn id="64" presetID="2" presetClass="entr" presetSubtype="2" fill="hold" grpId="0" nodeType="afterEffect">
                                  <p:stCondLst>
                                    <p:cond delay="0"/>
                                  </p:stCondLst>
                                  <p:childTnLst>
                                    <p:set>
                                      <p:cBhvr>
                                        <p:cTn id="65" dur="1" fill="hold">
                                          <p:stCondLst>
                                            <p:cond delay="0"/>
                                          </p:stCondLst>
                                        </p:cTn>
                                        <p:tgtEl>
                                          <p:spTgt spid="25"/>
                                        </p:tgtEl>
                                        <p:attrNameLst>
                                          <p:attrName>style.visibility</p:attrName>
                                        </p:attrNameLst>
                                      </p:cBhvr>
                                      <p:to>
                                        <p:strVal val="visible"/>
                                      </p:to>
                                    </p:set>
                                    <p:anim calcmode="lin" valueType="num">
                                      <p:cBhvr additive="base">
                                        <p:cTn id="66" dur="500" fill="hold"/>
                                        <p:tgtEl>
                                          <p:spTgt spid="25"/>
                                        </p:tgtEl>
                                        <p:attrNameLst>
                                          <p:attrName>ppt_x</p:attrName>
                                        </p:attrNameLst>
                                      </p:cBhvr>
                                      <p:tavLst>
                                        <p:tav tm="0">
                                          <p:val>
                                            <p:strVal val="1+#ppt_w/2"/>
                                          </p:val>
                                        </p:tav>
                                        <p:tav tm="100000">
                                          <p:val>
                                            <p:strVal val="#ppt_x"/>
                                          </p:val>
                                        </p:tav>
                                      </p:tavLst>
                                    </p:anim>
                                    <p:anim calcmode="lin" valueType="num">
                                      <p:cBhvr additive="base">
                                        <p:cTn id="67" dur="500" fill="hold"/>
                                        <p:tgtEl>
                                          <p:spTgt spid="25"/>
                                        </p:tgtEl>
                                        <p:attrNameLst>
                                          <p:attrName>ppt_y</p:attrName>
                                        </p:attrNameLst>
                                      </p:cBhvr>
                                      <p:tavLst>
                                        <p:tav tm="0">
                                          <p:val>
                                            <p:strVal val="#ppt_y"/>
                                          </p:val>
                                        </p:tav>
                                        <p:tav tm="100000">
                                          <p:val>
                                            <p:strVal val="#ppt_y"/>
                                          </p:val>
                                        </p:tav>
                                      </p:tavLst>
                                    </p:anim>
                                  </p:childTnLst>
                                </p:cTn>
                              </p:par>
                            </p:childTnLst>
                          </p:cTn>
                        </p:par>
                        <p:par>
                          <p:cTn id="68" fill="hold" nodeType="afterGroup">
                            <p:stCondLst>
                              <p:cond delay="7501"/>
                            </p:stCondLst>
                            <p:childTnLst>
                              <p:par>
                                <p:cTn id="69" presetID="10" presetClass="entr" presetSubtype="0" fill="hold" grpId="0" nodeType="afterEffect">
                                  <p:stCondLst>
                                    <p:cond delay="0"/>
                                  </p:stCondLst>
                                  <p:childTnLst>
                                    <p:set>
                                      <p:cBhvr>
                                        <p:cTn id="70" dur="1" fill="hold">
                                          <p:stCondLst>
                                            <p:cond delay="0"/>
                                          </p:stCondLst>
                                        </p:cTn>
                                        <p:tgtEl>
                                          <p:spTgt spid="26"/>
                                        </p:tgtEl>
                                        <p:attrNameLst>
                                          <p:attrName>style.visibility</p:attrName>
                                        </p:attrNameLst>
                                      </p:cBhvr>
                                      <p:to>
                                        <p:strVal val="visible"/>
                                      </p:to>
                                    </p:set>
                                    <p:animEffect transition="in" filter="fade">
                                      <p:cBhvr>
                                        <p:cTn id="71" dur="500"/>
                                        <p:tgtEl>
                                          <p:spTgt spid="26"/>
                                        </p:tgtEl>
                                      </p:cBhvr>
                                    </p:animEffect>
                                  </p:childTnLst>
                                </p:cTn>
                              </p:par>
                            </p:childTnLst>
                          </p:cTn>
                        </p:par>
                        <p:par>
                          <p:cTn id="72" fill="hold" nodeType="afterGroup">
                            <p:stCondLst>
                              <p:cond delay="8001"/>
                            </p:stCondLst>
                            <p:childTnLst>
                              <p:par>
                                <p:cTn id="73" presetID="53" presetClass="entr" presetSubtype="16" fill="hold" grpId="0" nodeType="afterEffect">
                                  <p:stCondLst>
                                    <p:cond delay="0"/>
                                  </p:stCondLst>
                                  <p:childTnLst>
                                    <p:set>
                                      <p:cBhvr>
                                        <p:cTn id="74" dur="1" fill="hold">
                                          <p:stCondLst>
                                            <p:cond delay="0"/>
                                          </p:stCondLst>
                                        </p:cTn>
                                        <p:tgtEl>
                                          <p:spTgt spid="27"/>
                                        </p:tgtEl>
                                        <p:attrNameLst>
                                          <p:attrName>style.visibility</p:attrName>
                                        </p:attrNameLst>
                                      </p:cBhvr>
                                      <p:to>
                                        <p:strVal val="visible"/>
                                      </p:to>
                                    </p:set>
                                    <p:anim calcmode="lin" valueType="num">
                                      <p:cBhvr>
                                        <p:cTn id="75" dur="500" fill="hold"/>
                                        <p:tgtEl>
                                          <p:spTgt spid="27"/>
                                        </p:tgtEl>
                                        <p:attrNameLst>
                                          <p:attrName>ppt_w</p:attrName>
                                        </p:attrNameLst>
                                      </p:cBhvr>
                                      <p:tavLst>
                                        <p:tav tm="0">
                                          <p:val>
                                            <p:fltVal val="0"/>
                                          </p:val>
                                        </p:tav>
                                        <p:tav tm="100000">
                                          <p:val>
                                            <p:strVal val="#ppt_w"/>
                                          </p:val>
                                        </p:tav>
                                      </p:tavLst>
                                    </p:anim>
                                    <p:anim calcmode="lin" valueType="num">
                                      <p:cBhvr>
                                        <p:cTn id="76" dur="500" fill="hold"/>
                                        <p:tgtEl>
                                          <p:spTgt spid="27"/>
                                        </p:tgtEl>
                                        <p:attrNameLst>
                                          <p:attrName>ppt_h</p:attrName>
                                        </p:attrNameLst>
                                      </p:cBhvr>
                                      <p:tavLst>
                                        <p:tav tm="0">
                                          <p:val>
                                            <p:fltVal val="0"/>
                                          </p:val>
                                        </p:tav>
                                        <p:tav tm="100000">
                                          <p:val>
                                            <p:strVal val="#ppt_h"/>
                                          </p:val>
                                        </p:tav>
                                      </p:tavLst>
                                    </p:anim>
                                    <p:animEffect transition="in" filter="fade">
                                      <p:cBhvr>
                                        <p:cTn id="77" dur="500"/>
                                        <p:tgtEl>
                                          <p:spTgt spid="27"/>
                                        </p:tgtEl>
                                      </p:cBhvr>
                                    </p:animEffect>
                                  </p:childTnLst>
                                </p:cTn>
                              </p:par>
                              <p:par>
                                <p:cTn id="78" presetID="53" presetClass="entr" presetSubtype="16" fill="hold" grpId="0" nodeType="withEffect">
                                  <p:stCondLst>
                                    <p:cond delay="0"/>
                                  </p:stCondLst>
                                  <p:childTnLst>
                                    <p:set>
                                      <p:cBhvr>
                                        <p:cTn id="79" dur="1" fill="hold">
                                          <p:stCondLst>
                                            <p:cond delay="0"/>
                                          </p:stCondLst>
                                        </p:cTn>
                                        <p:tgtEl>
                                          <p:spTgt spid="28"/>
                                        </p:tgtEl>
                                        <p:attrNameLst>
                                          <p:attrName>style.visibility</p:attrName>
                                        </p:attrNameLst>
                                      </p:cBhvr>
                                      <p:to>
                                        <p:strVal val="visible"/>
                                      </p:to>
                                    </p:set>
                                    <p:anim calcmode="lin" valueType="num">
                                      <p:cBhvr>
                                        <p:cTn id="80" dur="500" fill="hold"/>
                                        <p:tgtEl>
                                          <p:spTgt spid="28"/>
                                        </p:tgtEl>
                                        <p:attrNameLst>
                                          <p:attrName>ppt_w</p:attrName>
                                        </p:attrNameLst>
                                      </p:cBhvr>
                                      <p:tavLst>
                                        <p:tav tm="0">
                                          <p:val>
                                            <p:fltVal val="0"/>
                                          </p:val>
                                        </p:tav>
                                        <p:tav tm="100000">
                                          <p:val>
                                            <p:strVal val="#ppt_w"/>
                                          </p:val>
                                        </p:tav>
                                      </p:tavLst>
                                    </p:anim>
                                    <p:anim calcmode="lin" valueType="num">
                                      <p:cBhvr>
                                        <p:cTn id="81" dur="500" fill="hold"/>
                                        <p:tgtEl>
                                          <p:spTgt spid="28"/>
                                        </p:tgtEl>
                                        <p:attrNameLst>
                                          <p:attrName>ppt_h</p:attrName>
                                        </p:attrNameLst>
                                      </p:cBhvr>
                                      <p:tavLst>
                                        <p:tav tm="0">
                                          <p:val>
                                            <p:fltVal val="0"/>
                                          </p:val>
                                        </p:tav>
                                        <p:tav tm="100000">
                                          <p:val>
                                            <p:strVal val="#ppt_h"/>
                                          </p:val>
                                        </p:tav>
                                      </p:tavLst>
                                    </p:anim>
                                    <p:animEffect transition="in" filter="fade">
                                      <p:cBhvr>
                                        <p:cTn id="82" dur="500"/>
                                        <p:tgtEl>
                                          <p:spTgt spid="28"/>
                                        </p:tgtEl>
                                      </p:cBhvr>
                                    </p:animEffect>
                                  </p:childTnLst>
                                </p:cTn>
                              </p:par>
                              <p:par>
                                <p:cTn id="83" presetID="53" presetClass="entr" presetSubtype="16" fill="hold" grpId="0" nodeType="withEffect">
                                  <p:stCondLst>
                                    <p:cond delay="0"/>
                                  </p:stCondLst>
                                  <p:childTnLst>
                                    <p:set>
                                      <p:cBhvr>
                                        <p:cTn id="84" dur="1" fill="hold">
                                          <p:stCondLst>
                                            <p:cond delay="0"/>
                                          </p:stCondLst>
                                        </p:cTn>
                                        <p:tgtEl>
                                          <p:spTgt spid="29"/>
                                        </p:tgtEl>
                                        <p:attrNameLst>
                                          <p:attrName>style.visibility</p:attrName>
                                        </p:attrNameLst>
                                      </p:cBhvr>
                                      <p:to>
                                        <p:strVal val="visible"/>
                                      </p:to>
                                    </p:set>
                                    <p:anim calcmode="lin" valueType="num">
                                      <p:cBhvr>
                                        <p:cTn id="85" dur="500" fill="hold"/>
                                        <p:tgtEl>
                                          <p:spTgt spid="29"/>
                                        </p:tgtEl>
                                        <p:attrNameLst>
                                          <p:attrName>ppt_w</p:attrName>
                                        </p:attrNameLst>
                                      </p:cBhvr>
                                      <p:tavLst>
                                        <p:tav tm="0">
                                          <p:val>
                                            <p:fltVal val="0"/>
                                          </p:val>
                                        </p:tav>
                                        <p:tav tm="100000">
                                          <p:val>
                                            <p:strVal val="#ppt_w"/>
                                          </p:val>
                                        </p:tav>
                                      </p:tavLst>
                                    </p:anim>
                                    <p:anim calcmode="lin" valueType="num">
                                      <p:cBhvr>
                                        <p:cTn id="86" dur="500" fill="hold"/>
                                        <p:tgtEl>
                                          <p:spTgt spid="29"/>
                                        </p:tgtEl>
                                        <p:attrNameLst>
                                          <p:attrName>ppt_h</p:attrName>
                                        </p:attrNameLst>
                                      </p:cBhvr>
                                      <p:tavLst>
                                        <p:tav tm="0">
                                          <p:val>
                                            <p:fltVal val="0"/>
                                          </p:val>
                                        </p:tav>
                                        <p:tav tm="100000">
                                          <p:val>
                                            <p:strVal val="#ppt_h"/>
                                          </p:val>
                                        </p:tav>
                                      </p:tavLst>
                                    </p:anim>
                                    <p:animEffect transition="in" filter="fade">
                                      <p:cBhvr>
                                        <p:cTn id="87" dur="500"/>
                                        <p:tgtEl>
                                          <p:spTgt spid="29"/>
                                        </p:tgtEl>
                                      </p:cBhvr>
                                    </p:animEffect>
                                  </p:childTnLst>
                                </p:cTn>
                              </p:par>
                              <p:par>
                                <p:cTn id="88" presetID="53" presetClass="entr" presetSubtype="16" fill="hold" grpId="0" nodeType="withEffect">
                                  <p:stCondLst>
                                    <p:cond delay="0"/>
                                  </p:stCondLst>
                                  <p:childTnLst>
                                    <p:set>
                                      <p:cBhvr>
                                        <p:cTn id="89" dur="1" fill="hold">
                                          <p:stCondLst>
                                            <p:cond delay="0"/>
                                          </p:stCondLst>
                                        </p:cTn>
                                        <p:tgtEl>
                                          <p:spTgt spid="30"/>
                                        </p:tgtEl>
                                        <p:attrNameLst>
                                          <p:attrName>style.visibility</p:attrName>
                                        </p:attrNameLst>
                                      </p:cBhvr>
                                      <p:to>
                                        <p:strVal val="visible"/>
                                      </p:to>
                                    </p:set>
                                    <p:anim calcmode="lin" valueType="num">
                                      <p:cBhvr>
                                        <p:cTn id="90" dur="500" fill="hold"/>
                                        <p:tgtEl>
                                          <p:spTgt spid="30"/>
                                        </p:tgtEl>
                                        <p:attrNameLst>
                                          <p:attrName>ppt_w</p:attrName>
                                        </p:attrNameLst>
                                      </p:cBhvr>
                                      <p:tavLst>
                                        <p:tav tm="0">
                                          <p:val>
                                            <p:fltVal val="0"/>
                                          </p:val>
                                        </p:tav>
                                        <p:tav tm="100000">
                                          <p:val>
                                            <p:strVal val="#ppt_w"/>
                                          </p:val>
                                        </p:tav>
                                      </p:tavLst>
                                    </p:anim>
                                    <p:anim calcmode="lin" valueType="num">
                                      <p:cBhvr>
                                        <p:cTn id="91" dur="500" fill="hold"/>
                                        <p:tgtEl>
                                          <p:spTgt spid="30"/>
                                        </p:tgtEl>
                                        <p:attrNameLst>
                                          <p:attrName>ppt_h</p:attrName>
                                        </p:attrNameLst>
                                      </p:cBhvr>
                                      <p:tavLst>
                                        <p:tav tm="0">
                                          <p:val>
                                            <p:fltVal val="0"/>
                                          </p:val>
                                        </p:tav>
                                        <p:tav tm="100000">
                                          <p:val>
                                            <p:strVal val="#ppt_h"/>
                                          </p:val>
                                        </p:tav>
                                      </p:tavLst>
                                    </p:anim>
                                    <p:animEffect transition="in" filter="fade">
                                      <p:cBhvr>
                                        <p:cTn id="92"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audio>
              <p:cMediaNode vol="80000" numSld="999">
                <p:cTn id="7" repeatCount="indefinite" fill="hold" display="0">
                  <p:stCondLst>
                    <p:cond delay="indefinite"/>
                  </p:stCondLst>
                  <p:endCondLst>
                    <p:cond evt="onStopAudio" delay="0">
                      <p:tgtEl>
                        <p:sldTgt/>
                      </p:tgtEl>
                    </p:cond>
                  </p:endCondLst>
                </p:cTn>
                <p:tgtEl>
                  <p:spTgt spid="12"/>
                </p:tgtEl>
              </p:cMediaNode>
            </p:audio>
          </p:childTnLst>
        </p:cTn>
      </p:par>
    </p:tnLst>
    <p:bldLst>
      <p:bldP spid="2" grpId="0" animBg="1"/>
      <p:bldP spid="3" grpId="0" animBg="1"/>
      <p:bldP spid="4" grpId="0" animBg="1"/>
      <p:bldP spid="5" grpId="0" animBg="1"/>
      <p:bldP spid="6" grpId="0" animBg="1"/>
      <p:bldP spid="7" grpId="0" animBg="1"/>
      <p:bldP spid="8" grpId="0" animBg="1"/>
      <p:bldP spid="9" grpId="0" animBg="1"/>
      <p:bldP spid="10" grpId="0" animBg="1"/>
      <p:bldP spid="11" grpId="0" animBg="1"/>
      <p:bldP spid="25" grpId="0"/>
      <p:bldP spid="26" grpId="0"/>
      <p:bldP spid="27" grpId="0" animBg="1"/>
      <p:bldP spid="28" grpId="0" animBg="1"/>
      <p:bldP spid="29" grpId="0"/>
      <p:bldP spid="30" grpId="0"/>
      <p:bldP spid="31" grpId="0"/>
    </p:bldLst>
  </p:timing>
</p:sld>
</file>

<file path=ppt/slides/slide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grpSp>
        <p:nvGrpSpPr>
          <p:cNvPr id="2" name="组合 1">
            <a:extLst>
              <a:ext uri="{FF2B5EF4-FFF2-40B4-BE49-F238E27FC236}">
                <a16:creationId xmlns:a16="http://schemas.microsoft.com/office/drawing/2014/main" id="{EB44000D-4F44-4829-A282-BFF987C5FE2F}"/>
              </a:ext>
            </a:extLst>
          </p:cNvPr>
          <p:cNvGrpSpPr/>
          <p:nvPr/>
        </p:nvGrpSpPr>
        <p:grpSpPr>
          <a:xfrm>
            <a:off x="1066267" y="1827766"/>
            <a:ext cx="1670532" cy="1670532"/>
            <a:chOff x="2298459" y="1647825"/>
            <a:chExt cx="3733800" cy="3733800"/>
          </a:xfrm>
        </p:grpSpPr>
        <p:sp>
          <p:nvSpPr>
            <p:cNvPr id="3" name="椭圆 2">
              <a:extLst>
                <a:ext uri="{FF2B5EF4-FFF2-40B4-BE49-F238E27FC236}">
                  <a16:creationId xmlns:a16="http://schemas.microsoft.com/office/drawing/2014/main" id="{71372373-190F-477D-ABA2-FEDDEB8DBCD8}"/>
                </a:ext>
              </a:extLst>
            </p:cNvPr>
            <p:cNvSpPr/>
            <p:nvPr/>
          </p:nvSpPr>
          <p:spPr>
            <a:xfrm>
              <a:off x="2862052" y="2211417"/>
              <a:ext cx="2606615" cy="2606615"/>
            </a:xfrm>
            <a:prstGeom prst="ellipse">
              <a:avLst/>
            </a:prstGeom>
            <a:solidFill>
              <a:srgbClr val="545D79"/>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33" b="1">
                <a:ln w="6350">
                  <a:noFill/>
                </a:ln>
                <a:solidFill>
                  <a:srgbClr val="545D79"/>
                </a:solidFill>
                <a:effectLst>
                  <a:innerShdw blurRad="63500" dist="50800" dir="16200000">
                    <a:prstClr val="black">
                      <a:alpha val="50000"/>
                    </a:prstClr>
                  </a:innerShdw>
                </a:effectLst>
                <a:latin typeface="Impact" pitchFamily="34" charset="0"/>
                <a:ea typeface="思源黑体旧字形 Normal" panose="020b0400000000000000" pitchFamily="34" charset="-128"/>
              </a:endParaRPr>
            </a:p>
          </p:txBody>
        </p:sp>
        <p:sp>
          <p:nvSpPr>
            <p:cNvPr id="4" name="弧形 3">
              <a:extLst>
                <a:ext uri="{FF2B5EF4-FFF2-40B4-BE49-F238E27FC236}">
                  <a16:creationId xmlns:a16="http://schemas.microsoft.com/office/drawing/2014/main" id="{7FB250B6-BE5F-48F8-AD42-09123B216430}"/>
                </a:ext>
              </a:extLst>
            </p:cNvPr>
            <p:cNvSpPr/>
            <p:nvPr/>
          </p:nvSpPr>
          <p:spPr>
            <a:xfrm>
              <a:off x="2298459" y="1647825"/>
              <a:ext cx="3733800" cy="3733800"/>
            </a:xfrm>
            <a:prstGeom prst="arc">
              <a:avLst>
                <a:gd name="adj1" fmla="val 13715286"/>
                <a:gd name="adj2" fmla="val 19842856"/>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000" b="0" i="0" u="none" strike="noStrike" kern="1200" cap="none" spc="0" normalizeH="0" baseline="0" noProof="0">
                <a:ln>
                  <a:noFill/>
                </a:ln>
                <a:solidFill>
                  <a:srgbClr val="545D79"/>
                </a:solidFill>
                <a:effectLst/>
                <a:uLnTx/>
                <a:uFillTx/>
                <a:latin typeface="Arial"/>
                <a:ea typeface="思源黑体旧字形 Normal" panose="020b0400000000000000" pitchFamily="34" charset="-128"/>
                <a:cs typeface="+mn-cs"/>
              </a:endParaRPr>
            </a:p>
          </p:txBody>
        </p:sp>
        <p:sp>
          <p:nvSpPr>
            <p:cNvPr id="5" name="弧形 4">
              <a:extLst>
                <a:ext uri="{FF2B5EF4-FFF2-40B4-BE49-F238E27FC236}">
                  <a16:creationId xmlns:a16="http://schemas.microsoft.com/office/drawing/2014/main" id="{248B57A6-FF27-4E85-9F78-D1C36FA3B545}"/>
                </a:ext>
              </a:extLst>
            </p:cNvPr>
            <p:cNvSpPr/>
            <p:nvPr/>
          </p:nvSpPr>
          <p:spPr>
            <a:xfrm>
              <a:off x="2673309" y="2022674"/>
              <a:ext cx="2984102" cy="2984101"/>
            </a:xfrm>
            <a:prstGeom prst="arc">
              <a:avLst>
                <a:gd name="adj1" fmla="val 13715286"/>
                <a:gd name="adj2" fmla="val 18869457"/>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000" b="0" i="0" u="none" strike="noStrike" kern="1200" cap="none" spc="0" normalizeH="0" baseline="0" noProof="0">
                <a:ln>
                  <a:noFill/>
                </a:ln>
                <a:solidFill>
                  <a:srgbClr val="545D79"/>
                </a:solidFill>
                <a:effectLst/>
                <a:uLnTx/>
                <a:uFillTx/>
                <a:latin typeface="Arial"/>
                <a:ea typeface="思源黑体旧字形 Normal" panose="020b0400000000000000" pitchFamily="34" charset="-128"/>
                <a:cs typeface="+mn-cs"/>
              </a:endParaRPr>
            </a:p>
          </p:txBody>
        </p:sp>
        <p:sp>
          <p:nvSpPr>
            <p:cNvPr id="6" name="弧形 5">
              <a:extLst>
                <a:ext uri="{FF2B5EF4-FFF2-40B4-BE49-F238E27FC236}">
                  <a16:creationId xmlns:a16="http://schemas.microsoft.com/office/drawing/2014/main" id="{0D76A0C9-0287-4D8B-8EB4-1460837FB8CA}"/>
                </a:ext>
              </a:extLst>
            </p:cNvPr>
            <p:cNvSpPr/>
            <p:nvPr/>
          </p:nvSpPr>
          <p:spPr>
            <a:xfrm>
              <a:off x="2298459" y="1647825"/>
              <a:ext cx="3733800" cy="3733800"/>
            </a:xfrm>
            <a:prstGeom prst="arc">
              <a:avLst>
                <a:gd name="adj1" fmla="val 2988807"/>
                <a:gd name="adj2" fmla="val 11021933"/>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000" b="0" i="0" u="none" strike="noStrike" kern="1200" cap="none" spc="0" normalizeH="0" baseline="0" noProof="0">
                <a:ln>
                  <a:noFill/>
                </a:ln>
                <a:solidFill>
                  <a:srgbClr val="545D79"/>
                </a:solidFill>
                <a:effectLst/>
                <a:uLnTx/>
                <a:uFillTx/>
                <a:latin typeface="Arial"/>
                <a:ea typeface="思源黑体旧字形 Normal" panose="020b0400000000000000" pitchFamily="34" charset="-128"/>
                <a:cs typeface="+mn-cs"/>
              </a:endParaRPr>
            </a:p>
          </p:txBody>
        </p:sp>
        <p:sp>
          <p:nvSpPr>
            <p:cNvPr id="7" name="弧形 6">
              <a:extLst>
                <a:ext uri="{FF2B5EF4-FFF2-40B4-BE49-F238E27FC236}">
                  <a16:creationId xmlns:a16="http://schemas.microsoft.com/office/drawing/2014/main" id="{D8AA9CF2-8DA7-403A-9D6D-9C4040C09744}"/>
                </a:ext>
              </a:extLst>
            </p:cNvPr>
            <p:cNvSpPr/>
            <p:nvPr/>
          </p:nvSpPr>
          <p:spPr>
            <a:xfrm>
              <a:off x="2597868" y="1947233"/>
              <a:ext cx="3134983" cy="3134983"/>
            </a:xfrm>
            <a:prstGeom prst="arc">
              <a:avLst>
                <a:gd name="adj1" fmla="val 20187169"/>
                <a:gd name="adj2" fmla="val 4593398"/>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000" b="0" i="0" u="none" strike="noStrike" kern="1200" cap="none" spc="0" normalizeH="0" baseline="0" noProof="0">
                <a:ln>
                  <a:noFill/>
                </a:ln>
                <a:solidFill>
                  <a:srgbClr val="545D79"/>
                </a:solidFill>
                <a:effectLst/>
                <a:uLnTx/>
                <a:uFillTx/>
                <a:latin typeface="Arial"/>
                <a:ea typeface="思源黑体旧字形 Normal" panose="020b0400000000000000" pitchFamily="34" charset="-128"/>
                <a:cs typeface="+mn-cs"/>
              </a:endParaRPr>
            </a:p>
          </p:txBody>
        </p:sp>
        <p:sp>
          <p:nvSpPr>
            <p:cNvPr id="8" name="弧形 7">
              <a:extLst>
                <a:ext uri="{FF2B5EF4-FFF2-40B4-BE49-F238E27FC236}">
                  <a16:creationId xmlns:a16="http://schemas.microsoft.com/office/drawing/2014/main" id="{D64B59E2-2DC9-4BF8-B309-36A83AB61CA3}"/>
                </a:ext>
              </a:extLst>
            </p:cNvPr>
            <p:cNvSpPr/>
            <p:nvPr/>
          </p:nvSpPr>
          <p:spPr>
            <a:xfrm>
              <a:off x="2701655" y="2051020"/>
              <a:ext cx="2927410" cy="2927409"/>
            </a:xfrm>
            <a:prstGeom prst="arc">
              <a:avLst>
                <a:gd name="adj1" fmla="val 8133285"/>
                <a:gd name="adj2" fmla="val 11022580"/>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000" b="0" i="0" u="none" strike="noStrike" kern="1200" cap="none" spc="0" normalizeH="0" baseline="0" noProof="0">
                <a:ln>
                  <a:noFill/>
                </a:ln>
                <a:solidFill>
                  <a:srgbClr val="545D79"/>
                </a:solidFill>
                <a:effectLst/>
                <a:uLnTx/>
                <a:uFillTx/>
                <a:latin typeface="Arial"/>
                <a:ea typeface="思源黑体旧字形 Normal" panose="020b0400000000000000" pitchFamily="34" charset="-128"/>
                <a:cs typeface="+mn-cs"/>
              </a:endParaRPr>
            </a:p>
          </p:txBody>
        </p:sp>
        <p:sp>
          <p:nvSpPr>
            <p:cNvPr id="9" name="弧形 8">
              <a:extLst>
                <a:ext uri="{FF2B5EF4-FFF2-40B4-BE49-F238E27FC236}">
                  <a16:creationId xmlns:a16="http://schemas.microsoft.com/office/drawing/2014/main" id="{06407D5C-10EA-4EB8-8D91-952790BF1E14}"/>
                </a:ext>
              </a:extLst>
            </p:cNvPr>
            <p:cNvSpPr/>
            <p:nvPr/>
          </p:nvSpPr>
          <p:spPr>
            <a:xfrm>
              <a:off x="2507605" y="1856971"/>
              <a:ext cx="3315509" cy="3315509"/>
            </a:xfrm>
            <a:prstGeom prst="arc">
              <a:avLst>
                <a:gd name="adj1" fmla="val 5531258"/>
                <a:gd name="adj2" fmla="val 7935276"/>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000" b="0" i="0" u="none" strike="noStrike" kern="1200" cap="none" spc="0" normalizeH="0" baseline="0" noProof="0">
                <a:ln>
                  <a:noFill/>
                </a:ln>
                <a:solidFill>
                  <a:srgbClr val="545D79"/>
                </a:solidFill>
                <a:effectLst/>
                <a:uLnTx/>
                <a:uFillTx/>
                <a:latin typeface="Arial"/>
                <a:ea typeface="思源黑体旧字形 Normal" panose="020b0400000000000000" pitchFamily="34" charset="-128"/>
                <a:cs typeface="+mn-cs"/>
              </a:endParaRPr>
            </a:p>
          </p:txBody>
        </p:sp>
        <p:sp>
          <p:nvSpPr>
            <p:cNvPr id="10" name="椭圆 9">
              <a:extLst>
                <a:ext uri="{FF2B5EF4-FFF2-40B4-BE49-F238E27FC236}">
                  <a16:creationId xmlns:a16="http://schemas.microsoft.com/office/drawing/2014/main" id="{02E8B172-863C-4D75-89B5-BD7083791F74}"/>
                </a:ext>
              </a:extLst>
            </p:cNvPr>
            <p:cNvSpPr/>
            <p:nvPr/>
          </p:nvSpPr>
          <p:spPr>
            <a:xfrm>
              <a:off x="3128031" y="2477397"/>
              <a:ext cx="2074661" cy="2074657"/>
            </a:xfrm>
            <a:prstGeom prst="ellipse">
              <a:avLst/>
            </a:prstGeom>
            <a:solidFill>
              <a:srgbClr val="FCFC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en-US" altLang="zh-CN" sz="2800" b="0" i="0" u="none" strike="noStrike" kern="1200" cap="none" spc="0" normalizeH="0" baseline="0" noProof="0">
                  <a:ln>
                    <a:noFill/>
                  </a:ln>
                  <a:solidFill>
                    <a:srgbClr val="545D79"/>
                  </a:solidFill>
                  <a:effectLst/>
                  <a:uLnTx/>
                  <a:uFillTx/>
                  <a:latin typeface="Arial"/>
                  <a:ea typeface="思源黑体旧字形 Normal" panose="020b0400000000000000" pitchFamily="34" charset="-128"/>
                  <a:cs typeface="+mn-cs"/>
                </a:rPr>
                <a:t>01</a:t>
              </a:r>
              <a:endParaRPr kumimoji="0" lang="zh-CN" altLang="en-US" sz="2800" b="0" i="0" u="none" strike="noStrike" kern="1200" cap="none" spc="0" normalizeH="0" baseline="0" noProof="0">
                <a:ln>
                  <a:noFill/>
                </a:ln>
                <a:solidFill>
                  <a:srgbClr val="545D79"/>
                </a:solidFill>
                <a:effectLst/>
                <a:uLnTx/>
                <a:uFillTx/>
                <a:latin typeface="Arial"/>
                <a:ea typeface="思源黑体旧字形 Normal" panose="020b0400000000000000" pitchFamily="34" charset="-128"/>
                <a:cs typeface="+mn-cs"/>
              </a:endParaRPr>
            </a:p>
          </p:txBody>
        </p:sp>
      </p:grpSp>
      <p:grpSp>
        <p:nvGrpSpPr>
          <p:cNvPr id="11" name="组合 10">
            <a:extLst>
              <a:ext uri="{FF2B5EF4-FFF2-40B4-BE49-F238E27FC236}">
                <a16:creationId xmlns:a16="http://schemas.microsoft.com/office/drawing/2014/main" id="{369AF7CA-8014-427B-9D0F-6735B165CB01}"/>
              </a:ext>
            </a:extLst>
          </p:cNvPr>
          <p:cNvGrpSpPr/>
          <p:nvPr/>
        </p:nvGrpSpPr>
        <p:grpSpPr>
          <a:xfrm>
            <a:off x="1066267" y="4080428"/>
            <a:ext cx="1670532" cy="1670532"/>
            <a:chOff x="2298459" y="1647825"/>
            <a:chExt cx="3733800" cy="3733800"/>
          </a:xfrm>
        </p:grpSpPr>
        <p:sp>
          <p:nvSpPr>
            <p:cNvPr id="12" name="椭圆 11">
              <a:extLst>
                <a:ext uri="{FF2B5EF4-FFF2-40B4-BE49-F238E27FC236}">
                  <a16:creationId xmlns:a16="http://schemas.microsoft.com/office/drawing/2014/main" id="{E4F7FE62-8603-4591-9401-62FC1AABAC95}"/>
                </a:ext>
              </a:extLst>
            </p:cNvPr>
            <p:cNvSpPr/>
            <p:nvPr/>
          </p:nvSpPr>
          <p:spPr>
            <a:xfrm>
              <a:off x="2862052" y="2211417"/>
              <a:ext cx="2606615" cy="2606615"/>
            </a:xfrm>
            <a:prstGeom prst="ellipse">
              <a:avLst/>
            </a:prstGeom>
            <a:solidFill>
              <a:srgbClr val="3FB793"/>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33" b="1">
                <a:ln w="6350">
                  <a:noFill/>
                </a:ln>
                <a:solidFill>
                  <a:srgbClr val="3FB793"/>
                </a:solidFill>
                <a:effectLst>
                  <a:innerShdw blurRad="63500" dist="50800" dir="16200000">
                    <a:prstClr val="black">
                      <a:alpha val="50000"/>
                    </a:prstClr>
                  </a:innerShdw>
                </a:effectLst>
                <a:latin typeface="Impact" pitchFamily="34" charset="0"/>
                <a:ea typeface="思源黑体旧字形 Normal" panose="020b0400000000000000" pitchFamily="34" charset="-128"/>
              </a:endParaRPr>
            </a:p>
          </p:txBody>
        </p:sp>
        <p:sp>
          <p:nvSpPr>
            <p:cNvPr id="13" name="弧形 12">
              <a:extLst>
                <a:ext uri="{FF2B5EF4-FFF2-40B4-BE49-F238E27FC236}">
                  <a16:creationId xmlns:a16="http://schemas.microsoft.com/office/drawing/2014/main" id="{A3B8611D-442F-4BE2-9A29-487308663C4B}"/>
                </a:ext>
              </a:extLst>
            </p:cNvPr>
            <p:cNvSpPr/>
            <p:nvPr/>
          </p:nvSpPr>
          <p:spPr>
            <a:xfrm>
              <a:off x="2298459" y="1647825"/>
              <a:ext cx="3733800" cy="3733800"/>
            </a:xfrm>
            <a:prstGeom prst="arc">
              <a:avLst>
                <a:gd name="adj1" fmla="val 13715286"/>
                <a:gd name="adj2" fmla="val 19842856"/>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000" b="0" i="0" u="none" strike="noStrike" kern="1200" cap="none" spc="0" normalizeH="0" baseline="0" noProof="0">
                <a:ln>
                  <a:noFill/>
                </a:ln>
                <a:solidFill>
                  <a:srgbClr val="3FB793"/>
                </a:solidFill>
                <a:effectLst/>
                <a:uLnTx/>
                <a:uFillTx/>
                <a:latin typeface="Arial"/>
                <a:ea typeface="思源黑体旧字形 Normal" panose="020b0400000000000000" pitchFamily="34" charset="-128"/>
                <a:cs typeface="+mn-cs"/>
              </a:endParaRPr>
            </a:p>
          </p:txBody>
        </p:sp>
        <p:sp>
          <p:nvSpPr>
            <p:cNvPr id="14" name="弧形 13">
              <a:extLst>
                <a:ext uri="{FF2B5EF4-FFF2-40B4-BE49-F238E27FC236}">
                  <a16:creationId xmlns:a16="http://schemas.microsoft.com/office/drawing/2014/main" id="{FFEFE6B6-F45B-47E2-BFCF-2084FB61A7F4}"/>
                </a:ext>
              </a:extLst>
            </p:cNvPr>
            <p:cNvSpPr/>
            <p:nvPr/>
          </p:nvSpPr>
          <p:spPr>
            <a:xfrm>
              <a:off x="2673309" y="2022674"/>
              <a:ext cx="2984102" cy="2984101"/>
            </a:xfrm>
            <a:prstGeom prst="arc">
              <a:avLst>
                <a:gd name="adj1" fmla="val 13715286"/>
                <a:gd name="adj2" fmla="val 18869457"/>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000" b="0" i="0" u="none" strike="noStrike" kern="1200" cap="none" spc="0" normalizeH="0" baseline="0" noProof="0">
                <a:ln>
                  <a:noFill/>
                </a:ln>
                <a:solidFill>
                  <a:srgbClr val="3FB793"/>
                </a:solidFill>
                <a:effectLst/>
                <a:uLnTx/>
                <a:uFillTx/>
                <a:latin typeface="Arial"/>
                <a:ea typeface="思源黑体旧字形 Normal" panose="020b0400000000000000" pitchFamily="34" charset="-128"/>
                <a:cs typeface="+mn-cs"/>
              </a:endParaRPr>
            </a:p>
          </p:txBody>
        </p:sp>
        <p:sp>
          <p:nvSpPr>
            <p:cNvPr id="15" name="弧形 14">
              <a:extLst>
                <a:ext uri="{FF2B5EF4-FFF2-40B4-BE49-F238E27FC236}">
                  <a16:creationId xmlns:a16="http://schemas.microsoft.com/office/drawing/2014/main" id="{BBFCB692-C809-43D4-B816-6458E7276E65}"/>
                </a:ext>
              </a:extLst>
            </p:cNvPr>
            <p:cNvSpPr/>
            <p:nvPr/>
          </p:nvSpPr>
          <p:spPr>
            <a:xfrm>
              <a:off x="2298459" y="1647825"/>
              <a:ext cx="3733800" cy="3733800"/>
            </a:xfrm>
            <a:prstGeom prst="arc">
              <a:avLst>
                <a:gd name="adj1" fmla="val 2988807"/>
                <a:gd name="adj2" fmla="val 11021933"/>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000" b="0" i="0" u="none" strike="noStrike" kern="1200" cap="none" spc="0" normalizeH="0" baseline="0" noProof="0">
                <a:ln>
                  <a:noFill/>
                </a:ln>
                <a:solidFill>
                  <a:srgbClr val="3FB793"/>
                </a:solidFill>
                <a:effectLst/>
                <a:uLnTx/>
                <a:uFillTx/>
                <a:latin typeface="Arial"/>
                <a:ea typeface="思源黑体旧字形 Normal" panose="020b0400000000000000" pitchFamily="34" charset="-128"/>
                <a:cs typeface="+mn-cs"/>
              </a:endParaRPr>
            </a:p>
          </p:txBody>
        </p:sp>
        <p:sp>
          <p:nvSpPr>
            <p:cNvPr id="16" name="弧形 15">
              <a:extLst>
                <a:ext uri="{FF2B5EF4-FFF2-40B4-BE49-F238E27FC236}">
                  <a16:creationId xmlns:a16="http://schemas.microsoft.com/office/drawing/2014/main" id="{D149FFD8-14CA-49C2-9DB8-20FF11EB0AAB}"/>
                </a:ext>
              </a:extLst>
            </p:cNvPr>
            <p:cNvSpPr/>
            <p:nvPr/>
          </p:nvSpPr>
          <p:spPr>
            <a:xfrm>
              <a:off x="2597868" y="1947233"/>
              <a:ext cx="3134983" cy="3134983"/>
            </a:xfrm>
            <a:prstGeom prst="arc">
              <a:avLst>
                <a:gd name="adj1" fmla="val 20187169"/>
                <a:gd name="adj2" fmla="val 4593398"/>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000" b="0" i="0" u="none" strike="noStrike" kern="1200" cap="none" spc="0" normalizeH="0" baseline="0" noProof="0">
                <a:ln>
                  <a:noFill/>
                </a:ln>
                <a:solidFill>
                  <a:srgbClr val="3FB793"/>
                </a:solidFill>
                <a:effectLst/>
                <a:uLnTx/>
                <a:uFillTx/>
                <a:latin typeface="Arial"/>
                <a:ea typeface="思源黑体旧字形 Normal" panose="020b0400000000000000" pitchFamily="34" charset="-128"/>
                <a:cs typeface="+mn-cs"/>
              </a:endParaRPr>
            </a:p>
          </p:txBody>
        </p:sp>
        <p:sp>
          <p:nvSpPr>
            <p:cNvPr id="17" name="弧形 16">
              <a:extLst>
                <a:ext uri="{FF2B5EF4-FFF2-40B4-BE49-F238E27FC236}">
                  <a16:creationId xmlns:a16="http://schemas.microsoft.com/office/drawing/2014/main" id="{B7CCA9AF-D051-4BB6-96AD-E22E46049A54}"/>
                </a:ext>
              </a:extLst>
            </p:cNvPr>
            <p:cNvSpPr/>
            <p:nvPr/>
          </p:nvSpPr>
          <p:spPr>
            <a:xfrm>
              <a:off x="2701655" y="2051020"/>
              <a:ext cx="2927410" cy="2927409"/>
            </a:xfrm>
            <a:prstGeom prst="arc">
              <a:avLst>
                <a:gd name="adj1" fmla="val 8133285"/>
                <a:gd name="adj2" fmla="val 11022580"/>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000" b="0" i="0" u="none" strike="noStrike" kern="1200" cap="none" spc="0" normalizeH="0" baseline="0" noProof="0">
                <a:ln>
                  <a:noFill/>
                </a:ln>
                <a:solidFill>
                  <a:srgbClr val="3FB793"/>
                </a:solidFill>
                <a:effectLst/>
                <a:uLnTx/>
                <a:uFillTx/>
                <a:latin typeface="Arial"/>
                <a:ea typeface="思源黑体旧字形 Normal" panose="020b0400000000000000" pitchFamily="34" charset="-128"/>
                <a:cs typeface="+mn-cs"/>
              </a:endParaRPr>
            </a:p>
          </p:txBody>
        </p:sp>
        <p:sp>
          <p:nvSpPr>
            <p:cNvPr id="18" name="弧形 17">
              <a:extLst>
                <a:ext uri="{FF2B5EF4-FFF2-40B4-BE49-F238E27FC236}">
                  <a16:creationId xmlns:a16="http://schemas.microsoft.com/office/drawing/2014/main" id="{20A067DD-1F4B-4066-9EF7-A174E1028E9E}"/>
                </a:ext>
              </a:extLst>
            </p:cNvPr>
            <p:cNvSpPr/>
            <p:nvPr/>
          </p:nvSpPr>
          <p:spPr>
            <a:xfrm>
              <a:off x="2507605" y="1856971"/>
              <a:ext cx="3315509" cy="3315509"/>
            </a:xfrm>
            <a:prstGeom prst="arc">
              <a:avLst>
                <a:gd name="adj1" fmla="val 5531258"/>
                <a:gd name="adj2" fmla="val 7935276"/>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000" b="0" i="0" u="none" strike="noStrike" kern="1200" cap="none" spc="0" normalizeH="0" baseline="0" noProof="0">
                <a:ln>
                  <a:noFill/>
                </a:ln>
                <a:solidFill>
                  <a:srgbClr val="3FB793"/>
                </a:solidFill>
                <a:effectLst/>
                <a:uLnTx/>
                <a:uFillTx/>
                <a:latin typeface="Arial"/>
                <a:ea typeface="思源黑体旧字形 Normal" panose="020b0400000000000000" pitchFamily="34" charset="-128"/>
                <a:cs typeface="+mn-cs"/>
              </a:endParaRPr>
            </a:p>
          </p:txBody>
        </p:sp>
        <p:sp>
          <p:nvSpPr>
            <p:cNvPr id="19" name="椭圆 18">
              <a:extLst>
                <a:ext uri="{FF2B5EF4-FFF2-40B4-BE49-F238E27FC236}">
                  <a16:creationId xmlns:a16="http://schemas.microsoft.com/office/drawing/2014/main" id="{BC2CAEF5-500B-4374-854E-952DC87AF0A9}"/>
                </a:ext>
              </a:extLst>
            </p:cNvPr>
            <p:cNvSpPr/>
            <p:nvPr/>
          </p:nvSpPr>
          <p:spPr>
            <a:xfrm>
              <a:off x="3128031" y="2477397"/>
              <a:ext cx="2074661" cy="2074657"/>
            </a:xfrm>
            <a:prstGeom prst="ellipse">
              <a:avLst/>
            </a:prstGeom>
            <a:solidFill>
              <a:srgbClr val="FCFC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en-US" altLang="zh-CN" sz="2800" b="0" i="0" u="none" strike="noStrike" kern="1200" cap="none" spc="0" normalizeH="0" baseline="0" noProof="0">
                  <a:ln>
                    <a:noFill/>
                  </a:ln>
                  <a:solidFill>
                    <a:srgbClr val="3FB793"/>
                  </a:solidFill>
                  <a:effectLst/>
                  <a:uLnTx/>
                  <a:uFillTx/>
                  <a:latin typeface="Arial"/>
                  <a:ea typeface="思源黑体旧字形 Normal" panose="020b0400000000000000" pitchFamily="34" charset="-128"/>
                  <a:cs typeface="+mn-cs"/>
                </a:rPr>
                <a:t>03</a:t>
              </a:r>
              <a:endParaRPr kumimoji="0" lang="zh-CN" altLang="en-US" sz="2800" b="0" i="0" u="none" strike="noStrike" kern="1200" cap="none" spc="0" normalizeH="0" baseline="0" noProof="0">
                <a:ln>
                  <a:noFill/>
                </a:ln>
                <a:solidFill>
                  <a:srgbClr val="3FB793"/>
                </a:solidFill>
                <a:effectLst/>
                <a:uLnTx/>
                <a:uFillTx/>
                <a:latin typeface="Arial"/>
                <a:ea typeface="思源黑体旧字形 Normal" panose="020b0400000000000000" pitchFamily="34" charset="-128"/>
                <a:cs typeface="+mn-cs"/>
              </a:endParaRPr>
            </a:p>
          </p:txBody>
        </p:sp>
      </p:grpSp>
      <p:grpSp>
        <p:nvGrpSpPr>
          <p:cNvPr id="20" name="组合 19">
            <a:extLst>
              <a:ext uri="{FF2B5EF4-FFF2-40B4-BE49-F238E27FC236}">
                <a16:creationId xmlns:a16="http://schemas.microsoft.com/office/drawing/2014/main" id="{965C1725-16FE-45AB-B38D-4FDE75F5F7A4}"/>
              </a:ext>
            </a:extLst>
          </p:cNvPr>
          <p:cNvGrpSpPr/>
          <p:nvPr/>
        </p:nvGrpSpPr>
        <p:grpSpPr>
          <a:xfrm>
            <a:off x="6298719" y="1827766"/>
            <a:ext cx="1670532" cy="1670532"/>
            <a:chOff x="2298459" y="1647825"/>
            <a:chExt cx="3733800" cy="3733800"/>
          </a:xfrm>
        </p:grpSpPr>
        <p:sp>
          <p:nvSpPr>
            <p:cNvPr id="21" name="椭圆 20">
              <a:extLst>
                <a:ext uri="{FF2B5EF4-FFF2-40B4-BE49-F238E27FC236}">
                  <a16:creationId xmlns:a16="http://schemas.microsoft.com/office/drawing/2014/main" id="{4119026B-5491-426D-980B-45CEE91964E6}"/>
                </a:ext>
              </a:extLst>
            </p:cNvPr>
            <p:cNvSpPr/>
            <p:nvPr/>
          </p:nvSpPr>
          <p:spPr>
            <a:xfrm>
              <a:off x="2862052" y="2211417"/>
              <a:ext cx="2606615" cy="2606615"/>
            </a:xfrm>
            <a:prstGeom prst="ellipse">
              <a:avLst/>
            </a:prstGeom>
            <a:solidFill>
              <a:srgbClr val="3FB793"/>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33" b="1">
                <a:ln w="6350">
                  <a:noFill/>
                </a:ln>
                <a:solidFill>
                  <a:srgbClr val="3FB793"/>
                </a:solidFill>
                <a:effectLst>
                  <a:innerShdw blurRad="63500" dist="50800" dir="16200000">
                    <a:prstClr val="black">
                      <a:alpha val="50000"/>
                    </a:prstClr>
                  </a:innerShdw>
                </a:effectLst>
                <a:latin typeface="Impact" pitchFamily="34" charset="0"/>
                <a:ea typeface="思源黑体旧字形 Normal" panose="020b0400000000000000" pitchFamily="34" charset="-128"/>
              </a:endParaRPr>
            </a:p>
          </p:txBody>
        </p:sp>
        <p:sp>
          <p:nvSpPr>
            <p:cNvPr id="22" name="弧形 21">
              <a:extLst>
                <a:ext uri="{FF2B5EF4-FFF2-40B4-BE49-F238E27FC236}">
                  <a16:creationId xmlns:a16="http://schemas.microsoft.com/office/drawing/2014/main" id="{296B7A39-3E12-490B-85FF-2CD3DCB8122E}"/>
                </a:ext>
              </a:extLst>
            </p:cNvPr>
            <p:cNvSpPr/>
            <p:nvPr/>
          </p:nvSpPr>
          <p:spPr>
            <a:xfrm>
              <a:off x="2298459" y="1647825"/>
              <a:ext cx="3733800" cy="3733800"/>
            </a:xfrm>
            <a:prstGeom prst="arc">
              <a:avLst>
                <a:gd name="adj1" fmla="val 13715286"/>
                <a:gd name="adj2" fmla="val 19842856"/>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000" b="0" i="0" u="none" strike="noStrike" kern="1200" cap="none" spc="0" normalizeH="0" baseline="0" noProof="0">
                <a:ln>
                  <a:noFill/>
                </a:ln>
                <a:solidFill>
                  <a:srgbClr val="3FB793"/>
                </a:solidFill>
                <a:effectLst/>
                <a:uLnTx/>
                <a:uFillTx/>
                <a:latin typeface="Arial"/>
                <a:ea typeface="思源黑体旧字形 Normal" panose="020b0400000000000000" pitchFamily="34" charset="-128"/>
                <a:cs typeface="+mn-cs"/>
              </a:endParaRPr>
            </a:p>
          </p:txBody>
        </p:sp>
        <p:sp>
          <p:nvSpPr>
            <p:cNvPr id="23" name="弧形 22">
              <a:extLst>
                <a:ext uri="{FF2B5EF4-FFF2-40B4-BE49-F238E27FC236}">
                  <a16:creationId xmlns:a16="http://schemas.microsoft.com/office/drawing/2014/main" id="{421CBD34-4BCA-4BDF-BAB3-572DA6520894}"/>
                </a:ext>
              </a:extLst>
            </p:cNvPr>
            <p:cNvSpPr/>
            <p:nvPr/>
          </p:nvSpPr>
          <p:spPr>
            <a:xfrm>
              <a:off x="2673309" y="2022674"/>
              <a:ext cx="2984102" cy="2984101"/>
            </a:xfrm>
            <a:prstGeom prst="arc">
              <a:avLst>
                <a:gd name="adj1" fmla="val 13715286"/>
                <a:gd name="adj2" fmla="val 18869457"/>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000" b="0" i="0" u="none" strike="noStrike" kern="1200" cap="none" spc="0" normalizeH="0" baseline="0" noProof="0">
                <a:ln>
                  <a:noFill/>
                </a:ln>
                <a:solidFill>
                  <a:srgbClr val="3FB793"/>
                </a:solidFill>
                <a:effectLst/>
                <a:uLnTx/>
                <a:uFillTx/>
                <a:latin typeface="Arial"/>
                <a:ea typeface="思源黑体旧字形 Normal" panose="020b0400000000000000" pitchFamily="34" charset="-128"/>
                <a:cs typeface="+mn-cs"/>
              </a:endParaRPr>
            </a:p>
          </p:txBody>
        </p:sp>
        <p:sp>
          <p:nvSpPr>
            <p:cNvPr id="24" name="弧形 23">
              <a:extLst>
                <a:ext uri="{FF2B5EF4-FFF2-40B4-BE49-F238E27FC236}">
                  <a16:creationId xmlns:a16="http://schemas.microsoft.com/office/drawing/2014/main" id="{195D967A-9CDF-421A-8722-1E5F824AABFF}"/>
                </a:ext>
              </a:extLst>
            </p:cNvPr>
            <p:cNvSpPr/>
            <p:nvPr/>
          </p:nvSpPr>
          <p:spPr>
            <a:xfrm>
              <a:off x="2298459" y="1647825"/>
              <a:ext cx="3733800" cy="3733800"/>
            </a:xfrm>
            <a:prstGeom prst="arc">
              <a:avLst>
                <a:gd name="adj1" fmla="val 2988807"/>
                <a:gd name="adj2" fmla="val 11021933"/>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000" b="0" i="0" u="none" strike="noStrike" kern="1200" cap="none" spc="0" normalizeH="0" baseline="0" noProof="0">
                <a:ln>
                  <a:noFill/>
                </a:ln>
                <a:solidFill>
                  <a:srgbClr val="3FB793"/>
                </a:solidFill>
                <a:effectLst/>
                <a:uLnTx/>
                <a:uFillTx/>
                <a:latin typeface="Arial"/>
                <a:ea typeface="思源黑体旧字形 Normal" panose="020b0400000000000000" pitchFamily="34" charset="-128"/>
                <a:cs typeface="+mn-cs"/>
              </a:endParaRPr>
            </a:p>
          </p:txBody>
        </p:sp>
        <p:sp>
          <p:nvSpPr>
            <p:cNvPr id="25" name="弧形 24">
              <a:extLst>
                <a:ext uri="{FF2B5EF4-FFF2-40B4-BE49-F238E27FC236}">
                  <a16:creationId xmlns:a16="http://schemas.microsoft.com/office/drawing/2014/main" id="{0BBF963E-F959-4AE4-ABEE-BF0F45565E8B}"/>
                </a:ext>
              </a:extLst>
            </p:cNvPr>
            <p:cNvSpPr/>
            <p:nvPr/>
          </p:nvSpPr>
          <p:spPr>
            <a:xfrm>
              <a:off x="2597868" y="1947233"/>
              <a:ext cx="3134983" cy="3134983"/>
            </a:xfrm>
            <a:prstGeom prst="arc">
              <a:avLst>
                <a:gd name="adj1" fmla="val 20187169"/>
                <a:gd name="adj2" fmla="val 4593398"/>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000" b="0" i="0" u="none" strike="noStrike" kern="1200" cap="none" spc="0" normalizeH="0" baseline="0" noProof="0">
                <a:ln>
                  <a:noFill/>
                </a:ln>
                <a:solidFill>
                  <a:srgbClr val="3FB793"/>
                </a:solidFill>
                <a:effectLst/>
                <a:uLnTx/>
                <a:uFillTx/>
                <a:latin typeface="Arial"/>
                <a:ea typeface="思源黑体旧字形 Normal" panose="020b0400000000000000" pitchFamily="34" charset="-128"/>
                <a:cs typeface="+mn-cs"/>
              </a:endParaRPr>
            </a:p>
          </p:txBody>
        </p:sp>
        <p:sp>
          <p:nvSpPr>
            <p:cNvPr id="26" name="弧形 25">
              <a:extLst>
                <a:ext uri="{FF2B5EF4-FFF2-40B4-BE49-F238E27FC236}">
                  <a16:creationId xmlns:a16="http://schemas.microsoft.com/office/drawing/2014/main" id="{88CC68F8-819F-44BF-B0BF-CC0C0A1ADFBE}"/>
                </a:ext>
              </a:extLst>
            </p:cNvPr>
            <p:cNvSpPr/>
            <p:nvPr/>
          </p:nvSpPr>
          <p:spPr>
            <a:xfrm>
              <a:off x="2701655" y="2051020"/>
              <a:ext cx="2927410" cy="2927409"/>
            </a:xfrm>
            <a:prstGeom prst="arc">
              <a:avLst>
                <a:gd name="adj1" fmla="val 8133285"/>
                <a:gd name="adj2" fmla="val 11022580"/>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000" b="0" i="0" u="none" strike="noStrike" kern="1200" cap="none" spc="0" normalizeH="0" baseline="0" noProof="0">
                <a:ln>
                  <a:noFill/>
                </a:ln>
                <a:solidFill>
                  <a:srgbClr val="3FB793"/>
                </a:solidFill>
                <a:effectLst/>
                <a:uLnTx/>
                <a:uFillTx/>
                <a:latin typeface="Arial"/>
                <a:ea typeface="思源黑体旧字形 Normal" panose="020b0400000000000000" pitchFamily="34" charset="-128"/>
                <a:cs typeface="+mn-cs"/>
              </a:endParaRPr>
            </a:p>
          </p:txBody>
        </p:sp>
        <p:sp>
          <p:nvSpPr>
            <p:cNvPr id="27" name="弧形 26">
              <a:extLst>
                <a:ext uri="{FF2B5EF4-FFF2-40B4-BE49-F238E27FC236}">
                  <a16:creationId xmlns:a16="http://schemas.microsoft.com/office/drawing/2014/main" id="{8C8DCA46-48A4-40E5-8237-A531FFD4828A}"/>
                </a:ext>
              </a:extLst>
            </p:cNvPr>
            <p:cNvSpPr/>
            <p:nvPr/>
          </p:nvSpPr>
          <p:spPr>
            <a:xfrm>
              <a:off x="2507605" y="1856971"/>
              <a:ext cx="3315509" cy="3315509"/>
            </a:xfrm>
            <a:prstGeom prst="arc">
              <a:avLst>
                <a:gd name="adj1" fmla="val 5531258"/>
                <a:gd name="adj2" fmla="val 7935276"/>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000" b="0" i="0" u="none" strike="noStrike" kern="1200" cap="none" spc="0" normalizeH="0" baseline="0" noProof="0">
                <a:ln>
                  <a:noFill/>
                </a:ln>
                <a:solidFill>
                  <a:srgbClr val="3FB793"/>
                </a:solidFill>
                <a:effectLst/>
                <a:uLnTx/>
                <a:uFillTx/>
                <a:latin typeface="Arial"/>
                <a:ea typeface="思源黑体旧字形 Normal" panose="020b0400000000000000" pitchFamily="34" charset="-128"/>
                <a:cs typeface="+mn-cs"/>
              </a:endParaRPr>
            </a:p>
          </p:txBody>
        </p:sp>
        <p:sp>
          <p:nvSpPr>
            <p:cNvPr id="28" name="椭圆 27">
              <a:extLst>
                <a:ext uri="{FF2B5EF4-FFF2-40B4-BE49-F238E27FC236}">
                  <a16:creationId xmlns:a16="http://schemas.microsoft.com/office/drawing/2014/main" id="{5ACEBCEA-DD93-4AB9-A65F-D41C8821E30A}"/>
                </a:ext>
              </a:extLst>
            </p:cNvPr>
            <p:cNvSpPr/>
            <p:nvPr/>
          </p:nvSpPr>
          <p:spPr>
            <a:xfrm>
              <a:off x="3128031" y="2477397"/>
              <a:ext cx="2074661" cy="2074657"/>
            </a:xfrm>
            <a:prstGeom prst="ellipse">
              <a:avLst/>
            </a:prstGeom>
            <a:solidFill>
              <a:srgbClr val="FCFC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en-US" altLang="zh-CN" sz="2800" b="0" i="0" u="none" strike="noStrike" kern="1200" cap="none" spc="0" normalizeH="0" baseline="0" noProof="0">
                  <a:ln>
                    <a:noFill/>
                  </a:ln>
                  <a:solidFill>
                    <a:srgbClr val="3FB793"/>
                  </a:solidFill>
                  <a:effectLst/>
                  <a:uLnTx/>
                  <a:uFillTx/>
                  <a:latin typeface="Arial"/>
                  <a:ea typeface="思源黑体旧字形 Normal" panose="020b0400000000000000" pitchFamily="34" charset="-128"/>
                  <a:cs typeface="+mn-cs"/>
                </a:rPr>
                <a:t>02</a:t>
              </a:r>
              <a:endParaRPr kumimoji="0" lang="zh-CN" altLang="en-US" sz="2800" b="0" i="0" u="none" strike="noStrike" kern="1200" cap="none" spc="0" normalizeH="0" baseline="0" noProof="0">
                <a:ln>
                  <a:noFill/>
                </a:ln>
                <a:solidFill>
                  <a:srgbClr val="3FB793"/>
                </a:solidFill>
                <a:effectLst/>
                <a:uLnTx/>
                <a:uFillTx/>
                <a:latin typeface="Arial"/>
                <a:ea typeface="思源黑体旧字形 Normal" panose="020b0400000000000000" pitchFamily="34" charset="-128"/>
                <a:cs typeface="+mn-cs"/>
              </a:endParaRPr>
            </a:p>
          </p:txBody>
        </p:sp>
      </p:grpSp>
      <p:grpSp>
        <p:nvGrpSpPr>
          <p:cNvPr id="29" name="组合 28">
            <a:extLst>
              <a:ext uri="{FF2B5EF4-FFF2-40B4-BE49-F238E27FC236}">
                <a16:creationId xmlns:a16="http://schemas.microsoft.com/office/drawing/2014/main" id="{5B85A8E7-F4CD-4617-BB4B-9C883EF889C1}"/>
              </a:ext>
            </a:extLst>
          </p:cNvPr>
          <p:cNvGrpSpPr/>
          <p:nvPr/>
        </p:nvGrpSpPr>
        <p:grpSpPr>
          <a:xfrm>
            <a:off x="6298719" y="4080428"/>
            <a:ext cx="1670532" cy="1670532"/>
            <a:chOff x="2298459" y="1647825"/>
            <a:chExt cx="3733800" cy="3733800"/>
          </a:xfrm>
        </p:grpSpPr>
        <p:sp>
          <p:nvSpPr>
            <p:cNvPr id="30" name="椭圆 29">
              <a:extLst>
                <a:ext uri="{FF2B5EF4-FFF2-40B4-BE49-F238E27FC236}">
                  <a16:creationId xmlns:a16="http://schemas.microsoft.com/office/drawing/2014/main" id="{77C0E4FA-4C49-4CD7-AB56-7C6FC2267C54}"/>
                </a:ext>
              </a:extLst>
            </p:cNvPr>
            <p:cNvSpPr/>
            <p:nvPr/>
          </p:nvSpPr>
          <p:spPr>
            <a:xfrm>
              <a:off x="2862052" y="2211417"/>
              <a:ext cx="2606615" cy="2606615"/>
            </a:xfrm>
            <a:prstGeom prst="ellipse">
              <a:avLst/>
            </a:prstGeom>
            <a:solidFill>
              <a:srgbClr val="545D79"/>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33" b="1">
                <a:ln w="6350">
                  <a:noFill/>
                </a:ln>
                <a:solidFill>
                  <a:srgbClr val="545D79"/>
                </a:solidFill>
                <a:effectLst>
                  <a:innerShdw blurRad="63500" dist="50800" dir="16200000">
                    <a:prstClr val="black">
                      <a:alpha val="50000"/>
                    </a:prstClr>
                  </a:innerShdw>
                </a:effectLst>
                <a:latin typeface="Impact" pitchFamily="34" charset="0"/>
                <a:ea typeface="思源黑体旧字形 Normal" panose="020b0400000000000000" pitchFamily="34" charset="-128"/>
              </a:endParaRPr>
            </a:p>
          </p:txBody>
        </p:sp>
        <p:sp>
          <p:nvSpPr>
            <p:cNvPr id="31" name="弧形 30">
              <a:extLst>
                <a:ext uri="{FF2B5EF4-FFF2-40B4-BE49-F238E27FC236}">
                  <a16:creationId xmlns:a16="http://schemas.microsoft.com/office/drawing/2014/main" id="{E42CEA16-13AF-4C93-9554-32DFB4AD3F78}"/>
                </a:ext>
              </a:extLst>
            </p:cNvPr>
            <p:cNvSpPr/>
            <p:nvPr/>
          </p:nvSpPr>
          <p:spPr>
            <a:xfrm>
              <a:off x="2298459" y="1647825"/>
              <a:ext cx="3733800" cy="3733800"/>
            </a:xfrm>
            <a:prstGeom prst="arc">
              <a:avLst>
                <a:gd name="adj1" fmla="val 13715286"/>
                <a:gd name="adj2" fmla="val 19842856"/>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000" b="0" i="0" u="none" strike="noStrike" kern="1200" cap="none" spc="0" normalizeH="0" baseline="0" noProof="0">
                <a:ln>
                  <a:noFill/>
                </a:ln>
                <a:solidFill>
                  <a:srgbClr val="545D79"/>
                </a:solidFill>
                <a:effectLst/>
                <a:uLnTx/>
                <a:uFillTx/>
                <a:latin typeface="Arial"/>
                <a:ea typeface="思源黑体旧字形 Normal" panose="020b0400000000000000" pitchFamily="34" charset="-128"/>
                <a:cs typeface="+mn-cs"/>
              </a:endParaRPr>
            </a:p>
          </p:txBody>
        </p:sp>
        <p:sp>
          <p:nvSpPr>
            <p:cNvPr id="32" name="弧形 31">
              <a:extLst>
                <a:ext uri="{FF2B5EF4-FFF2-40B4-BE49-F238E27FC236}">
                  <a16:creationId xmlns:a16="http://schemas.microsoft.com/office/drawing/2014/main" id="{D27E7556-F21F-471D-9198-CA3BCEA82324}"/>
                </a:ext>
              </a:extLst>
            </p:cNvPr>
            <p:cNvSpPr/>
            <p:nvPr/>
          </p:nvSpPr>
          <p:spPr>
            <a:xfrm>
              <a:off x="2673309" y="2022674"/>
              <a:ext cx="2984102" cy="2984101"/>
            </a:xfrm>
            <a:prstGeom prst="arc">
              <a:avLst>
                <a:gd name="adj1" fmla="val 13715286"/>
                <a:gd name="adj2" fmla="val 18869457"/>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000" b="0" i="0" u="none" strike="noStrike" kern="1200" cap="none" spc="0" normalizeH="0" baseline="0" noProof="0">
                <a:ln>
                  <a:noFill/>
                </a:ln>
                <a:solidFill>
                  <a:srgbClr val="545D79"/>
                </a:solidFill>
                <a:effectLst/>
                <a:uLnTx/>
                <a:uFillTx/>
                <a:latin typeface="Arial"/>
                <a:ea typeface="思源黑体旧字形 Normal" panose="020b0400000000000000" pitchFamily="34" charset="-128"/>
                <a:cs typeface="+mn-cs"/>
              </a:endParaRPr>
            </a:p>
          </p:txBody>
        </p:sp>
        <p:sp>
          <p:nvSpPr>
            <p:cNvPr id="33" name="弧形 32">
              <a:extLst>
                <a:ext uri="{FF2B5EF4-FFF2-40B4-BE49-F238E27FC236}">
                  <a16:creationId xmlns:a16="http://schemas.microsoft.com/office/drawing/2014/main" id="{E2DE5E4E-7706-4D06-9337-636D2F3DA8A0}"/>
                </a:ext>
              </a:extLst>
            </p:cNvPr>
            <p:cNvSpPr/>
            <p:nvPr/>
          </p:nvSpPr>
          <p:spPr>
            <a:xfrm>
              <a:off x="2298459" y="1647825"/>
              <a:ext cx="3733800" cy="3733800"/>
            </a:xfrm>
            <a:prstGeom prst="arc">
              <a:avLst>
                <a:gd name="adj1" fmla="val 2988807"/>
                <a:gd name="adj2" fmla="val 11021933"/>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000" b="0" i="0" u="none" strike="noStrike" kern="1200" cap="none" spc="0" normalizeH="0" baseline="0" noProof="0">
                <a:ln>
                  <a:noFill/>
                </a:ln>
                <a:solidFill>
                  <a:srgbClr val="545D79"/>
                </a:solidFill>
                <a:effectLst/>
                <a:uLnTx/>
                <a:uFillTx/>
                <a:latin typeface="Arial"/>
                <a:ea typeface="思源黑体旧字形 Normal" panose="020b0400000000000000" pitchFamily="34" charset="-128"/>
                <a:cs typeface="+mn-cs"/>
              </a:endParaRPr>
            </a:p>
          </p:txBody>
        </p:sp>
        <p:sp>
          <p:nvSpPr>
            <p:cNvPr id="34" name="弧形 33">
              <a:extLst>
                <a:ext uri="{FF2B5EF4-FFF2-40B4-BE49-F238E27FC236}">
                  <a16:creationId xmlns:a16="http://schemas.microsoft.com/office/drawing/2014/main" id="{7FFCEC95-F9A3-4C8B-8A01-83CB2A9CE438}"/>
                </a:ext>
              </a:extLst>
            </p:cNvPr>
            <p:cNvSpPr/>
            <p:nvPr/>
          </p:nvSpPr>
          <p:spPr>
            <a:xfrm>
              <a:off x="2597868" y="1947233"/>
              <a:ext cx="3134983" cy="3134983"/>
            </a:xfrm>
            <a:prstGeom prst="arc">
              <a:avLst>
                <a:gd name="adj1" fmla="val 20187169"/>
                <a:gd name="adj2" fmla="val 4593398"/>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000" b="0" i="0" u="none" strike="noStrike" kern="1200" cap="none" spc="0" normalizeH="0" baseline="0" noProof="0">
                <a:ln>
                  <a:noFill/>
                </a:ln>
                <a:solidFill>
                  <a:srgbClr val="545D79"/>
                </a:solidFill>
                <a:effectLst/>
                <a:uLnTx/>
                <a:uFillTx/>
                <a:latin typeface="Arial"/>
                <a:ea typeface="思源黑体旧字形 Normal" panose="020b0400000000000000" pitchFamily="34" charset="-128"/>
                <a:cs typeface="+mn-cs"/>
              </a:endParaRPr>
            </a:p>
          </p:txBody>
        </p:sp>
        <p:sp>
          <p:nvSpPr>
            <p:cNvPr id="35" name="弧形 34">
              <a:extLst>
                <a:ext uri="{FF2B5EF4-FFF2-40B4-BE49-F238E27FC236}">
                  <a16:creationId xmlns:a16="http://schemas.microsoft.com/office/drawing/2014/main" id="{C40F11C4-0FE0-4A0F-9BD4-BCA625139352}"/>
                </a:ext>
              </a:extLst>
            </p:cNvPr>
            <p:cNvSpPr/>
            <p:nvPr/>
          </p:nvSpPr>
          <p:spPr>
            <a:xfrm>
              <a:off x="2701655" y="2051020"/>
              <a:ext cx="2927410" cy="2927409"/>
            </a:xfrm>
            <a:prstGeom prst="arc">
              <a:avLst>
                <a:gd name="adj1" fmla="val 8133285"/>
                <a:gd name="adj2" fmla="val 11022580"/>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000" b="0" i="0" u="none" strike="noStrike" kern="1200" cap="none" spc="0" normalizeH="0" baseline="0" noProof="0">
                <a:ln>
                  <a:noFill/>
                </a:ln>
                <a:solidFill>
                  <a:srgbClr val="545D79"/>
                </a:solidFill>
                <a:effectLst/>
                <a:uLnTx/>
                <a:uFillTx/>
                <a:latin typeface="Arial"/>
                <a:ea typeface="思源黑体旧字形 Normal" panose="020b0400000000000000" pitchFamily="34" charset="-128"/>
                <a:cs typeface="+mn-cs"/>
              </a:endParaRPr>
            </a:p>
          </p:txBody>
        </p:sp>
        <p:sp>
          <p:nvSpPr>
            <p:cNvPr id="36" name="弧形 35">
              <a:extLst>
                <a:ext uri="{FF2B5EF4-FFF2-40B4-BE49-F238E27FC236}">
                  <a16:creationId xmlns:a16="http://schemas.microsoft.com/office/drawing/2014/main" id="{9D41F91C-937A-4DE1-B224-5CD4F2FA0013}"/>
                </a:ext>
              </a:extLst>
            </p:cNvPr>
            <p:cNvSpPr/>
            <p:nvPr/>
          </p:nvSpPr>
          <p:spPr>
            <a:xfrm>
              <a:off x="2507605" y="1856971"/>
              <a:ext cx="3315509" cy="3315509"/>
            </a:xfrm>
            <a:prstGeom prst="arc">
              <a:avLst>
                <a:gd name="adj1" fmla="val 5531258"/>
                <a:gd name="adj2" fmla="val 7935276"/>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000" b="0" i="0" u="none" strike="noStrike" kern="1200" cap="none" spc="0" normalizeH="0" baseline="0" noProof="0">
                <a:ln>
                  <a:noFill/>
                </a:ln>
                <a:solidFill>
                  <a:srgbClr val="545D79"/>
                </a:solidFill>
                <a:effectLst/>
                <a:uLnTx/>
                <a:uFillTx/>
                <a:latin typeface="Arial"/>
                <a:ea typeface="思源黑体旧字形 Normal" panose="020b0400000000000000" pitchFamily="34" charset="-128"/>
                <a:cs typeface="+mn-cs"/>
              </a:endParaRPr>
            </a:p>
          </p:txBody>
        </p:sp>
        <p:sp>
          <p:nvSpPr>
            <p:cNvPr id="37" name="椭圆 36">
              <a:extLst>
                <a:ext uri="{FF2B5EF4-FFF2-40B4-BE49-F238E27FC236}">
                  <a16:creationId xmlns:a16="http://schemas.microsoft.com/office/drawing/2014/main" id="{EB637FF6-F7C1-471C-9600-9805B1F48F38}"/>
                </a:ext>
              </a:extLst>
            </p:cNvPr>
            <p:cNvSpPr/>
            <p:nvPr/>
          </p:nvSpPr>
          <p:spPr>
            <a:xfrm>
              <a:off x="3128031" y="2477397"/>
              <a:ext cx="2074661" cy="2074657"/>
            </a:xfrm>
            <a:prstGeom prst="ellipse">
              <a:avLst/>
            </a:prstGeom>
            <a:solidFill>
              <a:srgbClr val="FCFC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en-US" altLang="zh-CN" sz="2800" b="0" i="0" u="none" strike="noStrike" kern="1200" cap="none" spc="0" normalizeH="0" baseline="0" noProof="0">
                  <a:ln>
                    <a:noFill/>
                  </a:ln>
                  <a:solidFill>
                    <a:srgbClr val="545D79"/>
                  </a:solidFill>
                  <a:effectLst/>
                  <a:uLnTx/>
                  <a:uFillTx/>
                  <a:latin typeface="Arial"/>
                  <a:ea typeface="思源黑体旧字形 Normal" panose="020b0400000000000000" pitchFamily="34" charset="-128"/>
                  <a:cs typeface="+mn-cs"/>
                </a:rPr>
                <a:t>04</a:t>
              </a:r>
              <a:endParaRPr kumimoji="0" lang="zh-CN" altLang="en-US" sz="2800" b="0" i="0" u="none" strike="noStrike" kern="1200" cap="none" spc="0" normalizeH="0" baseline="0" noProof="0">
                <a:ln>
                  <a:noFill/>
                </a:ln>
                <a:solidFill>
                  <a:srgbClr val="545D79"/>
                </a:solidFill>
                <a:effectLst/>
                <a:uLnTx/>
                <a:uFillTx/>
                <a:latin typeface="Arial"/>
                <a:ea typeface="思源黑体旧字形 Normal" panose="020b0400000000000000" pitchFamily="34" charset="-128"/>
                <a:cs typeface="+mn-cs"/>
              </a:endParaRPr>
            </a:p>
          </p:txBody>
        </p:sp>
      </p:grpSp>
      <p:grpSp>
        <p:nvGrpSpPr>
          <p:cNvPr id="38" name="组合 37">
            <a:extLst>
              <a:ext uri="{FF2B5EF4-FFF2-40B4-BE49-F238E27FC236}">
                <a16:creationId xmlns:a16="http://schemas.microsoft.com/office/drawing/2014/main" id="{748A8930-E6E2-4143-A096-DC0343CAD91A}"/>
              </a:ext>
            </a:extLst>
          </p:cNvPr>
          <p:cNvGrpSpPr/>
          <p:nvPr/>
        </p:nvGrpSpPr>
        <p:grpSpPr>
          <a:xfrm>
            <a:off x="2855800" y="2102186"/>
            <a:ext cx="2414471" cy="1090278"/>
            <a:chOff x="5166783" y="3251786"/>
            <a:chExt cx="2414471" cy="1090278"/>
          </a:xfrm>
        </p:grpSpPr>
        <p:sp>
          <p:nvSpPr>
            <p:cNvPr id="39" name="文本框 38">
              <a:extLst>
                <a:ext uri="{FF2B5EF4-FFF2-40B4-BE49-F238E27FC236}">
                  <a16:creationId xmlns:a16="http://schemas.microsoft.com/office/drawing/2014/main" id="{6E1AAFE9-DA36-4CF3-B80E-684759E93E5D}"/>
                </a:ext>
              </a:extLst>
            </p:cNvPr>
            <p:cNvSpPr txBox="1"/>
            <p:nvPr/>
          </p:nvSpPr>
          <p:spPr>
            <a:xfrm>
              <a:off x="5166783" y="3251786"/>
              <a:ext cx="1415772" cy="461665"/>
            </a:xfrm>
            <a:prstGeom prst="rect">
              <a:avLst/>
            </a:prstGeom>
            <a:noFill/>
          </p:spPr>
          <p:txBody>
            <a:bodyPr wrap="none" rtlCol="0">
              <a:spAutoFit/>
              <a:scene3d>
                <a:camera prst="orthographicFront"/>
                <a:lightRig rig="threePt" dir="t"/>
              </a:scene3d>
              <a:sp3d contourW="12700"/>
            </a:bodyPr>
            <a:lstStyle/>
            <a:p>
              <a:pPr lvl="0">
                <a:defRPr/>
              </a:pPr>
              <a:r>
                <a:rPr lang="zh-CN" altLang="en-US" sz="2400" b="1">
                  <a:latin typeface="思源黑体旧字形 Normal" panose="020b0400000000000000" pitchFamily="34" charset="-128"/>
                  <a:ea typeface="思源黑体旧字形 Normal" panose="020b0400000000000000" pitchFamily="34" charset="-128"/>
                  <a:cs typeface="经典综艺体简" panose="02010609000101010101" pitchFamily="49" charset="-122"/>
                </a:rPr>
                <a:t>个人简介</a:t>
              </a:r>
            </a:p>
          </p:txBody>
        </p:sp>
        <p:sp>
          <p:nvSpPr>
            <p:cNvPr id="40" name="文本框 39">
              <a:extLst>
                <a:ext uri="{FF2B5EF4-FFF2-40B4-BE49-F238E27FC236}">
                  <a16:creationId xmlns:a16="http://schemas.microsoft.com/office/drawing/2014/main" id="{EC4ADAA0-ACDD-4125-9BAB-16B4A688A1FF}"/>
                </a:ext>
              </a:extLst>
            </p:cNvPr>
            <p:cNvSpPr txBox="1"/>
            <p:nvPr/>
          </p:nvSpPr>
          <p:spPr>
            <a:xfrm>
              <a:off x="5171186" y="3738886"/>
              <a:ext cx="2410068" cy="603178"/>
            </a:xfrm>
            <a:prstGeom prst="rect">
              <a:avLst/>
            </a:prstGeom>
            <a:noFill/>
          </p:spPr>
          <p:txBody>
            <a:bodyPr wrap="square" rtlCol="0">
              <a:spAutoFit/>
              <a:scene3d>
                <a:camera prst="orthographicFront"/>
                <a:lightRig rig="threePt" dir="t"/>
              </a:scene3d>
              <a:sp3d contourW="12700"/>
            </a:bodyPr>
            <a:lstStyle/>
            <a:p>
              <a:pPr marL="0" marR="0" lvl="0" indent="0" algn="l" defTabSz="914400" rtl="0" eaLnBrk="1" fontAlgn="auto" latinLnBrk="0" hangingPunct="1">
                <a:lnSpc>
                  <a:spcPct val="114000"/>
                </a:lnSpc>
                <a:spcBef>
                  <a:spcPct val="0"/>
                </a:spcBef>
                <a:spcAft>
                  <a:spcPct val="0"/>
                </a:spcAft>
                <a:buClrTx/>
                <a:buSzTx/>
                <a:buFontTx/>
                <a:buNone/>
                <a:defRPr/>
              </a:pPr>
              <a:r>
                <a:rPr kumimoji="0" lang="en-US" altLang="zh-CN" sz="1000" b="0" i="0" u="none" strike="noStrike" kern="1200" cap="none" spc="0" normalizeH="0" baseline="0" noProof="0">
                  <a:ln>
                    <a:noFill/>
                  </a:ln>
                  <a:effectLst/>
                  <a:uLnTx/>
                  <a:uFillTx/>
                  <a:latin typeface="Century Gothic" panose="020b0502020202020204" pitchFamily="34" charset="0"/>
                  <a:ea typeface="思源黑体旧字形 Normal" panose="020b0400000000000000" pitchFamily="34" charset="-128"/>
                  <a:cs typeface="+mn-cs"/>
                </a:rPr>
                <a:t>The user can demonstrate on a projector or computer, or print the presentation and a wider field</a:t>
              </a:r>
            </a:p>
          </p:txBody>
        </p:sp>
      </p:grpSp>
      <p:grpSp>
        <p:nvGrpSpPr>
          <p:cNvPr id="41" name="组合 40">
            <a:extLst>
              <a:ext uri="{FF2B5EF4-FFF2-40B4-BE49-F238E27FC236}">
                <a16:creationId xmlns:a16="http://schemas.microsoft.com/office/drawing/2014/main" id="{59B82F8D-948F-44D5-ACB7-33609BA5BC4B}"/>
              </a:ext>
            </a:extLst>
          </p:cNvPr>
          <p:cNvGrpSpPr/>
          <p:nvPr/>
        </p:nvGrpSpPr>
        <p:grpSpPr>
          <a:xfrm>
            <a:off x="8253300" y="2102186"/>
            <a:ext cx="2414471" cy="1090278"/>
            <a:chOff x="5166783" y="3251786"/>
            <a:chExt cx="2414471" cy="1090278"/>
          </a:xfrm>
        </p:grpSpPr>
        <p:sp>
          <p:nvSpPr>
            <p:cNvPr id="42" name="文本框 41">
              <a:extLst>
                <a:ext uri="{FF2B5EF4-FFF2-40B4-BE49-F238E27FC236}">
                  <a16:creationId xmlns:a16="http://schemas.microsoft.com/office/drawing/2014/main" id="{FEBC6D40-84E1-43DB-95D5-D14F8B0A3474}"/>
                </a:ext>
              </a:extLst>
            </p:cNvPr>
            <p:cNvSpPr txBox="1"/>
            <p:nvPr/>
          </p:nvSpPr>
          <p:spPr>
            <a:xfrm>
              <a:off x="5166783" y="3251786"/>
              <a:ext cx="1415772" cy="461665"/>
            </a:xfrm>
            <a:prstGeom prst="rect">
              <a:avLst/>
            </a:prstGeom>
            <a:noFill/>
          </p:spPr>
          <p:txBody>
            <a:bodyPr wrap="none" rtlCol="0">
              <a:spAutoFit/>
              <a:scene3d>
                <a:camera prst="orthographicFront"/>
                <a:lightRig rig="threePt" dir="t"/>
              </a:scene3d>
              <a:sp3d contourW="12700"/>
            </a:bodyPr>
            <a:lstStyle/>
            <a:p>
              <a:pPr>
                <a:defRPr/>
              </a:pPr>
              <a:r>
                <a:rPr lang="zh-CN" altLang="en-US" sz="2400" b="1">
                  <a:ea typeface="思源黑体旧字形 Normal" panose="020b0400000000000000" pitchFamily="34" charset="-128"/>
                </a:rPr>
                <a:t>岗位认知</a:t>
              </a:r>
            </a:p>
          </p:txBody>
        </p:sp>
        <p:sp>
          <p:nvSpPr>
            <p:cNvPr id="43" name="文本框 42">
              <a:extLst>
                <a:ext uri="{FF2B5EF4-FFF2-40B4-BE49-F238E27FC236}">
                  <a16:creationId xmlns:a16="http://schemas.microsoft.com/office/drawing/2014/main" id="{E0C61241-E41C-46CB-9E9E-588F7FC6B019}"/>
                </a:ext>
              </a:extLst>
            </p:cNvPr>
            <p:cNvSpPr txBox="1"/>
            <p:nvPr/>
          </p:nvSpPr>
          <p:spPr>
            <a:xfrm>
              <a:off x="5171186" y="3738886"/>
              <a:ext cx="2410068" cy="603178"/>
            </a:xfrm>
            <a:prstGeom prst="rect">
              <a:avLst/>
            </a:prstGeom>
            <a:noFill/>
          </p:spPr>
          <p:txBody>
            <a:bodyPr wrap="square" rtlCol="0">
              <a:spAutoFit/>
              <a:scene3d>
                <a:camera prst="orthographicFront"/>
                <a:lightRig rig="threePt" dir="t"/>
              </a:scene3d>
              <a:sp3d contourW="12700"/>
            </a:bodyPr>
            <a:lstStyle/>
            <a:p>
              <a:pPr marL="0" marR="0" lvl="0" indent="0" algn="l" defTabSz="914400" rtl="0" eaLnBrk="1" fontAlgn="auto" latinLnBrk="0" hangingPunct="1">
                <a:lnSpc>
                  <a:spcPct val="114000"/>
                </a:lnSpc>
                <a:spcBef>
                  <a:spcPct val="0"/>
                </a:spcBef>
                <a:spcAft>
                  <a:spcPct val="0"/>
                </a:spcAft>
                <a:buClrTx/>
                <a:buSzTx/>
                <a:buFontTx/>
                <a:buNone/>
                <a:defRPr/>
              </a:pPr>
              <a:r>
                <a:rPr kumimoji="0" lang="en-US" altLang="zh-CN" sz="1000" b="0" i="0" u="none" strike="noStrike" kern="1200" cap="none" spc="0" normalizeH="0" baseline="0" noProof="0">
                  <a:ln>
                    <a:noFill/>
                  </a:ln>
                  <a:effectLst/>
                  <a:uLnTx/>
                  <a:uFillTx/>
                  <a:latin typeface="Century Gothic" panose="020b0502020202020204" pitchFamily="34" charset="0"/>
                  <a:ea typeface="思源黑体旧字形 Normal" panose="020b0400000000000000" pitchFamily="34" charset="-128"/>
                  <a:cs typeface="+mn-cs"/>
                </a:rPr>
                <a:t>The user can demonstrate on a projector or computer, or print the presentation and a wider field</a:t>
              </a:r>
            </a:p>
          </p:txBody>
        </p:sp>
      </p:grpSp>
      <p:grpSp>
        <p:nvGrpSpPr>
          <p:cNvPr id="44" name="组合 43">
            <a:extLst>
              <a:ext uri="{FF2B5EF4-FFF2-40B4-BE49-F238E27FC236}">
                <a16:creationId xmlns:a16="http://schemas.microsoft.com/office/drawing/2014/main" id="{89553EE9-6D0F-4443-8191-AC972A47FB61}"/>
              </a:ext>
            </a:extLst>
          </p:cNvPr>
          <p:cNvGrpSpPr/>
          <p:nvPr/>
        </p:nvGrpSpPr>
        <p:grpSpPr>
          <a:xfrm>
            <a:off x="2855800" y="4408526"/>
            <a:ext cx="2414471" cy="1090278"/>
            <a:chOff x="5166783" y="3251786"/>
            <a:chExt cx="2414471" cy="1090278"/>
          </a:xfrm>
        </p:grpSpPr>
        <p:sp>
          <p:nvSpPr>
            <p:cNvPr id="45" name="文本框 44">
              <a:extLst>
                <a:ext uri="{FF2B5EF4-FFF2-40B4-BE49-F238E27FC236}">
                  <a16:creationId xmlns:a16="http://schemas.microsoft.com/office/drawing/2014/main" id="{8E1EC4CF-A6F5-4BDE-8FDA-2B5EF1A19572}"/>
                </a:ext>
              </a:extLst>
            </p:cNvPr>
            <p:cNvSpPr txBox="1"/>
            <p:nvPr/>
          </p:nvSpPr>
          <p:spPr>
            <a:xfrm>
              <a:off x="5166783" y="3251786"/>
              <a:ext cx="1415772" cy="461665"/>
            </a:xfrm>
            <a:prstGeom prst="rect">
              <a:avLst/>
            </a:prstGeom>
            <a:noFill/>
          </p:spPr>
          <p:txBody>
            <a:bodyPr wrap="none" rtlCol="0">
              <a:spAutoFit/>
              <a:scene3d>
                <a:camera prst="orthographicFront"/>
                <a:lightRig rig="threePt" dir="t"/>
              </a:scene3d>
              <a:sp3d contourW="12700"/>
            </a:bodyPr>
            <a:lstStyle/>
            <a:p>
              <a:pPr>
                <a:defRPr/>
              </a:pPr>
              <a:r>
                <a:rPr lang="zh-CN" altLang="en-US" sz="2400" b="1">
                  <a:ea typeface="思源黑体旧字形 Normal" panose="020b0400000000000000" pitchFamily="34" charset="-128"/>
                </a:rPr>
                <a:t>胜任能力</a:t>
              </a:r>
            </a:p>
          </p:txBody>
        </p:sp>
        <p:sp>
          <p:nvSpPr>
            <p:cNvPr id="46" name="文本框 45">
              <a:extLst>
                <a:ext uri="{FF2B5EF4-FFF2-40B4-BE49-F238E27FC236}">
                  <a16:creationId xmlns:a16="http://schemas.microsoft.com/office/drawing/2014/main" id="{489251C0-B130-4E71-8327-289CCDCF82D9}"/>
                </a:ext>
              </a:extLst>
            </p:cNvPr>
            <p:cNvSpPr txBox="1"/>
            <p:nvPr/>
          </p:nvSpPr>
          <p:spPr>
            <a:xfrm>
              <a:off x="5171186" y="3738886"/>
              <a:ext cx="2410068" cy="603178"/>
            </a:xfrm>
            <a:prstGeom prst="rect">
              <a:avLst/>
            </a:prstGeom>
            <a:noFill/>
          </p:spPr>
          <p:txBody>
            <a:bodyPr wrap="square" rtlCol="0">
              <a:spAutoFit/>
              <a:scene3d>
                <a:camera prst="orthographicFront"/>
                <a:lightRig rig="threePt" dir="t"/>
              </a:scene3d>
              <a:sp3d contourW="12700"/>
            </a:bodyPr>
            <a:lstStyle/>
            <a:p>
              <a:pPr marL="0" marR="0" lvl="0" indent="0" algn="l" defTabSz="914400" rtl="0" eaLnBrk="1" fontAlgn="auto" latinLnBrk="0" hangingPunct="1">
                <a:lnSpc>
                  <a:spcPct val="114000"/>
                </a:lnSpc>
                <a:spcBef>
                  <a:spcPct val="0"/>
                </a:spcBef>
                <a:spcAft>
                  <a:spcPct val="0"/>
                </a:spcAft>
                <a:buClrTx/>
                <a:buSzTx/>
                <a:buFontTx/>
                <a:buNone/>
                <a:defRPr/>
              </a:pPr>
              <a:r>
                <a:rPr kumimoji="0" lang="en-US" altLang="zh-CN" sz="1000" b="0" i="0" u="none" strike="noStrike" kern="1200" cap="none" spc="0" normalizeH="0" baseline="0" noProof="0">
                  <a:ln>
                    <a:noFill/>
                  </a:ln>
                  <a:effectLst/>
                  <a:uLnTx/>
                  <a:uFillTx/>
                  <a:latin typeface="Century Gothic" panose="020b0502020202020204" pitchFamily="34" charset="0"/>
                  <a:ea typeface="思源黑体旧字形 Normal" panose="020b0400000000000000" pitchFamily="34" charset="-128"/>
                  <a:cs typeface="+mn-cs"/>
                </a:rPr>
                <a:t>The user can demonstrate on a projector or computer, or print the presentation and a wider field</a:t>
              </a:r>
            </a:p>
          </p:txBody>
        </p:sp>
      </p:grpSp>
      <p:grpSp>
        <p:nvGrpSpPr>
          <p:cNvPr id="47" name="组合 46">
            <a:extLst>
              <a:ext uri="{FF2B5EF4-FFF2-40B4-BE49-F238E27FC236}">
                <a16:creationId xmlns:a16="http://schemas.microsoft.com/office/drawing/2014/main" id="{395DC44B-0A95-4B89-92BF-0F2460FFCDAD}"/>
              </a:ext>
            </a:extLst>
          </p:cNvPr>
          <p:cNvGrpSpPr/>
          <p:nvPr/>
        </p:nvGrpSpPr>
        <p:grpSpPr>
          <a:xfrm>
            <a:off x="8253300" y="4408526"/>
            <a:ext cx="2414471" cy="1090278"/>
            <a:chOff x="5166783" y="3251786"/>
            <a:chExt cx="2414471" cy="1090278"/>
          </a:xfrm>
        </p:grpSpPr>
        <p:sp>
          <p:nvSpPr>
            <p:cNvPr id="48" name="文本框 47">
              <a:extLst>
                <a:ext uri="{FF2B5EF4-FFF2-40B4-BE49-F238E27FC236}">
                  <a16:creationId xmlns:a16="http://schemas.microsoft.com/office/drawing/2014/main" id="{BA57FB82-E77D-4C9D-BD20-094229A3D651}"/>
                </a:ext>
              </a:extLst>
            </p:cNvPr>
            <p:cNvSpPr txBox="1"/>
            <p:nvPr/>
          </p:nvSpPr>
          <p:spPr>
            <a:xfrm>
              <a:off x="5166783" y="3251786"/>
              <a:ext cx="1415772" cy="461665"/>
            </a:xfrm>
            <a:prstGeom prst="rect">
              <a:avLst/>
            </a:prstGeom>
            <a:noFill/>
          </p:spPr>
          <p:txBody>
            <a:bodyPr wrap="none" rtlCol="0">
              <a:spAutoFit/>
              <a:scene3d>
                <a:camera prst="orthographicFront"/>
                <a:lightRig rig="threePt" dir="t"/>
              </a:scene3d>
              <a:sp3d contourW="12700"/>
            </a:bodyPr>
            <a:lstStyle/>
            <a:p>
              <a:pPr>
                <a:defRPr/>
              </a:pPr>
              <a:r>
                <a:rPr lang="zh-CN" altLang="en-US" sz="2400" b="1">
                  <a:ea typeface="思源黑体旧字形 Normal" panose="020b0400000000000000" pitchFamily="34" charset="-128"/>
                </a:rPr>
                <a:t>工作规划</a:t>
              </a:r>
            </a:p>
          </p:txBody>
        </p:sp>
        <p:sp>
          <p:nvSpPr>
            <p:cNvPr id="49" name="文本框 48">
              <a:extLst>
                <a:ext uri="{FF2B5EF4-FFF2-40B4-BE49-F238E27FC236}">
                  <a16:creationId xmlns:a16="http://schemas.microsoft.com/office/drawing/2014/main" id="{59A9774A-4594-4168-8868-448C64C94ABA}"/>
                </a:ext>
              </a:extLst>
            </p:cNvPr>
            <p:cNvSpPr txBox="1"/>
            <p:nvPr/>
          </p:nvSpPr>
          <p:spPr>
            <a:xfrm>
              <a:off x="5171186" y="3738886"/>
              <a:ext cx="2410068" cy="603178"/>
            </a:xfrm>
            <a:prstGeom prst="rect">
              <a:avLst/>
            </a:prstGeom>
            <a:noFill/>
          </p:spPr>
          <p:txBody>
            <a:bodyPr wrap="square" rtlCol="0">
              <a:spAutoFit/>
              <a:scene3d>
                <a:camera prst="orthographicFront"/>
                <a:lightRig rig="threePt" dir="t"/>
              </a:scene3d>
              <a:sp3d contourW="12700"/>
            </a:bodyPr>
            <a:lstStyle/>
            <a:p>
              <a:pPr marL="0" marR="0" lvl="0" indent="0" algn="l" defTabSz="914400" rtl="0" eaLnBrk="1" fontAlgn="auto" latinLnBrk="0" hangingPunct="1">
                <a:lnSpc>
                  <a:spcPct val="114000"/>
                </a:lnSpc>
                <a:spcBef>
                  <a:spcPct val="0"/>
                </a:spcBef>
                <a:spcAft>
                  <a:spcPct val="0"/>
                </a:spcAft>
                <a:buClrTx/>
                <a:buSzTx/>
                <a:buFontTx/>
                <a:buNone/>
                <a:defRPr/>
              </a:pPr>
              <a:r>
                <a:rPr kumimoji="0" lang="en-US" altLang="zh-CN" sz="1000" b="0" i="0" u="none" strike="noStrike" kern="1200" cap="none" spc="0" normalizeH="0" baseline="0" noProof="0">
                  <a:ln>
                    <a:noFill/>
                  </a:ln>
                  <a:effectLst/>
                  <a:uLnTx/>
                  <a:uFillTx/>
                  <a:latin typeface="Century Gothic" panose="020b0502020202020204" pitchFamily="34" charset="0"/>
                  <a:ea typeface="思源黑体旧字形 Normal" panose="020b0400000000000000" pitchFamily="34" charset="-128"/>
                  <a:cs typeface="+mn-cs"/>
                </a:rPr>
                <a:t>The user can demonstrate on a projector or computer, or print the presentation and a wider field</a:t>
              </a:r>
            </a:p>
          </p:txBody>
        </p:sp>
      </p:grpSp>
      <p:grpSp>
        <p:nvGrpSpPr>
          <p:cNvPr id="50" name="组合 49">
            <a:extLst>
              <a:ext uri="{FF2B5EF4-FFF2-40B4-BE49-F238E27FC236}">
                <a16:creationId xmlns:a16="http://schemas.microsoft.com/office/drawing/2014/main" id="{13A15683-1739-42B9-B655-E61348C1F259}"/>
              </a:ext>
            </a:extLst>
          </p:cNvPr>
          <p:cNvGrpSpPr/>
          <p:nvPr/>
        </p:nvGrpSpPr>
        <p:grpSpPr>
          <a:xfrm>
            <a:off x="3653004" y="163484"/>
            <a:ext cx="4885992" cy="1077510"/>
            <a:chOff x="674782" y="163484"/>
            <a:chExt cx="4885992" cy="1077510"/>
          </a:xfrm>
        </p:grpSpPr>
        <p:grpSp>
          <p:nvGrpSpPr>
            <p:cNvPr id="51" name="组合 50">
              <a:extLst>
                <a:ext uri="{FF2B5EF4-FFF2-40B4-BE49-F238E27FC236}">
                  <a16:creationId xmlns:a16="http://schemas.microsoft.com/office/drawing/2014/main" id="{667FD5AA-489A-4638-84E4-1DA992BF879C}"/>
                </a:ext>
              </a:extLst>
            </p:cNvPr>
            <p:cNvGrpSpPr/>
            <p:nvPr/>
          </p:nvGrpSpPr>
          <p:grpSpPr>
            <a:xfrm>
              <a:off x="674782" y="163484"/>
              <a:ext cx="4885992" cy="1077510"/>
              <a:chOff x="5402407" y="1139216"/>
              <a:chExt cx="4885992" cy="1077510"/>
            </a:xfrm>
          </p:grpSpPr>
          <p:sp>
            <p:nvSpPr>
              <p:cNvPr id="53" name="文本框 52">
                <a:extLst>
                  <a:ext uri="{FF2B5EF4-FFF2-40B4-BE49-F238E27FC236}">
                    <a16:creationId xmlns:a16="http://schemas.microsoft.com/office/drawing/2014/main" id="{0FB9ABA7-C186-4D17-9122-22AAF02678FC}"/>
                  </a:ext>
                </a:extLst>
              </p:cNvPr>
              <p:cNvSpPr txBox="1"/>
              <p:nvPr/>
            </p:nvSpPr>
            <p:spPr>
              <a:xfrm>
                <a:off x="6197744" y="1139216"/>
                <a:ext cx="3295317" cy="646331"/>
              </a:xfrm>
              <a:prstGeom prst="rect">
                <a:avLst/>
              </a:prstGeom>
              <a:noFill/>
            </p:spPr>
            <p:txBody>
              <a:bodyPr wrap="square" rtlCol="0">
                <a:spAutoFit/>
                <a:scene3d>
                  <a:camera prst="orthographicFront"/>
                  <a:lightRig rig="threePt" dir="t"/>
                </a:scene3d>
                <a:sp3d contourW="12700"/>
              </a:bodyPr>
              <a:lstStyle/>
              <a:p>
                <a:pPr algn="ctr"/>
                <a:r>
                  <a:rPr lang="zh-CN" altLang="en-US" sz="3600" b="1">
                    <a:solidFill>
                      <a:schemeClr val="tx1">
                        <a:lumMod val="75000"/>
                        <a:lumOff val="25000"/>
                      </a:schemeClr>
                    </a:solidFill>
                    <a:latin typeface="思源黑体旧字形 Normal" panose="020b0400000000000000" pitchFamily="34" charset="-128"/>
                    <a:ea typeface="思源黑体旧字形 Normal" panose="020b0400000000000000" pitchFamily="34" charset="-128"/>
                  </a:rPr>
                  <a:t>目录</a:t>
                </a:r>
              </a:p>
            </p:txBody>
          </p:sp>
          <p:sp>
            <p:nvSpPr>
              <p:cNvPr id="54" name="文本框 53">
                <a:extLst>
                  <a:ext uri="{FF2B5EF4-FFF2-40B4-BE49-F238E27FC236}">
                    <a16:creationId xmlns:a16="http://schemas.microsoft.com/office/drawing/2014/main" id="{B551C0E4-FA43-4BFF-BDCD-12712DB92176}"/>
                  </a:ext>
                </a:extLst>
              </p:cNvPr>
              <p:cNvSpPr txBox="1"/>
              <p:nvPr/>
            </p:nvSpPr>
            <p:spPr>
              <a:xfrm>
                <a:off x="5402407" y="1693506"/>
                <a:ext cx="4885992" cy="523220"/>
              </a:xfrm>
              <a:prstGeom prst="rect">
                <a:avLst/>
              </a:prstGeom>
              <a:noFill/>
            </p:spPr>
            <p:txBody>
              <a:bodyPr wrap="square" rtlCol="0">
                <a:spAutoFit/>
                <a:scene3d>
                  <a:camera prst="orthographicFront"/>
                  <a:lightRig rig="threePt" dir="t"/>
                </a:scene3d>
                <a:sp3d contourW="12700"/>
              </a:bodyPr>
              <a:lstStyle/>
              <a:p>
                <a:pPr algn="ctr"/>
                <a:r>
                  <a:rPr lang="en-US" altLang="zh-CN" sz="2800" b="1">
                    <a:solidFill>
                      <a:schemeClr val="tx1">
                        <a:lumMod val="75000"/>
                        <a:lumOff val="25000"/>
                      </a:schemeClr>
                    </a:solidFill>
                    <a:latin typeface="思源黑体旧字形 Normal" panose="020b0400000000000000" pitchFamily="34" charset="-128"/>
                    <a:ea typeface="思源黑体旧字形 Normal" panose="020b0400000000000000" pitchFamily="34" charset="-128"/>
                  </a:rPr>
                  <a:t>CONTENTS</a:t>
                </a:r>
                <a:endParaRPr lang="zh-CN" altLang="en-US" sz="2800" b="1">
                  <a:solidFill>
                    <a:schemeClr val="tx1">
                      <a:lumMod val="75000"/>
                      <a:lumOff val="25000"/>
                    </a:schemeClr>
                  </a:solidFill>
                  <a:latin typeface="思源黑体旧字形 Normal" panose="020b0400000000000000" pitchFamily="34" charset="-128"/>
                  <a:ea typeface="思源黑体旧字形 Normal" panose="020b0400000000000000" pitchFamily="34" charset="-128"/>
                </a:endParaRPr>
              </a:p>
            </p:txBody>
          </p:sp>
        </p:grpSp>
        <p:cxnSp>
          <p:nvCxnSpPr>
            <p:cNvPr id="52" name="直接连接符 51">
              <a:extLst>
                <a:ext uri="{FF2B5EF4-FFF2-40B4-BE49-F238E27FC236}">
                  <a16:creationId xmlns:a16="http://schemas.microsoft.com/office/drawing/2014/main" id="{73EB32D3-96B4-45D5-B83E-D537ECAFFCE3}"/>
                </a:ext>
              </a:extLst>
            </p:cNvPr>
            <p:cNvCxnSpPr/>
            <p:nvPr/>
          </p:nvCxnSpPr>
          <p:spPr>
            <a:xfrm>
              <a:off x="2803659" y="1200695"/>
              <a:ext cx="628238" cy="0"/>
            </a:xfrm>
            <a:prstGeom prst="line">
              <a:avLst/>
            </a:prstGeom>
            <a:ln w="28575">
              <a:solidFill>
                <a:srgbClr val="3FB793"/>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val="870013167"/>
      </p:ext>
    </p:extLst>
  </p:cSld>
  <p:clrMapOvr>
    <a:masterClrMapping/>
  </p:clrMapOvr>
  <p:transition spd="slow" advClick="0" advTm="0">
    <p:push dir="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31"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 calcmode="lin" valueType="num">
                                      <p:cBhvr>
                                        <p:cTn id="9" dur="1000" fill="hold"/>
                                        <p:tgtEl>
                                          <p:spTgt spid="2"/>
                                        </p:tgtEl>
                                        <p:attrNameLst>
                                          <p:attrName>style.rotation</p:attrName>
                                        </p:attrNameLst>
                                      </p:cBhvr>
                                      <p:tavLst>
                                        <p:tav tm="0">
                                          <p:val>
                                            <p:fltVal val="90"/>
                                          </p:val>
                                        </p:tav>
                                        <p:tav tm="100000">
                                          <p:val>
                                            <p:fltVal val="0"/>
                                          </p:val>
                                        </p:tav>
                                      </p:tavLst>
                                    </p:anim>
                                    <p:animEffect transition="in" filter="fade">
                                      <p:cBhvr>
                                        <p:cTn id="10" dur="1000"/>
                                        <p:tgtEl>
                                          <p:spTgt spid="2"/>
                                        </p:tgtEl>
                                      </p:cBhvr>
                                    </p:animEffect>
                                  </p:childTnLst>
                                </p:cTn>
                              </p:par>
                              <p:par>
                                <p:cTn id="11" presetID="31" presetClass="entr" presetSubtype="0" fill="hold" nodeType="withEffect">
                                  <p:stCondLst>
                                    <p:cond delay="0"/>
                                  </p:stCondLst>
                                  <p:childTnLst>
                                    <p:set>
                                      <p:cBhvr>
                                        <p:cTn id="12" dur="1" fill="hold">
                                          <p:stCondLst>
                                            <p:cond delay="0"/>
                                          </p:stCondLst>
                                        </p:cTn>
                                        <p:tgtEl>
                                          <p:spTgt spid="20"/>
                                        </p:tgtEl>
                                        <p:attrNameLst>
                                          <p:attrName>style.visibility</p:attrName>
                                        </p:attrNameLst>
                                      </p:cBhvr>
                                      <p:to>
                                        <p:strVal val="visible"/>
                                      </p:to>
                                    </p:set>
                                    <p:anim calcmode="lin" valueType="num">
                                      <p:cBhvr>
                                        <p:cTn id="13" dur="1000" fill="hold"/>
                                        <p:tgtEl>
                                          <p:spTgt spid="20"/>
                                        </p:tgtEl>
                                        <p:attrNameLst>
                                          <p:attrName>ppt_w</p:attrName>
                                        </p:attrNameLst>
                                      </p:cBhvr>
                                      <p:tavLst>
                                        <p:tav tm="0">
                                          <p:val>
                                            <p:fltVal val="0"/>
                                          </p:val>
                                        </p:tav>
                                        <p:tav tm="100000">
                                          <p:val>
                                            <p:strVal val="#ppt_w"/>
                                          </p:val>
                                        </p:tav>
                                      </p:tavLst>
                                    </p:anim>
                                    <p:anim calcmode="lin" valueType="num">
                                      <p:cBhvr>
                                        <p:cTn id="14" dur="1000" fill="hold"/>
                                        <p:tgtEl>
                                          <p:spTgt spid="20"/>
                                        </p:tgtEl>
                                        <p:attrNameLst>
                                          <p:attrName>ppt_h</p:attrName>
                                        </p:attrNameLst>
                                      </p:cBhvr>
                                      <p:tavLst>
                                        <p:tav tm="0">
                                          <p:val>
                                            <p:fltVal val="0"/>
                                          </p:val>
                                        </p:tav>
                                        <p:tav tm="100000">
                                          <p:val>
                                            <p:strVal val="#ppt_h"/>
                                          </p:val>
                                        </p:tav>
                                      </p:tavLst>
                                    </p:anim>
                                    <p:anim calcmode="lin" valueType="num">
                                      <p:cBhvr>
                                        <p:cTn id="15" dur="1000" fill="hold"/>
                                        <p:tgtEl>
                                          <p:spTgt spid="20"/>
                                        </p:tgtEl>
                                        <p:attrNameLst>
                                          <p:attrName>style.rotation</p:attrName>
                                        </p:attrNameLst>
                                      </p:cBhvr>
                                      <p:tavLst>
                                        <p:tav tm="0">
                                          <p:val>
                                            <p:fltVal val="90"/>
                                          </p:val>
                                        </p:tav>
                                        <p:tav tm="100000">
                                          <p:val>
                                            <p:fltVal val="0"/>
                                          </p:val>
                                        </p:tav>
                                      </p:tavLst>
                                    </p:anim>
                                    <p:animEffect transition="in" filter="fade">
                                      <p:cBhvr>
                                        <p:cTn id="16" dur="1000"/>
                                        <p:tgtEl>
                                          <p:spTgt spid="20"/>
                                        </p:tgtEl>
                                      </p:cBhvr>
                                    </p:animEffect>
                                  </p:childTnLst>
                                </p:cTn>
                              </p:par>
                              <p:par>
                                <p:cTn id="17" presetID="31" presetClass="entr" presetSubtype="0" fill="hold" nodeType="with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p:cTn id="19" dur="1000" fill="hold"/>
                                        <p:tgtEl>
                                          <p:spTgt spid="11"/>
                                        </p:tgtEl>
                                        <p:attrNameLst>
                                          <p:attrName>ppt_w</p:attrName>
                                        </p:attrNameLst>
                                      </p:cBhvr>
                                      <p:tavLst>
                                        <p:tav tm="0">
                                          <p:val>
                                            <p:fltVal val="0"/>
                                          </p:val>
                                        </p:tav>
                                        <p:tav tm="100000">
                                          <p:val>
                                            <p:strVal val="#ppt_w"/>
                                          </p:val>
                                        </p:tav>
                                      </p:tavLst>
                                    </p:anim>
                                    <p:anim calcmode="lin" valueType="num">
                                      <p:cBhvr>
                                        <p:cTn id="20" dur="1000" fill="hold"/>
                                        <p:tgtEl>
                                          <p:spTgt spid="11"/>
                                        </p:tgtEl>
                                        <p:attrNameLst>
                                          <p:attrName>ppt_h</p:attrName>
                                        </p:attrNameLst>
                                      </p:cBhvr>
                                      <p:tavLst>
                                        <p:tav tm="0">
                                          <p:val>
                                            <p:fltVal val="0"/>
                                          </p:val>
                                        </p:tav>
                                        <p:tav tm="100000">
                                          <p:val>
                                            <p:strVal val="#ppt_h"/>
                                          </p:val>
                                        </p:tav>
                                      </p:tavLst>
                                    </p:anim>
                                    <p:anim calcmode="lin" valueType="num">
                                      <p:cBhvr>
                                        <p:cTn id="21" dur="1000" fill="hold"/>
                                        <p:tgtEl>
                                          <p:spTgt spid="11"/>
                                        </p:tgtEl>
                                        <p:attrNameLst>
                                          <p:attrName>style.rotation</p:attrName>
                                        </p:attrNameLst>
                                      </p:cBhvr>
                                      <p:tavLst>
                                        <p:tav tm="0">
                                          <p:val>
                                            <p:fltVal val="90"/>
                                          </p:val>
                                        </p:tav>
                                        <p:tav tm="100000">
                                          <p:val>
                                            <p:fltVal val="0"/>
                                          </p:val>
                                        </p:tav>
                                      </p:tavLst>
                                    </p:anim>
                                    <p:animEffect transition="in" filter="fade">
                                      <p:cBhvr>
                                        <p:cTn id="22" dur="1000"/>
                                        <p:tgtEl>
                                          <p:spTgt spid="11"/>
                                        </p:tgtEl>
                                      </p:cBhvr>
                                    </p:animEffect>
                                  </p:childTnLst>
                                </p:cTn>
                              </p:par>
                              <p:par>
                                <p:cTn id="23" presetID="31" presetClass="entr" presetSubtype="0" fill="hold" nodeType="withEffect">
                                  <p:stCondLst>
                                    <p:cond delay="0"/>
                                  </p:stCondLst>
                                  <p:childTnLst>
                                    <p:set>
                                      <p:cBhvr>
                                        <p:cTn id="24" dur="1" fill="hold">
                                          <p:stCondLst>
                                            <p:cond delay="0"/>
                                          </p:stCondLst>
                                        </p:cTn>
                                        <p:tgtEl>
                                          <p:spTgt spid="29"/>
                                        </p:tgtEl>
                                        <p:attrNameLst>
                                          <p:attrName>style.visibility</p:attrName>
                                        </p:attrNameLst>
                                      </p:cBhvr>
                                      <p:to>
                                        <p:strVal val="visible"/>
                                      </p:to>
                                    </p:set>
                                    <p:anim calcmode="lin" valueType="num">
                                      <p:cBhvr>
                                        <p:cTn id="25" dur="1000" fill="hold"/>
                                        <p:tgtEl>
                                          <p:spTgt spid="29"/>
                                        </p:tgtEl>
                                        <p:attrNameLst>
                                          <p:attrName>ppt_w</p:attrName>
                                        </p:attrNameLst>
                                      </p:cBhvr>
                                      <p:tavLst>
                                        <p:tav tm="0">
                                          <p:val>
                                            <p:fltVal val="0"/>
                                          </p:val>
                                        </p:tav>
                                        <p:tav tm="100000">
                                          <p:val>
                                            <p:strVal val="#ppt_w"/>
                                          </p:val>
                                        </p:tav>
                                      </p:tavLst>
                                    </p:anim>
                                    <p:anim calcmode="lin" valueType="num">
                                      <p:cBhvr>
                                        <p:cTn id="26" dur="1000" fill="hold"/>
                                        <p:tgtEl>
                                          <p:spTgt spid="29"/>
                                        </p:tgtEl>
                                        <p:attrNameLst>
                                          <p:attrName>ppt_h</p:attrName>
                                        </p:attrNameLst>
                                      </p:cBhvr>
                                      <p:tavLst>
                                        <p:tav tm="0">
                                          <p:val>
                                            <p:fltVal val="0"/>
                                          </p:val>
                                        </p:tav>
                                        <p:tav tm="100000">
                                          <p:val>
                                            <p:strVal val="#ppt_h"/>
                                          </p:val>
                                        </p:tav>
                                      </p:tavLst>
                                    </p:anim>
                                    <p:anim calcmode="lin" valueType="num">
                                      <p:cBhvr>
                                        <p:cTn id="27" dur="1000" fill="hold"/>
                                        <p:tgtEl>
                                          <p:spTgt spid="29"/>
                                        </p:tgtEl>
                                        <p:attrNameLst>
                                          <p:attrName>style.rotation</p:attrName>
                                        </p:attrNameLst>
                                      </p:cBhvr>
                                      <p:tavLst>
                                        <p:tav tm="0">
                                          <p:val>
                                            <p:fltVal val="90"/>
                                          </p:val>
                                        </p:tav>
                                        <p:tav tm="100000">
                                          <p:val>
                                            <p:fltVal val="0"/>
                                          </p:val>
                                        </p:tav>
                                      </p:tavLst>
                                    </p:anim>
                                    <p:animEffect transition="in" filter="fade">
                                      <p:cBhvr>
                                        <p:cTn id="28" dur="1000"/>
                                        <p:tgtEl>
                                          <p:spTgt spid="29"/>
                                        </p:tgtEl>
                                      </p:cBhvr>
                                    </p:animEffect>
                                  </p:childTnLst>
                                </p:cTn>
                              </p:par>
                            </p:childTnLst>
                          </p:cTn>
                        </p:par>
                        <p:par>
                          <p:cTn id="29" fill="hold" nodeType="afterGroup">
                            <p:stCondLst>
                              <p:cond delay="1000"/>
                            </p:stCondLst>
                            <p:childTnLst>
                              <p:par>
                                <p:cTn id="30" presetID="12" presetClass="entr" presetSubtype="8" fill="hold" nodeType="afterEffect">
                                  <p:stCondLst>
                                    <p:cond delay="0"/>
                                  </p:stCondLst>
                                  <p:childTnLst>
                                    <p:set>
                                      <p:cBhvr>
                                        <p:cTn id="31" dur="1" fill="hold">
                                          <p:stCondLst>
                                            <p:cond delay="0"/>
                                          </p:stCondLst>
                                        </p:cTn>
                                        <p:tgtEl>
                                          <p:spTgt spid="38"/>
                                        </p:tgtEl>
                                        <p:attrNameLst>
                                          <p:attrName>style.visibility</p:attrName>
                                        </p:attrNameLst>
                                      </p:cBhvr>
                                      <p:to>
                                        <p:strVal val="visible"/>
                                      </p:to>
                                    </p:set>
                                    <p:anim calcmode="lin" valueType="num">
                                      <p:cBhvr additive="base">
                                        <p:cTn id="32" dur="500"/>
                                        <p:tgtEl>
                                          <p:spTgt spid="38"/>
                                        </p:tgtEl>
                                        <p:attrNameLst>
                                          <p:attrName>ppt_x</p:attrName>
                                        </p:attrNameLst>
                                      </p:cBhvr>
                                      <p:tavLst>
                                        <p:tav tm="0">
                                          <p:val>
                                            <p:strVal val="#ppt_x-#ppt_w*1.125000"/>
                                          </p:val>
                                        </p:tav>
                                        <p:tav tm="100000">
                                          <p:val>
                                            <p:strVal val="#ppt_x"/>
                                          </p:val>
                                        </p:tav>
                                      </p:tavLst>
                                    </p:anim>
                                    <p:animEffect transition="in" filter="wipe(right)">
                                      <p:cBhvr>
                                        <p:cTn id="33" dur="500"/>
                                        <p:tgtEl>
                                          <p:spTgt spid="38"/>
                                        </p:tgtEl>
                                      </p:cBhvr>
                                    </p:animEffect>
                                  </p:childTnLst>
                                </p:cTn>
                              </p:par>
                            </p:childTnLst>
                          </p:cTn>
                        </p:par>
                        <p:par>
                          <p:cTn id="34" fill="hold" nodeType="afterGroup">
                            <p:stCondLst>
                              <p:cond delay="1500"/>
                            </p:stCondLst>
                            <p:childTnLst>
                              <p:par>
                                <p:cTn id="35" presetID="12" presetClass="entr" presetSubtype="8" fill="hold" nodeType="afterEffect">
                                  <p:stCondLst>
                                    <p:cond delay="0"/>
                                  </p:stCondLst>
                                  <p:childTnLst>
                                    <p:set>
                                      <p:cBhvr>
                                        <p:cTn id="36" dur="1" fill="hold">
                                          <p:stCondLst>
                                            <p:cond delay="0"/>
                                          </p:stCondLst>
                                        </p:cTn>
                                        <p:tgtEl>
                                          <p:spTgt spid="41"/>
                                        </p:tgtEl>
                                        <p:attrNameLst>
                                          <p:attrName>style.visibility</p:attrName>
                                        </p:attrNameLst>
                                      </p:cBhvr>
                                      <p:to>
                                        <p:strVal val="visible"/>
                                      </p:to>
                                    </p:set>
                                    <p:anim calcmode="lin" valueType="num">
                                      <p:cBhvr additive="base">
                                        <p:cTn id="37" dur="500"/>
                                        <p:tgtEl>
                                          <p:spTgt spid="41"/>
                                        </p:tgtEl>
                                        <p:attrNameLst>
                                          <p:attrName>ppt_x</p:attrName>
                                        </p:attrNameLst>
                                      </p:cBhvr>
                                      <p:tavLst>
                                        <p:tav tm="0">
                                          <p:val>
                                            <p:strVal val="#ppt_x-#ppt_w*1.125000"/>
                                          </p:val>
                                        </p:tav>
                                        <p:tav tm="100000">
                                          <p:val>
                                            <p:strVal val="#ppt_x"/>
                                          </p:val>
                                        </p:tav>
                                      </p:tavLst>
                                    </p:anim>
                                    <p:animEffect transition="in" filter="wipe(right)">
                                      <p:cBhvr>
                                        <p:cTn id="38" dur="500"/>
                                        <p:tgtEl>
                                          <p:spTgt spid="41"/>
                                        </p:tgtEl>
                                      </p:cBhvr>
                                    </p:animEffect>
                                  </p:childTnLst>
                                </p:cTn>
                              </p:par>
                            </p:childTnLst>
                          </p:cTn>
                        </p:par>
                        <p:par>
                          <p:cTn id="39" fill="hold" nodeType="afterGroup">
                            <p:stCondLst>
                              <p:cond delay="2000"/>
                            </p:stCondLst>
                            <p:childTnLst>
                              <p:par>
                                <p:cTn id="40" presetID="12" presetClass="entr" presetSubtype="8" fill="hold" nodeType="afterEffect">
                                  <p:stCondLst>
                                    <p:cond delay="0"/>
                                  </p:stCondLst>
                                  <p:childTnLst>
                                    <p:set>
                                      <p:cBhvr>
                                        <p:cTn id="41" dur="1" fill="hold">
                                          <p:stCondLst>
                                            <p:cond delay="0"/>
                                          </p:stCondLst>
                                        </p:cTn>
                                        <p:tgtEl>
                                          <p:spTgt spid="44"/>
                                        </p:tgtEl>
                                        <p:attrNameLst>
                                          <p:attrName>style.visibility</p:attrName>
                                        </p:attrNameLst>
                                      </p:cBhvr>
                                      <p:to>
                                        <p:strVal val="visible"/>
                                      </p:to>
                                    </p:set>
                                    <p:anim calcmode="lin" valueType="num">
                                      <p:cBhvr additive="base">
                                        <p:cTn id="42" dur="500"/>
                                        <p:tgtEl>
                                          <p:spTgt spid="44"/>
                                        </p:tgtEl>
                                        <p:attrNameLst>
                                          <p:attrName>ppt_x</p:attrName>
                                        </p:attrNameLst>
                                      </p:cBhvr>
                                      <p:tavLst>
                                        <p:tav tm="0">
                                          <p:val>
                                            <p:strVal val="#ppt_x-#ppt_w*1.125000"/>
                                          </p:val>
                                        </p:tav>
                                        <p:tav tm="100000">
                                          <p:val>
                                            <p:strVal val="#ppt_x"/>
                                          </p:val>
                                        </p:tav>
                                      </p:tavLst>
                                    </p:anim>
                                    <p:animEffect transition="in" filter="wipe(right)">
                                      <p:cBhvr>
                                        <p:cTn id="43" dur="500"/>
                                        <p:tgtEl>
                                          <p:spTgt spid="44"/>
                                        </p:tgtEl>
                                      </p:cBhvr>
                                    </p:animEffect>
                                  </p:childTnLst>
                                </p:cTn>
                              </p:par>
                            </p:childTnLst>
                          </p:cTn>
                        </p:par>
                        <p:par>
                          <p:cTn id="44" fill="hold" nodeType="afterGroup">
                            <p:stCondLst>
                              <p:cond delay="2500"/>
                            </p:stCondLst>
                            <p:childTnLst>
                              <p:par>
                                <p:cTn id="45" presetID="12" presetClass="entr" presetSubtype="8" fill="hold" nodeType="afterEffect">
                                  <p:stCondLst>
                                    <p:cond delay="0"/>
                                  </p:stCondLst>
                                  <p:childTnLst>
                                    <p:set>
                                      <p:cBhvr>
                                        <p:cTn id="46" dur="1" fill="hold">
                                          <p:stCondLst>
                                            <p:cond delay="0"/>
                                          </p:stCondLst>
                                        </p:cTn>
                                        <p:tgtEl>
                                          <p:spTgt spid="47"/>
                                        </p:tgtEl>
                                        <p:attrNameLst>
                                          <p:attrName>style.visibility</p:attrName>
                                        </p:attrNameLst>
                                      </p:cBhvr>
                                      <p:to>
                                        <p:strVal val="visible"/>
                                      </p:to>
                                    </p:set>
                                    <p:anim calcmode="lin" valueType="num">
                                      <p:cBhvr additive="base">
                                        <p:cTn id="47" dur="500"/>
                                        <p:tgtEl>
                                          <p:spTgt spid="47"/>
                                        </p:tgtEl>
                                        <p:attrNameLst>
                                          <p:attrName>ppt_x</p:attrName>
                                        </p:attrNameLst>
                                      </p:cBhvr>
                                      <p:tavLst>
                                        <p:tav tm="0">
                                          <p:val>
                                            <p:strVal val="#ppt_x-#ppt_w*1.125000"/>
                                          </p:val>
                                        </p:tav>
                                        <p:tav tm="100000">
                                          <p:val>
                                            <p:strVal val="#ppt_x"/>
                                          </p:val>
                                        </p:tav>
                                      </p:tavLst>
                                    </p:anim>
                                    <p:animEffect transition="in" filter="wipe(right)">
                                      <p:cBhvr>
                                        <p:cTn id="48"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椭圆 1">
            <a:extLst>
              <a:ext uri="{FF2B5EF4-FFF2-40B4-BE49-F238E27FC236}">
                <a16:creationId xmlns:a16="http://schemas.microsoft.com/office/drawing/2014/main" id="{D5A89A47-C7DD-4DAE-B24E-0EEF34FA726F}"/>
              </a:ext>
            </a:extLst>
          </p:cNvPr>
          <p:cNvSpPr/>
          <p:nvPr/>
        </p:nvSpPr>
        <p:spPr>
          <a:xfrm>
            <a:off x="-1372842" y="-4978635"/>
            <a:ext cx="11816179" cy="11816179"/>
          </a:xfrm>
          <a:prstGeom prst="ellipse">
            <a:avLst/>
          </a:prstGeom>
          <a:solidFill>
            <a:srgbClr val="3FB793"/>
          </a:solidFill>
          <a:ln w="28575">
            <a:solidFill>
              <a:schemeClr val="bg1"/>
            </a:solid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33" b="1">
              <a:ln w="6350">
                <a:noFill/>
              </a:ln>
              <a:gradFill flip="none" rotWithShape="1">
                <a:gsLst>
                  <a:gs pos="73000">
                    <a:srgbClr val="00C373"/>
                  </a:gs>
                  <a:gs pos="88000">
                    <a:srgbClr val="08ECDB"/>
                  </a:gs>
                  <a:gs pos="29000">
                    <a:srgbClr val="00C373"/>
                  </a:gs>
                  <a:gs pos="72000">
                    <a:srgbClr val="08ECDB"/>
                  </a:gs>
                </a:gsLst>
                <a:lin ang="1200000" scaled="0"/>
              </a:gradFill>
              <a:effectLst>
                <a:innerShdw blurRad="63500" dist="50800" dir="16200000">
                  <a:prstClr val="black">
                    <a:alpha val="50000"/>
                  </a:prstClr>
                </a:innerShdw>
              </a:effectLst>
              <a:latin typeface="Impact" pitchFamily="34" charset="0"/>
              <a:ea typeface="思源黑体旧字形 Normal" panose="020b0400000000000000" pitchFamily="34" charset="-128"/>
            </a:endParaRPr>
          </a:p>
        </p:txBody>
      </p:sp>
      <p:sp>
        <p:nvSpPr>
          <p:cNvPr id="4" name="Oval 4">
            <a:extLst>
              <a:ext uri="{FF2B5EF4-FFF2-40B4-BE49-F238E27FC236}">
                <a16:creationId xmlns:a16="http://schemas.microsoft.com/office/drawing/2014/main" id="{BDD848E0-48B3-4E0C-B992-FE1A13227BBC}"/>
              </a:ext>
            </a:extLst>
          </p:cNvPr>
          <p:cNvSpPr/>
          <p:nvPr/>
        </p:nvSpPr>
        <p:spPr>
          <a:xfrm rot="20977442">
            <a:off x="11017528" y="1177818"/>
            <a:ext cx="447268" cy="447268"/>
          </a:xfrm>
          <a:prstGeom prst="ellipse">
            <a:avLst/>
          </a:prstGeom>
          <a:solidFill>
            <a:srgbClr val="3FB793"/>
          </a:solidFill>
          <a:ln w="28575">
            <a:solidFill>
              <a:schemeClr val="bg1"/>
            </a:solid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2133" b="1">
              <a:ln w="6350">
                <a:noFill/>
              </a:ln>
              <a:gradFill flip="none" rotWithShape="1">
                <a:gsLst>
                  <a:gs pos="73000">
                    <a:srgbClr val="00C373"/>
                  </a:gs>
                  <a:gs pos="88000">
                    <a:srgbClr val="08ECDB"/>
                  </a:gs>
                  <a:gs pos="29000">
                    <a:srgbClr val="00C373"/>
                  </a:gs>
                  <a:gs pos="72000">
                    <a:srgbClr val="08ECDB"/>
                  </a:gs>
                </a:gsLst>
                <a:lin ang="1200000" scaled="0"/>
              </a:gradFill>
              <a:effectLst>
                <a:innerShdw blurRad="63500" dist="50800" dir="16200000">
                  <a:prstClr val="black">
                    <a:alpha val="50000"/>
                  </a:prstClr>
                </a:innerShdw>
              </a:effectLst>
              <a:latin typeface="Impact" pitchFamily="34" charset="0"/>
              <a:ea typeface="思源黑体旧字形 Normal" panose="020b0400000000000000" pitchFamily="34" charset="-128"/>
              <a:sym typeface="Century Gothic" panose="020b0502020202020204" pitchFamily="34" charset="0"/>
            </a:endParaRPr>
          </a:p>
        </p:txBody>
      </p:sp>
      <p:sp>
        <p:nvSpPr>
          <p:cNvPr id="5" name="Oval 5">
            <a:extLst>
              <a:ext uri="{FF2B5EF4-FFF2-40B4-BE49-F238E27FC236}">
                <a16:creationId xmlns:a16="http://schemas.microsoft.com/office/drawing/2014/main" id="{B44FECDE-6BCC-49F2-A12B-973D55B9C7FB}"/>
              </a:ext>
            </a:extLst>
          </p:cNvPr>
          <p:cNvSpPr/>
          <p:nvPr/>
        </p:nvSpPr>
        <p:spPr>
          <a:xfrm rot="904354">
            <a:off x="11061462" y="2071661"/>
            <a:ext cx="372546" cy="372546"/>
          </a:xfrm>
          <a:prstGeom prst="ellipse">
            <a:avLst/>
          </a:prstGeom>
          <a:solidFill>
            <a:srgbClr val="545D79"/>
          </a:solidFill>
          <a:ln w="28575">
            <a:solidFill>
              <a:schemeClr val="bg1"/>
            </a:solid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2133" b="1">
              <a:ln w="6350">
                <a:noFill/>
              </a:ln>
              <a:gradFill flip="none" rotWithShape="1">
                <a:gsLst>
                  <a:gs pos="73000">
                    <a:srgbClr val="00C373"/>
                  </a:gs>
                  <a:gs pos="88000">
                    <a:srgbClr val="08ECDB"/>
                  </a:gs>
                  <a:gs pos="29000">
                    <a:srgbClr val="00C373"/>
                  </a:gs>
                  <a:gs pos="72000">
                    <a:srgbClr val="08ECDB"/>
                  </a:gs>
                </a:gsLst>
                <a:lin ang="1200000" scaled="0"/>
              </a:gradFill>
              <a:effectLst>
                <a:innerShdw blurRad="63500" dist="50800" dir="16200000">
                  <a:prstClr val="black">
                    <a:alpha val="50000"/>
                  </a:prstClr>
                </a:innerShdw>
              </a:effectLst>
              <a:latin typeface="Impact" pitchFamily="34" charset="0"/>
              <a:ea typeface="思源黑体旧字形 Normal" panose="020b0400000000000000" pitchFamily="34" charset="-128"/>
              <a:sym typeface="Century Gothic" panose="020b0502020202020204" pitchFamily="34" charset="0"/>
            </a:endParaRPr>
          </a:p>
        </p:txBody>
      </p:sp>
      <p:sp>
        <p:nvSpPr>
          <p:cNvPr id="6" name="Oval 6">
            <a:extLst>
              <a:ext uri="{FF2B5EF4-FFF2-40B4-BE49-F238E27FC236}">
                <a16:creationId xmlns:a16="http://schemas.microsoft.com/office/drawing/2014/main" id="{58033B1D-1248-4559-8985-AAD62E754374}"/>
              </a:ext>
            </a:extLst>
          </p:cNvPr>
          <p:cNvSpPr/>
          <p:nvPr/>
        </p:nvSpPr>
        <p:spPr>
          <a:xfrm rot="20371916">
            <a:off x="5323581" y="4525046"/>
            <a:ext cx="372546" cy="372546"/>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id-ID" sz="1800" b="0" i="0" u="none" strike="noStrike" kern="1200" cap="none" spc="0" normalizeH="0" baseline="0" noProof="0">
              <a:ln>
                <a:noFill/>
              </a:ln>
              <a:solidFill>
                <a:prstClr val="white"/>
              </a:solidFill>
              <a:effectLst/>
              <a:uLnTx/>
              <a:uFillTx/>
              <a:latin typeface="Century Gothic" panose="020b0502020202020204" pitchFamily="34" charset="0"/>
              <a:ea typeface="思源黑体旧字形 Normal" panose="020b0400000000000000" pitchFamily="34" charset="-128"/>
              <a:cs typeface="+mn-cs"/>
              <a:sym typeface="Century Gothic" panose="020b0502020202020204" pitchFamily="34" charset="0"/>
            </a:endParaRPr>
          </a:p>
        </p:txBody>
      </p:sp>
      <p:sp>
        <p:nvSpPr>
          <p:cNvPr id="7" name="Oval 7">
            <a:extLst>
              <a:ext uri="{FF2B5EF4-FFF2-40B4-BE49-F238E27FC236}">
                <a16:creationId xmlns:a16="http://schemas.microsoft.com/office/drawing/2014/main" id="{78F0FCAA-E507-459F-9478-0CB3A665DC34}"/>
              </a:ext>
            </a:extLst>
          </p:cNvPr>
          <p:cNvSpPr/>
          <p:nvPr/>
        </p:nvSpPr>
        <p:spPr>
          <a:xfrm>
            <a:off x="6100578" y="5711320"/>
            <a:ext cx="447268" cy="447268"/>
          </a:xfrm>
          <a:prstGeom prst="ellipse">
            <a:avLst/>
          </a:prstGeom>
          <a:solidFill>
            <a:srgbClr val="545D79"/>
          </a:solidFill>
          <a:ln w="28575">
            <a:solidFill>
              <a:schemeClr val="bg1"/>
            </a:solid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2133" b="1">
              <a:ln w="6350">
                <a:noFill/>
              </a:ln>
              <a:gradFill flip="none" rotWithShape="1">
                <a:gsLst>
                  <a:gs pos="73000">
                    <a:srgbClr val="00C373"/>
                  </a:gs>
                  <a:gs pos="88000">
                    <a:srgbClr val="08ECDB"/>
                  </a:gs>
                  <a:gs pos="29000">
                    <a:srgbClr val="00C373"/>
                  </a:gs>
                  <a:gs pos="72000">
                    <a:srgbClr val="08ECDB"/>
                  </a:gs>
                </a:gsLst>
                <a:lin ang="1200000" scaled="0"/>
              </a:gradFill>
              <a:effectLst>
                <a:innerShdw blurRad="63500" dist="50800" dir="16200000">
                  <a:prstClr val="black">
                    <a:alpha val="50000"/>
                  </a:prstClr>
                </a:innerShdw>
              </a:effectLst>
              <a:latin typeface="Impact" pitchFamily="34" charset="0"/>
              <a:ea typeface="思源黑体旧字形 Normal" panose="020b0400000000000000" pitchFamily="34" charset="-128"/>
              <a:sym typeface="Century Gothic" panose="020b0502020202020204" pitchFamily="34" charset="0"/>
            </a:endParaRPr>
          </a:p>
        </p:txBody>
      </p:sp>
      <p:sp>
        <p:nvSpPr>
          <p:cNvPr id="8" name="Oval 8">
            <a:extLst>
              <a:ext uri="{FF2B5EF4-FFF2-40B4-BE49-F238E27FC236}">
                <a16:creationId xmlns:a16="http://schemas.microsoft.com/office/drawing/2014/main" id="{52726CB2-7391-46A5-B72A-6FE6AC53F481}"/>
              </a:ext>
            </a:extLst>
          </p:cNvPr>
          <p:cNvSpPr/>
          <p:nvPr/>
        </p:nvSpPr>
        <p:spPr>
          <a:xfrm rot="20556114">
            <a:off x="4978990" y="5347533"/>
            <a:ext cx="727575" cy="72757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id-ID" sz="1800" b="0" i="0" u="none" strike="noStrike" kern="1200" cap="none" spc="0" normalizeH="0" baseline="0" noProof="0">
              <a:ln>
                <a:noFill/>
              </a:ln>
              <a:solidFill>
                <a:prstClr val="white"/>
              </a:solidFill>
              <a:effectLst/>
              <a:uLnTx/>
              <a:uFillTx/>
              <a:latin typeface="Century Gothic" panose="020b0502020202020204" pitchFamily="34" charset="0"/>
              <a:ea typeface="思源黑体旧字形 Normal" panose="020b0400000000000000" pitchFamily="34" charset="-128"/>
              <a:cs typeface="+mn-cs"/>
              <a:sym typeface="Century Gothic" panose="020b0502020202020204" pitchFamily="34" charset="0"/>
            </a:endParaRPr>
          </a:p>
        </p:txBody>
      </p:sp>
      <p:sp>
        <p:nvSpPr>
          <p:cNvPr id="9" name="TextBox 12">
            <a:extLst>
              <a:ext uri="{FF2B5EF4-FFF2-40B4-BE49-F238E27FC236}">
                <a16:creationId xmlns:a16="http://schemas.microsoft.com/office/drawing/2014/main" id="{CD258312-8CD3-4433-BED6-741B336A042E}"/>
              </a:ext>
            </a:extLst>
          </p:cNvPr>
          <p:cNvSpPr txBox="1"/>
          <p:nvPr/>
        </p:nvSpPr>
        <p:spPr>
          <a:xfrm>
            <a:off x="808079" y="1366476"/>
            <a:ext cx="4315605" cy="1323439"/>
          </a:xfrm>
          <a:prstGeom prst="rect">
            <a:avLst/>
          </a:prstGeom>
          <a:noFill/>
        </p:spPr>
        <p:txBody>
          <a:bodyPr wrap="none" rtlCol="0">
            <a:spAutoFit/>
          </a:body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en-US" sz="8000" b="0" i="0" u="none" strike="noStrike" kern="1200" cap="none" spc="0" normalizeH="0" baseline="0" noProof="0">
                <a:ln>
                  <a:noFill/>
                </a:ln>
                <a:solidFill>
                  <a:schemeClr val="bg1"/>
                </a:solidFill>
                <a:effectLst/>
                <a:uLnTx/>
                <a:uFillTx/>
                <a:latin typeface="Century Gothic" panose="020b0502020202020204" pitchFamily="34" charset="0"/>
                <a:ea typeface="思源黑体旧字形 Normal" panose="020b0400000000000000" pitchFamily="34" charset="-128"/>
                <a:cs typeface="+mn-cs"/>
                <a:sym typeface="Century Gothic" panose="020b0502020202020204" pitchFamily="34" charset="0"/>
              </a:rPr>
              <a:t>PART 01</a:t>
            </a:r>
            <a:r>
              <a:rPr kumimoji="0" lang="id-ID" sz="8000" b="0" i="0" u="none" strike="noStrike" kern="1200" cap="none" spc="0" normalizeH="0" baseline="0" noProof="0">
                <a:ln>
                  <a:noFill/>
                </a:ln>
                <a:solidFill>
                  <a:schemeClr val="bg1"/>
                </a:solidFill>
                <a:effectLst/>
                <a:uLnTx/>
                <a:uFillTx/>
                <a:latin typeface="Century Gothic" panose="020b0502020202020204" pitchFamily="34" charset="0"/>
                <a:ea typeface="思源黑体旧字形 Normal" panose="020b0400000000000000" pitchFamily="34" charset="-128"/>
                <a:cs typeface="+mn-cs"/>
                <a:sym typeface="Century Gothic" panose="020b0502020202020204" pitchFamily="34" charset="0"/>
              </a:rPr>
              <a:t> </a:t>
            </a:r>
            <a:endParaRPr kumimoji="0" lang="en-US" sz="8000" b="0" i="0" u="none" strike="noStrike" kern="1200" cap="none" spc="0" normalizeH="0" baseline="0" noProof="0">
              <a:ln>
                <a:noFill/>
              </a:ln>
              <a:solidFill>
                <a:schemeClr val="bg1"/>
              </a:solidFill>
              <a:effectLst/>
              <a:uLnTx/>
              <a:uFillTx/>
              <a:latin typeface="Century Gothic" panose="020b0502020202020204" pitchFamily="34" charset="0"/>
              <a:ea typeface="思源黑体旧字形 Normal" panose="020b0400000000000000" pitchFamily="34" charset="-128"/>
              <a:cs typeface="+mn-cs"/>
              <a:sym typeface="Century Gothic" panose="020b0502020202020204" pitchFamily="34" charset="0"/>
            </a:endParaRPr>
          </a:p>
        </p:txBody>
      </p:sp>
      <p:sp>
        <p:nvSpPr>
          <p:cNvPr id="11" name="Oval 8">
            <a:extLst>
              <a:ext uri="{FF2B5EF4-FFF2-40B4-BE49-F238E27FC236}">
                <a16:creationId xmlns:a16="http://schemas.microsoft.com/office/drawing/2014/main" id="{DFA53670-AC33-4036-8737-ACD3DCC7B731}"/>
              </a:ext>
            </a:extLst>
          </p:cNvPr>
          <p:cNvSpPr/>
          <p:nvPr/>
        </p:nvSpPr>
        <p:spPr>
          <a:xfrm rot="20556114">
            <a:off x="9848801" y="5287930"/>
            <a:ext cx="727575" cy="727575"/>
          </a:xfrm>
          <a:prstGeom prst="ellipse">
            <a:avLst/>
          </a:prstGeom>
          <a:solidFill>
            <a:srgbClr val="545D79"/>
          </a:solidFill>
          <a:ln w="28575">
            <a:solidFill>
              <a:schemeClr val="bg1"/>
            </a:solid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2133" b="1">
              <a:ln w="6350">
                <a:noFill/>
              </a:ln>
              <a:gradFill flip="none" rotWithShape="1">
                <a:gsLst>
                  <a:gs pos="73000">
                    <a:srgbClr val="00C373"/>
                  </a:gs>
                  <a:gs pos="88000">
                    <a:srgbClr val="08ECDB"/>
                  </a:gs>
                  <a:gs pos="29000">
                    <a:srgbClr val="00C373"/>
                  </a:gs>
                  <a:gs pos="72000">
                    <a:srgbClr val="08ECDB"/>
                  </a:gs>
                </a:gsLst>
                <a:lin ang="1200000" scaled="0"/>
              </a:gradFill>
              <a:effectLst>
                <a:innerShdw blurRad="63500" dist="50800" dir="16200000">
                  <a:prstClr val="black">
                    <a:alpha val="50000"/>
                  </a:prstClr>
                </a:innerShdw>
              </a:effectLst>
              <a:latin typeface="Impact" pitchFamily="34" charset="0"/>
              <a:ea typeface="思源黑体旧字形 Normal" panose="020b0400000000000000" pitchFamily="34" charset="-128"/>
              <a:sym typeface="Century Gothic" panose="020b0502020202020204" pitchFamily="34" charset="0"/>
            </a:endParaRPr>
          </a:p>
        </p:txBody>
      </p:sp>
      <p:sp>
        <p:nvSpPr>
          <p:cNvPr id="12" name="Oval 8">
            <a:extLst>
              <a:ext uri="{FF2B5EF4-FFF2-40B4-BE49-F238E27FC236}">
                <a16:creationId xmlns:a16="http://schemas.microsoft.com/office/drawing/2014/main" id="{8257CA9B-334F-4972-8C67-585A711EBDCC}"/>
              </a:ext>
            </a:extLst>
          </p:cNvPr>
          <p:cNvSpPr/>
          <p:nvPr/>
        </p:nvSpPr>
        <p:spPr>
          <a:xfrm rot="20556114">
            <a:off x="11172137" y="5009595"/>
            <a:ext cx="462973" cy="462973"/>
          </a:xfrm>
          <a:prstGeom prst="ellipse">
            <a:avLst/>
          </a:prstGeom>
          <a:solidFill>
            <a:srgbClr val="3FB793"/>
          </a:solidFill>
          <a:ln w="28575">
            <a:solidFill>
              <a:schemeClr val="bg1"/>
            </a:solid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2133" b="1">
              <a:ln w="6350">
                <a:noFill/>
              </a:ln>
              <a:gradFill flip="none" rotWithShape="1">
                <a:gsLst>
                  <a:gs pos="73000">
                    <a:srgbClr val="00C373"/>
                  </a:gs>
                  <a:gs pos="88000">
                    <a:srgbClr val="08ECDB"/>
                  </a:gs>
                  <a:gs pos="29000">
                    <a:srgbClr val="00C373"/>
                  </a:gs>
                  <a:gs pos="72000">
                    <a:srgbClr val="08ECDB"/>
                  </a:gs>
                </a:gsLst>
                <a:lin ang="1200000" scaled="0"/>
              </a:gradFill>
              <a:effectLst>
                <a:innerShdw blurRad="63500" dist="50800" dir="16200000">
                  <a:prstClr val="black">
                    <a:alpha val="50000"/>
                  </a:prstClr>
                </a:innerShdw>
              </a:effectLst>
              <a:latin typeface="Impact" pitchFamily="34" charset="0"/>
              <a:ea typeface="思源黑体旧字形 Normal" panose="020b0400000000000000" pitchFamily="34" charset="-128"/>
              <a:sym typeface="Century Gothic" panose="020b0502020202020204" pitchFamily="34" charset="0"/>
            </a:endParaRPr>
          </a:p>
        </p:txBody>
      </p:sp>
      <p:sp>
        <p:nvSpPr>
          <p:cNvPr id="14" name="TextBox 11">
            <a:extLst>
              <a:ext uri="{FF2B5EF4-FFF2-40B4-BE49-F238E27FC236}">
                <a16:creationId xmlns:a16="http://schemas.microsoft.com/office/drawing/2014/main" id="{5A9AAC64-A441-4008-A2AD-C47499D6356D}"/>
              </a:ext>
            </a:extLst>
          </p:cNvPr>
          <p:cNvSpPr txBox="1">
            <a:spLocks noChangeArrowheads="1"/>
          </p:cNvSpPr>
          <p:nvPr/>
        </p:nvSpPr>
        <p:spPr bwMode="auto">
          <a:xfrm>
            <a:off x="808079" y="2917875"/>
            <a:ext cx="3877985"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2000">
                <a:solidFill>
                  <a:schemeClr val="accent2"/>
                </a:solidFill>
                <a:latin typeface="Arial" panose="020b0604020202020204" pitchFamily="34" charset="0"/>
                <a:ea typeface="微软雅黑" panose="020b0503020204020204" pitchFamily="34" charset="-122"/>
              </a:defRPr>
            </a:lvl1pPr>
            <a:lvl2pPr marL="742950" indent="-285750" eaLnBrk="0" hangingPunct="0">
              <a:spcBef>
                <a:spcPct val="20000"/>
              </a:spcBef>
              <a:buChar char="–"/>
              <a:defRPr sz="2000">
                <a:solidFill>
                  <a:schemeClr val="accent2"/>
                </a:solidFill>
                <a:latin typeface="Arial" panose="020b0604020202020204" pitchFamily="34" charset="0"/>
                <a:ea typeface="仿宋_GB2312" pitchFamily="1"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7200" b="1">
                <a:solidFill>
                  <a:srgbClr val="FFFFFF"/>
                </a:solidFill>
                <a:latin typeface="思源黑体旧字形 Normal" panose="020b0400000000000000" pitchFamily="34" charset="-128"/>
                <a:ea typeface="思源黑体旧字形 Normal" panose="020b0400000000000000" pitchFamily="34" charset="-128"/>
              </a:rPr>
              <a:t>个人简介</a:t>
            </a:r>
          </a:p>
        </p:txBody>
      </p:sp>
      <p:sp>
        <p:nvSpPr>
          <p:cNvPr id="3" name="Oval 29">
            <a:extLst>
              <a:ext uri="{FF2B5EF4-FFF2-40B4-BE49-F238E27FC236}">
                <a16:creationId xmlns:a16="http://schemas.microsoft.com/office/drawing/2014/main" id="{FAA02FA7-3A0C-4FA7-A837-54BD3D067AEC}"/>
              </a:ext>
            </a:extLst>
          </p:cNvPr>
          <p:cNvSpPr/>
          <p:nvPr/>
        </p:nvSpPr>
        <p:spPr>
          <a:xfrm rot="21031272">
            <a:off x="5637776" y="476187"/>
            <a:ext cx="4867563" cy="4867561"/>
          </a:xfrm>
          <a:prstGeom prst="ellipse">
            <a:avLst/>
          </a:prstGeom>
          <a:blipFill dpi="0" rotWithShape="0">
            <a:blip r:embed="rId2"/>
            <a:stretch>
              <a:fillRect l="-21921" t="-10022" r="-65759" b="-14286"/>
            </a:stretch>
          </a:blipFill>
          <a:ln w="57150">
            <a:solidFill>
              <a:schemeClr val="bg1"/>
            </a:solid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2133" b="1">
              <a:ln w="6350">
                <a:noFill/>
              </a:ln>
              <a:gradFill flip="none" rotWithShape="1">
                <a:gsLst>
                  <a:gs pos="73000">
                    <a:srgbClr val="00C373"/>
                  </a:gs>
                  <a:gs pos="88000">
                    <a:srgbClr val="08ECDB"/>
                  </a:gs>
                  <a:gs pos="29000">
                    <a:srgbClr val="00C373"/>
                  </a:gs>
                  <a:gs pos="72000">
                    <a:srgbClr val="08ECDB"/>
                  </a:gs>
                </a:gsLst>
                <a:lin ang="1200000" scaled="0"/>
              </a:gradFill>
              <a:effectLst>
                <a:innerShdw blurRad="63500" dist="50800" dir="16200000">
                  <a:prstClr val="black">
                    <a:alpha val="50000"/>
                  </a:prstClr>
                </a:innerShdw>
              </a:effectLst>
              <a:latin typeface="Impact" pitchFamily="34" charset="0"/>
              <a:ea typeface="思源黑体旧字形 Normal" panose="020b0400000000000000" pitchFamily="34" charset="-128"/>
              <a:sym typeface="Century Gothic" panose="020b0502020202020204" pitchFamily="34" charset="0"/>
            </a:endParaRPr>
          </a:p>
        </p:txBody>
      </p:sp>
    </p:spTree>
    <p:extLst>
      <p:ext uri="{BB962C8B-B14F-4D97-AF65-F5344CB8AC3E}">
        <p14:creationId val="2418789670"/>
      </p:ext>
    </p:extLst>
  </p:cSld>
  <p:clrMapOvr>
    <a:masterClrMapping/>
  </p:clrMapOvr>
  <mc:AlternateContent>
    <mc:Choice xmlns:p14="http://schemas.microsoft.com/office/powerpoint/2010/main" Requires="p14">
      <p:transition spd="slow" advClick="0" advTm="0" p14:dur="800">
        <p14:flythrough/>
      </p:transition>
    </mc:Choice>
    <mc:Fallback>
      <p:transition spd="slow" advClick="0" advTm="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 presetClass="entr" presetSubtype="9"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250" fill="hold"/>
                                        <p:tgtEl>
                                          <p:spTgt spid="2"/>
                                        </p:tgtEl>
                                        <p:attrNameLst>
                                          <p:attrName>ppt_x</p:attrName>
                                        </p:attrNameLst>
                                      </p:cBhvr>
                                      <p:tavLst>
                                        <p:tav tm="0">
                                          <p:val>
                                            <p:strVal val="0-#ppt_w/2"/>
                                          </p:val>
                                        </p:tav>
                                        <p:tav tm="100000">
                                          <p:val>
                                            <p:strVal val="#ppt_x"/>
                                          </p:val>
                                        </p:tav>
                                      </p:tavLst>
                                    </p:anim>
                                    <p:anim calcmode="lin" valueType="num">
                                      <p:cBhvr additive="base">
                                        <p:cTn id="8" dur="1250" fill="hold"/>
                                        <p:tgtEl>
                                          <p:spTgt spid="2"/>
                                        </p:tgtEl>
                                        <p:attrNameLst>
                                          <p:attrName>ppt_y</p:attrName>
                                        </p:attrNameLst>
                                      </p:cBhvr>
                                      <p:tavLst>
                                        <p:tav tm="0">
                                          <p:val>
                                            <p:strVal val="0-#ppt_h/2"/>
                                          </p:val>
                                        </p:tav>
                                        <p:tav tm="100000">
                                          <p:val>
                                            <p:strVal val="#ppt_y"/>
                                          </p:val>
                                        </p:tav>
                                      </p:tavLst>
                                    </p:anim>
                                  </p:childTnLst>
                                </p:cTn>
                              </p:par>
                              <p:par>
                                <p:cTn id="9" presetID="2" presetClass="entr" presetSubtype="9" fill="hold" grpId="0" nodeType="withEffect">
                                  <p:stCondLst>
                                    <p:cond delay="50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1250" fill="hold"/>
                                        <p:tgtEl>
                                          <p:spTgt spid="3"/>
                                        </p:tgtEl>
                                        <p:attrNameLst>
                                          <p:attrName>ppt_x</p:attrName>
                                        </p:attrNameLst>
                                      </p:cBhvr>
                                      <p:tavLst>
                                        <p:tav tm="0">
                                          <p:val>
                                            <p:strVal val="0-#ppt_w/2"/>
                                          </p:val>
                                        </p:tav>
                                        <p:tav tm="100000">
                                          <p:val>
                                            <p:strVal val="#ppt_x"/>
                                          </p:val>
                                        </p:tav>
                                      </p:tavLst>
                                    </p:anim>
                                    <p:anim calcmode="lin" valueType="num">
                                      <p:cBhvr additive="base">
                                        <p:cTn id="12" dur="1250" fill="hold"/>
                                        <p:tgtEl>
                                          <p:spTgt spid="3"/>
                                        </p:tgtEl>
                                        <p:attrNameLst>
                                          <p:attrName>ppt_y</p:attrName>
                                        </p:attrNameLst>
                                      </p:cBhvr>
                                      <p:tavLst>
                                        <p:tav tm="0">
                                          <p:val>
                                            <p:strVal val="0-#ppt_h/2"/>
                                          </p:val>
                                        </p:tav>
                                        <p:tav tm="100000">
                                          <p:val>
                                            <p:strVal val="#ppt_y"/>
                                          </p:val>
                                        </p:tav>
                                      </p:tavLst>
                                    </p:anim>
                                  </p:childTnLst>
                                </p:cTn>
                              </p:par>
                            </p:childTnLst>
                          </p:cTn>
                        </p:par>
                        <p:par>
                          <p:cTn id="13" fill="hold" nodeType="afterGroup">
                            <p:stCondLst>
                              <p:cond delay="1750"/>
                            </p:stCondLst>
                            <p:childTnLst>
                              <p:par>
                                <p:cTn id="14" presetID="53" presetClass="entr" presetSubtype="16" fill="hold" grpId="0" nodeType="afterEffect">
                                  <p:stCondLst>
                                    <p:cond delay="0"/>
                                  </p:stCondLst>
                                  <p:childTnLst>
                                    <p:set>
                                      <p:cBhvr>
                                        <p:cTn id="15" dur="1" fill="hold">
                                          <p:stCondLst>
                                            <p:cond delay="0"/>
                                          </p:stCondLst>
                                        </p:cTn>
                                        <p:tgtEl>
                                          <p:spTgt spid="4"/>
                                        </p:tgtEl>
                                        <p:attrNameLst>
                                          <p:attrName>style.visibility</p:attrName>
                                        </p:attrNameLst>
                                      </p:cBhvr>
                                      <p:to>
                                        <p:strVal val="visible"/>
                                      </p:to>
                                    </p:set>
                                    <p:anim calcmode="lin" valueType="num">
                                      <p:cBhvr>
                                        <p:cTn id="16" dur="500" fill="hold"/>
                                        <p:tgtEl>
                                          <p:spTgt spid="4"/>
                                        </p:tgtEl>
                                        <p:attrNameLst>
                                          <p:attrName>ppt_w</p:attrName>
                                        </p:attrNameLst>
                                      </p:cBhvr>
                                      <p:tavLst>
                                        <p:tav tm="0">
                                          <p:val>
                                            <p:fltVal val="0"/>
                                          </p:val>
                                        </p:tav>
                                        <p:tav tm="100000">
                                          <p:val>
                                            <p:strVal val="#ppt_w"/>
                                          </p:val>
                                        </p:tav>
                                      </p:tavLst>
                                    </p:anim>
                                    <p:anim calcmode="lin" valueType="num">
                                      <p:cBhvr>
                                        <p:cTn id="17" dur="500" fill="hold"/>
                                        <p:tgtEl>
                                          <p:spTgt spid="4"/>
                                        </p:tgtEl>
                                        <p:attrNameLst>
                                          <p:attrName>ppt_h</p:attrName>
                                        </p:attrNameLst>
                                      </p:cBhvr>
                                      <p:tavLst>
                                        <p:tav tm="0">
                                          <p:val>
                                            <p:fltVal val="0"/>
                                          </p:val>
                                        </p:tav>
                                        <p:tav tm="100000">
                                          <p:val>
                                            <p:strVal val="#ppt_h"/>
                                          </p:val>
                                        </p:tav>
                                      </p:tavLst>
                                    </p:anim>
                                    <p:animEffect transition="in" filter="fade">
                                      <p:cBhvr>
                                        <p:cTn id="18" dur="500"/>
                                        <p:tgtEl>
                                          <p:spTgt spid="4"/>
                                        </p:tgtEl>
                                      </p:cBhvr>
                                    </p:animEffect>
                                  </p:childTnLst>
                                </p:cTn>
                              </p:par>
                              <p:par>
                                <p:cTn id="19" presetID="53" presetClass="entr" presetSubtype="16" fill="hold" grpId="0" nodeType="withEffect">
                                  <p:stCondLst>
                                    <p:cond delay="250"/>
                                  </p:stCondLst>
                                  <p:childTnLst>
                                    <p:set>
                                      <p:cBhvr>
                                        <p:cTn id="20" dur="1" fill="hold">
                                          <p:stCondLst>
                                            <p:cond delay="0"/>
                                          </p:stCondLst>
                                        </p:cTn>
                                        <p:tgtEl>
                                          <p:spTgt spid="5"/>
                                        </p:tgtEl>
                                        <p:attrNameLst>
                                          <p:attrName>style.visibility</p:attrName>
                                        </p:attrNameLst>
                                      </p:cBhvr>
                                      <p:to>
                                        <p:strVal val="visible"/>
                                      </p:to>
                                    </p:set>
                                    <p:anim calcmode="lin" valueType="num">
                                      <p:cBhvr>
                                        <p:cTn id="21" dur="500" fill="hold"/>
                                        <p:tgtEl>
                                          <p:spTgt spid="5"/>
                                        </p:tgtEl>
                                        <p:attrNameLst>
                                          <p:attrName>ppt_w</p:attrName>
                                        </p:attrNameLst>
                                      </p:cBhvr>
                                      <p:tavLst>
                                        <p:tav tm="0">
                                          <p:val>
                                            <p:fltVal val="0"/>
                                          </p:val>
                                        </p:tav>
                                        <p:tav tm="100000">
                                          <p:val>
                                            <p:strVal val="#ppt_w"/>
                                          </p:val>
                                        </p:tav>
                                      </p:tavLst>
                                    </p:anim>
                                    <p:anim calcmode="lin" valueType="num">
                                      <p:cBhvr>
                                        <p:cTn id="22" dur="500" fill="hold"/>
                                        <p:tgtEl>
                                          <p:spTgt spid="5"/>
                                        </p:tgtEl>
                                        <p:attrNameLst>
                                          <p:attrName>ppt_h</p:attrName>
                                        </p:attrNameLst>
                                      </p:cBhvr>
                                      <p:tavLst>
                                        <p:tav tm="0">
                                          <p:val>
                                            <p:fltVal val="0"/>
                                          </p:val>
                                        </p:tav>
                                        <p:tav tm="100000">
                                          <p:val>
                                            <p:strVal val="#ppt_h"/>
                                          </p:val>
                                        </p:tav>
                                      </p:tavLst>
                                    </p:anim>
                                    <p:animEffect transition="in" filter="fade">
                                      <p:cBhvr>
                                        <p:cTn id="23" dur="500"/>
                                        <p:tgtEl>
                                          <p:spTgt spid="5"/>
                                        </p:tgtEl>
                                      </p:cBhvr>
                                    </p:animEffect>
                                  </p:childTnLst>
                                </p:cTn>
                              </p:par>
                              <p:par>
                                <p:cTn id="24" presetID="53" presetClass="entr" presetSubtype="16" fill="hold" grpId="0" nodeType="withEffect">
                                  <p:stCondLst>
                                    <p:cond delay="500"/>
                                  </p:stCondLst>
                                  <p:childTnLst>
                                    <p:set>
                                      <p:cBhvr>
                                        <p:cTn id="25" dur="1" fill="hold">
                                          <p:stCondLst>
                                            <p:cond delay="0"/>
                                          </p:stCondLst>
                                        </p:cTn>
                                        <p:tgtEl>
                                          <p:spTgt spid="12"/>
                                        </p:tgtEl>
                                        <p:attrNameLst>
                                          <p:attrName>style.visibility</p:attrName>
                                        </p:attrNameLst>
                                      </p:cBhvr>
                                      <p:to>
                                        <p:strVal val="visible"/>
                                      </p:to>
                                    </p:set>
                                    <p:anim calcmode="lin" valueType="num">
                                      <p:cBhvr>
                                        <p:cTn id="26" dur="500" fill="hold"/>
                                        <p:tgtEl>
                                          <p:spTgt spid="12"/>
                                        </p:tgtEl>
                                        <p:attrNameLst>
                                          <p:attrName>ppt_w</p:attrName>
                                        </p:attrNameLst>
                                      </p:cBhvr>
                                      <p:tavLst>
                                        <p:tav tm="0">
                                          <p:val>
                                            <p:fltVal val="0"/>
                                          </p:val>
                                        </p:tav>
                                        <p:tav tm="100000">
                                          <p:val>
                                            <p:strVal val="#ppt_w"/>
                                          </p:val>
                                        </p:tav>
                                      </p:tavLst>
                                    </p:anim>
                                    <p:anim calcmode="lin" valueType="num">
                                      <p:cBhvr>
                                        <p:cTn id="27" dur="500" fill="hold"/>
                                        <p:tgtEl>
                                          <p:spTgt spid="12"/>
                                        </p:tgtEl>
                                        <p:attrNameLst>
                                          <p:attrName>ppt_h</p:attrName>
                                        </p:attrNameLst>
                                      </p:cBhvr>
                                      <p:tavLst>
                                        <p:tav tm="0">
                                          <p:val>
                                            <p:fltVal val="0"/>
                                          </p:val>
                                        </p:tav>
                                        <p:tav tm="100000">
                                          <p:val>
                                            <p:strVal val="#ppt_h"/>
                                          </p:val>
                                        </p:tav>
                                      </p:tavLst>
                                    </p:anim>
                                    <p:animEffect transition="in" filter="fade">
                                      <p:cBhvr>
                                        <p:cTn id="28" dur="500"/>
                                        <p:tgtEl>
                                          <p:spTgt spid="12"/>
                                        </p:tgtEl>
                                      </p:cBhvr>
                                    </p:animEffect>
                                  </p:childTnLst>
                                </p:cTn>
                              </p:par>
                              <p:par>
                                <p:cTn id="29" presetID="53" presetClass="entr" presetSubtype="16" fill="hold" grpId="0" nodeType="withEffect">
                                  <p:stCondLst>
                                    <p:cond delay="750"/>
                                  </p:stCondLst>
                                  <p:childTnLst>
                                    <p:set>
                                      <p:cBhvr>
                                        <p:cTn id="30" dur="1" fill="hold">
                                          <p:stCondLst>
                                            <p:cond delay="0"/>
                                          </p:stCondLst>
                                        </p:cTn>
                                        <p:tgtEl>
                                          <p:spTgt spid="11"/>
                                        </p:tgtEl>
                                        <p:attrNameLst>
                                          <p:attrName>style.visibility</p:attrName>
                                        </p:attrNameLst>
                                      </p:cBhvr>
                                      <p:to>
                                        <p:strVal val="visible"/>
                                      </p:to>
                                    </p:set>
                                    <p:anim calcmode="lin" valueType="num">
                                      <p:cBhvr>
                                        <p:cTn id="31" dur="500" fill="hold"/>
                                        <p:tgtEl>
                                          <p:spTgt spid="11"/>
                                        </p:tgtEl>
                                        <p:attrNameLst>
                                          <p:attrName>ppt_w</p:attrName>
                                        </p:attrNameLst>
                                      </p:cBhvr>
                                      <p:tavLst>
                                        <p:tav tm="0">
                                          <p:val>
                                            <p:fltVal val="0"/>
                                          </p:val>
                                        </p:tav>
                                        <p:tav tm="100000">
                                          <p:val>
                                            <p:strVal val="#ppt_w"/>
                                          </p:val>
                                        </p:tav>
                                      </p:tavLst>
                                    </p:anim>
                                    <p:anim calcmode="lin" valueType="num">
                                      <p:cBhvr>
                                        <p:cTn id="32" dur="500" fill="hold"/>
                                        <p:tgtEl>
                                          <p:spTgt spid="11"/>
                                        </p:tgtEl>
                                        <p:attrNameLst>
                                          <p:attrName>ppt_h</p:attrName>
                                        </p:attrNameLst>
                                      </p:cBhvr>
                                      <p:tavLst>
                                        <p:tav tm="0">
                                          <p:val>
                                            <p:fltVal val="0"/>
                                          </p:val>
                                        </p:tav>
                                        <p:tav tm="100000">
                                          <p:val>
                                            <p:strVal val="#ppt_h"/>
                                          </p:val>
                                        </p:tav>
                                      </p:tavLst>
                                    </p:anim>
                                    <p:animEffect transition="in" filter="fade">
                                      <p:cBhvr>
                                        <p:cTn id="33" dur="500"/>
                                        <p:tgtEl>
                                          <p:spTgt spid="11"/>
                                        </p:tgtEl>
                                      </p:cBhvr>
                                    </p:animEffect>
                                  </p:childTnLst>
                                </p:cTn>
                              </p:par>
                              <p:par>
                                <p:cTn id="34" presetID="53" presetClass="entr" presetSubtype="16" fill="hold" grpId="0" nodeType="withEffect">
                                  <p:stCondLst>
                                    <p:cond delay="1000"/>
                                  </p:stCondLst>
                                  <p:childTnLst>
                                    <p:set>
                                      <p:cBhvr>
                                        <p:cTn id="35" dur="1" fill="hold">
                                          <p:stCondLst>
                                            <p:cond delay="0"/>
                                          </p:stCondLst>
                                        </p:cTn>
                                        <p:tgtEl>
                                          <p:spTgt spid="6"/>
                                        </p:tgtEl>
                                        <p:attrNameLst>
                                          <p:attrName>style.visibility</p:attrName>
                                        </p:attrNameLst>
                                      </p:cBhvr>
                                      <p:to>
                                        <p:strVal val="visible"/>
                                      </p:to>
                                    </p:set>
                                    <p:anim calcmode="lin" valueType="num">
                                      <p:cBhvr>
                                        <p:cTn id="36" dur="500" fill="hold"/>
                                        <p:tgtEl>
                                          <p:spTgt spid="6"/>
                                        </p:tgtEl>
                                        <p:attrNameLst>
                                          <p:attrName>ppt_w</p:attrName>
                                        </p:attrNameLst>
                                      </p:cBhvr>
                                      <p:tavLst>
                                        <p:tav tm="0">
                                          <p:val>
                                            <p:fltVal val="0"/>
                                          </p:val>
                                        </p:tav>
                                        <p:tav tm="100000">
                                          <p:val>
                                            <p:strVal val="#ppt_w"/>
                                          </p:val>
                                        </p:tav>
                                      </p:tavLst>
                                    </p:anim>
                                    <p:anim calcmode="lin" valueType="num">
                                      <p:cBhvr>
                                        <p:cTn id="37" dur="500" fill="hold"/>
                                        <p:tgtEl>
                                          <p:spTgt spid="6"/>
                                        </p:tgtEl>
                                        <p:attrNameLst>
                                          <p:attrName>ppt_h</p:attrName>
                                        </p:attrNameLst>
                                      </p:cBhvr>
                                      <p:tavLst>
                                        <p:tav tm="0">
                                          <p:val>
                                            <p:fltVal val="0"/>
                                          </p:val>
                                        </p:tav>
                                        <p:tav tm="100000">
                                          <p:val>
                                            <p:strVal val="#ppt_h"/>
                                          </p:val>
                                        </p:tav>
                                      </p:tavLst>
                                    </p:anim>
                                    <p:animEffect transition="in" filter="fade">
                                      <p:cBhvr>
                                        <p:cTn id="38" dur="500"/>
                                        <p:tgtEl>
                                          <p:spTgt spid="6"/>
                                        </p:tgtEl>
                                      </p:cBhvr>
                                    </p:animEffect>
                                  </p:childTnLst>
                                </p:cTn>
                              </p:par>
                              <p:par>
                                <p:cTn id="39" presetID="53" presetClass="entr" presetSubtype="16" fill="hold" grpId="0" nodeType="withEffect">
                                  <p:stCondLst>
                                    <p:cond delay="1250"/>
                                  </p:stCondLst>
                                  <p:childTnLst>
                                    <p:set>
                                      <p:cBhvr>
                                        <p:cTn id="40" dur="1" fill="hold">
                                          <p:stCondLst>
                                            <p:cond delay="0"/>
                                          </p:stCondLst>
                                        </p:cTn>
                                        <p:tgtEl>
                                          <p:spTgt spid="8"/>
                                        </p:tgtEl>
                                        <p:attrNameLst>
                                          <p:attrName>style.visibility</p:attrName>
                                        </p:attrNameLst>
                                      </p:cBhvr>
                                      <p:to>
                                        <p:strVal val="visible"/>
                                      </p:to>
                                    </p:set>
                                    <p:anim calcmode="lin" valueType="num">
                                      <p:cBhvr>
                                        <p:cTn id="41" dur="500" fill="hold"/>
                                        <p:tgtEl>
                                          <p:spTgt spid="8"/>
                                        </p:tgtEl>
                                        <p:attrNameLst>
                                          <p:attrName>ppt_w</p:attrName>
                                        </p:attrNameLst>
                                      </p:cBhvr>
                                      <p:tavLst>
                                        <p:tav tm="0">
                                          <p:val>
                                            <p:fltVal val="0"/>
                                          </p:val>
                                        </p:tav>
                                        <p:tav tm="100000">
                                          <p:val>
                                            <p:strVal val="#ppt_w"/>
                                          </p:val>
                                        </p:tav>
                                      </p:tavLst>
                                    </p:anim>
                                    <p:anim calcmode="lin" valueType="num">
                                      <p:cBhvr>
                                        <p:cTn id="42" dur="500" fill="hold"/>
                                        <p:tgtEl>
                                          <p:spTgt spid="8"/>
                                        </p:tgtEl>
                                        <p:attrNameLst>
                                          <p:attrName>ppt_h</p:attrName>
                                        </p:attrNameLst>
                                      </p:cBhvr>
                                      <p:tavLst>
                                        <p:tav tm="0">
                                          <p:val>
                                            <p:fltVal val="0"/>
                                          </p:val>
                                        </p:tav>
                                        <p:tav tm="100000">
                                          <p:val>
                                            <p:strVal val="#ppt_h"/>
                                          </p:val>
                                        </p:tav>
                                      </p:tavLst>
                                    </p:anim>
                                    <p:animEffect transition="in" filter="fade">
                                      <p:cBhvr>
                                        <p:cTn id="43" dur="500"/>
                                        <p:tgtEl>
                                          <p:spTgt spid="8"/>
                                        </p:tgtEl>
                                      </p:cBhvr>
                                    </p:animEffect>
                                  </p:childTnLst>
                                </p:cTn>
                              </p:par>
                              <p:par>
                                <p:cTn id="44" presetID="53" presetClass="entr" presetSubtype="16" fill="hold" grpId="0" nodeType="withEffect">
                                  <p:stCondLst>
                                    <p:cond delay="1500"/>
                                  </p:stCondLst>
                                  <p:childTnLst>
                                    <p:set>
                                      <p:cBhvr>
                                        <p:cTn id="45" dur="1" fill="hold">
                                          <p:stCondLst>
                                            <p:cond delay="0"/>
                                          </p:stCondLst>
                                        </p:cTn>
                                        <p:tgtEl>
                                          <p:spTgt spid="7"/>
                                        </p:tgtEl>
                                        <p:attrNameLst>
                                          <p:attrName>style.visibility</p:attrName>
                                        </p:attrNameLst>
                                      </p:cBhvr>
                                      <p:to>
                                        <p:strVal val="visible"/>
                                      </p:to>
                                    </p:set>
                                    <p:anim calcmode="lin" valueType="num">
                                      <p:cBhvr>
                                        <p:cTn id="46" dur="500" fill="hold"/>
                                        <p:tgtEl>
                                          <p:spTgt spid="7"/>
                                        </p:tgtEl>
                                        <p:attrNameLst>
                                          <p:attrName>ppt_w</p:attrName>
                                        </p:attrNameLst>
                                      </p:cBhvr>
                                      <p:tavLst>
                                        <p:tav tm="0">
                                          <p:val>
                                            <p:fltVal val="0"/>
                                          </p:val>
                                        </p:tav>
                                        <p:tav tm="100000">
                                          <p:val>
                                            <p:strVal val="#ppt_w"/>
                                          </p:val>
                                        </p:tav>
                                      </p:tavLst>
                                    </p:anim>
                                    <p:anim calcmode="lin" valueType="num">
                                      <p:cBhvr>
                                        <p:cTn id="47" dur="500" fill="hold"/>
                                        <p:tgtEl>
                                          <p:spTgt spid="7"/>
                                        </p:tgtEl>
                                        <p:attrNameLst>
                                          <p:attrName>ppt_h</p:attrName>
                                        </p:attrNameLst>
                                      </p:cBhvr>
                                      <p:tavLst>
                                        <p:tav tm="0">
                                          <p:val>
                                            <p:fltVal val="0"/>
                                          </p:val>
                                        </p:tav>
                                        <p:tav tm="100000">
                                          <p:val>
                                            <p:strVal val="#ppt_h"/>
                                          </p:val>
                                        </p:tav>
                                      </p:tavLst>
                                    </p:anim>
                                    <p:animEffect transition="in" filter="fade">
                                      <p:cBhvr>
                                        <p:cTn id="48" dur="500"/>
                                        <p:tgtEl>
                                          <p:spTgt spid="7"/>
                                        </p:tgtEl>
                                      </p:cBhvr>
                                    </p:animEffect>
                                  </p:childTnLst>
                                </p:cTn>
                              </p:par>
                            </p:childTnLst>
                          </p:cTn>
                        </p:par>
                        <p:par>
                          <p:cTn id="49" fill="hold" nodeType="afterGroup">
                            <p:stCondLst>
                              <p:cond delay="3750"/>
                            </p:stCondLst>
                            <p:childTnLst>
                              <p:par>
                                <p:cTn id="50" presetID="22" presetClass="entr" presetSubtype="8" fill="hold" grpId="0" nodeType="afterEffect">
                                  <p:stCondLst>
                                    <p:cond delay="0"/>
                                  </p:stCondLst>
                                  <p:childTnLst>
                                    <p:set>
                                      <p:cBhvr>
                                        <p:cTn id="51" dur="1" fill="hold">
                                          <p:stCondLst>
                                            <p:cond delay="0"/>
                                          </p:stCondLst>
                                        </p:cTn>
                                        <p:tgtEl>
                                          <p:spTgt spid="9"/>
                                        </p:tgtEl>
                                        <p:attrNameLst>
                                          <p:attrName>style.visibility</p:attrName>
                                        </p:attrNameLst>
                                      </p:cBhvr>
                                      <p:to>
                                        <p:strVal val="visible"/>
                                      </p:to>
                                    </p:set>
                                    <p:animEffect transition="in" filter="wipe(left)">
                                      <p:cBhvr>
                                        <p:cTn id="52" dur="500"/>
                                        <p:tgtEl>
                                          <p:spTgt spid="9"/>
                                        </p:tgtEl>
                                      </p:cBhvr>
                                    </p:animEffect>
                                  </p:childTnLst>
                                </p:cTn>
                              </p:par>
                            </p:childTnLst>
                          </p:cTn>
                        </p:par>
                        <p:par>
                          <p:cTn id="53" fill="hold" nodeType="afterGroup">
                            <p:stCondLst>
                              <p:cond delay="4250"/>
                            </p:stCondLst>
                            <p:childTnLst>
                              <p:par>
                                <p:cTn id="54" presetID="53" presetClass="entr" presetSubtype="16" fill="hold" grpId="0" nodeType="afterEffect">
                                  <p:stCondLst>
                                    <p:cond delay="0"/>
                                  </p:stCondLst>
                                  <p:iterate type="lt">
                                    <p:tmPct val="10000"/>
                                  </p:iterate>
                                  <p:childTnLst>
                                    <p:set>
                                      <p:cBhvr>
                                        <p:cTn id="55" dur="1" fill="hold">
                                          <p:stCondLst>
                                            <p:cond delay="0"/>
                                          </p:stCondLst>
                                        </p:cTn>
                                        <p:tgtEl>
                                          <p:spTgt spid="14"/>
                                        </p:tgtEl>
                                        <p:attrNameLst>
                                          <p:attrName>style.visibility</p:attrName>
                                        </p:attrNameLst>
                                      </p:cBhvr>
                                      <p:to>
                                        <p:strVal val="visible"/>
                                      </p:to>
                                    </p:set>
                                    <p:anim calcmode="lin" valueType="num">
                                      <p:cBhvr>
                                        <p:cTn id="56" dur="500" fill="hold"/>
                                        <p:tgtEl>
                                          <p:spTgt spid="14"/>
                                        </p:tgtEl>
                                        <p:attrNameLst>
                                          <p:attrName>ppt_w</p:attrName>
                                        </p:attrNameLst>
                                      </p:cBhvr>
                                      <p:tavLst>
                                        <p:tav tm="0">
                                          <p:val>
                                            <p:fltVal val="0"/>
                                          </p:val>
                                        </p:tav>
                                        <p:tav tm="100000">
                                          <p:val>
                                            <p:strVal val="#ppt_w"/>
                                          </p:val>
                                        </p:tav>
                                      </p:tavLst>
                                    </p:anim>
                                    <p:anim calcmode="lin" valueType="num">
                                      <p:cBhvr>
                                        <p:cTn id="57" dur="500" fill="hold"/>
                                        <p:tgtEl>
                                          <p:spTgt spid="14"/>
                                        </p:tgtEl>
                                        <p:attrNameLst>
                                          <p:attrName>ppt_h</p:attrName>
                                        </p:attrNameLst>
                                      </p:cBhvr>
                                      <p:tavLst>
                                        <p:tav tm="0">
                                          <p:val>
                                            <p:fltVal val="0"/>
                                          </p:val>
                                        </p:tav>
                                        <p:tav tm="100000">
                                          <p:val>
                                            <p:strVal val="#ppt_h"/>
                                          </p:val>
                                        </p:tav>
                                      </p:tavLst>
                                    </p:anim>
                                    <p:animEffect transition="in" filter="fade">
                                      <p:cBhvr>
                                        <p:cTn id="58"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P spid="5" grpId="0" animBg="1"/>
      <p:bldP spid="6" grpId="0" animBg="1"/>
      <p:bldP spid="7" grpId="0" animBg="1"/>
      <p:bldP spid="8" grpId="0" animBg="1"/>
      <p:bldP spid="9" grpId="0"/>
      <p:bldP spid="11" grpId="0" animBg="1"/>
      <p:bldP spid="12" grpId="0" animBg="1"/>
      <p:bldP spid="14" grpId="0"/>
      <p:bldP spid="3" grpId="0" animBg="1"/>
    </p:bldLst>
  </p:timing>
</p:sld>
</file>

<file path=ppt/slides/slide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48" name="Rectangle 4">
            <a:extLst>
              <a:ext uri="{FF2B5EF4-FFF2-40B4-BE49-F238E27FC236}">
                <a16:creationId xmlns:a16="http://schemas.microsoft.com/office/drawing/2014/main" id="{8732022C-93AE-4198-ACF3-8FCE837596EB}"/>
              </a:ext>
            </a:extLst>
          </p:cNvPr>
          <p:cNvSpPr/>
          <p:nvPr/>
        </p:nvSpPr>
        <p:spPr>
          <a:xfrm>
            <a:off x="596566" y="1544148"/>
            <a:ext cx="10930908" cy="4795886"/>
          </a:xfrm>
          <a:prstGeom prst="rect">
            <a:avLst/>
          </a:prstGeom>
          <a:solidFill>
            <a:schemeClr val="bg1"/>
          </a:solidFill>
          <a:ln>
            <a:noFill/>
          </a:ln>
          <a:effectLst>
            <a:outerShdw blurRad="152400" sx="102000" sy="102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ea typeface="思源黑体旧字形 Normal" panose="020b0400000000000000" pitchFamily="34" charset="-128"/>
            </a:endParaRPr>
          </a:p>
        </p:txBody>
      </p:sp>
      <p:pic>
        <p:nvPicPr>
          <p:cNvPr id="7" name="图片 6">
            <a:extLst>
              <a:ext uri="{FF2B5EF4-FFF2-40B4-BE49-F238E27FC236}">
                <a16:creationId xmlns:a16="http://schemas.microsoft.com/office/drawing/2014/main" id="{9544D179-9B63-4F0E-91EE-3A1026240FB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3010" y="1374499"/>
            <a:ext cx="3976643" cy="5161683"/>
          </a:xfrm>
          <a:prstGeom prst="rect">
            <a:avLst/>
          </a:prstGeom>
          <a:solidFill>
            <a:srgbClr val="545D79"/>
          </a:solidFill>
          <a:ln>
            <a:noFill/>
          </a:ln>
          <a:effectLst>
            <a:outerShdw blurRad="63500" algn="ctr" rotWithShape="0">
              <a:prstClr val="black">
                <a:alpha val="40000"/>
              </a:prstClr>
            </a:outerShdw>
          </a:effectLst>
        </p:spPr>
      </p:pic>
      <p:grpSp>
        <p:nvGrpSpPr>
          <p:cNvPr id="2" name="组合 1"/>
          <p:cNvGrpSpPr/>
          <p:nvPr/>
        </p:nvGrpSpPr>
        <p:grpSpPr>
          <a:xfrm>
            <a:off x="327153" y="318911"/>
            <a:ext cx="529037" cy="529037"/>
            <a:chOff x="327153" y="318911"/>
            <a:chExt cx="529037" cy="529037"/>
          </a:xfrm>
        </p:grpSpPr>
        <p:sp>
          <p:nvSpPr>
            <p:cNvPr id="3" name="圆角矩形 2"/>
            <p:cNvSpPr/>
            <p:nvPr/>
          </p:nvSpPr>
          <p:spPr>
            <a:xfrm rot="18926424">
              <a:off x="327153" y="318911"/>
              <a:ext cx="529037" cy="529037"/>
            </a:xfrm>
            <a:prstGeom prst="roundRect">
              <a:avLst/>
            </a:prstGeom>
            <a:solidFill>
              <a:srgbClr val="545D79"/>
            </a:solidFill>
            <a:ln>
              <a:noFill/>
            </a:ln>
            <a:effectLst>
              <a:outerShdw blurRad="63500" algn="ctr" rotWithShape="0">
                <a:prstClr val="black">
                  <a:alpha val="40000"/>
                </a:prstClr>
              </a:outerShdw>
            </a:effectLst>
          </p:spPr>
          <p:txBody>
            <a:bodyPr vert="horz" wrap="square" lIns="91440" tIns="45720" rIns="91440" bIns="45720" numCol="1" anchor="ctr" anchorCtr="0" compatLnSpc="1">
              <a:prstTxWarp prst="textNoShape">
                <a:avLst/>
              </a:prstTxWarp>
            </a:bodyPr>
            <a:lstStyle/>
            <a:p>
              <a:pPr algn="ctr"/>
              <a:endParaRPr lang="zh-CN" altLang="en-US" sz="4800">
                <a:solidFill>
                  <a:prstClr val="white"/>
                </a:solidFill>
                <a:latin typeface="思源黑体旧字形 Normal" panose="020b0400000000000000" pitchFamily="34" charset="-128"/>
                <a:ea typeface="思源黑体旧字形 Normal" panose="020b0400000000000000" pitchFamily="34" charset="-128"/>
              </a:endParaRPr>
            </a:p>
          </p:txBody>
        </p:sp>
        <p:sp>
          <p:nvSpPr>
            <p:cNvPr id="4" name="MH_Other_2"/>
            <p:cNvSpPr/>
            <p:nvPr>
              <p:custDataLst>
                <p:tags r:id="rId4"/>
              </p:custDataLst>
            </p:nvPr>
          </p:nvSpPr>
          <p:spPr bwMode="auto">
            <a:xfrm>
              <a:off x="440450" y="441196"/>
              <a:ext cx="302442" cy="284465"/>
            </a:xfrm>
            <a:custGeom>
              <a:gdLst>
                <a:gd name="T0" fmla="*/ 373604 w 1361803"/>
                <a:gd name="T1" fmla="*/ 882437 h 1281345"/>
                <a:gd name="T2" fmla="*/ 476200 w 1361803"/>
                <a:gd name="T3" fmla="*/ 923828 h 1281345"/>
                <a:gd name="T4" fmla="*/ 554139 w 1361803"/>
                <a:gd name="T5" fmla="*/ 940808 h 1281345"/>
                <a:gd name="T6" fmla="*/ 528484 w 1361803"/>
                <a:gd name="T7" fmla="*/ 1017215 h 1281345"/>
                <a:gd name="T8" fmla="*/ 460417 w 1361803"/>
                <a:gd name="T9" fmla="*/ 1039501 h 1281345"/>
                <a:gd name="T10" fmla="*/ 352881 w 1361803"/>
                <a:gd name="T11" fmla="*/ 976886 h 1281345"/>
                <a:gd name="T12" fmla="*/ 286785 w 1361803"/>
                <a:gd name="T13" fmla="*/ 1049049 h 1281345"/>
                <a:gd name="T14" fmla="*/ 312434 w 1361803"/>
                <a:gd name="T15" fmla="*/ 885625 h 1281345"/>
                <a:gd name="T16" fmla="*/ 274750 w 1361803"/>
                <a:gd name="T17" fmla="*/ 686240 h 1281345"/>
                <a:gd name="T18" fmla="*/ 665920 w 1361803"/>
                <a:gd name="T19" fmla="*/ 686240 h 1281345"/>
                <a:gd name="T20" fmla="*/ 633318 w 1361803"/>
                <a:gd name="T21" fmla="*/ 771039 h 1281345"/>
                <a:gd name="T22" fmla="*/ 270797 w 1361803"/>
                <a:gd name="T23" fmla="*/ 776338 h 1281345"/>
                <a:gd name="T24" fmla="*/ 255979 w 1361803"/>
                <a:gd name="T25" fmla="*/ 705323 h 1281345"/>
                <a:gd name="T26" fmla="*/ 278558 w 1361803"/>
                <a:gd name="T27" fmla="*/ 503808 h 1281345"/>
                <a:gd name="T28" fmla="*/ 746925 w 1361803"/>
                <a:gd name="T29" fmla="*/ 503808 h 1281345"/>
                <a:gd name="T30" fmla="*/ 766688 w 1361803"/>
                <a:gd name="T31" fmla="*/ 555844 h 1281345"/>
                <a:gd name="T32" fmla="*/ 279544 w 1361803"/>
                <a:gd name="T33" fmla="*/ 593008 h 1281345"/>
                <a:gd name="T34" fmla="*/ 256813 w 1361803"/>
                <a:gd name="T35" fmla="*/ 527172 h 1281345"/>
                <a:gd name="T36" fmla="*/ 944591 w 1361803"/>
                <a:gd name="T37" fmla="*/ 452716 h 1281345"/>
                <a:gd name="T38" fmla="*/ 1023588 w 1361803"/>
                <a:gd name="T39" fmla="*/ 643756 h 1281345"/>
                <a:gd name="T40" fmla="*/ 636495 w 1361803"/>
                <a:gd name="T41" fmla="*/ 1040700 h 1281345"/>
                <a:gd name="T42" fmla="*/ 601932 w 1361803"/>
                <a:gd name="T43" fmla="*/ 1010980 h 1281345"/>
                <a:gd name="T44" fmla="*/ 940644 w 1361803"/>
                <a:gd name="T45" fmla="*/ 460140 h 1281345"/>
                <a:gd name="T46" fmla="*/ 1339566 w 1361803"/>
                <a:gd name="T47" fmla="*/ 322482 h 1281345"/>
                <a:gd name="T48" fmla="*/ 1356355 w 1361803"/>
                <a:gd name="T49" fmla="*/ 373372 h 1281345"/>
                <a:gd name="T50" fmla="*/ 1136163 w 1361803"/>
                <a:gd name="T51" fmla="*/ 663855 h 1281345"/>
                <a:gd name="T52" fmla="*/ 1082839 w 1361803"/>
                <a:gd name="T53" fmla="*/ 676580 h 1281345"/>
                <a:gd name="T54" fmla="*/ 1123322 w 1361803"/>
                <a:gd name="T55" fmla="*/ 596008 h 1281345"/>
                <a:gd name="T56" fmla="*/ 1312908 w 1361803"/>
                <a:gd name="T57" fmla="*/ 334145 h 1281345"/>
                <a:gd name="T58" fmla="*/ 526769 w 1361803"/>
                <a:gd name="T59" fmla="*/ 229043 h 1281345"/>
                <a:gd name="T60" fmla="*/ 766688 w 1361803"/>
                <a:gd name="T61" fmla="*/ 244970 h 1281345"/>
                <a:gd name="T62" fmla="*/ 749907 w 1361803"/>
                <a:gd name="T63" fmla="*/ 318243 h 1281345"/>
                <a:gd name="T64" fmla="*/ 529735 w 1361803"/>
                <a:gd name="T65" fmla="*/ 318243 h 1281345"/>
                <a:gd name="T66" fmla="*/ 511959 w 1361803"/>
                <a:gd name="T67" fmla="*/ 246034 h 1281345"/>
                <a:gd name="T68" fmla="*/ 1245419 w 1361803"/>
                <a:gd name="T69" fmla="*/ 137724 h 1281345"/>
                <a:gd name="T70" fmla="*/ 1309122 w 1361803"/>
                <a:gd name="T71" fmla="*/ 239622 h 1281345"/>
                <a:gd name="T72" fmla="*/ 1116528 w 1361803"/>
                <a:gd name="T73" fmla="*/ 531150 h 1281345"/>
                <a:gd name="T74" fmla="*/ 998003 w 1361803"/>
                <a:gd name="T75" fmla="*/ 384860 h 1281345"/>
                <a:gd name="T76" fmla="*/ 1207394 w 1361803"/>
                <a:gd name="T77" fmla="*/ 148457 h 1281345"/>
                <a:gd name="T78" fmla="*/ 327005 w 1361803"/>
                <a:gd name="T79" fmla="*/ 0 h 1281345"/>
                <a:gd name="T80" fmla="*/ 1023501 w 1361803"/>
                <a:gd name="T81" fmla="*/ 136834 h 1281345"/>
                <a:gd name="T82" fmla="*/ 1015602 w 1361803"/>
                <a:gd name="T83" fmla="*/ 237608 h 1281345"/>
                <a:gd name="T84" fmla="*/ 909891 w 1361803"/>
                <a:gd name="T85" fmla="*/ 379745 h 1281345"/>
                <a:gd name="T86" fmla="*/ 897047 w 1361803"/>
                <a:gd name="T87" fmla="*/ 313980 h 1281345"/>
                <a:gd name="T88" fmla="*/ 872348 w 1361803"/>
                <a:gd name="T89" fmla="*/ 135772 h 1281345"/>
                <a:gd name="T90" fmla="*/ 382329 w 1361803"/>
                <a:gd name="T91" fmla="*/ 135772 h 1281345"/>
                <a:gd name="T92" fmla="*/ 382329 w 1361803"/>
                <a:gd name="T93" fmla="*/ 313980 h 1281345"/>
                <a:gd name="T94" fmla="*/ 143255 w 1361803"/>
                <a:gd name="T95" fmla="*/ 409444 h 1281345"/>
                <a:gd name="T96" fmla="*/ 126454 w 1361803"/>
                <a:gd name="T97" fmla="*/ 428538 h 1281345"/>
                <a:gd name="T98" fmla="*/ 151153 w 1361803"/>
                <a:gd name="T99" fmla="*/ 1143476 h 1281345"/>
                <a:gd name="T100" fmla="*/ 897047 w 1361803"/>
                <a:gd name="T101" fmla="*/ 1115897 h 1281345"/>
                <a:gd name="T102" fmla="*/ 902973 w 1361803"/>
                <a:gd name="T103" fmla="*/ 902690 h 1281345"/>
                <a:gd name="T104" fmla="*/ 1022515 w 1361803"/>
                <a:gd name="T105" fmla="*/ 767972 h 1281345"/>
                <a:gd name="T106" fmla="*/ 1023501 w 1361803"/>
                <a:gd name="T107" fmla="*/ 1133931 h 1281345"/>
                <a:gd name="T108" fmla="*/ 131394 w 1361803"/>
                <a:gd name="T109" fmla="*/ 1279248 h 1281345"/>
                <a:gd name="T110" fmla="*/ 0 w 1361803"/>
                <a:gd name="T111" fmla="*/ 335193 h 1281345"/>
                <a:gd name="T112" fmla="*/ 261801 w 1361803"/>
                <a:gd name="T113" fmla="*/ 28642 h 1281345"/>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1361803" h="1281345">
                  <a:moveTo>
                    <a:pt x="340187" y="867542"/>
                  </a:moveTo>
                  <a:cubicBezTo>
                    <a:pt x="351512" y="867144"/>
                    <a:pt x="363575" y="872724"/>
                    <a:pt x="372930" y="883885"/>
                  </a:cubicBezTo>
                  <a:cubicBezTo>
                    <a:pt x="394595" y="907270"/>
                    <a:pt x="415275" y="931718"/>
                    <a:pt x="436940" y="957229"/>
                  </a:cubicBezTo>
                  <a:cubicBezTo>
                    <a:pt x="449742" y="946599"/>
                    <a:pt x="462543" y="935970"/>
                    <a:pt x="475345" y="925340"/>
                  </a:cubicBezTo>
                  <a:cubicBezTo>
                    <a:pt x="492086" y="911522"/>
                    <a:pt x="506857" y="910459"/>
                    <a:pt x="525568" y="923214"/>
                  </a:cubicBezTo>
                  <a:cubicBezTo>
                    <a:pt x="535415" y="929592"/>
                    <a:pt x="544278" y="935970"/>
                    <a:pt x="553141" y="942347"/>
                  </a:cubicBezTo>
                  <a:cubicBezTo>
                    <a:pt x="545263" y="967858"/>
                    <a:pt x="538370" y="993369"/>
                    <a:pt x="530492" y="1018880"/>
                  </a:cubicBezTo>
                  <a:cubicBezTo>
                    <a:pt x="528522" y="1018880"/>
                    <a:pt x="528522" y="1018880"/>
                    <a:pt x="527537" y="1018880"/>
                  </a:cubicBezTo>
                  <a:cubicBezTo>
                    <a:pt x="509812" y="1000810"/>
                    <a:pt x="494056" y="1007187"/>
                    <a:pt x="479284" y="1024195"/>
                  </a:cubicBezTo>
                  <a:cubicBezTo>
                    <a:pt x="473376" y="1030572"/>
                    <a:pt x="466482" y="1035887"/>
                    <a:pt x="459589" y="1041202"/>
                  </a:cubicBezTo>
                  <a:cubicBezTo>
                    <a:pt x="438909" y="1058209"/>
                    <a:pt x="420199" y="1056083"/>
                    <a:pt x="402473" y="1035887"/>
                  </a:cubicBezTo>
                  <a:cubicBezTo>
                    <a:pt x="385732" y="1017817"/>
                    <a:pt x="369976" y="998684"/>
                    <a:pt x="352251" y="978488"/>
                  </a:cubicBezTo>
                  <a:cubicBezTo>
                    <a:pt x="343388" y="995495"/>
                    <a:pt x="335510" y="1012502"/>
                    <a:pt x="327632" y="1028446"/>
                  </a:cubicBezTo>
                  <a:cubicBezTo>
                    <a:pt x="318769" y="1046517"/>
                    <a:pt x="303013" y="1053957"/>
                    <a:pt x="286272" y="1050768"/>
                  </a:cubicBezTo>
                  <a:cubicBezTo>
                    <a:pt x="262638" y="1046517"/>
                    <a:pt x="248851" y="1019943"/>
                    <a:pt x="259683" y="995495"/>
                  </a:cubicBezTo>
                  <a:cubicBezTo>
                    <a:pt x="276424" y="959355"/>
                    <a:pt x="293165" y="922151"/>
                    <a:pt x="311876" y="887074"/>
                  </a:cubicBezTo>
                  <a:cubicBezTo>
                    <a:pt x="318276" y="874318"/>
                    <a:pt x="328863" y="867941"/>
                    <a:pt x="340187" y="867542"/>
                  </a:cubicBezTo>
                  <a:close/>
                  <a:moveTo>
                    <a:pt x="274255" y="687365"/>
                  </a:moveTo>
                  <a:cubicBezTo>
                    <a:pt x="330459" y="687365"/>
                    <a:pt x="386662" y="687365"/>
                    <a:pt x="442866" y="687365"/>
                  </a:cubicBezTo>
                  <a:cubicBezTo>
                    <a:pt x="516819" y="687365"/>
                    <a:pt x="590771" y="687365"/>
                    <a:pt x="664723" y="687365"/>
                  </a:cubicBezTo>
                  <a:cubicBezTo>
                    <a:pt x="670640" y="687365"/>
                    <a:pt x="675570" y="687365"/>
                    <a:pt x="684444" y="687365"/>
                  </a:cubicBezTo>
                  <a:cubicBezTo>
                    <a:pt x="666695" y="718154"/>
                    <a:pt x="649933" y="745757"/>
                    <a:pt x="632184" y="772299"/>
                  </a:cubicBezTo>
                  <a:cubicBezTo>
                    <a:pt x="630212" y="775484"/>
                    <a:pt x="625282" y="776545"/>
                    <a:pt x="621338" y="776545"/>
                  </a:cubicBezTo>
                  <a:cubicBezTo>
                    <a:pt x="504000" y="777607"/>
                    <a:pt x="387648" y="776545"/>
                    <a:pt x="270311" y="777607"/>
                  </a:cubicBezTo>
                  <a:cubicBezTo>
                    <a:pt x="259464" y="777607"/>
                    <a:pt x="255520" y="772299"/>
                    <a:pt x="256506" y="760620"/>
                  </a:cubicBezTo>
                  <a:cubicBezTo>
                    <a:pt x="256506" y="742572"/>
                    <a:pt x="256506" y="724524"/>
                    <a:pt x="255520" y="706475"/>
                  </a:cubicBezTo>
                  <a:cubicBezTo>
                    <a:pt x="255520" y="691612"/>
                    <a:pt x="261436" y="687365"/>
                    <a:pt x="274255" y="687365"/>
                  </a:cubicBezTo>
                  <a:close/>
                  <a:moveTo>
                    <a:pt x="278054" y="504636"/>
                  </a:moveTo>
                  <a:cubicBezTo>
                    <a:pt x="354989" y="504636"/>
                    <a:pt x="432911" y="504636"/>
                    <a:pt x="509846" y="504636"/>
                  </a:cubicBezTo>
                  <a:cubicBezTo>
                    <a:pt x="588754" y="504636"/>
                    <a:pt x="666676" y="504636"/>
                    <a:pt x="745584" y="504636"/>
                  </a:cubicBezTo>
                  <a:cubicBezTo>
                    <a:pt x="764325" y="504636"/>
                    <a:pt x="765311" y="505700"/>
                    <a:pt x="765311" y="524845"/>
                  </a:cubicBezTo>
                  <a:cubicBezTo>
                    <a:pt x="765311" y="535481"/>
                    <a:pt x="765311" y="546117"/>
                    <a:pt x="765311" y="556753"/>
                  </a:cubicBezTo>
                  <a:cubicBezTo>
                    <a:pt x="765311" y="580153"/>
                    <a:pt x="752489" y="593980"/>
                    <a:pt x="730789" y="593980"/>
                  </a:cubicBezTo>
                  <a:cubicBezTo>
                    <a:pt x="580863" y="593980"/>
                    <a:pt x="429952" y="593980"/>
                    <a:pt x="279040" y="593980"/>
                  </a:cubicBezTo>
                  <a:cubicBezTo>
                    <a:pt x="256354" y="593980"/>
                    <a:pt x="256354" y="592917"/>
                    <a:pt x="256354" y="569517"/>
                  </a:cubicBezTo>
                  <a:cubicBezTo>
                    <a:pt x="256354" y="555690"/>
                    <a:pt x="256354" y="541863"/>
                    <a:pt x="256354" y="528036"/>
                  </a:cubicBezTo>
                  <a:cubicBezTo>
                    <a:pt x="256354" y="504636"/>
                    <a:pt x="256354" y="504636"/>
                    <a:pt x="278054" y="504636"/>
                  </a:cubicBezTo>
                  <a:close/>
                  <a:moveTo>
                    <a:pt x="942895" y="453454"/>
                  </a:moveTo>
                  <a:cubicBezTo>
                    <a:pt x="989224" y="494914"/>
                    <a:pt x="1033581" y="534249"/>
                    <a:pt x="1077938" y="574646"/>
                  </a:cubicBezTo>
                  <a:cubicBezTo>
                    <a:pt x="1059210" y="599097"/>
                    <a:pt x="1040481" y="622484"/>
                    <a:pt x="1021752" y="644809"/>
                  </a:cubicBezTo>
                  <a:cubicBezTo>
                    <a:pt x="928109" y="760685"/>
                    <a:pt x="831509" y="874435"/>
                    <a:pt x="722095" y="974365"/>
                  </a:cubicBezTo>
                  <a:cubicBezTo>
                    <a:pt x="695481" y="999879"/>
                    <a:pt x="664923" y="1021141"/>
                    <a:pt x="635352" y="1042403"/>
                  </a:cubicBezTo>
                  <a:cubicBezTo>
                    <a:pt x="626481" y="1048781"/>
                    <a:pt x="613666" y="1046655"/>
                    <a:pt x="601838" y="1048781"/>
                  </a:cubicBezTo>
                  <a:cubicBezTo>
                    <a:pt x="601838" y="1037087"/>
                    <a:pt x="596909" y="1023267"/>
                    <a:pt x="600852" y="1012636"/>
                  </a:cubicBezTo>
                  <a:cubicBezTo>
                    <a:pt x="619581" y="969050"/>
                    <a:pt x="637323" y="924400"/>
                    <a:pt x="659995" y="882940"/>
                  </a:cubicBezTo>
                  <a:cubicBezTo>
                    <a:pt x="741809" y="734108"/>
                    <a:pt x="838409" y="595907"/>
                    <a:pt x="938952" y="460896"/>
                  </a:cubicBezTo>
                  <a:cubicBezTo>
                    <a:pt x="939938" y="458770"/>
                    <a:pt x="940924" y="456643"/>
                    <a:pt x="942895" y="453454"/>
                  </a:cubicBezTo>
                  <a:close/>
                  <a:moveTo>
                    <a:pt x="1337162" y="323013"/>
                  </a:moveTo>
                  <a:cubicBezTo>
                    <a:pt x="1348990" y="326198"/>
                    <a:pt x="1361803" y="343189"/>
                    <a:pt x="1361803" y="358055"/>
                  </a:cubicBezTo>
                  <a:cubicBezTo>
                    <a:pt x="1359832" y="361241"/>
                    <a:pt x="1357861" y="367612"/>
                    <a:pt x="1353918" y="373984"/>
                  </a:cubicBezTo>
                  <a:cubicBezTo>
                    <a:pt x="1300693" y="447255"/>
                    <a:pt x="1247469" y="521588"/>
                    <a:pt x="1194244" y="594859"/>
                  </a:cubicBezTo>
                  <a:cubicBezTo>
                    <a:pt x="1175517" y="619282"/>
                    <a:pt x="1154818" y="642644"/>
                    <a:pt x="1134120" y="664944"/>
                  </a:cubicBezTo>
                  <a:cubicBezTo>
                    <a:pt x="1125249" y="673439"/>
                    <a:pt x="1113421" y="678749"/>
                    <a:pt x="1101594" y="682996"/>
                  </a:cubicBezTo>
                  <a:cubicBezTo>
                    <a:pt x="1095680" y="685120"/>
                    <a:pt x="1083852" y="682996"/>
                    <a:pt x="1080895" y="677687"/>
                  </a:cubicBezTo>
                  <a:cubicBezTo>
                    <a:pt x="1077938" y="671315"/>
                    <a:pt x="1077938" y="658573"/>
                    <a:pt x="1080895" y="652201"/>
                  </a:cubicBezTo>
                  <a:cubicBezTo>
                    <a:pt x="1092723" y="633087"/>
                    <a:pt x="1107507" y="615035"/>
                    <a:pt x="1121306" y="596983"/>
                  </a:cubicBezTo>
                  <a:cubicBezTo>
                    <a:pt x="1175517" y="522650"/>
                    <a:pt x="1229727" y="449379"/>
                    <a:pt x="1284923" y="375046"/>
                  </a:cubicBezTo>
                  <a:cubicBezTo>
                    <a:pt x="1293794" y="362303"/>
                    <a:pt x="1302665" y="348498"/>
                    <a:pt x="1310550" y="334694"/>
                  </a:cubicBezTo>
                  <a:cubicBezTo>
                    <a:pt x="1317449" y="324075"/>
                    <a:pt x="1325334" y="318765"/>
                    <a:pt x="1337162" y="323013"/>
                  </a:cubicBezTo>
                  <a:close/>
                  <a:moveTo>
                    <a:pt x="525824" y="229421"/>
                  </a:moveTo>
                  <a:cubicBezTo>
                    <a:pt x="600725" y="229421"/>
                    <a:pt x="675627" y="229421"/>
                    <a:pt x="750528" y="229421"/>
                  </a:cubicBezTo>
                  <a:cubicBezTo>
                    <a:pt x="761369" y="229421"/>
                    <a:pt x="765311" y="233676"/>
                    <a:pt x="765311" y="245375"/>
                  </a:cubicBezTo>
                  <a:cubicBezTo>
                    <a:pt x="764326" y="264521"/>
                    <a:pt x="764326" y="282602"/>
                    <a:pt x="765311" y="301747"/>
                  </a:cubicBezTo>
                  <a:cubicBezTo>
                    <a:pt x="765311" y="314511"/>
                    <a:pt x="760383" y="318765"/>
                    <a:pt x="748557" y="318765"/>
                  </a:cubicBezTo>
                  <a:cubicBezTo>
                    <a:pt x="711106" y="318765"/>
                    <a:pt x="674641" y="318765"/>
                    <a:pt x="638176" y="318765"/>
                  </a:cubicBezTo>
                  <a:cubicBezTo>
                    <a:pt x="601711" y="318765"/>
                    <a:pt x="565246" y="317702"/>
                    <a:pt x="528781" y="318765"/>
                  </a:cubicBezTo>
                  <a:cubicBezTo>
                    <a:pt x="515969" y="318765"/>
                    <a:pt x="511041" y="313447"/>
                    <a:pt x="511041" y="299620"/>
                  </a:cubicBezTo>
                  <a:cubicBezTo>
                    <a:pt x="512027" y="282602"/>
                    <a:pt x="512027" y="264521"/>
                    <a:pt x="511041" y="246439"/>
                  </a:cubicBezTo>
                  <a:cubicBezTo>
                    <a:pt x="511041" y="234739"/>
                    <a:pt x="514983" y="229421"/>
                    <a:pt x="525824" y="229421"/>
                  </a:cubicBezTo>
                  <a:close/>
                  <a:moveTo>
                    <a:pt x="1243182" y="137949"/>
                  </a:moveTo>
                  <a:cubicBezTo>
                    <a:pt x="1255260" y="139675"/>
                    <a:pt x="1267337" y="146577"/>
                    <a:pt x="1281140" y="158257"/>
                  </a:cubicBezTo>
                  <a:cubicBezTo>
                    <a:pt x="1308745" y="183741"/>
                    <a:pt x="1317618" y="208163"/>
                    <a:pt x="1306773" y="240018"/>
                  </a:cubicBezTo>
                  <a:cubicBezTo>
                    <a:pt x="1300858" y="257008"/>
                    <a:pt x="1294942" y="275059"/>
                    <a:pt x="1285083" y="289925"/>
                  </a:cubicBezTo>
                  <a:cubicBezTo>
                    <a:pt x="1228886" y="370624"/>
                    <a:pt x="1171704" y="450262"/>
                    <a:pt x="1114521" y="532023"/>
                  </a:cubicBezTo>
                  <a:cubicBezTo>
                    <a:pt x="1066212" y="489550"/>
                    <a:pt x="1022832" y="450262"/>
                    <a:pt x="977480" y="410974"/>
                  </a:cubicBezTo>
                  <a:cubicBezTo>
                    <a:pt x="984381" y="401417"/>
                    <a:pt x="990297" y="392923"/>
                    <a:pt x="996212" y="385490"/>
                  </a:cubicBezTo>
                  <a:cubicBezTo>
                    <a:pt x="1050437" y="319656"/>
                    <a:pt x="1103676" y="252760"/>
                    <a:pt x="1157901" y="187988"/>
                  </a:cubicBezTo>
                  <a:cubicBezTo>
                    <a:pt x="1170718" y="172061"/>
                    <a:pt x="1188464" y="159319"/>
                    <a:pt x="1205225" y="148700"/>
                  </a:cubicBezTo>
                  <a:cubicBezTo>
                    <a:pt x="1219027" y="139675"/>
                    <a:pt x="1231105" y="136224"/>
                    <a:pt x="1243182" y="137949"/>
                  </a:cubicBezTo>
                  <a:close/>
                  <a:moveTo>
                    <a:pt x="326420" y="0"/>
                  </a:moveTo>
                  <a:cubicBezTo>
                    <a:pt x="513791" y="0"/>
                    <a:pt x="702148" y="0"/>
                    <a:pt x="889519" y="0"/>
                  </a:cubicBezTo>
                  <a:cubicBezTo>
                    <a:pt x="964468" y="1063"/>
                    <a:pt x="1018707" y="56311"/>
                    <a:pt x="1021665" y="137059"/>
                  </a:cubicBezTo>
                  <a:cubicBezTo>
                    <a:pt x="1021665" y="164684"/>
                    <a:pt x="1021665" y="191246"/>
                    <a:pt x="1020679" y="218870"/>
                  </a:cubicBezTo>
                  <a:cubicBezTo>
                    <a:pt x="1020679" y="225245"/>
                    <a:pt x="1017721" y="232682"/>
                    <a:pt x="1013776" y="237995"/>
                  </a:cubicBezTo>
                  <a:cubicBezTo>
                    <a:pt x="985177" y="275181"/>
                    <a:pt x="956578" y="311305"/>
                    <a:pt x="928966" y="348492"/>
                  </a:cubicBezTo>
                  <a:cubicBezTo>
                    <a:pt x="921077" y="358054"/>
                    <a:pt x="915160" y="369741"/>
                    <a:pt x="908256" y="380366"/>
                  </a:cubicBezTo>
                  <a:cubicBezTo>
                    <a:pt x="905298" y="384616"/>
                    <a:pt x="901353" y="387804"/>
                    <a:pt x="895436" y="395241"/>
                  </a:cubicBezTo>
                  <a:cubicBezTo>
                    <a:pt x="895436" y="365492"/>
                    <a:pt x="895436" y="339992"/>
                    <a:pt x="895436" y="314493"/>
                  </a:cubicBezTo>
                  <a:cubicBezTo>
                    <a:pt x="895436" y="263494"/>
                    <a:pt x="895436" y="212495"/>
                    <a:pt x="895436" y="161496"/>
                  </a:cubicBezTo>
                  <a:cubicBezTo>
                    <a:pt x="895436" y="139184"/>
                    <a:pt x="892478" y="135997"/>
                    <a:pt x="870782" y="135997"/>
                  </a:cubicBezTo>
                  <a:cubicBezTo>
                    <a:pt x="713982" y="135997"/>
                    <a:pt x="557182" y="135997"/>
                    <a:pt x="399396" y="135997"/>
                  </a:cubicBezTo>
                  <a:cubicBezTo>
                    <a:pt x="394465" y="135997"/>
                    <a:pt x="388548" y="135997"/>
                    <a:pt x="381645" y="135997"/>
                  </a:cubicBezTo>
                  <a:cubicBezTo>
                    <a:pt x="381645" y="145559"/>
                    <a:pt x="381645" y="152997"/>
                    <a:pt x="381645" y="159371"/>
                  </a:cubicBezTo>
                  <a:cubicBezTo>
                    <a:pt x="381645" y="211433"/>
                    <a:pt x="381645" y="262431"/>
                    <a:pt x="381645" y="314493"/>
                  </a:cubicBezTo>
                  <a:cubicBezTo>
                    <a:pt x="380659" y="373991"/>
                    <a:pt x="346143" y="410116"/>
                    <a:pt x="290918" y="410116"/>
                  </a:cubicBezTo>
                  <a:cubicBezTo>
                    <a:pt x="241610" y="410116"/>
                    <a:pt x="192302" y="410116"/>
                    <a:pt x="142994" y="410116"/>
                  </a:cubicBezTo>
                  <a:cubicBezTo>
                    <a:pt x="138063" y="410116"/>
                    <a:pt x="133132" y="410116"/>
                    <a:pt x="126229" y="410116"/>
                  </a:cubicBezTo>
                  <a:cubicBezTo>
                    <a:pt x="126229" y="418615"/>
                    <a:pt x="126229" y="423928"/>
                    <a:pt x="126229" y="429240"/>
                  </a:cubicBezTo>
                  <a:cubicBezTo>
                    <a:pt x="126229" y="658735"/>
                    <a:pt x="126229" y="888229"/>
                    <a:pt x="126229" y="1117724"/>
                  </a:cubicBezTo>
                  <a:cubicBezTo>
                    <a:pt x="126229" y="1143223"/>
                    <a:pt x="128201" y="1145348"/>
                    <a:pt x="150883" y="1145348"/>
                  </a:cubicBezTo>
                  <a:cubicBezTo>
                    <a:pt x="390521" y="1145348"/>
                    <a:pt x="630158" y="1145348"/>
                    <a:pt x="869796" y="1145348"/>
                  </a:cubicBezTo>
                  <a:cubicBezTo>
                    <a:pt x="893464" y="1145348"/>
                    <a:pt x="895436" y="1143223"/>
                    <a:pt x="895436" y="1117724"/>
                  </a:cubicBezTo>
                  <a:cubicBezTo>
                    <a:pt x="895436" y="1052913"/>
                    <a:pt x="895436" y="988102"/>
                    <a:pt x="895436" y="923291"/>
                  </a:cubicBezTo>
                  <a:cubicBezTo>
                    <a:pt x="895436" y="916916"/>
                    <a:pt x="897409" y="908416"/>
                    <a:pt x="901353" y="904166"/>
                  </a:cubicBezTo>
                  <a:cubicBezTo>
                    <a:pt x="938827" y="860605"/>
                    <a:pt x="976302" y="818106"/>
                    <a:pt x="1013776" y="774545"/>
                  </a:cubicBezTo>
                  <a:cubicBezTo>
                    <a:pt x="1015748" y="773482"/>
                    <a:pt x="1016734" y="772420"/>
                    <a:pt x="1020679" y="769232"/>
                  </a:cubicBezTo>
                  <a:cubicBezTo>
                    <a:pt x="1020679" y="775607"/>
                    <a:pt x="1021665" y="779857"/>
                    <a:pt x="1021665" y="784107"/>
                  </a:cubicBezTo>
                  <a:cubicBezTo>
                    <a:pt x="1021665" y="902042"/>
                    <a:pt x="1021665" y="1018914"/>
                    <a:pt x="1021665" y="1135786"/>
                  </a:cubicBezTo>
                  <a:cubicBezTo>
                    <a:pt x="1020679" y="1222909"/>
                    <a:pt x="967426" y="1281345"/>
                    <a:pt x="886561" y="1281345"/>
                  </a:cubicBezTo>
                  <a:cubicBezTo>
                    <a:pt x="634103" y="1281345"/>
                    <a:pt x="382631" y="1281345"/>
                    <a:pt x="131160" y="1281345"/>
                  </a:cubicBezTo>
                  <a:cubicBezTo>
                    <a:pt x="55225" y="1281345"/>
                    <a:pt x="0" y="1221847"/>
                    <a:pt x="0" y="1140036"/>
                  </a:cubicBezTo>
                  <a:cubicBezTo>
                    <a:pt x="0" y="872292"/>
                    <a:pt x="0" y="603486"/>
                    <a:pt x="0" y="335742"/>
                  </a:cubicBezTo>
                  <a:cubicBezTo>
                    <a:pt x="0" y="315555"/>
                    <a:pt x="5917" y="298556"/>
                    <a:pt x="18737" y="283681"/>
                  </a:cubicBezTo>
                  <a:cubicBezTo>
                    <a:pt x="99603" y="198683"/>
                    <a:pt x="180468" y="113685"/>
                    <a:pt x="261333" y="28687"/>
                  </a:cubicBezTo>
                  <a:cubicBezTo>
                    <a:pt x="279084" y="9562"/>
                    <a:pt x="300780" y="0"/>
                    <a:pt x="32642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5" name="文本框 4"/>
          <p:cNvSpPr txBox="1"/>
          <p:nvPr/>
        </p:nvSpPr>
        <p:spPr>
          <a:xfrm>
            <a:off x="974526" y="321818"/>
            <a:ext cx="1620957" cy="523220"/>
          </a:xfrm>
          <a:prstGeom prst="rect">
            <a:avLst/>
          </a:prstGeom>
          <a:noFill/>
        </p:spPr>
        <p:txBody>
          <a:bodyPr wrap="none" rtlCol="0">
            <a:spAutoFit/>
          </a:bodyPr>
          <a:lstStyle/>
          <a:p>
            <a:r>
              <a:rPr lang="zh-CN" altLang="en-US" sz="2800" b="1">
                <a:solidFill>
                  <a:srgbClr val="3FB793"/>
                </a:solidFill>
                <a:latin typeface="思源黑体旧字形 Normal" panose="020b0400000000000000" pitchFamily="34" charset="-128"/>
                <a:ea typeface="思源黑体旧字形 Normal" panose="020b0400000000000000" pitchFamily="34" charset="-128"/>
              </a:rPr>
              <a:t>基本信息</a:t>
            </a:r>
          </a:p>
        </p:txBody>
      </p:sp>
      <p:grpSp>
        <p:nvGrpSpPr>
          <p:cNvPr id="50" name="组合 49">
            <a:extLst>
              <a:ext uri="{FF2B5EF4-FFF2-40B4-BE49-F238E27FC236}">
                <a16:creationId xmlns:a16="http://schemas.microsoft.com/office/drawing/2014/main" id="{0211FBCC-FC10-428D-8249-FA0B6D9D7563}"/>
              </a:ext>
            </a:extLst>
          </p:cNvPr>
          <p:cNvGrpSpPr/>
          <p:nvPr/>
        </p:nvGrpSpPr>
        <p:grpSpPr>
          <a:xfrm>
            <a:off x="6062020" y="2094232"/>
            <a:ext cx="3471165" cy="461665"/>
            <a:chOff x="5567584" y="1792550"/>
            <a:chExt cx="3471165" cy="461665"/>
          </a:xfrm>
        </p:grpSpPr>
        <p:sp>
          <p:nvSpPr>
            <p:cNvPr id="51" name="文本框 50">
              <a:extLst>
                <a:ext uri="{FF2B5EF4-FFF2-40B4-BE49-F238E27FC236}">
                  <a16:creationId xmlns:a16="http://schemas.microsoft.com/office/drawing/2014/main" id="{B76D9447-183A-4E01-8341-B0677B38A805}"/>
                </a:ext>
              </a:extLst>
            </p:cNvPr>
            <p:cNvSpPr txBox="1"/>
            <p:nvPr/>
          </p:nvSpPr>
          <p:spPr>
            <a:xfrm>
              <a:off x="6004147" y="1792550"/>
              <a:ext cx="3034602" cy="461665"/>
            </a:xfrm>
            <a:prstGeom prst="rect">
              <a:avLst/>
            </a:prstGeom>
            <a:noFill/>
          </p:spPr>
          <p:txBody>
            <a:bodyPr wrap="square" rtlCol="0">
              <a:spAutoFit/>
            </a:bodyPr>
            <a:lstStyle/>
            <a:p>
              <a:r>
                <a:rPr lang="zh-CN" altLang="en-US" sz="2400" b="1">
                  <a:solidFill>
                    <a:srgbClr val="405764"/>
                  </a:solidFill>
                  <a:latin typeface="思源黑体旧字形 Normal" panose="020b0400000000000000" pitchFamily="34" charset="-128"/>
                  <a:ea typeface="思源黑体旧字形 Normal" panose="020b0400000000000000" pitchFamily="34" charset="-128"/>
                </a:rPr>
                <a:t>姓名：王某某</a:t>
              </a:r>
              <a:endParaRPr lang="zh-CN" altLang="en-US" sz="2400">
                <a:solidFill>
                  <a:srgbClr val="405764"/>
                </a:solidFill>
                <a:latin typeface="思源黑体旧字形 Normal" panose="020b0400000000000000" pitchFamily="34" charset="-128"/>
                <a:ea typeface="思源黑体旧字形 Normal" panose="020b0400000000000000" pitchFamily="34" charset="-128"/>
              </a:endParaRPr>
            </a:p>
          </p:txBody>
        </p:sp>
        <p:sp>
          <p:nvSpPr>
            <p:cNvPr id="52" name="manager-avatar_76828">
              <a:extLst>
                <a:ext uri="{FF2B5EF4-FFF2-40B4-BE49-F238E27FC236}">
                  <a16:creationId xmlns:a16="http://schemas.microsoft.com/office/drawing/2014/main" id="{89441FF9-57E3-4228-8F87-6758A5C230DF}"/>
                </a:ext>
              </a:extLst>
            </p:cNvPr>
            <p:cNvSpPr>
              <a:spLocks noChangeAspect="1"/>
            </p:cNvSpPr>
            <p:nvPr/>
          </p:nvSpPr>
          <p:spPr bwMode="auto">
            <a:xfrm>
              <a:off x="5567584" y="1804804"/>
              <a:ext cx="340475" cy="381496"/>
            </a:xfrm>
            <a:custGeom>
              <a:gdLst>
                <a:gd name="T0" fmla="*/ 1931 w 2597"/>
                <a:gd name="T1" fmla="*/ 807 h 2914"/>
                <a:gd name="T2" fmla="*/ 1741 w 2597"/>
                <a:gd name="T3" fmla="*/ 141 h 2914"/>
                <a:gd name="T4" fmla="*/ 1037 w 2597"/>
                <a:gd name="T5" fmla="*/ 90 h 2914"/>
                <a:gd name="T6" fmla="*/ 646 w 2597"/>
                <a:gd name="T7" fmla="*/ 436 h 2914"/>
                <a:gd name="T8" fmla="*/ 665 w 2597"/>
                <a:gd name="T9" fmla="*/ 807 h 2914"/>
                <a:gd name="T10" fmla="*/ 593 w 2597"/>
                <a:gd name="T11" fmla="*/ 1085 h 2914"/>
                <a:gd name="T12" fmla="*/ 989 w 2597"/>
                <a:gd name="T13" fmla="*/ 1588 h 2914"/>
                <a:gd name="T14" fmla="*/ 1298 w 2597"/>
                <a:gd name="T15" fmla="*/ 1696 h 2914"/>
                <a:gd name="T16" fmla="*/ 1608 w 2597"/>
                <a:gd name="T17" fmla="*/ 1588 h 2914"/>
                <a:gd name="T18" fmla="*/ 2003 w 2597"/>
                <a:gd name="T19" fmla="*/ 1085 h 2914"/>
                <a:gd name="T20" fmla="*/ 1874 w 2597"/>
                <a:gd name="T21" fmla="*/ 1052 h 2914"/>
                <a:gd name="T22" fmla="*/ 1766 w 2597"/>
                <a:gd name="T23" fmla="*/ 1173 h 2914"/>
                <a:gd name="T24" fmla="*/ 1517 w 2597"/>
                <a:gd name="T25" fmla="*/ 1490 h 2914"/>
                <a:gd name="T26" fmla="*/ 1156 w 2597"/>
                <a:gd name="T27" fmla="*/ 1536 h 2914"/>
                <a:gd name="T28" fmla="*/ 903 w 2597"/>
                <a:gd name="T29" fmla="*/ 1210 h 2914"/>
                <a:gd name="T30" fmla="*/ 830 w 2597"/>
                <a:gd name="T31" fmla="*/ 1173 h 2914"/>
                <a:gd name="T32" fmla="*/ 722 w 2597"/>
                <a:gd name="T33" fmla="*/ 1052 h 2914"/>
                <a:gd name="T34" fmla="*/ 745 w 2597"/>
                <a:gd name="T35" fmla="*/ 916 h 2914"/>
                <a:gd name="T36" fmla="*/ 800 w 2597"/>
                <a:gd name="T37" fmla="*/ 765 h 2914"/>
                <a:gd name="T38" fmla="*/ 1052 w 2597"/>
                <a:gd name="T39" fmla="*/ 526 h 2914"/>
                <a:gd name="T40" fmla="*/ 1795 w 2597"/>
                <a:gd name="T41" fmla="*/ 746 h 2914"/>
                <a:gd name="T42" fmla="*/ 1851 w 2597"/>
                <a:gd name="T43" fmla="*/ 916 h 2914"/>
                <a:gd name="T44" fmla="*/ 1874 w 2597"/>
                <a:gd name="T45" fmla="*/ 1052 h 2914"/>
                <a:gd name="T46" fmla="*/ 1719 w 2597"/>
                <a:gd name="T47" fmla="*/ 1709 h 2914"/>
                <a:gd name="T48" fmla="*/ 1632 w 2597"/>
                <a:gd name="T49" fmla="*/ 1748 h 2914"/>
                <a:gd name="T50" fmla="*/ 1456 w 2597"/>
                <a:gd name="T51" fmla="*/ 2070 h 2914"/>
                <a:gd name="T52" fmla="*/ 1496 w 2597"/>
                <a:gd name="T53" fmla="*/ 1895 h 2914"/>
                <a:gd name="T54" fmla="*/ 1156 w 2597"/>
                <a:gd name="T55" fmla="*/ 1865 h 2914"/>
                <a:gd name="T56" fmla="*/ 1094 w 2597"/>
                <a:gd name="T57" fmla="*/ 1957 h 2914"/>
                <a:gd name="T58" fmla="*/ 1111 w 2597"/>
                <a:gd name="T59" fmla="*/ 2153 h 2914"/>
                <a:gd name="T60" fmla="*/ 929 w 2597"/>
                <a:gd name="T61" fmla="*/ 1710 h 2914"/>
                <a:gd name="T62" fmla="*/ 294 w 2597"/>
                <a:gd name="T63" fmla="*/ 1942 h 2914"/>
                <a:gd name="T64" fmla="*/ 0 w 2597"/>
                <a:gd name="T65" fmla="*/ 2848 h 2914"/>
                <a:gd name="T66" fmla="*/ 2530 w 2597"/>
                <a:gd name="T67" fmla="*/ 2914 h 2914"/>
                <a:gd name="T68" fmla="*/ 2597 w 2597"/>
                <a:gd name="T69" fmla="*/ 2377 h 2914"/>
                <a:gd name="T70" fmla="*/ 2282 w 2597"/>
                <a:gd name="T71" fmla="*/ 2570 h 2914"/>
                <a:gd name="T72" fmla="*/ 1767 w 2597"/>
                <a:gd name="T73" fmla="*/ 2636 h 2914"/>
                <a:gd name="T74" fmla="*/ 1701 w 2597"/>
                <a:gd name="T75" fmla="*/ 2362 h 2914"/>
                <a:gd name="T76" fmla="*/ 2215 w 2597"/>
                <a:gd name="T77" fmla="*/ 2295 h 2914"/>
                <a:gd name="T78" fmla="*/ 2282 w 2597"/>
                <a:gd name="T79" fmla="*/ 2570 h 2914"/>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597" h="2914">
                  <a:moveTo>
                    <a:pt x="1985" y="861"/>
                  </a:moveTo>
                  <a:cubicBezTo>
                    <a:pt x="1969" y="836"/>
                    <a:pt x="1949" y="819"/>
                    <a:pt x="1931" y="807"/>
                  </a:cubicBezTo>
                  <a:cubicBezTo>
                    <a:pt x="1931" y="776"/>
                    <a:pt x="1929" y="732"/>
                    <a:pt x="1922" y="682"/>
                  </a:cubicBezTo>
                  <a:cubicBezTo>
                    <a:pt x="1927" y="622"/>
                    <a:pt x="1944" y="290"/>
                    <a:pt x="1741" y="141"/>
                  </a:cubicBezTo>
                  <a:cubicBezTo>
                    <a:pt x="1616" y="49"/>
                    <a:pt x="1477" y="0"/>
                    <a:pt x="1338" y="0"/>
                  </a:cubicBezTo>
                  <a:cubicBezTo>
                    <a:pt x="1226" y="0"/>
                    <a:pt x="1119" y="32"/>
                    <a:pt x="1037" y="90"/>
                  </a:cubicBezTo>
                  <a:cubicBezTo>
                    <a:pt x="963" y="142"/>
                    <a:pt x="922" y="199"/>
                    <a:pt x="900" y="239"/>
                  </a:cubicBezTo>
                  <a:cubicBezTo>
                    <a:pt x="837" y="241"/>
                    <a:pt x="705" y="267"/>
                    <a:pt x="646" y="436"/>
                  </a:cubicBezTo>
                  <a:cubicBezTo>
                    <a:pt x="591" y="595"/>
                    <a:pt x="636" y="693"/>
                    <a:pt x="668" y="739"/>
                  </a:cubicBezTo>
                  <a:cubicBezTo>
                    <a:pt x="666" y="765"/>
                    <a:pt x="665" y="789"/>
                    <a:pt x="665" y="807"/>
                  </a:cubicBezTo>
                  <a:cubicBezTo>
                    <a:pt x="647" y="819"/>
                    <a:pt x="628" y="836"/>
                    <a:pt x="611" y="861"/>
                  </a:cubicBezTo>
                  <a:cubicBezTo>
                    <a:pt x="575" y="917"/>
                    <a:pt x="569" y="993"/>
                    <a:pt x="593" y="1085"/>
                  </a:cubicBezTo>
                  <a:cubicBezTo>
                    <a:pt x="638" y="1259"/>
                    <a:pt x="744" y="1297"/>
                    <a:pt x="801" y="1305"/>
                  </a:cubicBezTo>
                  <a:cubicBezTo>
                    <a:pt x="836" y="1374"/>
                    <a:pt x="912" y="1516"/>
                    <a:pt x="989" y="1588"/>
                  </a:cubicBezTo>
                  <a:cubicBezTo>
                    <a:pt x="1019" y="1616"/>
                    <a:pt x="1059" y="1641"/>
                    <a:pt x="1107" y="1659"/>
                  </a:cubicBezTo>
                  <a:cubicBezTo>
                    <a:pt x="1168" y="1684"/>
                    <a:pt x="1232" y="1696"/>
                    <a:pt x="1298" y="1696"/>
                  </a:cubicBezTo>
                  <a:cubicBezTo>
                    <a:pt x="1364" y="1696"/>
                    <a:pt x="1429" y="1684"/>
                    <a:pt x="1490" y="1659"/>
                  </a:cubicBezTo>
                  <a:cubicBezTo>
                    <a:pt x="1538" y="1641"/>
                    <a:pt x="1577" y="1616"/>
                    <a:pt x="1608" y="1588"/>
                  </a:cubicBezTo>
                  <a:cubicBezTo>
                    <a:pt x="1684" y="1516"/>
                    <a:pt x="1761" y="1374"/>
                    <a:pt x="1796" y="1305"/>
                  </a:cubicBezTo>
                  <a:cubicBezTo>
                    <a:pt x="1852" y="1297"/>
                    <a:pt x="1958" y="1259"/>
                    <a:pt x="2003" y="1085"/>
                  </a:cubicBezTo>
                  <a:cubicBezTo>
                    <a:pt x="2028" y="993"/>
                    <a:pt x="2022" y="917"/>
                    <a:pt x="1985" y="861"/>
                  </a:cubicBezTo>
                  <a:close/>
                  <a:moveTo>
                    <a:pt x="1874" y="1052"/>
                  </a:moveTo>
                  <a:cubicBezTo>
                    <a:pt x="1847" y="1157"/>
                    <a:pt x="1797" y="1173"/>
                    <a:pt x="1770" y="1173"/>
                  </a:cubicBezTo>
                  <a:cubicBezTo>
                    <a:pt x="1768" y="1173"/>
                    <a:pt x="1767" y="1173"/>
                    <a:pt x="1766" y="1173"/>
                  </a:cubicBezTo>
                  <a:cubicBezTo>
                    <a:pt x="1735" y="1165"/>
                    <a:pt x="1707" y="1181"/>
                    <a:pt x="1693" y="1210"/>
                  </a:cubicBezTo>
                  <a:cubicBezTo>
                    <a:pt x="1667" y="1267"/>
                    <a:pt x="1584" y="1428"/>
                    <a:pt x="1517" y="1490"/>
                  </a:cubicBezTo>
                  <a:cubicBezTo>
                    <a:pt x="1499" y="1508"/>
                    <a:pt x="1473" y="1523"/>
                    <a:pt x="1441" y="1536"/>
                  </a:cubicBezTo>
                  <a:cubicBezTo>
                    <a:pt x="1350" y="1572"/>
                    <a:pt x="1246" y="1572"/>
                    <a:pt x="1156" y="1536"/>
                  </a:cubicBezTo>
                  <a:cubicBezTo>
                    <a:pt x="1124" y="1523"/>
                    <a:pt x="1098" y="1508"/>
                    <a:pt x="1080" y="1490"/>
                  </a:cubicBezTo>
                  <a:cubicBezTo>
                    <a:pt x="1013" y="1428"/>
                    <a:pt x="930" y="1267"/>
                    <a:pt x="903" y="1210"/>
                  </a:cubicBezTo>
                  <a:cubicBezTo>
                    <a:pt x="892" y="1186"/>
                    <a:pt x="870" y="1171"/>
                    <a:pt x="846" y="1171"/>
                  </a:cubicBezTo>
                  <a:cubicBezTo>
                    <a:pt x="841" y="1171"/>
                    <a:pt x="835" y="1172"/>
                    <a:pt x="830" y="1173"/>
                  </a:cubicBezTo>
                  <a:cubicBezTo>
                    <a:pt x="829" y="1173"/>
                    <a:pt x="828" y="1173"/>
                    <a:pt x="826" y="1173"/>
                  </a:cubicBezTo>
                  <a:cubicBezTo>
                    <a:pt x="799" y="1173"/>
                    <a:pt x="750" y="1157"/>
                    <a:pt x="722" y="1052"/>
                  </a:cubicBezTo>
                  <a:cubicBezTo>
                    <a:pt x="708" y="1000"/>
                    <a:pt x="708" y="958"/>
                    <a:pt x="722" y="935"/>
                  </a:cubicBezTo>
                  <a:cubicBezTo>
                    <a:pt x="730" y="921"/>
                    <a:pt x="742" y="917"/>
                    <a:pt x="745" y="916"/>
                  </a:cubicBezTo>
                  <a:cubicBezTo>
                    <a:pt x="781" y="912"/>
                    <a:pt x="803" y="880"/>
                    <a:pt x="800" y="844"/>
                  </a:cubicBezTo>
                  <a:cubicBezTo>
                    <a:pt x="800" y="843"/>
                    <a:pt x="797" y="812"/>
                    <a:pt x="800" y="765"/>
                  </a:cubicBezTo>
                  <a:cubicBezTo>
                    <a:pt x="846" y="745"/>
                    <a:pt x="920" y="707"/>
                    <a:pt x="981" y="640"/>
                  </a:cubicBezTo>
                  <a:cubicBezTo>
                    <a:pt x="1013" y="606"/>
                    <a:pt x="1036" y="564"/>
                    <a:pt x="1052" y="526"/>
                  </a:cubicBezTo>
                  <a:cubicBezTo>
                    <a:pt x="1097" y="562"/>
                    <a:pt x="1160" y="605"/>
                    <a:pt x="1244" y="642"/>
                  </a:cubicBezTo>
                  <a:cubicBezTo>
                    <a:pt x="1387" y="706"/>
                    <a:pt x="1674" y="736"/>
                    <a:pt x="1795" y="746"/>
                  </a:cubicBezTo>
                  <a:cubicBezTo>
                    <a:pt x="1800" y="804"/>
                    <a:pt x="1797" y="843"/>
                    <a:pt x="1797" y="844"/>
                  </a:cubicBezTo>
                  <a:cubicBezTo>
                    <a:pt x="1793" y="880"/>
                    <a:pt x="1815" y="912"/>
                    <a:pt x="1851" y="916"/>
                  </a:cubicBezTo>
                  <a:cubicBezTo>
                    <a:pt x="1855" y="917"/>
                    <a:pt x="1866" y="921"/>
                    <a:pt x="1874" y="935"/>
                  </a:cubicBezTo>
                  <a:cubicBezTo>
                    <a:pt x="1888" y="958"/>
                    <a:pt x="1888" y="1000"/>
                    <a:pt x="1874" y="1052"/>
                  </a:cubicBezTo>
                  <a:close/>
                  <a:moveTo>
                    <a:pt x="2302" y="1942"/>
                  </a:moveTo>
                  <a:lnTo>
                    <a:pt x="1719" y="1709"/>
                  </a:lnTo>
                  <a:cubicBezTo>
                    <a:pt x="1702" y="1702"/>
                    <a:pt x="1684" y="1703"/>
                    <a:pt x="1667" y="1710"/>
                  </a:cubicBezTo>
                  <a:cubicBezTo>
                    <a:pt x="1651" y="1717"/>
                    <a:pt x="1638" y="1731"/>
                    <a:pt x="1632" y="1748"/>
                  </a:cubicBezTo>
                  <a:lnTo>
                    <a:pt x="1485" y="2153"/>
                  </a:lnTo>
                  <a:lnTo>
                    <a:pt x="1456" y="2070"/>
                  </a:lnTo>
                  <a:lnTo>
                    <a:pt x="1502" y="1957"/>
                  </a:lnTo>
                  <a:cubicBezTo>
                    <a:pt x="1511" y="1936"/>
                    <a:pt x="1508" y="1913"/>
                    <a:pt x="1496" y="1895"/>
                  </a:cubicBezTo>
                  <a:cubicBezTo>
                    <a:pt x="1484" y="1876"/>
                    <a:pt x="1463" y="1865"/>
                    <a:pt x="1441" y="1865"/>
                  </a:cubicBezTo>
                  <a:lnTo>
                    <a:pt x="1156" y="1865"/>
                  </a:lnTo>
                  <a:cubicBezTo>
                    <a:pt x="1134" y="1865"/>
                    <a:pt x="1113" y="1876"/>
                    <a:pt x="1101" y="1895"/>
                  </a:cubicBezTo>
                  <a:cubicBezTo>
                    <a:pt x="1088" y="1913"/>
                    <a:pt x="1086" y="1936"/>
                    <a:pt x="1094" y="1957"/>
                  </a:cubicBezTo>
                  <a:lnTo>
                    <a:pt x="1140" y="2070"/>
                  </a:lnTo>
                  <a:lnTo>
                    <a:pt x="1111" y="2153"/>
                  </a:lnTo>
                  <a:lnTo>
                    <a:pt x="965" y="1748"/>
                  </a:lnTo>
                  <a:cubicBezTo>
                    <a:pt x="959" y="1731"/>
                    <a:pt x="946" y="1717"/>
                    <a:pt x="929" y="1710"/>
                  </a:cubicBezTo>
                  <a:cubicBezTo>
                    <a:pt x="913" y="1703"/>
                    <a:pt x="894" y="1702"/>
                    <a:pt x="877" y="1709"/>
                  </a:cubicBezTo>
                  <a:lnTo>
                    <a:pt x="294" y="1942"/>
                  </a:lnTo>
                  <a:cubicBezTo>
                    <a:pt x="115" y="2014"/>
                    <a:pt x="0" y="2184"/>
                    <a:pt x="0" y="2377"/>
                  </a:cubicBezTo>
                  <a:lnTo>
                    <a:pt x="0" y="2848"/>
                  </a:lnTo>
                  <a:cubicBezTo>
                    <a:pt x="0" y="2885"/>
                    <a:pt x="30" y="2914"/>
                    <a:pt x="66" y="2914"/>
                  </a:cubicBezTo>
                  <a:lnTo>
                    <a:pt x="2530" y="2914"/>
                  </a:lnTo>
                  <a:cubicBezTo>
                    <a:pt x="2567" y="2914"/>
                    <a:pt x="2597" y="2885"/>
                    <a:pt x="2597" y="2848"/>
                  </a:cubicBezTo>
                  <a:lnTo>
                    <a:pt x="2597" y="2377"/>
                  </a:lnTo>
                  <a:cubicBezTo>
                    <a:pt x="2597" y="2184"/>
                    <a:pt x="2481" y="2014"/>
                    <a:pt x="2302" y="1942"/>
                  </a:cubicBezTo>
                  <a:close/>
                  <a:moveTo>
                    <a:pt x="2282" y="2570"/>
                  </a:moveTo>
                  <a:cubicBezTo>
                    <a:pt x="2282" y="2606"/>
                    <a:pt x="2252" y="2636"/>
                    <a:pt x="2215" y="2636"/>
                  </a:cubicBezTo>
                  <a:lnTo>
                    <a:pt x="1767" y="2636"/>
                  </a:lnTo>
                  <a:cubicBezTo>
                    <a:pt x="1731" y="2636"/>
                    <a:pt x="1701" y="2606"/>
                    <a:pt x="1701" y="2570"/>
                  </a:cubicBezTo>
                  <a:lnTo>
                    <a:pt x="1701" y="2362"/>
                  </a:lnTo>
                  <a:cubicBezTo>
                    <a:pt x="1701" y="2325"/>
                    <a:pt x="1731" y="2295"/>
                    <a:pt x="1767" y="2295"/>
                  </a:cubicBezTo>
                  <a:lnTo>
                    <a:pt x="2215" y="2295"/>
                  </a:lnTo>
                  <a:cubicBezTo>
                    <a:pt x="2252" y="2295"/>
                    <a:pt x="2282" y="2325"/>
                    <a:pt x="2282" y="2362"/>
                  </a:cubicBezTo>
                  <a:lnTo>
                    <a:pt x="2282" y="2570"/>
                  </a:lnTo>
                  <a:close/>
                </a:path>
              </a:pathLst>
            </a:custGeom>
            <a:solidFill>
              <a:srgbClr val="545D79"/>
            </a:solidFill>
            <a:ln>
              <a:solidFill>
                <a:srgbClr val="405764"/>
              </a:solidFill>
            </a:ln>
          </p:spPr>
          <p:txBody>
            <a:bodyPr/>
            <a:lstStyle/>
            <a:p>
              <a:endParaRPr lang="zh-CN" altLang="en-US"/>
            </a:p>
          </p:txBody>
        </p:sp>
      </p:grpSp>
      <p:grpSp>
        <p:nvGrpSpPr>
          <p:cNvPr id="53" name="组合 52">
            <a:extLst>
              <a:ext uri="{FF2B5EF4-FFF2-40B4-BE49-F238E27FC236}">
                <a16:creationId xmlns:a16="http://schemas.microsoft.com/office/drawing/2014/main" id="{8900078C-2427-4D61-A615-C763692D4332}"/>
              </a:ext>
            </a:extLst>
          </p:cNvPr>
          <p:cNvGrpSpPr/>
          <p:nvPr/>
        </p:nvGrpSpPr>
        <p:grpSpPr>
          <a:xfrm>
            <a:off x="6062020" y="5279812"/>
            <a:ext cx="4297321" cy="461665"/>
            <a:chOff x="5567584" y="4978130"/>
            <a:chExt cx="4297321" cy="461665"/>
          </a:xfrm>
        </p:grpSpPr>
        <p:sp>
          <p:nvSpPr>
            <p:cNvPr id="54" name="文本框 53">
              <a:extLst>
                <a:ext uri="{FF2B5EF4-FFF2-40B4-BE49-F238E27FC236}">
                  <a16:creationId xmlns:a16="http://schemas.microsoft.com/office/drawing/2014/main" id="{5D2DAA0A-BEB1-4D50-9ADE-B91DAB48D194}"/>
                </a:ext>
              </a:extLst>
            </p:cNvPr>
            <p:cNvSpPr txBox="1"/>
            <p:nvPr/>
          </p:nvSpPr>
          <p:spPr>
            <a:xfrm>
              <a:off x="6004146" y="4978130"/>
              <a:ext cx="3860759" cy="461665"/>
            </a:xfrm>
            <a:prstGeom prst="rect">
              <a:avLst/>
            </a:prstGeom>
            <a:noFill/>
          </p:spPr>
          <p:txBody>
            <a:bodyPr wrap="square" rtlCol="0">
              <a:spAutoFit/>
            </a:bodyPr>
            <a:lstStyle/>
            <a:p>
              <a:r>
                <a:rPr lang="zh-CN" altLang="en-US" sz="2400" b="1">
                  <a:solidFill>
                    <a:srgbClr val="405764"/>
                  </a:solidFill>
                  <a:latin typeface="思源黑体旧字形 Normal" panose="020b0400000000000000" pitchFamily="34" charset="-128"/>
                  <a:ea typeface="思源黑体旧字形 Normal" panose="020b0400000000000000" pitchFamily="34" charset="-128"/>
                </a:rPr>
                <a:t>联系方式：</a:t>
              </a:r>
              <a:r>
                <a:rPr lang="en-US" altLang="zh-CN" sz="2400">
                  <a:solidFill>
                    <a:srgbClr val="405764"/>
                  </a:solidFill>
                  <a:latin typeface="思源黑体旧字形 Normal" panose="020b0400000000000000" pitchFamily="34" charset="-128"/>
                  <a:ea typeface="思源黑体旧字形 Normal" panose="020b0400000000000000" pitchFamily="34" charset="-128"/>
                </a:rPr>
                <a:t>123456789</a:t>
              </a:r>
              <a:endParaRPr lang="zh-CN" altLang="en-US" sz="2400">
                <a:solidFill>
                  <a:srgbClr val="405764"/>
                </a:solidFill>
                <a:latin typeface="思源黑体旧字形 Normal" panose="020b0400000000000000" pitchFamily="34" charset="-128"/>
                <a:ea typeface="思源黑体旧字形 Normal" panose="020b0400000000000000" pitchFamily="34" charset="-128"/>
              </a:endParaRPr>
            </a:p>
          </p:txBody>
        </p:sp>
        <p:sp>
          <p:nvSpPr>
            <p:cNvPr id="55" name="vintage-telephone-call_15866">
              <a:extLst>
                <a:ext uri="{FF2B5EF4-FFF2-40B4-BE49-F238E27FC236}">
                  <a16:creationId xmlns:a16="http://schemas.microsoft.com/office/drawing/2014/main" id="{61F9CFB5-5881-47EF-B28C-88804272C8A0}"/>
                </a:ext>
              </a:extLst>
            </p:cNvPr>
            <p:cNvSpPr>
              <a:spLocks noChangeAspect="1"/>
            </p:cNvSpPr>
            <p:nvPr/>
          </p:nvSpPr>
          <p:spPr bwMode="auto">
            <a:xfrm>
              <a:off x="5567584" y="5057090"/>
              <a:ext cx="338616" cy="278952"/>
            </a:xfrm>
            <a:custGeom>
              <a:gdLst>
                <a:gd name="T0" fmla="*/ 470 w 485"/>
                <a:gd name="T1" fmla="*/ 145 h 400"/>
                <a:gd name="T2" fmla="*/ 469 w 485"/>
                <a:gd name="T3" fmla="*/ 153 h 400"/>
                <a:gd name="T4" fmla="*/ 440 w 485"/>
                <a:gd name="T5" fmla="*/ 198 h 400"/>
                <a:gd name="T6" fmla="*/ 341 w 485"/>
                <a:gd name="T7" fmla="*/ 151 h 400"/>
                <a:gd name="T8" fmla="*/ 366 w 485"/>
                <a:gd name="T9" fmla="*/ 105 h 400"/>
                <a:gd name="T10" fmla="*/ 344 w 485"/>
                <a:gd name="T11" fmla="*/ 88 h 400"/>
                <a:gd name="T12" fmla="*/ 245 w 485"/>
                <a:gd name="T13" fmla="*/ 88 h 400"/>
                <a:gd name="T14" fmla="*/ 245 w 485"/>
                <a:gd name="T15" fmla="*/ 88 h 400"/>
                <a:gd name="T16" fmla="*/ 242 w 485"/>
                <a:gd name="T17" fmla="*/ 88 h 400"/>
                <a:gd name="T18" fmla="*/ 240 w 485"/>
                <a:gd name="T19" fmla="*/ 88 h 400"/>
                <a:gd name="T20" fmla="*/ 240 w 485"/>
                <a:gd name="T21" fmla="*/ 88 h 400"/>
                <a:gd name="T22" fmla="*/ 140 w 485"/>
                <a:gd name="T23" fmla="*/ 88 h 400"/>
                <a:gd name="T24" fmla="*/ 118 w 485"/>
                <a:gd name="T25" fmla="*/ 105 h 400"/>
                <a:gd name="T26" fmla="*/ 143 w 485"/>
                <a:gd name="T27" fmla="*/ 151 h 400"/>
                <a:gd name="T28" fmla="*/ 44 w 485"/>
                <a:gd name="T29" fmla="*/ 198 h 400"/>
                <a:gd name="T30" fmla="*/ 16 w 485"/>
                <a:gd name="T31" fmla="*/ 153 h 400"/>
                <a:gd name="T32" fmla="*/ 14 w 485"/>
                <a:gd name="T33" fmla="*/ 145 h 400"/>
                <a:gd name="T34" fmla="*/ 142 w 485"/>
                <a:gd name="T35" fmla="*/ 5 h 400"/>
                <a:gd name="T36" fmla="*/ 240 w 485"/>
                <a:gd name="T37" fmla="*/ 0 h 400"/>
                <a:gd name="T38" fmla="*/ 240 w 485"/>
                <a:gd name="T39" fmla="*/ 0 h 400"/>
                <a:gd name="T40" fmla="*/ 242 w 485"/>
                <a:gd name="T41" fmla="*/ 0 h 400"/>
                <a:gd name="T42" fmla="*/ 245 w 485"/>
                <a:gd name="T43" fmla="*/ 0 h 400"/>
                <a:gd name="T44" fmla="*/ 245 w 485"/>
                <a:gd name="T45" fmla="*/ 0 h 400"/>
                <a:gd name="T46" fmla="*/ 343 w 485"/>
                <a:gd name="T47" fmla="*/ 5 h 400"/>
                <a:gd name="T48" fmla="*/ 470 w 485"/>
                <a:gd name="T49" fmla="*/ 145 h 400"/>
                <a:gd name="T50" fmla="*/ 412 w 485"/>
                <a:gd name="T51" fmla="*/ 372 h 400"/>
                <a:gd name="T52" fmla="*/ 389 w 485"/>
                <a:gd name="T53" fmla="*/ 400 h 400"/>
                <a:gd name="T54" fmla="*/ 96 w 485"/>
                <a:gd name="T55" fmla="*/ 400 h 400"/>
                <a:gd name="T56" fmla="*/ 73 w 485"/>
                <a:gd name="T57" fmla="*/ 372 h 400"/>
                <a:gd name="T58" fmla="*/ 81 w 485"/>
                <a:gd name="T59" fmla="*/ 228 h 400"/>
                <a:gd name="T60" fmla="*/ 167 w 485"/>
                <a:gd name="T61" fmla="*/ 178 h 400"/>
                <a:gd name="T62" fmla="*/ 169 w 485"/>
                <a:gd name="T63" fmla="*/ 137 h 400"/>
                <a:gd name="T64" fmla="*/ 160 w 485"/>
                <a:gd name="T65" fmla="*/ 124 h 400"/>
                <a:gd name="T66" fmla="*/ 160 w 485"/>
                <a:gd name="T67" fmla="*/ 124 h 400"/>
                <a:gd name="T68" fmla="*/ 160 w 485"/>
                <a:gd name="T69" fmla="*/ 123 h 400"/>
                <a:gd name="T70" fmla="*/ 320 w 485"/>
                <a:gd name="T71" fmla="*/ 123 h 400"/>
                <a:gd name="T72" fmla="*/ 319 w 485"/>
                <a:gd name="T73" fmla="*/ 124 h 400"/>
                <a:gd name="T74" fmla="*/ 317 w 485"/>
                <a:gd name="T75" fmla="*/ 135 h 400"/>
                <a:gd name="T76" fmla="*/ 316 w 485"/>
                <a:gd name="T77" fmla="*/ 137 h 400"/>
                <a:gd name="T78" fmla="*/ 318 w 485"/>
                <a:gd name="T79" fmla="*/ 178 h 400"/>
                <a:gd name="T80" fmla="*/ 403 w 485"/>
                <a:gd name="T81" fmla="*/ 228 h 400"/>
                <a:gd name="T82" fmla="*/ 412 w 485"/>
                <a:gd name="T83" fmla="*/ 372 h 400"/>
                <a:gd name="T84" fmla="*/ 298 w 485"/>
                <a:gd name="T85" fmla="*/ 222 h 400"/>
                <a:gd name="T86" fmla="*/ 187 w 485"/>
                <a:gd name="T87" fmla="*/ 222 h 400"/>
                <a:gd name="T88" fmla="*/ 187 w 485"/>
                <a:gd name="T89" fmla="*/ 334 h 400"/>
                <a:gd name="T90" fmla="*/ 289 w 485"/>
                <a:gd name="T91" fmla="*/ 342 h 400"/>
                <a:gd name="T92" fmla="*/ 270 w 485"/>
                <a:gd name="T93" fmla="*/ 322 h 400"/>
                <a:gd name="T94" fmla="*/ 206 w 485"/>
                <a:gd name="T95" fmla="*/ 315 h 400"/>
                <a:gd name="T96" fmla="*/ 206 w 485"/>
                <a:gd name="T97" fmla="*/ 241 h 400"/>
                <a:gd name="T98" fmla="*/ 279 w 485"/>
                <a:gd name="T99" fmla="*/ 241 h 400"/>
                <a:gd name="T100" fmla="*/ 287 w 485"/>
                <a:gd name="T101" fmla="*/ 305 h 400"/>
                <a:gd name="T102" fmla="*/ 306 w 485"/>
                <a:gd name="T103" fmla="*/ 324 h 400"/>
                <a:gd name="T104" fmla="*/ 298 w 485"/>
                <a:gd name="T105" fmla="*/ 222 h 400"/>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485" h="400">
                  <a:moveTo>
                    <a:pt x="470" y="145"/>
                  </a:moveTo>
                  <a:cubicBezTo>
                    <a:pt x="470" y="148"/>
                    <a:pt x="470" y="151"/>
                    <a:pt x="469" y="153"/>
                  </a:cubicBezTo>
                  <a:cubicBezTo>
                    <a:pt x="462" y="169"/>
                    <a:pt x="450" y="183"/>
                    <a:pt x="440" y="198"/>
                  </a:cubicBezTo>
                  <a:cubicBezTo>
                    <a:pt x="429" y="216"/>
                    <a:pt x="328" y="176"/>
                    <a:pt x="341" y="151"/>
                  </a:cubicBezTo>
                  <a:cubicBezTo>
                    <a:pt x="346" y="141"/>
                    <a:pt x="365" y="116"/>
                    <a:pt x="366" y="105"/>
                  </a:cubicBezTo>
                  <a:cubicBezTo>
                    <a:pt x="368" y="96"/>
                    <a:pt x="356" y="89"/>
                    <a:pt x="344" y="88"/>
                  </a:cubicBezTo>
                  <a:cubicBezTo>
                    <a:pt x="315" y="85"/>
                    <a:pt x="277" y="88"/>
                    <a:pt x="245" y="88"/>
                  </a:cubicBezTo>
                  <a:lnTo>
                    <a:pt x="245" y="88"/>
                  </a:lnTo>
                  <a:cubicBezTo>
                    <a:pt x="244" y="88"/>
                    <a:pt x="243" y="88"/>
                    <a:pt x="242" y="88"/>
                  </a:cubicBezTo>
                  <a:cubicBezTo>
                    <a:pt x="241" y="88"/>
                    <a:pt x="241" y="88"/>
                    <a:pt x="240" y="88"/>
                  </a:cubicBezTo>
                  <a:lnTo>
                    <a:pt x="240" y="88"/>
                  </a:lnTo>
                  <a:cubicBezTo>
                    <a:pt x="208" y="88"/>
                    <a:pt x="170" y="85"/>
                    <a:pt x="140" y="88"/>
                  </a:cubicBezTo>
                  <a:cubicBezTo>
                    <a:pt x="129" y="89"/>
                    <a:pt x="117" y="96"/>
                    <a:pt x="118" y="105"/>
                  </a:cubicBezTo>
                  <a:cubicBezTo>
                    <a:pt x="120" y="116"/>
                    <a:pt x="139" y="141"/>
                    <a:pt x="143" y="151"/>
                  </a:cubicBezTo>
                  <a:cubicBezTo>
                    <a:pt x="156" y="176"/>
                    <a:pt x="56" y="216"/>
                    <a:pt x="44" y="198"/>
                  </a:cubicBezTo>
                  <a:cubicBezTo>
                    <a:pt x="35" y="183"/>
                    <a:pt x="23" y="170"/>
                    <a:pt x="16" y="153"/>
                  </a:cubicBezTo>
                  <a:cubicBezTo>
                    <a:pt x="15" y="151"/>
                    <a:pt x="15" y="148"/>
                    <a:pt x="14" y="145"/>
                  </a:cubicBezTo>
                  <a:cubicBezTo>
                    <a:pt x="0" y="79"/>
                    <a:pt x="56" y="12"/>
                    <a:pt x="142" y="5"/>
                  </a:cubicBezTo>
                  <a:cubicBezTo>
                    <a:pt x="174" y="3"/>
                    <a:pt x="207" y="1"/>
                    <a:pt x="240" y="0"/>
                  </a:cubicBezTo>
                  <a:lnTo>
                    <a:pt x="240" y="0"/>
                  </a:lnTo>
                  <a:cubicBezTo>
                    <a:pt x="241" y="0"/>
                    <a:pt x="241" y="0"/>
                    <a:pt x="242" y="0"/>
                  </a:cubicBezTo>
                  <a:cubicBezTo>
                    <a:pt x="243" y="0"/>
                    <a:pt x="244" y="0"/>
                    <a:pt x="245" y="0"/>
                  </a:cubicBezTo>
                  <a:lnTo>
                    <a:pt x="245" y="0"/>
                  </a:lnTo>
                  <a:cubicBezTo>
                    <a:pt x="278" y="1"/>
                    <a:pt x="310" y="3"/>
                    <a:pt x="343" y="5"/>
                  </a:cubicBezTo>
                  <a:cubicBezTo>
                    <a:pt x="428" y="12"/>
                    <a:pt x="485" y="79"/>
                    <a:pt x="470" y="145"/>
                  </a:cubicBezTo>
                  <a:close/>
                  <a:moveTo>
                    <a:pt x="412" y="372"/>
                  </a:moveTo>
                  <a:cubicBezTo>
                    <a:pt x="413" y="387"/>
                    <a:pt x="402" y="400"/>
                    <a:pt x="389" y="400"/>
                  </a:cubicBezTo>
                  <a:lnTo>
                    <a:pt x="96" y="400"/>
                  </a:lnTo>
                  <a:cubicBezTo>
                    <a:pt x="82" y="400"/>
                    <a:pt x="72" y="387"/>
                    <a:pt x="73" y="372"/>
                  </a:cubicBezTo>
                  <a:lnTo>
                    <a:pt x="81" y="228"/>
                  </a:lnTo>
                  <a:cubicBezTo>
                    <a:pt x="113" y="221"/>
                    <a:pt x="152" y="202"/>
                    <a:pt x="167" y="178"/>
                  </a:cubicBezTo>
                  <a:cubicBezTo>
                    <a:pt x="175" y="165"/>
                    <a:pt x="175" y="150"/>
                    <a:pt x="169" y="137"/>
                  </a:cubicBezTo>
                  <a:cubicBezTo>
                    <a:pt x="167" y="134"/>
                    <a:pt x="164" y="129"/>
                    <a:pt x="160" y="124"/>
                  </a:cubicBezTo>
                  <a:lnTo>
                    <a:pt x="160" y="124"/>
                  </a:lnTo>
                  <a:cubicBezTo>
                    <a:pt x="160" y="123"/>
                    <a:pt x="160" y="123"/>
                    <a:pt x="160" y="123"/>
                  </a:cubicBezTo>
                  <a:lnTo>
                    <a:pt x="320" y="123"/>
                  </a:lnTo>
                  <a:cubicBezTo>
                    <a:pt x="320" y="123"/>
                    <a:pt x="320" y="123"/>
                    <a:pt x="319" y="124"/>
                  </a:cubicBezTo>
                  <a:cubicBezTo>
                    <a:pt x="317" y="128"/>
                    <a:pt x="317" y="132"/>
                    <a:pt x="317" y="135"/>
                  </a:cubicBezTo>
                  <a:cubicBezTo>
                    <a:pt x="317" y="136"/>
                    <a:pt x="316" y="137"/>
                    <a:pt x="316" y="137"/>
                  </a:cubicBezTo>
                  <a:cubicBezTo>
                    <a:pt x="309" y="150"/>
                    <a:pt x="310" y="165"/>
                    <a:pt x="318" y="178"/>
                  </a:cubicBezTo>
                  <a:cubicBezTo>
                    <a:pt x="332" y="202"/>
                    <a:pt x="372" y="221"/>
                    <a:pt x="403" y="228"/>
                  </a:cubicBezTo>
                  <a:lnTo>
                    <a:pt x="412" y="372"/>
                  </a:lnTo>
                  <a:close/>
                  <a:moveTo>
                    <a:pt x="298" y="222"/>
                  </a:moveTo>
                  <a:cubicBezTo>
                    <a:pt x="268" y="192"/>
                    <a:pt x="218" y="192"/>
                    <a:pt x="187" y="222"/>
                  </a:cubicBezTo>
                  <a:cubicBezTo>
                    <a:pt x="156" y="253"/>
                    <a:pt x="156" y="303"/>
                    <a:pt x="187" y="334"/>
                  </a:cubicBezTo>
                  <a:cubicBezTo>
                    <a:pt x="215" y="361"/>
                    <a:pt x="258" y="364"/>
                    <a:pt x="289" y="342"/>
                  </a:cubicBezTo>
                  <a:lnTo>
                    <a:pt x="270" y="322"/>
                  </a:lnTo>
                  <a:cubicBezTo>
                    <a:pt x="250" y="335"/>
                    <a:pt x="223" y="332"/>
                    <a:pt x="206" y="315"/>
                  </a:cubicBezTo>
                  <a:cubicBezTo>
                    <a:pt x="186" y="295"/>
                    <a:pt x="186" y="262"/>
                    <a:pt x="206" y="241"/>
                  </a:cubicBezTo>
                  <a:cubicBezTo>
                    <a:pt x="226" y="221"/>
                    <a:pt x="259" y="221"/>
                    <a:pt x="279" y="241"/>
                  </a:cubicBezTo>
                  <a:cubicBezTo>
                    <a:pt x="297" y="259"/>
                    <a:pt x="299" y="285"/>
                    <a:pt x="287" y="305"/>
                  </a:cubicBezTo>
                  <a:lnTo>
                    <a:pt x="306" y="324"/>
                  </a:lnTo>
                  <a:cubicBezTo>
                    <a:pt x="329" y="293"/>
                    <a:pt x="326" y="250"/>
                    <a:pt x="298" y="222"/>
                  </a:cubicBezTo>
                  <a:close/>
                </a:path>
              </a:pathLst>
            </a:custGeom>
            <a:solidFill>
              <a:srgbClr val="3FB793"/>
            </a:solidFill>
            <a:ln>
              <a:solidFill>
                <a:srgbClr val="12BCD2"/>
              </a:solidFill>
            </a:ln>
          </p:spPr>
          <p:txBody>
            <a:bodyPr/>
            <a:lstStyle/>
            <a:p>
              <a:endParaRPr lang="zh-CN" altLang="en-US"/>
            </a:p>
          </p:txBody>
        </p:sp>
      </p:grpSp>
      <p:grpSp>
        <p:nvGrpSpPr>
          <p:cNvPr id="56" name="组合 55">
            <a:extLst>
              <a:ext uri="{FF2B5EF4-FFF2-40B4-BE49-F238E27FC236}">
                <a16:creationId xmlns:a16="http://schemas.microsoft.com/office/drawing/2014/main" id="{E5AA2B54-2AF0-42B5-A12B-69B0AB66C8F5}"/>
              </a:ext>
            </a:extLst>
          </p:cNvPr>
          <p:cNvGrpSpPr/>
          <p:nvPr/>
        </p:nvGrpSpPr>
        <p:grpSpPr>
          <a:xfrm>
            <a:off x="6062020" y="3368464"/>
            <a:ext cx="3471165" cy="461665"/>
            <a:chOff x="5567584" y="3066782"/>
            <a:chExt cx="3471165" cy="461665"/>
          </a:xfrm>
        </p:grpSpPr>
        <p:sp>
          <p:nvSpPr>
            <p:cNvPr id="57" name="文本框 56">
              <a:extLst>
                <a:ext uri="{FF2B5EF4-FFF2-40B4-BE49-F238E27FC236}">
                  <a16:creationId xmlns:a16="http://schemas.microsoft.com/office/drawing/2014/main" id="{729088E9-64BA-454A-8EF9-6664CF0ED6F3}"/>
                </a:ext>
              </a:extLst>
            </p:cNvPr>
            <p:cNvSpPr txBox="1"/>
            <p:nvPr/>
          </p:nvSpPr>
          <p:spPr>
            <a:xfrm>
              <a:off x="6004147" y="3066782"/>
              <a:ext cx="3034602" cy="461665"/>
            </a:xfrm>
            <a:prstGeom prst="rect">
              <a:avLst/>
            </a:prstGeom>
            <a:noFill/>
          </p:spPr>
          <p:txBody>
            <a:bodyPr wrap="square" rtlCol="0">
              <a:spAutoFit/>
            </a:bodyPr>
            <a:lstStyle/>
            <a:p>
              <a:r>
                <a:rPr lang="zh-CN" altLang="en-US" sz="2400" b="1">
                  <a:solidFill>
                    <a:srgbClr val="405764"/>
                  </a:solidFill>
                  <a:latin typeface="思源黑体旧字形 Normal" panose="020b0400000000000000" pitchFamily="34" charset="-128"/>
                  <a:ea typeface="思源黑体旧字形 Normal" panose="020b0400000000000000" pitchFamily="34" charset="-128"/>
                </a:rPr>
                <a:t>毕业院校：</a:t>
              </a:r>
              <a:r>
                <a:rPr lang="en-US" altLang="zh-CN" sz="2400">
                  <a:solidFill>
                    <a:srgbClr val="405764"/>
                  </a:solidFill>
                  <a:latin typeface="思源黑体旧字形 Normal" panose="020b0400000000000000" pitchFamily="34" charset="-128"/>
                  <a:ea typeface="思源黑体旧字形 Normal" panose="020b0400000000000000" pitchFamily="34" charset="-128"/>
                </a:rPr>
                <a:t>XX</a:t>
              </a:r>
              <a:r>
                <a:rPr lang="zh-CN" altLang="en-US" sz="2400">
                  <a:solidFill>
                    <a:srgbClr val="405764"/>
                  </a:solidFill>
                  <a:latin typeface="思源黑体旧字形 Normal" panose="020b0400000000000000" pitchFamily="34" charset="-128"/>
                  <a:ea typeface="思源黑体旧字形 Normal" panose="020b0400000000000000" pitchFamily="34" charset="-128"/>
                </a:rPr>
                <a:t>大学</a:t>
              </a:r>
            </a:p>
          </p:txBody>
        </p:sp>
        <p:sp>
          <p:nvSpPr>
            <p:cNvPr id="58" name="history-book-for-education_43788">
              <a:extLst>
                <a:ext uri="{FF2B5EF4-FFF2-40B4-BE49-F238E27FC236}">
                  <a16:creationId xmlns:a16="http://schemas.microsoft.com/office/drawing/2014/main" id="{D98642C7-6C42-436B-A807-C3A8A39D24B3}"/>
                </a:ext>
              </a:extLst>
            </p:cNvPr>
            <p:cNvSpPr>
              <a:spLocks noChangeAspect="1"/>
            </p:cNvSpPr>
            <p:nvPr/>
          </p:nvSpPr>
          <p:spPr bwMode="auto">
            <a:xfrm>
              <a:off x="5567584" y="3134945"/>
              <a:ext cx="340476" cy="386230"/>
            </a:xfrm>
            <a:custGeom>
              <a:gdLst>
                <a:gd name="connsiteX0" fmla="*/ 116316 w 526922"/>
                <a:gd name="connsiteY0" fmla="*/ 300934 h 597730"/>
                <a:gd name="connsiteX1" fmla="*/ 130671 w 526922"/>
                <a:gd name="connsiteY1" fmla="*/ 300934 h 597730"/>
                <a:gd name="connsiteX2" fmla="*/ 420622 w 526922"/>
                <a:gd name="connsiteY2" fmla="*/ 300934 h 597730"/>
                <a:gd name="connsiteX3" fmla="*/ 433541 w 526922"/>
                <a:gd name="connsiteY3" fmla="*/ 300934 h 597730"/>
                <a:gd name="connsiteX4" fmla="*/ 433541 w 526922"/>
                <a:gd name="connsiteY4" fmla="*/ 312429 h 597730"/>
                <a:gd name="connsiteX5" fmla="*/ 433541 w 526922"/>
                <a:gd name="connsiteY5" fmla="*/ 323924 h 597730"/>
                <a:gd name="connsiteX6" fmla="*/ 446459 w 526922"/>
                <a:gd name="connsiteY6" fmla="*/ 323924 h 597730"/>
                <a:gd name="connsiteX7" fmla="*/ 446459 w 526922"/>
                <a:gd name="connsiteY7" fmla="*/ 346913 h 597730"/>
                <a:gd name="connsiteX8" fmla="*/ 104833 w 526922"/>
                <a:gd name="connsiteY8" fmla="*/ 346913 h 597730"/>
                <a:gd name="connsiteX9" fmla="*/ 104833 w 526922"/>
                <a:gd name="connsiteY9" fmla="*/ 323924 h 597730"/>
                <a:gd name="connsiteX10" fmla="*/ 116316 w 526922"/>
                <a:gd name="connsiteY10" fmla="*/ 323924 h 597730"/>
                <a:gd name="connsiteX11" fmla="*/ 123475 w 526922"/>
                <a:gd name="connsiteY11" fmla="*/ 205067 h 597730"/>
                <a:gd name="connsiteX12" fmla="*/ 130654 w 526922"/>
                <a:gd name="connsiteY12" fmla="*/ 205067 h 597730"/>
                <a:gd name="connsiteX13" fmla="*/ 130654 w 526922"/>
                <a:gd name="connsiteY13" fmla="*/ 219398 h 597730"/>
                <a:gd name="connsiteX14" fmla="*/ 123475 w 526922"/>
                <a:gd name="connsiteY14" fmla="*/ 219398 h 597730"/>
                <a:gd name="connsiteX15" fmla="*/ 40201 w 526922"/>
                <a:gd name="connsiteY15" fmla="*/ 232295 h 597730"/>
                <a:gd name="connsiteX16" fmla="*/ 40201 w 526922"/>
                <a:gd name="connsiteY16" fmla="*/ 540407 h 597730"/>
                <a:gd name="connsiteX17" fmla="*/ 110553 w 526922"/>
                <a:gd name="connsiteY17" fmla="*/ 527509 h 597730"/>
                <a:gd name="connsiteX18" fmla="*/ 262743 w 526922"/>
                <a:gd name="connsiteY18" fmla="*/ 561903 h 597730"/>
                <a:gd name="connsiteX19" fmla="*/ 262743 w 526922"/>
                <a:gd name="connsiteY19" fmla="*/ 438659 h 597730"/>
                <a:gd name="connsiteX20" fmla="*/ 254129 w 526922"/>
                <a:gd name="connsiteY20" fmla="*/ 448690 h 597730"/>
                <a:gd name="connsiteX21" fmla="*/ 254129 w 526922"/>
                <a:gd name="connsiteY21" fmla="*/ 361273 h 597730"/>
                <a:gd name="connsiteX22" fmla="*/ 277101 w 526922"/>
                <a:gd name="connsiteY22" fmla="*/ 361273 h 597730"/>
                <a:gd name="connsiteX23" fmla="*/ 277101 w 526922"/>
                <a:gd name="connsiteY23" fmla="*/ 448690 h 597730"/>
                <a:gd name="connsiteX24" fmla="*/ 268486 w 526922"/>
                <a:gd name="connsiteY24" fmla="*/ 438659 h 597730"/>
                <a:gd name="connsiteX25" fmla="*/ 268486 w 526922"/>
                <a:gd name="connsiteY25" fmla="*/ 560470 h 597730"/>
                <a:gd name="connsiteX26" fmla="*/ 417805 w 526922"/>
                <a:gd name="connsiteY26" fmla="*/ 527509 h 597730"/>
                <a:gd name="connsiteX27" fmla="*/ 491028 w 526922"/>
                <a:gd name="connsiteY27" fmla="*/ 540407 h 597730"/>
                <a:gd name="connsiteX28" fmla="*/ 491028 w 526922"/>
                <a:gd name="connsiteY28" fmla="*/ 232295 h 597730"/>
                <a:gd name="connsiteX29" fmla="*/ 422112 w 526922"/>
                <a:gd name="connsiteY29" fmla="*/ 219398 h 597730"/>
                <a:gd name="connsiteX30" fmla="*/ 422112 w 526922"/>
                <a:gd name="connsiteY30" fmla="*/ 205067 h 597730"/>
                <a:gd name="connsiteX31" fmla="*/ 501079 w 526922"/>
                <a:gd name="connsiteY31" fmla="*/ 220831 h 597730"/>
                <a:gd name="connsiteX32" fmla="*/ 506822 w 526922"/>
                <a:gd name="connsiteY32" fmla="*/ 222264 h 597730"/>
                <a:gd name="connsiteX33" fmla="*/ 506822 w 526922"/>
                <a:gd name="connsiteY33" fmla="*/ 255224 h 597730"/>
                <a:gd name="connsiteX34" fmla="*/ 526922 w 526922"/>
                <a:gd name="connsiteY34" fmla="*/ 269555 h 597730"/>
                <a:gd name="connsiteX35" fmla="*/ 526922 w 526922"/>
                <a:gd name="connsiteY35" fmla="*/ 586266 h 597730"/>
                <a:gd name="connsiteX36" fmla="*/ 300073 w 526922"/>
                <a:gd name="connsiteY36" fmla="*/ 586266 h 597730"/>
                <a:gd name="connsiteX37" fmla="*/ 267051 w 526922"/>
                <a:gd name="connsiteY37" fmla="*/ 597730 h 597730"/>
                <a:gd name="connsiteX38" fmla="*/ 234028 w 526922"/>
                <a:gd name="connsiteY38" fmla="*/ 586266 h 597730"/>
                <a:gd name="connsiteX39" fmla="*/ 0 w 526922"/>
                <a:gd name="connsiteY39" fmla="*/ 586266 h 597730"/>
                <a:gd name="connsiteX40" fmla="*/ 0 w 526922"/>
                <a:gd name="connsiteY40" fmla="*/ 269555 h 597730"/>
                <a:gd name="connsiteX41" fmla="*/ 25843 w 526922"/>
                <a:gd name="connsiteY41" fmla="*/ 252358 h 597730"/>
                <a:gd name="connsiteX42" fmla="*/ 25843 w 526922"/>
                <a:gd name="connsiteY42" fmla="*/ 222264 h 597730"/>
                <a:gd name="connsiteX43" fmla="*/ 30151 w 526922"/>
                <a:gd name="connsiteY43" fmla="*/ 220831 h 597730"/>
                <a:gd name="connsiteX44" fmla="*/ 123475 w 526922"/>
                <a:gd name="connsiteY44" fmla="*/ 205067 h 597730"/>
                <a:gd name="connsiteX45" fmla="*/ 113339 w 526922"/>
                <a:gd name="connsiteY45" fmla="*/ 110350 h 597730"/>
                <a:gd name="connsiteX46" fmla="*/ 433584 w 526922"/>
                <a:gd name="connsiteY46" fmla="*/ 110350 h 597730"/>
                <a:gd name="connsiteX47" fmla="*/ 433584 w 526922"/>
                <a:gd name="connsiteY47" fmla="*/ 130415 h 597730"/>
                <a:gd name="connsiteX48" fmla="*/ 403427 w 526922"/>
                <a:gd name="connsiteY48" fmla="*/ 130415 h 597730"/>
                <a:gd name="connsiteX49" fmla="*/ 403427 w 526922"/>
                <a:gd name="connsiteY49" fmla="*/ 293807 h 597730"/>
                <a:gd name="connsiteX50" fmla="*/ 371833 w 526922"/>
                <a:gd name="connsiteY50" fmla="*/ 293807 h 597730"/>
                <a:gd name="connsiteX51" fmla="*/ 371833 w 526922"/>
                <a:gd name="connsiteY51" fmla="*/ 130415 h 597730"/>
                <a:gd name="connsiteX52" fmla="*/ 331623 w 526922"/>
                <a:gd name="connsiteY52" fmla="*/ 130415 h 597730"/>
                <a:gd name="connsiteX53" fmla="*/ 331623 w 526922"/>
                <a:gd name="connsiteY53" fmla="*/ 293807 h 597730"/>
                <a:gd name="connsiteX54" fmla="*/ 300029 w 526922"/>
                <a:gd name="connsiteY54" fmla="*/ 293807 h 597730"/>
                <a:gd name="connsiteX55" fmla="*/ 300029 w 526922"/>
                <a:gd name="connsiteY55" fmla="*/ 130415 h 597730"/>
                <a:gd name="connsiteX56" fmla="*/ 246894 w 526922"/>
                <a:gd name="connsiteY56" fmla="*/ 130415 h 597730"/>
                <a:gd name="connsiteX57" fmla="*/ 246894 w 526922"/>
                <a:gd name="connsiteY57" fmla="*/ 293807 h 597730"/>
                <a:gd name="connsiteX58" fmla="*/ 215301 w 526922"/>
                <a:gd name="connsiteY58" fmla="*/ 293807 h 597730"/>
                <a:gd name="connsiteX59" fmla="*/ 215301 w 526922"/>
                <a:gd name="connsiteY59" fmla="*/ 130415 h 597730"/>
                <a:gd name="connsiteX60" fmla="*/ 175091 w 526922"/>
                <a:gd name="connsiteY60" fmla="*/ 130415 h 597730"/>
                <a:gd name="connsiteX61" fmla="*/ 175091 w 526922"/>
                <a:gd name="connsiteY61" fmla="*/ 293807 h 597730"/>
                <a:gd name="connsiteX62" fmla="*/ 143497 w 526922"/>
                <a:gd name="connsiteY62" fmla="*/ 293807 h 597730"/>
                <a:gd name="connsiteX63" fmla="*/ 143497 w 526922"/>
                <a:gd name="connsiteY63" fmla="*/ 130415 h 597730"/>
                <a:gd name="connsiteX64" fmla="*/ 113339 w 526922"/>
                <a:gd name="connsiteY64" fmla="*/ 130415 h 597730"/>
                <a:gd name="connsiteX65" fmla="*/ 275616 w 526922"/>
                <a:gd name="connsiteY65" fmla="*/ 0 h 597730"/>
                <a:gd name="connsiteX66" fmla="*/ 450827 w 526922"/>
                <a:gd name="connsiteY66" fmla="*/ 101844 h 597730"/>
                <a:gd name="connsiteX67" fmla="*/ 96097 w 526922"/>
                <a:gd name="connsiteY67" fmla="*/ 101844 h 597730"/>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526922" h="597730">
                  <a:moveTo>
                    <a:pt x="116316" y="300934"/>
                  </a:moveTo>
                  <a:lnTo>
                    <a:pt x="130671" y="300934"/>
                  </a:lnTo>
                  <a:lnTo>
                    <a:pt x="420622" y="300934"/>
                  </a:lnTo>
                  <a:lnTo>
                    <a:pt x="433541" y="300934"/>
                  </a:lnTo>
                  <a:lnTo>
                    <a:pt x="433541" y="312429"/>
                  </a:lnTo>
                  <a:lnTo>
                    <a:pt x="433541" y="323924"/>
                  </a:lnTo>
                  <a:lnTo>
                    <a:pt x="446459" y="323924"/>
                  </a:lnTo>
                  <a:lnTo>
                    <a:pt x="446459" y="346913"/>
                  </a:lnTo>
                  <a:lnTo>
                    <a:pt x="104833" y="346913"/>
                  </a:lnTo>
                  <a:lnTo>
                    <a:pt x="104833" y="323924"/>
                  </a:lnTo>
                  <a:lnTo>
                    <a:pt x="116316" y="323924"/>
                  </a:lnTo>
                  <a:close/>
                  <a:moveTo>
                    <a:pt x="123475" y="205067"/>
                  </a:moveTo>
                  <a:cubicBezTo>
                    <a:pt x="126347" y="205067"/>
                    <a:pt x="129218" y="205067"/>
                    <a:pt x="130654" y="205067"/>
                  </a:cubicBezTo>
                  <a:lnTo>
                    <a:pt x="130654" y="219398"/>
                  </a:lnTo>
                  <a:cubicBezTo>
                    <a:pt x="129218" y="219398"/>
                    <a:pt x="126347" y="219398"/>
                    <a:pt x="123475" y="219398"/>
                  </a:cubicBezTo>
                  <a:cubicBezTo>
                    <a:pt x="83274" y="219398"/>
                    <a:pt x="51687" y="229429"/>
                    <a:pt x="40201" y="232295"/>
                  </a:cubicBezTo>
                  <a:lnTo>
                    <a:pt x="40201" y="540407"/>
                  </a:lnTo>
                  <a:cubicBezTo>
                    <a:pt x="60301" y="531809"/>
                    <a:pt x="83274" y="527509"/>
                    <a:pt x="110553" y="527509"/>
                  </a:cubicBezTo>
                  <a:cubicBezTo>
                    <a:pt x="176598" y="527509"/>
                    <a:pt x="244079" y="553305"/>
                    <a:pt x="262743" y="561903"/>
                  </a:cubicBezTo>
                  <a:lnTo>
                    <a:pt x="262743" y="438659"/>
                  </a:lnTo>
                  <a:lnTo>
                    <a:pt x="254129" y="448690"/>
                  </a:lnTo>
                  <a:lnTo>
                    <a:pt x="254129" y="361273"/>
                  </a:lnTo>
                  <a:lnTo>
                    <a:pt x="277101" y="361273"/>
                  </a:lnTo>
                  <a:lnTo>
                    <a:pt x="277101" y="448690"/>
                  </a:lnTo>
                  <a:lnTo>
                    <a:pt x="268486" y="438659"/>
                  </a:lnTo>
                  <a:lnTo>
                    <a:pt x="268486" y="560470"/>
                  </a:lnTo>
                  <a:cubicBezTo>
                    <a:pt x="287151" y="553305"/>
                    <a:pt x="351760" y="527509"/>
                    <a:pt x="417805" y="527509"/>
                  </a:cubicBezTo>
                  <a:cubicBezTo>
                    <a:pt x="445084" y="527509"/>
                    <a:pt x="469492" y="531809"/>
                    <a:pt x="491028" y="540407"/>
                  </a:cubicBezTo>
                  <a:lnTo>
                    <a:pt x="491028" y="232295"/>
                  </a:lnTo>
                  <a:cubicBezTo>
                    <a:pt x="480978" y="229429"/>
                    <a:pt x="455134" y="222264"/>
                    <a:pt x="422112" y="219398"/>
                  </a:cubicBezTo>
                  <a:lnTo>
                    <a:pt x="422112" y="205067"/>
                  </a:lnTo>
                  <a:cubicBezTo>
                    <a:pt x="466621" y="206500"/>
                    <a:pt x="499643" y="219398"/>
                    <a:pt x="501079" y="220831"/>
                  </a:cubicBezTo>
                  <a:lnTo>
                    <a:pt x="506822" y="222264"/>
                  </a:lnTo>
                  <a:lnTo>
                    <a:pt x="506822" y="255224"/>
                  </a:lnTo>
                  <a:cubicBezTo>
                    <a:pt x="519743" y="258091"/>
                    <a:pt x="526922" y="262390"/>
                    <a:pt x="526922" y="269555"/>
                  </a:cubicBezTo>
                  <a:lnTo>
                    <a:pt x="526922" y="586266"/>
                  </a:lnTo>
                  <a:lnTo>
                    <a:pt x="300073" y="586266"/>
                  </a:lnTo>
                  <a:cubicBezTo>
                    <a:pt x="291458" y="593431"/>
                    <a:pt x="279972" y="597730"/>
                    <a:pt x="267051" y="597730"/>
                  </a:cubicBezTo>
                  <a:cubicBezTo>
                    <a:pt x="252693" y="597730"/>
                    <a:pt x="241207" y="593431"/>
                    <a:pt x="234028" y="586266"/>
                  </a:cubicBezTo>
                  <a:lnTo>
                    <a:pt x="0" y="586266"/>
                  </a:lnTo>
                  <a:lnTo>
                    <a:pt x="0" y="269555"/>
                  </a:lnTo>
                  <a:cubicBezTo>
                    <a:pt x="0" y="260957"/>
                    <a:pt x="10050" y="255224"/>
                    <a:pt x="25843" y="252358"/>
                  </a:cubicBezTo>
                  <a:lnTo>
                    <a:pt x="25843" y="222264"/>
                  </a:lnTo>
                  <a:lnTo>
                    <a:pt x="30151" y="220831"/>
                  </a:lnTo>
                  <a:cubicBezTo>
                    <a:pt x="31586" y="219398"/>
                    <a:pt x="70352" y="205067"/>
                    <a:pt x="123475" y="205067"/>
                  </a:cubicBezTo>
                  <a:close/>
                  <a:moveTo>
                    <a:pt x="113339" y="110350"/>
                  </a:moveTo>
                  <a:lnTo>
                    <a:pt x="433584" y="110350"/>
                  </a:lnTo>
                  <a:lnTo>
                    <a:pt x="433584" y="130415"/>
                  </a:lnTo>
                  <a:lnTo>
                    <a:pt x="403427" y="130415"/>
                  </a:lnTo>
                  <a:lnTo>
                    <a:pt x="403427" y="293807"/>
                  </a:lnTo>
                  <a:lnTo>
                    <a:pt x="371833" y="293807"/>
                  </a:lnTo>
                  <a:lnTo>
                    <a:pt x="371833" y="130415"/>
                  </a:lnTo>
                  <a:lnTo>
                    <a:pt x="331623" y="130415"/>
                  </a:lnTo>
                  <a:lnTo>
                    <a:pt x="331623" y="293807"/>
                  </a:lnTo>
                  <a:lnTo>
                    <a:pt x="300029" y="293807"/>
                  </a:lnTo>
                  <a:lnTo>
                    <a:pt x="300029" y="130415"/>
                  </a:lnTo>
                  <a:lnTo>
                    <a:pt x="246894" y="130415"/>
                  </a:lnTo>
                  <a:lnTo>
                    <a:pt x="246894" y="293807"/>
                  </a:lnTo>
                  <a:lnTo>
                    <a:pt x="215301" y="293807"/>
                  </a:lnTo>
                  <a:lnTo>
                    <a:pt x="215301" y="130415"/>
                  </a:lnTo>
                  <a:lnTo>
                    <a:pt x="175091" y="130415"/>
                  </a:lnTo>
                  <a:lnTo>
                    <a:pt x="175091" y="293807"/>
                  </a:lnTo>
                  <a:lnTo>
                    <a:pt x="143497" y="293807"/>
                  </a:lnTo>
                  <a:lnTo>
                    <a:pt x="143497" y="130415"/>
                  </a:lnTo>
                  <a:lnTo>
                    <a:pt x="113339" y="130415"/>
                  </a:lnTo>
                  <a:close/>
                  <a:moveTo>
                    <a:pt x="275616" y="0"/>
                  </a:moveTo>
                  <a:lnTo>
                    <a:pt x="450827" y="101844"/>
                  </a:lnTo>
                  <a:lnTo>
                    <a:pt x="96097" y="101844"/>
                  </a:lnTo>
                  <a:close/>
                </a:path>
              </a:pathLst>
            </a:custGeom>
            <a:solidFill>
              <a:srgbClr val="545D79"/>
            </a:solidFill>
            <a:ln>
              <a:solidFill>
                <a:srgbClr val="405764"/>
              </a:solidFill>
            </a:ln>
          </p:spPr>
          <p:txBody>
            <a:bodyPr/>
            <a:lstStyle/>
            <a:p>
              <a:endParaRPr lang="zh-CN" altLang="en-US"/>
            </a:p>
          </p:txBody>
        </p:sp>
      </p:grpSp>
      <p:grpSp>
        <p:nvGrpSpPr>
          <p:cNvPr id="59" name="组合 58">
            <a:extLst>
              <a:ext uri="{FF2B5EF4-FFF2-40B4-BE49-F238E27FC236}">
                <a16:creationId xmlns:a16="http://schemas.microsoft.com/office/drawing/2014/main" id="{221BC7B3-8ECC-4C8D-96B7-7468E14627CF}"/>
              </a:ext>
            </a:extLst>
          </p:cNvPr>
          <p:cNvGrpSpPr/>
          <p:nvPr/>
        </p:nvGrpSpPr>
        <p:grpSpPr>
          <a:xfrm>
            <a:off x="6062020" y="2731348"/>
            <a:ext cx="3471165" cy="461665"/>
            <a:chOff x="5567584" y="2429666"/>
            <a:chExt cx="3471165" cy="461665"/>
          </a:xfrm>
        </p:grpSpPr>
        <p:sp>
          <p:nvSpPr>
            <p:cNvPr id="60" name="文本框 59">
              <a:extLst>
                <a:ext uri="{FF2B5EF4-FFF2-40B4-BE49-F238E27FC236}">
                  <a16:creationId xmlns:a16="http://schemas.microsoft.com/office/drawing/2014/main" id="{C8CFD1CD-F8FC-4A85-B856-2FCFAACCD3E6}"/>
                </a:ext>
              </a:extLst>
            </p:cNvPr>
            <p:cNvSpPr txBox="1"/>
            <p:nvPr/>
          </p:nvSpPr>
          <p:spPr>
            <a:xfrm>
              <a:off x="6004147" y="2429666"/>
              <a:ext cx="3034602" cy="461665"/>
            </a:xfrm>
            <a:prstGeom prst="rect">
              <a:avLst/>
            </a:prstGeom>
            <a:noFill/>
          </p:spPr>
          <p:txBody>
            <a:bodyPr wrap="square" rtlCol="0">
              <a:spAutoFit/>
            </a:bodyPr>
            <a:lstStyle/>
            <a:p>
              <a:r>
                <a:rPr lang="zh-CN" altLang="en-US" sz="2400" b="1">
                  <a:solidFill>
                    <a:srgbClr val="405764"/>
                  </a:solidFill>
                  <a:latin typeface="思源黑体旧字形 Normal" panose="020b0400000000000000" pitchFamily="34" charset="-128"/>
                  <a:ea typeface="思源黑体旧字形 Normal" panose="020b0400000000000000" pitchFamily="34" charset="-128"/>
                </a:rPr>
                <a:t>年龄：</a:t>
              </a:r>
              <a:r>
                <a:rPr lang="en-US" altLang="zh-CN" sz="2400">
                  <a:solidFill>
                    <a:srgbClr val="405764"/>
                  </a:solidFill>
                  <a:latin typeface="思源黑体旧字形 Normal" panose="020b0400000000000000" pitchFamily="34" charset="-128"/>
                  <a:ea typeface="思源黑体旧字形 Normal" panose="020b0400000000000000" pitchFamily="34" charset="-128"/>
                </a:rPr>
                <a:t>26</a:t>
              </a:r>
              <a:r>
                <a:rPr lang="zh-CN" altLang="en-US" sz="2400">
                  <a:solidFill>
                    <a:srgbClr val="405764"/>
                  </a:solidFill>
                  <a:latin typeface="思源黑体旧字形 Normal" panose="020b0400000000000000" pitchFamily="34" charset="-128"/>
                  <a:ea typeface="思源黑体旧字形 Normal" panose="020b0400000000000000" pitchFamily="34" charset="-128"/>
                </a:rPr>
                <a:t>岁</a:t>
              </a:r>
            </a:p>
          </p:txBody>
        </p:sp>
        <p:sp>
          <p:nvSpPr>
            <p:cNvPr id="61" name="parental-guidance-sign_83716">
              <a:extLst>
                <a:ext uri="{FF2B5EF4-FFF2-40B4-BE49-F238E27FC236}">
                  <a16:creationId xmlns:a16="http://schemas.microsoft.com/office/drawing/2014/main" id="{840CC107-B4E3-4405-93D3-DD01E0CAB45C}"/>
                </a:ext>
              </a:extLst>
            </p:cNvPr>
            <p:cNvSpPr>
              <a:spLocks noChangeAspect="1"/>
            </p:cNvSpPr>
            <p:nvPr/>
          </p:nvSpPr>
          <p:spPr bwMode="auto">
            <a:xfrm>
              <a:off x="5567584" y="2454188"/>
              <a:ext cx="413493" cy="412869"/>
            </a:xfrm>
            <a:custGeom>
              <a:gdLst>
                <a:gd name="connsiteX0" fmla="*/ 201910 w 605121"/>
                <a:gd name="connsiteY0" fmla="*/ 257449 h 604208"/>
                <a:gd name="connsiteX1" fmla="*/ 226887 w 605121"/>
                <a:gd name="connsiteY1" fmla="*/ 257449 h 604208"/>
                <a:gd name="connsiteX2" fmla="*/ 252999 w 605121"/>
                <a:gd name="connsiteY2" fmla="*/ 280664 h 604208"/>
                <a:gd name="connsiteX3" fmla="*/ 226887 w 605121"/>
                <a:gd name="connsiteY3" fmla="*/ 304587 h 604208"/>
                <a:gd name="connsiteX4" fmla="*/ 201910 w 605121"/>
                <a:gd name="connsiteY4" fmla="*/ 304587 h 604208"/>
                <a:gd name="connsiteX5" fmla="*/ 164194 w 605121"/>
                <a:gd name="connsiteY5" fmla="*/ 227812 h 604208"/>
                <a:gd name="connsiteX6" fmla="*/ 164194 w 605121"/>
                <a:gd name="connsiteY6" fmla="*/ 375935 h 604208"/>
                <a:gd name="connsiteX7" fmla="*/ 201919 w 605121"/>
                <a:gd name="connsiteY7" fmla="*/ 375935 h 604208"/>
                <a:gd name="connsiteX8" fmla="*/ 201919 w 605121"/>
                <a:gd name="connsiteY8" fmla="*/ 334161 h 604208"/>
                <a:gd name="connsiteX9" fmla="*/ 228724 w 605121"/>
                <a:gd name="connsiteY9" fmla="*/ 334161 h 604208"/>
                <a:gd name="connsiteX10" fmla="*/ 288573 w 605121"/>
                <a:gd name="connsiteY10" fmla="*/ 279358 h 604208"/>
                <a:gd name="connsiteX11" fmla="*/ 228724 w 605121"/>
                <a:gd name="connsiteY11" fmla="*/ 227812 h 604208"/>
                <a:gd name="connsiteX12" fmla="*/ 380332 w 605121"/>
                <a:gd name="connsiteY12" fmla="*/ 226538 h 604208"/>
                <a:gd name="connsiteX13" fmla="*/ 298501 w 605121"/>
                <a:gd name="connsiteY13" fmla="*/ 301874 h 604208"/>
                <a:gd name="connsiteX14" fmla="*/ 377779 w 605121"/>
                <a:gd name="connsiteY14" fmla="*/ 377634 h 604208"/>
                <a:gd name="connsiteX15" fmla="*/ 439330 w 605121"/>
                <a:gd name="connsiteY15" fmla="*/ 358376 h 604208"/>
                <a:gd name="connsiteX16" fmla="*/ 439330 w 605121"/>
                <a:gd name="connsiteY16" fmla="*/ 300599 h 604208"/>
                <a:gd name="connsiteX17" fmla="*/ 406711 w 605121"/>
                <a:gd name="connsiteY17" fmla="*/ 300599 h 604208"/>
                <a:gd name="connsiteX18" fmla="*/ 406711 w 605121"/>
                <a:gd name="connsiteY18" fmla="*/ 338834 h 604208"/>
                <a:gd name="connsiteX19" fmla="*/ 380474 w 605121"/>
                <a:gd name="connsiteY19" fmla="*/ 346056 h 604208"/>
                <a:gd name="connsiteX20" fmla="*/ 337076 w 605121"/>
                <a:gd name="connsiteY20" fmla="*/ 301874 h 604208"/>
                <a:gd name="connsiteX21" fmla="*/ 380049 w 605121"/>
                <a:gd name="connsiteY21" fmla="*/ 258117 h 604208"/>
                <a:gd name="connsiteX22" fmla="*/ 419617 w 605121"/>
                <a:gd name="connsiteY22" fmla="*/ 274119 h 604208"/>
                <a:gd name="connsiteX23" fmla="*/ 440891 w 605121"/>
                <a:gd name="connsiteY23" fmla="*/ 248487 h 604208"/>
                <a:gd name="connsiteX24" fmla="*/ 380332 w 605121"/>
                <a:gd name="connsiteY24" fmla="*/ 226538 h 604208"/>
                <a:gd name="connsiteX25" fmla="*/ 302543 w 605121"/>
                <a:gd name="connsiteY25" fmla="*/ 0 h 604208"/>
                <a:gd name="connsiteX26" fmla="*/ 320341 w 605121"/>
                <a:gd name="connsiteY26" fmla="*/ 7328 h 604208"/>
                <a:gd name="connsiteX27" fmla="*/ 597746 w 605121"/>
                <a:gd name="connsiteY27" fmla="*/ 284314 h 604208"/>
                <a:gd name="connsiteX28" fmla="*/ 605121 w 605121"/>
                <a:gd name="connsiteY28" fmla="*/ 302015 h 604208"/>
                <a:gd name="connsiteX29" fmla="*/ 597746 w 605121"/>
                <a:gd name="connsiteY29" fmla="*/ 319858 h 604208"/>
                <a:gd name="connsiteX30" fmla="*/ 320341 w 605121"/>
                <a:gd name="connsiteY30" fmla="*/ 596844 h 604208"/>
                <a:gd name="connsiteX31" fmla="*/ 302472 w 605121"/>
                <a:gd name="connsiteY31" fmla="*/ 604208 h 604208"/>
                <a:gd name="connsiteX32" fmla="*/ 284744 w 605121"/>
                <a:gd name="connsiteY32" fmla="*/ 596844 h 604208"/>
                <a:gd name="connsiteX33" fmla="*/ 7339 w 605121"/>
                <a:gd name="connsiteY33" fmla="*/ 319858 h 604208"/>
                <a:gd name="connsiteX34" fmla="*/ 7339 w 605121"/>
                <a:gd name="connsiteY34" fmla="*/ 284314 h 604208"/>
                <a:gd name="connsiteX35" fmla="*/ 284744 w 605121"/>
                <a:gd name="connsiteY35" fmla="*/ 7328 h 604208"/>
                <a:gd name="connsiteX36" fmla="*/ 302543 w 605121"/>
                <a:gd name="connsiteY36" fmla="*/ 0 h 604208"/>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605121" h="604208">
                  <a:moveTo>
                    <a:pt x="201910" y="257449"/>
                  </a:moveTo>
                  <a:lnTo>
                    <a:pt x="226887" y="257449"/>
                  </a:lnTo>
                  <a:cubicBezTo>
                    <a:pt x="243491" y="257449"/>
                    <a:pt x="252999" y="265235"/>
                    <a:pt x="252999" y="280664"/>
                  </a:cubicBezTo>
                  <a:cubicBezTo>
                    <a:pt x="252999" y="296377"/>
                    <a:pt x="243491" y="304587"/>
                    <a:pt x="226887" y="304587"/>
                  </a:cubicBezTo>
                  <a:lnTo>
                    <a:pt x="201910" y="304587"/>
                  </a:lnTo>
                  <a:close/>
                  <a:moveTo>
                    <a:pt x="164194" y="227812"/>
                  </a:moveTo>
                  <a:lnTo>
                    <a:pt x="164194" y="375935"/>
                  </a:lnTo>
                  <a:lnTo>
                    <a:pt x="201919" y="375935"/>
                  </a:lnTo>
                  <a:lnTo>
                    <a:pt x="201919" y="334161"/>
                  </a:lnTo>
                  <a:lnTo>
                    <a:pt x="228724" y="334161"/>
                  </a:lnTo>
                  <a:cubicBezTo>
                    <a:pt x="266732" y="334161"/>
                    <a:pt x="288573" y="314194"/>
                    <a:pt x="288573" y="279358"/>
                  </a:cubicBezTo>
                  <a:cubicBezTo>
                    <a:pt x="288573" y="246363"/>
                    <a:pt x="266732" y="227812"/>
                    <a:pt x="228724" y="227812"/>
                  </a:cubicBezTo>
                  <a:close/>
                  <a:moveTo>
                    <a:pt x="380332" y="226538"/>
                  </a:moveTo>
                  <a:cubicBezTo>
                    <a:pt x="333389" y="226538"/>
                    <a:pt x="298501" y="258966"/>
                    <a:pt x="298501" y="301874"/>
                  </a:cubicBezTo>
                  <a:cubicBezTo>
                    <a:pt x="298501" y="345064"/>
                    <a:pt x="332538" y="377634"/>
                    <a:pt x="377779" y="377634"/>
                  </a:cubicBezTo>
                  <a:cubicBezTo>
                    <a:pt x="398486" y="377634"/>
                    <a:pt x="423446" y="369563"/>
                    <a:pt x="439330" y="358376"/>
                  </a:cubicBezTo>
                  <a:lnTo>
                    <a:pt x="439330" y="300599"/>
                  </a:lnTo>
                  <a:lnTo>
                    <a:pt x="406711" y="300599"/>
                  </a:lnTo>
                  <a:lnTo>
                    <a:pt x="406711" y="338834"/>
                  </a:lnTo>
                  <a:cubicBezTo>
                    <a:pt x="397918" y="343365"/>
                    <a:pt x="388133" y="346056"/>
                    <a:pt x="380474" y="346056"/>
                  </a:cubicBezTo>
                  <a:cubicBezTo>
                    <a:pt x="355939" y="346056"/>
                    <a:pt x="337076" y="327080"/>
                    <a:pt x="337076" y="301874"/>
                  </a:cubicBezTo>
                  <a:cubicBezTo>
                    <a:pt x="337076" y="277092"/>
                    <a:pt x="355655" y="258117"/>
                    <a:pt x="380049" y="258117"/>
                  </a:cubicBezTo>
                  <a:cubicBezTo>
                    <a:pt x="393805" y="258117"/>
                    <a:pt x="408839" y="264206"/>
                    <a:pt x="419617" y="274119"/>
                  </a:cubicBezTo>
                  <a:lnTo>
                    <a:pt x="440891" y="248487"/>
                  </a:lnTo>
                  <a:cubicBezTo>
                    <a:pt x="425574" y="235034"/>
                    <a:pt x="402315" y="226538"/>
                    <a:pt x="380332" y="226538"/>
                  </a:cubicBezTo>
                  <a:close/>
                  <a:moveTo>
                    <a:pt x="302543" y="0"/>
                  </a:moveTo>
                  <a:cubicBezTo>
                    <a:pt x="308996" y="0"/>
                    <a:pt x="315448" y="2442"/>
                    <a:pt x="320341" y="7328"/>
                  </a:cubicBezTo>
                  <a:lnTo>
                    <a:pt x="597746" y="284314"/>
                  </a:lnTo>
                  <a:cubicBezTo>
                    <a:pt x="602426" y="288987"/>
                    <a:pt x="605121" y="295360"/>
                    <a:pt x="605121" y="302015"/>
                  </a:cubicBezTo>
                  <a:cubicBezTo>
                    <a:pt x="605121" y="308671"/>
                    <a:pt x="602426" y="315185"/>
                    <a:pt x="597746" y="319858"/>
                  </a:cubicBezTo>
                  <a:lnTo>
                    <a:pt x="320341" y="596844"/>
                  </a:lnTo>
                  <a:cubicBezTo>
                    <a:pt x="315661" y="601518"/>
                    <a:pt x="309279" y="604208"/>
                    <a:pt x="302472" y="604208"/>
                  </a:cubicBezTo>
                  <a:cubicBezTo>
                    <a:pt x="295806" y="604208"/>
                    <a:pt x="289424" y="601518"/>
                    <a:pt x="284744" y="596844"/>
                  </a:cubicBezTo>
                  <a:lnTo>
                    <a:pt x="7339" y="319858"/>
                  </a:lnTo>
                  <a:cubicBezTo>
                    <a:pt x="-2447" y="310087"/>
                    <a:pt x="-2447" y="294085"/>
                    <a:pt x="7339" y="284314"/>
                  </a:cubicBezTo>
                  <a:lnTo>
                    <a:pt x="284744" y="7328"/>
                  </a:lnTo>
                  <a:cubicBezTo>
                    <a:pt x="289637" y="2442"/>
                    <a:pt x="296090" y="0"/>
                    <a:pt x="302543" y="0"/>
                  </a:cubicBezTo>
                  <a:close/>
                </a:path>
              </a:pathLst>
            </a:custGeom>
            <a:solidFill>
              <a:srgbClr val="3FB793"/>
            </a:solidFill>
            <a:ln>
              <a:solidFill>
                <a:srgbClr val="12BCD2"/>
              </a:solidFill>
            </a:ln>
          </p:spPr>
          <p:txBody>
            <a:bodyPr/>
            <a:lstStyle/>
            <a:p>
              <a:endParaRPr lang="zh-CN" altLang="en-US"/>
            </a:p>
          </p:txBody>
        </p:sp>
      </p:grpSp>
      <p:grpSp>
        <p:nvGrpSpPr>
          <p:cNvPr id="62" name="组合 61">
            <a:extLst>
              <a:ext uri="{FF2B5EF4-FFF2-40B4-BE49-F238E27FC236}">
                <a16:creationId xmlns:a16="http://schemas.microsoft.com/office/drawing/2014/main" id="{DAD115B9-641F-41FA-A78D-86AD31117C08}"/>
              </a:ext>
            </a:extLst>
          </p:cNvPr>
          <p:cNvGrpSpPr/>
          <p:nvPr/>
        </p:nvGrpSpPr>
        <p:grpSpPr>
          <a:xfrm>
            <a:off x="6062020" y="4005580"/>
            <a:ext cx="3471165" cy="461665"/>
            <a:chOff x="5567584" y="3703898"/>
            <a:chExt cx="3471165" cy="461665"/>
          </a:xfrm>
        </p:grpSpPr>
        <p:sp>
          <p:nvSpPr>
            <p:cNvPr id="63" name="文本框 62">
              <a:extLst>
                <a:ext uri="{FF2B5EF4-FFF2-40B4-BE49-F238E27FC236}">
                  <a16:creationId xmlns:a16="http://schemas.microsoft.com/office/drawing/2014/main" id="{80E28787-6DCC-401B-A99A-7E634CF46BF0}"/>
                </a:ext>
              </a:extLst>
            </p:cNvPr>
            <p:cNvSpPr txBox="1"/>
            <p:nvPr/>
          </p:nvSpPr>
          <p:spPr>
            <a:xfrm>
              <a:off x="6004147" y="3703898"/>
              <a:ext cx="3034602" cy="461665"/>
            </a:xfrm>
            <a:prstGeom prst="rect">
              <a:avLst/>
            </a:prstGeom>
            <a:noFill/>
          </p:spPr>
          <p:txBody>
            <a:bodyPr wrap="square" rtlCol="0">
              <a:spAutoFit/>
            </a:bodyPr>
            <a:lstStyle/>
            <a:p>
              <a:r>
                <a:rPr lang="zh-CN" altLang="en-US" sz="2400" b="1">
                  <a:solidFill>
                    <a:srgbClr val="405764"/>
                  </a:solidFill>
                  <a:latin typeface="思源黑体旧字形 Normal" panose="020b0400000000000000" pitchFamily="34" charset="-128"/>
                  <a:ea typeface="思源黑体旧字形 Normal" panose="020b0400000000000000" pitchFamily="34" charset="-128"/>
                </a:rPr>
                <a:t>主修专业：平面设计</a:t>
              </a:r>
              <a:endParaRPr lang="zh-CN" altLang="en-US" sz="2400">
                <a:solidFill>
                  <a:srgbClr val="405764"/>
                </a:solidFill>
                <a:latin typeface="思源黑体旧字形 Normal" panose="020b0400000000000000" pitchFamily="34" charset="-128"/>
                <a:ea typeface="思源黑体旧字形 Normal" panose="020b0400000000000000" pitchFamily="34" charset="-128"/>
              </a:endParaRPr>
            </a:p>
          </p:txBody>
        </p:sp>
        <p:sp>
          <p:nvSpPr>
            <p:cNvPr id="64" name="professional-profile-with-image_31625">
              <a:extLst>
                <a:ext uri="{FF2B5EF4-FFF2-40B4-BE49-F238E27FC236}">
                  <a16:creationId xmlns:a16="http://schemas.microsoft.com/office/drawing/2014/main" id="{235ADCBF-BA70-4B3D-BC5D-9DC30ACAB0BF}"/>
                </a:ext>
              </a:extLst>
            </p:cNvPr>
            <p:cNvSpPr>
              <a:spLocks noChangeAspect="1"/>
            </p:cNvSpPr>
            <p:nvPr/>
          </p:nvSpPr>
          <p:spPr bwMode="auto">
            <a:xfrm>
              <a:off x="5567584" y="3789063"/>
              <a:ext cx="289190" cy="343852"/>
            </a:xfrm>
            <a:custGeom>
              <a:gdLst>
                <a:gd name="connsiteX0" fmla="*/ 289904 w 503625"/>
                <a:gd name="connsiteY0" fmla="*/ 511317 h 598818"/>
                <a:gd name="connsiteX1" fmla="*/ 378279 w 503625"/>
                <a:gd name="connsiteY1" fmla="*/ 511317 h 598818"/>
                <a:gd name="connsiteX2" fmla="*/ 389450 w 503625"/>
                <a:gd name="connsiteY2" fmla="*/ 522220 h 598818"/>
                <a:gd name="connsiteX3" fmla="*/ 378279 w 503625"/>
                <a:gd name="connsiteY3" fmla="*/ 533122 h 598818"/>
                <a:gd name="connsiteX4" fmla="*/ 289904 w 503625"/>
                <a:gd name="connsiteY4" fmla="*/ 533122 h 598818"/>
                <a:gd name="connsiteX5" fmla="*/ 278733 w 503625"/>
                <a:gd name="connsiteY5" fmla="*/ 522220 h 598818"/>
                <a:gd name="connsiteX6" fmla="*/ 289904 w 503625"/>
                <a:gd name="connsiteY6" fmla="*/ 511317 h 598818"/>
                <a:gd name="connsiteX7" fmla="*/ 251936 w 503625"/>
                <a:gd name="connsiteY7" fmla="*/ 412173 h 598818"/>
                <a:gd name="connsiteX8" fmla="*/ 378249 w 503625"/>
                <a:gd name="connsiteY8" fmla="*/ 412173 h 598818"/>
                <a:gd name="connsiteX9" fmla="*/ 389168 w 503625"/>
                <a:gd name="connsiteY9" fmla="*/ 423093 h 598818"/>
                <a:gd name="connsiteX10" fmla="*/ 378249 w 503625"/>
                <a:gd name="connsiteY10" fmla="*/ 434260 h 598818"/>
                <a:gd name="connsiteX11" fmla="*/ 251936 w 503625"/>
                <a:gd name="connsiteY11" fmla="*/ 434260 h 598818"/>
                <a:gd name="connsiteX12" fmla="*/ 240769 w 503625"/>
                <a:gd name="connsiteY12" fmla="*/ 423093 h 598818"/>
                <a:gd name="connsiteX13" fmla="*/ 251936 w 503625"/>
                <a:gd name="connsiteY13" fmla="*/ 412173 h 598818"/>
                <a:gd name="connsiteX14" fmla="*/ 125309 w 503625"/>
                <a:gd name="connsiteY14" fmla="*/ 362142 h 598818"/>
                <a:gd name="connsiteX15" fmla="*/ 378279 w 503625"/>
                <a:gd name="connsiteY15" fmla="*/ 362142 h 598818"/>
                <a:gd name="connsiteX16" fmla="*/ 389450 w 503625"/>
                <a:gd name="connsiteY16" fmla="*/ 373027 h 598818"/>
                <a:gd name="connsiteX17" fmla="*/ 378279 w 503625"/>
                <a:gd name="connsiteY17" fmla="*/ 384158 h 598818"/>
                <a:gd name="connsiteX18" fmla="*/ 125309 w 503625"/>
                <a:gd name="connsiteY18" fmla="*/ 384158 h 598818"/>
                <a:gd name="connsiteX19" fmla="*/ 114386 w 503625"/>
                <a:gd name="connsiteY19" fmla="*/ 373027 h 598818"/>
                <a:gd name="connsiteX20" fmla="*/ 125309 w 503625"/>
                <a:gd name="connsiteY20" fmla="*/ 362142 h 598818"/>
                <a:gd name="connsiteX21" fmla="*/ 125309 w 503625"/>
                <a:gd name="connsiteY21" fmla="*/ 311829 h 598818"/>
                <a:gd name="connsiteX22" fmla="*/ 378279 w 503625"/>
                <a:gd name="connsiteY22" fmla="*/ 311829 h 598818"/>
                <a:gd name="connsiteX23" fmla="*/ 389450 w 503625"/>
                <a:gd name="connsiteY23" fmla="*/ 322961 h 598818"/>
                <a:gd name="connsiteX24" fmla="*/ 378279 w 503625"/>
                <a:gd name="connsiteY24" fmla="*/ 333845 h 598818"/>
                <a:gd name="connsiteX25" fmla="*/ 125309 w 503625"/>
                <a:gd name="connsiteY25" fmla="*/ 333845 h 598818"/>
                <a:gd name="connsiteX26" fmla="*/ 114386 w 503625"/>
                <a:gd name="connsiteY26" fmla="*/ 322961 h 598818"/>
                <a:gd name="connsiteX27" fmla="*/ 125309 w 503625"/>
                <a:gd name="connsiteY27" fmla="*/ 311829 h 598818"/>
                <a:gd name="connsiteX28" fmla="*/ 125309 w 503625"/>
                <a:gd name="connsiteY28" fmla="*/ 261727 h 598818"/>
                <a:gd name="connsiteX29" fmla="*/ 378279 w 503625"/>
                <a:gd name="connsiteY29" fmla="*/ 261727 h 598818"/>
                <a:gd name="connsiteX30" fmla="*/ 389450 w 503625"/>
                <a:gd name="connsiteY30" fmla="*/ 272895 h 598818"/>
                <a:gd name="connsiteX31" fmla="*/ 378279 w 503625"/>
                <a:gd name="connsiteY31" fmla="*/ 283814 h 598818"/>
                <a:gd name="connsiteX32" fmla="*/ 125309 w 503625"/>
                <a:gd name="connsiteY32" fmla="*/ 283814 h 598818"/>
                <a:gd name="connsiteX33" fmla="*/ 114386 w 503625"/>
                <a:gd name="connsiteY33" fmla="*/ 272895 h 598818"/>
                <a:gd name="connsiteX34" fmla="*/ 125309 w 503625"/>
                <a:gd name="connsiteY34" fmla="*/ 261727 h 598818"/>
                <a:gd name="connsiteX35" fmla="*/ 178951 w 503625"/>
                <a:gd name="connsiteY35" fmla="*/ 160378 h 598818"/>
                <a:gd name="connsiteX36" fmla="*/ 185655 w 503625"/>
                <a:gd name="connsiteY36" fmla="*/ 168309 h 598818"/>
                <a:gd name="connsiteX37" fmla="*/ 185904 w 503625"/>
                <a:gd name="connsiteY37" fmla="*/ 168309 h 598818"/>
                <a:gd name="connsiteX38" fmla="*/ 168273 w 503625"/>
                <a:gd name="connsiteY38" fmla="*/ 210934 h 598818"/>
                <a:gd name="connsiteX39" fmla="*/ 189380 w 503625"/>
                <a:gd name="connsiteY39" fmla="*/ 231751 h 598818"/>
                <a:gd name="connsiteX40" fmla="*/ 210239 w 503625"/>
                <a:gd name="connsiteY40" fmla="*/ 210934 h 598818"/>
                <a:gd name="connsiteX41" fmla="*/ 192608 w 503625"/>
                <a:gd name="connsiteY41" fmla="*/ 168309 h 598818"/>
                <a:gd name="connsiteX42" fmla="*/ 192857 w 503625"/>
                <a:gd name="connsiteY42" fmla="*/ 168309 h 598818"/>
                <a:gd name="connsiteX43" fmla="*/ 199562 w 503625"/>
                <a:gd name="connsiteY43" fmla="*/ 160626 h 598818"/>
                <a:gd name="connsiteX44" fmla="*/ 189380 w 503625"/>
                <a:gd name="connsiteY44" fmla="*/ 162361 h 598818"/>
                <a:gd name="connsiteX45" fmla="*/ 178951 w 503625"/>
                <a:gd name="connsiteY45" fmla="*/ 160378 h 598818"/>
                <a:gd name="connsiteX46" fmla="*/ 189380 w 503625"/>
                <a:gd name="connsiteY46" fmla="*/ 71906 h 598818"/>
                <a:gd name="connsiteX47" fmla="*/ 230602 w 503625"/>
                <a:gd name="connsiteY47" fmla="*/ 113045 h 598818"/>
                <a:gd name="connsiteX48" fmla="*/ 207756 w 503625"/>
                <a:gd name="connsiteY48" fmla="*/ 156413 h 598818"/>
                <a:gd name="connsiteX49" fmla="*/ 264126 w 503625"/>
                <a:gd name="connsiteY49" fmla="*/ 213412 h 598818"/>
                <a:gd name="connsiteX50" fmla="*/ 114386 w 503625"/>
                <a:gd name="connsiteY50" fmla="*/ 213412 h 598818"/>
                <a:gd name="connsiteX51" fmla="*/ 170756 w 503625"/>
                <a:gd name="connsiteY51" fmla="*/ 156413 h 598818"/>
                <a:gd name="connsiteX52" fmla="*/ 147910 w 503625"/>
                <a:gd name="connsiteY52" fmla="*/ 113045 h 598818"/>
                <a:gd name="connsiteX53" fmla="*/ 189380 w 503625"/>
                <a:gd name="connsiteY53" fmla="*/ 71906 h 598818"/>
                <a:gd name="connsiteX54" fmla="*/ 60068 w 503625"/>
                <a:gd name="connsiteY54" fmla="*/ 24042 h 598818"/>
                <a:gd name="connsiteX55" fmla="*/ 24077 w 503625"/>
                <a:gd name="connsiteY55" fmla="*/ 59981 h 598818"/>
                <a:gd name="connsiteX56" fmla="*/ 24077 w 503625"/>
                <a:gd name="connsiteY56" fmla="*/ 538837 h 598818"/>
                <a:gd name="connsiteX57" fmla="*/ 60068 w 503625"/>
                <a:gd name="connsiteY57" fmla="*/ 574776 h 598818"/>
                <a:gd name="connsiteX58" fmla="*/ 443806 w 503625"/>
                <a:gd name="connsiteY58" fmla="*/ 574776 h 598818"/>
                <a:gd name="connsiteX59" fmla="*/ 479797 w 503625"/>
                <a:gd name="connsiteY59" fmla="*/ 538837 h 598818"/>
                <a:gd name="connsiteX60" fmla="*/ 479797 w 503625"/>
                <a:gd name="connsiteY60" fmla="*/ 59981 h 598818"/>
                <a:gd name="connsiteX61" fmla="*/ 443806 w 503625"/>
                <a:gd name="connsiteY61" fmla="*/ 24042 h 598818"/>
                <a:gd name="connsiteX62" fmla="*/ 60068 w 503625"/>
                <a:gd name="connsiteY62" fmla="*/ 0 h 598818"/>
                <a:gd name="connsiteX63" fmla="*/ 443806 w 503625"/>
                <a:gd name="connsiteY63" fmla="*/ 0 h 598818"/>
                <a:gd name="connsiteX64" fmla="*/ 503625 w 503625"/>
                <a:gd name="connsiteY64" fmla="*/ 59981 h 598818"/>
                <a:gd name="connsiteX65" fmla="*/ 503625 w 503625"/>
                <a:gd name="connsiteY65" fmla="*/ 538837 h 598818"/>
                <a:gd name="connsiteX66" fmla="*/ 443806 w 503625"/>
                <a:gd name="connsiteY66" fmla="*/ 598818 h 598818"/>
                <a:gd name="connsiteX67" fmla="*/ 60068 w 503625"/>
                <a:gd name="connsiteY67" fmla="*/ 598818 h 598818"/>
                <a:gd name="connsiteX68" fmla="*/ 0 w 503625"/>
                <a:gd name="connsiteY68" fmla="*/ 538837 h 598818"/>
                <a:gd name="connsiteX69" fmla="*/ 0 w 503625"/>
                <a:gd name="connsiteY69" fmla="*/ 59981 h 598818"/>
                <a:gd name="connsiteX70" fmla="*/ 60068 w 503625"/>
                <a:gd name="connsiteY70" fmla="*/ 0 h 598818"/>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503625" h="598818">
                  <a:moveTo>
                    <a:pt x="289904" y="511317"/>
                  </a:moveTo>
                  <a:lnTo>
                    <a:pt x="378279" y="511317"/>
                  </a:lnTo>
                  <a:cubicBezTo>
                    <a:pt x="384485" y="511317"/>
                    <a:pt x="389450" y="516025"/>
                    <a:pt x="389450" y="522220"/>
                  </a:cubicBezTo>
                  <a:cubicBezTo>
                    <a:pt x="389450" y="528167"/>
                    <a:pt x="384485" y="533122"/>
                    <a:pt x="378279" y="533122"/>
                  </a:cubicBezTo>
                  <a:lnTo>
                    <a:pt x="289904" y="533122"/>
                  </a:lnTo>
                  <a:cubicBezTo>
                    <a:pt x="283698" y="533122"/>
                    <a:pt x="278733" y="528167"/>
                    <a:pt x="278733" y="522220"/>
                  </a:cubicBezTo>
                  <a:cubicBezTo>
                    <a:pt x="278733" y="516025"/>
                    <a:pt x="283698" y="511317"/>
                    <a:pt x="289904" y="511317"/>
                  </a:cubicBezTo>
                  <a:close/>
                  <a:moveTo>
                    <a:pt x="251936" y="412173"/>
                  </a:moveTo>
                  <a:lnTo>
                    <a:pt x="378249" y="412173"/>
                  </a:lnTo>
                  <a:cubicBezTo>
                    <a:pt x="384453" y="412173"/>
                    <a:pt x="389168" y="417137"/>
                    <a:pt x="389168" y="423093"/>
                  </a:cubicBezTo>
                  <a:cubicBezTo>
                    <a:pt x="389168" y="429297"/>
                    <a:pt x="384453" y="434260"/>
                    <a:pt x="378249" y="434260"/>
                  </a:cubicBezTo>
                  <a:lnTo>
                    <a:pt x="251936" y="434260"/>
                  </a:lnTo>
                  <a:cubicBezTo>
                    <a:pt x="245732" y="434260"/>
                    <a:pt x="240769" y="429297"/>
                    <a:pt x="240769" y="423093"/>
                  </a:cubicBezTo>
                  <a:cubicBezTo>
                    <a:pt x="240769" y="417137"/>
                    <a:pt x="245732" y="412173"/>
                    <a:pt x="251936" y="412173"/>
                  </a:cubicBezTo>
                  <a:close/>
                  <a:moveTo>
                    <a:pt x="125309" y="362142"/>
                  </a:moveTo>
                  <a:lnTo>
                    <a:pt x="378279" y="362142"/>
                  </a:lnTo>
                  <a:cubicBezTo>
                    <a:pt x="384485" y="362142"/>
                    <a:pt x="389450" y="367090"/>
                    <a:pt x="389450" y="373027"/>
                  </a:cubicBezTo>
                  <a:cubicBezTo>
                    <a:pt x="389450" y="379211"/>
                    <a:pt x="384485" y="384158"/>
                    <a:pt x="378279" y="384158"/>
                  </a:cubicBezTo>
                  <a:lnTo>
                    <a:pt x="125309" y="384158"/>
                  </a:lnTo>
                  <a:cubicBezTo>
                    <a:pt x="119351" y="384158"/>
                    <a:pt x="114386" y="379211"/>
                    <a:pt x="114386" y="373027"/>
                  </a:cubicBezTo>
                  <a:cubicBezTo>
                    <a:pt x="114386" y="367090"/>
                    <a:pt x="119351" y="362142"/>
                    <a:pt x="125309" y="362142"/>
                  </a:cubicBezTo>
                  <a:close/>
                  <a:moveTo>
                    <a:pt x="125309" y="311829"/>
                  </a:moveTo>
                  <a:lnTo>
                    <a:pt x="378279" y="311829"/>
                  </a:lnTo>
                  <a:cubicBezTo>
                    <a:pt x="384485" y="311829"/>
                    <a:pt x="389450" y="316777"/>
                    <a:pt x="389450" y="322961"/>
                  </a:cubicBezTo>
                  <a:cubicBezTo>
                    <a:pt x="389450" y="328898"/>
                    <a:pt x="384485" y="333845"/>
                    <a:pt x="378279" y="333845"/>
                  </a:cubicBezTo>
                  <a:lnTo>
                    <a:pt x="125309" y="333845"/>
                  </a:lnTo>
                  <a:cubicBezTo>
                    <a:pt x="119351" y="333845"/>
                    <a:pt x="114386" y="328898"/>
                    <a:pt x="114386" y="322961"/>
                  </a:cubicBezTo>
                  <a:cubicBezTo>
                    <a:pt x="114386" y="316777"/>
                    <a:pt x="119351" y="311829"/>
                    <a:pt x="125309" y="311829"/>
                  </a:cubicBezTo>
                  <a:close/>
                  <a:moveTo>
                    <a:pt x="125309" y="261727"/>
                  </a:moveTo>
                  <a:lnTo>
                    <a:pt x="378279" y="261727"/>
                  </a:lnTo>
                  <a:cubicBezTo>
                    <a:pt x="384485" y="261727"/>
                    <a:pt x="389450" y="266691"/>
                    <a:pt x="389450" y="272895"/>
                  </a:cubicBezTo>
                  <a:cubicBezTo>
                    <a:pt x="389450" y="278851"/>
                    <a:pt x="384485" y="283814"/>
                    <a:pt x="378279" y="283814"/>
                  </a:cubicBezTo>
                  <a:lnTo>
                    <a:pt x="125309" y="283814"/>
                  </a:lnTo>
                  <a:cubicBezTo>
                    <a:pt x="119351" y="283814"/>
                    <a:pt x="114386" y="278851"/>
                    <a:pt x="114386" y="272895"/>
                  </a:cubicBezTo>
                  <a:cubicBezTo>
                    <a:pt x="114386" y="266691"/>
                    <a:pt x="119351" y="261727"/>
                    <a:pt x="125309" y="261727"/>
                  </a:cubicBezTo>
                  <a:close/>
                  <a:moveTo>
                    <a:pt x="178951" y="160378"/>
                  </a:moveTo>
                  <a:lnTo>
                    <a:pt x="185655" y="168309"/>
                  </a:lnTo>
                  <a:lnTo>
                    <a:pt x="185904" y="168309"/>
                  </a:lnTo>
                  <a:lnTo>
                    <a:pt x="168273" y="210934"/>
                  </a:lnTo>
                  <a:lnTo>
                    <a:pt x="189380" y="231751"/>
                  </a:lnTo>
                  <a:lnTo>
                    <a:pt x="210239" y="210934"/>
                  </a:lnTo>
                  <a:lnTo>
                    <a:pt x="192608" y="168309"/>
                  </a:lnTo>
                  <a:lnTo>
                    <a:pt x="192857" y="168309"/>
                  </a:lnTo>
                  <a:lnTo>
                    <a:pt x="199562" y="160626"/>
                  </a:lnTo>
                  <a:cubicBezTo>
                    <a:pt x="196333" y="161617"/>
                    <a:pt x="192857" y="162361"/>
                    <a:pt x="189380" y="162361"/>
                  </a:cubicBezTo>
                  <a:cubicBezTo>
                    <a:pt x="185655" y="162361"/>
                    <a:pt x="182179" y="161617"/>
                    <a:pt x="178951" y="160378"/>
                  </a:cubicBezTo>
                  <a:close/>
                  <a:moveTo>
                    <a:pt x="189380" y="71906"/>
                  </a:moveTo>
                  <a:cubicBezTo>
                    <a:pt x="212226" y="71906"/>
                    <a:pt x="230602" y="90493"/>
                    <a:pt x="230602" y="113045"/>
                  </a:cubicBezTo>
                  <a:cubicBezTo>
                    <a:pt x="230602" y="129401"/>
                    <a:pt x="221414" y="147244"/>
                    <a:pt x="207756" y="156413"/>
                  </a:cubicBezTo>
                  <a:cubicBezTo>
                    <a:pt x="240287" y="164591"/>
                    <a:pt x="264126" y="192595"/>
                    <a:pt x="264126" y="213412"/>
                  </a:cubicBezTo>
                  <a:cubicBezTo>
                    <a:pt x="264126" y="237946"/>
                    <a:pt x="114386" y="237946"/>
                    <a:pt x="114386" y="213412"/>
                  </a:cubicBezTo>
                  <a:cubicBezTo>
                    <a:pt x="114386" y="192595"/>
                    <a:pt x="138474" y="164591"/>
                    <a:pt x="170756" y="156413"/>
                  </a:cubicBezTo>
                  <a:cubicBezTo>
                    <a:pt x="157346" y="147244"/>
                    <a:pt x="147910" y="129401"/>
                    <a:pt x="147910" y="113045"/>
                  </a:cubicBezTo>
                  <a:cubicBezTo>
                    <a:pt x="147910" y="90493"/>
                    <a:pt x="166534" y="71906"/>
                    <a:pt x="189380" y="71906"/>
                  </a:cubicBezTo>
                  <a:close/>
                  <a:moveTo>
                    <a:pt x="60068" y="24042"/>
                  </a:moveTo>
                  <a:cubicBezTo>
                    <a:pt x="40211" y="24042"/>
                    <a:pt x="24077" y="40152"/>
                    <a:pt x="24077" y="59981"/>
                  </a:cubicBezTo>
                  <a:lnTo>
                    <a:pt x="24077" y="538837"/>
                  </a:lnTo>
                  <a:cubicBezTo>
                    <a:pt x="24077" y="558666"/>
                    <a:pt x="40211" y="574776"/>
                    <a:pt x="60068" y="574776"/>
                  </a:cubicBezTo>
                  <a:lnTo>
                    <a:pt x="443806" y="574776"/>
                  </a:lnTo>
                  <a:cubicBezTo>
                    <a:pt x="463663" y="574776"/>
                    <a:pt x="479797" y="558666"/>
                    <a:pt x="479797" y="538837"/>
                  </a:cubicBezTo>
                  <a:lnTo>
                    <a:pt x="479797" y="59981"/>
                  </a:lnTo>
                  <a:cubicBezTo>
                    <a:pt x="479797" y="40152"/>
                    <a:pt x="463663" y="24042"/>
                    <a:pt x="443806" y="24042"/>
                  </a:cubicBezTo>
                  <a:close/>
                  <a:moveTo>
                    <a:pt x="60068" y="0"/>
                  </a:moveTo>
                  <a:lnTo>
                    <a:pt x="443806" y="0"/>
                  </a:lnTo>
                  <a:cubicBezTo>
                    <a:pt x="476818" y="0"/>
                    <a:pt x="503625" y="26768"/>
                    <a:pt x="503625" y="59981"/>
                  </a:cubicBezTo>
                  <a:lnTo>
                    <a:pt x="503625" y="538837"/>
                  </a:lnTo>
                  <a:cubicBezTo>
                    <a:pt x="503625" y="571802"/>
                    <a:pt x="476818" y="598818"/>
                    <a:pt x="443806" y="598818"/>
                  </a:cubicBezTo>
                  <a:lnTo>
                    <a:pt x="60068" y="598818"/>
                  </a:lnTo>
                  <a:cubicBezTo>
                    <a:pt x="27055" y="598818"/>
                    <a:pt x="0" y="571802"/>
                    <a:pt x="0" y="538837"/>
                  </a:cubicBezTo>
                  <a:lnTo>
                    <a:pt x="0" y="59981"/>
                  </a:lnTo>
                  <a:cubicBezTo>
                    <a:pt x="0" y="26768"/>
                    <a:pt x="27055" y="0"/>
                    <a:pt x="60068" y="0"/>
                  </a:cubicBezTo>
                  <a:close/>
                </a:path>
              </a:pathLst>
            </a:custGeom>
            <a:solidFill>
              <a:srgbClr val="3FB793"/>
            </a:solidFill>
            <a:ln>
              <a:solidFill>
                <a:srgbClr val="12BCD2"/>
              </a:solidFill>
            </a:ln>
          </p:spPr>
          <p:txBody>
            <a:bodyPr/>
            <a:lstStyle/>
            <a:p>
              <a:endParaRPr lang="zh-CN" altLang="en-US"/>
            </a:p>
          </p:txBody>
        </p:sp>
      </p:grpSp>
      <p:grpSp>
        <p:nvGrpSpPr>
          <p:cNvPr id="65" name="组合 64">
            <a:extLst>
              <a:ext uri="{FF2B5EF4-FFF2-40B4-BE49-F238E27FC236}">
                <a16:creationId xmlns:a16="http://schemas.microsoft.com/office/drawing/2014/main" id="{7D9F0096-DA51-4404-B192-45E1CDB908A2}"/>
              </a:ext>
            </a:extLst>
          </p:cNvPr>
          <p:cNvGrpSpPr/>
          <p:nvPr/>
        </p:nvGrpSpPr>
        <p:grpSpPr>
          <a:xfrm>
            <a:off x="6062020" y="4642696"/>
            <a:ext cx="4631493" cy="461665"/>
            <a:chOff x="5567584" y="4341014"/>
            <a:chExt cx="4631493" cy="461665"/>
          </a:xfrm>
        </p:grpSpPr>
        <p:sp>
          <p:nvSpPr>
            <p:cNvPr id="66" name="文本框 65">
              <a:extLst>
                <a:ext uri="{FF2B5EF4-FFF2-40B4-BE49-F238E27FC236}">
                  <a16:creationId xmlns:a16="http://schemas.microsoft.com/office/drawing/2014/main" id="{802E29B4-A5B1-45A8-97A8-854507124A7B}"/>
                </a:ext>
              </a:extLst>
            </p:cNvPr>
            <p:cNvSpPr txBox="1"/>
            <p:nvPr/>
          </p:nvSpPr>
          <p:spPr>
            <a:xfrm>
              <a:off x="6004147" y="4341014"/>
              <a:ext cx="4194930" cy="461665"/>
            </a:xfrm>
            <a:prstGeom prst="rect">
              <a:avLst/>
            </a:prstGeom>
            <a:noFill/>
          </p:spPr>
          <p:txBody>
            <a:bodyPr wrap="square" rtlCol="0">
              <a:spAutoFit/>
            </a:bodyPr>
            <a:lstStyle/>
            <a:p>
              <a:r>
                <a:rPr lang="zh-CN" altLang="en-US" sz="2400" b="1">
                  <a:solidFill>
                    <a:srgbClr val="405764"/>
                  </a:solidFill>
                  <a:latin typeface="思源黑体旧字形 Normal" panose="020b0400000000000000" pitchFamily="34" charset="-128"/>
                  <a:ea typeface="思源黑体旧字形 Normal" panose="020b0400000000000000" pitchFamily="34" charset="-128"/>
                </a:rPr>
                <a:t>居住地址：</a:t>
              </a:r>
              <a:r>
                <a:rPr lang="zh-CN" altLang="en-US" sz="2400">
                  <a:solidFill>
                    <a:srgbClr val="405764"/>
                  </a:solidFill>
                  <a:latin typeface="思源黑体旧字形 Normal" panose="020b0400000000000000" pitchFamily="34" charset="-128"/>
                  <a:ea typeface="思源黑体旧字形 Normal" panose="020b0400000000000000" pitchFamily="34" charset="-128"/>
                </a:rPr>
                <a:t>输入您现居地址</a:t>
              </a:r>
            </a:p>
          </p:txBody>
        </p:sp>
        <p:sp>
          <p:nvSpPr>
            <p:cNvPr id="67" name="add-location-point_501">
              <a:extLst>
                <a:ext uri="{FF2B5EF4-FFF2-40B4-BE49-F238E27FC236}">
                  <a16:creationId xmlns:a16="http://schemas.microsoft.com/office/drawing/2014/main" id="{35815A73-E2EF-4F6B-BC0D-00B377EC9F72}"/>
                </a:ext>
              </a:extLst>
            </p:cNvPr>
            <p:cNvSpPr>
              <a:spLocks noChangeAspect="1"/>
            </p:cNvSpPr>
            <p:nvPr/>
          </p:nvSpPr>
          <p:spPr bwMode="auto">
            <a:xfrm>
              <a:off x="5567584" y="4400803"/>
              <a:ext cx="263415" cy="388399"/>
            </a:xfrm>
            <a:custGeom>
              <a:gdLst>
                <a:gd name="connsiteX0" fmla="*/ 178196 w 401555"/>
                <a:gd name="connsiteY0" fmla="*/ 123842 h 592082"/>
                <a:gd name="connsiteX1" fmla="*/ 223359 w 401555"/>
                <a:gd name="connsiteY1" fmla="*/ 123842 h 592082"/>
                <a:gd name="connsiteX2" fmla="*/ 223359 w 401555"/>
                <a:gd name="connsiteY2" fmla="*/ 176747 h 592082"/>
                <a:gd name="connsiteX3" fmla="*/ 276263 w 401555"/>
                <a:gd name="connsiteY3" fmla="*/ 176747 h 592082"/>
                <a:gd name="connsiteX4" fmla="*/ 276263 w 401555"/>
                <a:gd name="connsiteY4" fmla="*/ 221909 h 592082"/>
                <a:gd name="connsiteX5" fmla="*/ 223359 w 401555"/>
                <a:gd name="connsiteY5" fmla="*/ 221909 h 592082"/>
                <a:gd name="connsiteX6" fmla="*/ 223359 w 401555"/>
                <a:gd name="connsiteY6" fmla="*/ 274814 h 592082"/>
                <a:gd name="connsiteX7" fmla="*/ 178196 w 401555"/>
                <a:gd name="connsiteY7" fmla="*/ 274814 h 592082"/>
                <a:gd name="connsiteX8" fmla="*/ 178196 w 401555"/>
                <a:gd name="connsiteY8" fmla="*/ 221909 h 592082"/>
                <a:gd name="connsiteX9" fmla="*/ 125292 w 401555"/>
                <a:gd name="connsiteY9" fmla="*/ 221909 h 592082"/>
                <a:gd name="connsiteX10" fmla="*/ 125292 w 401555"/>
                <a:gd name="connsiteY10" fmla="*/ 176747 h 592082"/>
                <a:gd name="connsiteX11" fmla="*/ 178196 w 401555"/>
                <a:gd name="connsiteY11" fmla="*/ 176747 h 592082"/>
                <a:gd name="connsiteX12" fmla="*/ 200132 w 401555"/>
                <a:gd name="connsiteY12" fmla="*/ 79976 h 592082"/>
                <a:gd name="connsiteX13" fmla="*/ 83926 w 401555"/>
                <a:gd name="connsiteY13" fmla="*/ 194781 h 592082"/>
                <a:gd name="connsiteX14" fmla="*/ 200132 w 401555"/>
                <a:gd name="connsiteY14" fmla="*/ 309585 h 592082"/>
                <a:gd name="connsiteX15" fmla="*/ 315046 w 401555"/>
                <a:gd name="connsiteY15" fmla="*/ 194781 h 592082"/>
                <a:gd name="connsiteX16" fmla="*/ 200132 w 401555"/>
                <a:gd name="connsiteY16" fmla="*/ 79976 h 592082"/>
                <a:gd name="connsiteX17" fmla="*/ 200132 w 401555"/>
                <a:gd name="connsiteY17" fmla="*/ 0 h 592082"/>
                <a:gd name="connsiteX18" fmla="*/ 401555 w 401555"/>
                <a:gd name="connsiteY18" fmla="*/ 199941 h 592082"/>
                <a:gd name="connsiteX19" fmla="*/ 336996 w 401555"/>
                <a:gd name="connsiteY19" fmla="*/ 359893 h 592082"/>
                <a:gd name="connsiteX20" fmla="*/ 193676 w 401555"/>
                <a:gd name="connsiteY20" fmla="*/ 592082 h 592082"/>
                <a:gd name="connsiteX21" fmla="*/ 54229 w 401555"/>
                <a:gd name="connsiteY21" fmla="*/ 357313 h 592082"/>
                <a:gd name="connsiteX22" fmla="*/ 0 w 401555"/>
                <a:gd name="connsiteY22" fmla="*/ 199941 h 592082"/>
                <a:gd name="connsiteX23" fmla="*/ 200132 w 401555"/>
                <a:gd name="connsiteY23" fmla="*/ 0 h 592082"/>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01555" h="592082">
                  <a:moveTo>
                    <a:pt x="178196" y="123842"/>
                  </a:moveTo>
                  <a:lnTo>
                    <a:pt x="223359" y="123842"/>
                  </a:lnTo>
                  <a:lnTo>
                    <a:pt x="223359" y="176747"/>
                  </a:lnTo>
                  <a:lnTo>
                    <a:pt x="276263" y="176747"/>
                  </a:lnTo>
                  <a:lnTo>
                    <a:pt x="276263" y="221909"/>
                  </a:lnTo>
                  <a:lnTo>
                    <a:pt x="223359" y="221909"/>
                  </a:lnTo>
                  <a:lnTo>
                    <a:pt x="223359" y="274814"/>
                  </a:lnTo>
                  <a:lnTo>
                    <a:pt x="178196" y="274814"/>
                  </a:lnTo>
                  <a:lnTo>
                    <a:pt x="178196" y="221909"/>
                  </a:lnTo>
                  <a:lnTo>
                    <a:pt x="125292" y="221909"/>
                  </a:lnTo>
                  <a:lnTo>
                    <a:pt x="125292" y="176747"/>
                  </a:lnTo>
                  <a:lnTo>
                    <a:pt x="178196" y="176747"/>
                  </a:lnTo>
                  <a:close/>
                  <a:moveTo>
                    <a:pt x="200132" y="79976"/>
                  </a:moveTo>
                  <a:cubicBezTo>
                    <a:pt x="135573" y="79976"/>
                    <a:pt x="83926" y="131574"/>
                    <a:pt x="83926" y="194781"/>
                  </a:cubicBezTo>
                  <a:cubicBezTo>
                    <a:pt x="83926" y="257988"/>
                    <a:pt x="135573" y="309585"/>
                    <a:pt x="200132" y="309585"/>
                  </a:cubicBezTo>
                  <a:cubicBezTo>
                    <a:pt x="263399" y="309585"/>
                    <a:pt x="315046" y="257988"/>
                    <a:pt x="315046" y="194781"/>
                  </a:cubicBezTo>
                  <a:cubicBezTo>
                    <a:pt x="315046" y="131574"/>
                    <a:pt x="263399" y="79976"/>
                    <a:pt x="200132" y="79976"/>
                  </a:cubicBezTo>
                  <a:close/>
                  <a:moveTo>
                    <a:pt x="200132" y="0"/>
                  </a:moveTo>
                  <a:cubicBezTo>
                    <a:pt x="311173" y="0"/>
                    <a:pt x="401555" y="89006"/>
                    <a:pt x="401555" y="199941"/>
                  </a:cubicBezTo>
                  <a:cubicBezTo>
                    <a:pt x="401555" y="263148"/>
                    <a:pt x="336996" y="359893"/>
                    <a:pt x="336996" y="359893"/>
                  </a:cubicBezTo>
                  <a:lnTo>
                    <a:pt x="193676" y="592082"/>
                  </a:lnTo>
                  <a:lnTo>
                    <a:pt x="54229" y="357313"/>
                  </a:lnTo>
                  <a:cubicBezTo>
                    <a:pt x="54229" y="357313"/>
                    <a:pt x="0" y="256698"/>
                    <a:pt x="0" y="199941"/>
                  </a:cubicBezTo>
                  <a:cubicBezTo>
                    <a:pt x="0" y="89006"/>
                    <a:pt x="89091" y="0"/>
                    <a:pt x="200132" y="0"/>
                  </a:cubicBezTo>
                  <a:close/>
                </a:path>
              </a:pathLst>
            </a:custGeom>
            <a:solidFill>
              <a:srgbClr val="545D79"/>
            </a:solidFill>
            <a:ln>
              <a:solidFill>
                <a:srgbClr val="405764"/>
              </a:solidFill>
            </a:ln>
          </p:spPr>
          <p:txBody>
            <a:bodyPr/>
            <a:lstStyle/>
            <a:p>
              <a:endParaRPr lang="zh-CN" altLang="en-US"/>
            </a:p>
          </p:txBody>
        </p:sp>
      </p:grpSp>
    </p:spTree>
    <p:extLst>
      <p:ext uri="{BB962C8B-B14F-4D97-AF65-F5344CB8AC3E}">
        <p14:creationId val="3430525433"/>
      </p:ext>
    </p:extLst>
  </p:cSld>
  <p:clrMapOvr>
    <a:masterClrMapping/>
  </p:clrMapOvr>
  <p:transition spd="slow" advClick="0" advTm="0">
    <p:cove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49" presetClass="entr" presetSubtype="0" decel="10000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 calcmode="lin" valueType="num">
                                      <p:cBhvr>
                                        <p:cTn id="9" dur="500" fill="hold"/>
                                        <p:tgtEl>
                                          <p:spTgt spid="2"/>
                                        </p:tgtEl>
                                        <p:attrNameLst>
                                          <p:attrName>style.rotation</p:attrName>
                                        </p:attrNameLst>
                                      </p:cBhvr>
                                      <p:tavLst>
                                        <p:tav tm="0">
                                          <p:val>
                                            <p:fltVal val="360"/>
                                          </p:val>
                                        </p:tav>
                                        <p:tav tm="100000">
                                          <p:val>
                                            <p:fltVal val="0"/>
                                          </p:val>
                                        </p:tav>
                                      </p:tavLst>
                                    </p:anim>
                                    <p:animEffect transition="in" filter="fade">
                                      <p:cBhvr>
                                        <p:cTn id="10" dur="500"/>
                                        <p:tgtEl>
                                          <p:spTgt spid="2"/>
                                        </p:tgtEl>
                                      </p:cBhvr>
                                    </p:animEffect>
                                  </p:childTnLst>
                                </p:cTn>
                              </p:par>
                              <p:par>
                                <p:cTn id="11" presetID="41" presetClass="entr" presetSubtype="0" fill="hold" grpId="0" nodeType="withEffect">
                                  <p:stCondLst>
                                    <p:cond delay="0"/>
                                  </p:stCondLst>
                                  <p:iterate type="lt">
                                    <p:tmPct val="10000"/>
                                  </p:iterate>
                                  <p:childTnLst>
                                    <p:set>
                                      <p:cBhvr>
                                        <p:cTn id="12" dur="1" fill="hold">
                                          <p:stCondLst>
                                            <p:cond delay="0"/>
                                          </p:stCondLst>
                                        </p:cTn>
                                        <p:tgtEl>
                                          <p:spTgt spid="5"/>
                                        </p:tgtEl>
                                        <p:attrNameLst>
                                          <p:attrName>style.visibility</p:attrName>
                                        </p:attrNameLst>
                                      </p:cBhvr>
                                      <p:to>
                                        <p:strVal val="visible"/>
                                      </p:to>
                                    </p:set>
                                    <p:anim calcmode="lin" valueType="num">
                                      <p:cBhvr>
                                        <p:cTn id="13" dur="500" fill="hold"/>
                                        <p:tgtEl>
                                          <p:spTgt spid="5"/>
                                        </p:tgtEl>
                                        <p:attrNameLst>
                                          <p:attrName>ppt_x</p:attrName>
                                        </p:attrNameLst>
                                      </p:cBhvr>
                                      <p:tavLst>
                                        <p:tav tm="0">
                                          <p:val>
                                            <p:strVal val="#ppt_x"/>
                                          </p:val>
                                        </p:tav>
                                        <p:tav tm="50000">
                                          <p:val>
                                            <p:strVal val="#ppt_x+.1"/>
                                          </p:val>
                                        </p:tav>
                                        <p:tav tm="100000">
                                          <p:val>
                                            <p:strVal val="#ppt_x"/>
                                          </p:val>
                                        </p:tav>
                                      </p:tavLst>
                                    </p:anim>
                                    <p:anim calcmode="lin" valueType="num">
                                      <p:cBhvr>
                                        <p:cTn id="14" dur="500" fill="hold"/>
                                        <p:tgtEl>
                                          <p:spTgt spid="5"/>
                                        </p:tgtEl>
                                        <p:attrNameLst>
                                          <p:attrName>ppt_y</p:attrName>
                                        </p:attrNameLst>
                                      </p:cBhvr>
                                      <p:tavLst>
                                        <p:tav tm="0">
                                          <p:val>
                                            <p:strVal val="#ppt_y"/>
                                          </p:val>
                                        </p:tav>
                                        <p:tav tm="100000">
                                          <p:val>
                                            <p:strVal val="#ppt_y"/>
                                          </p:val>
                                        </p:tav>
                                      </p:tavLst>
                                    </p:anim>
                                    <p:anim calcmode="lin" valueType="num">
                                      <p:cBhvr>
                                        <p:cTn id="15" dur="500" fill="hold"/>
                                        <p:tgtEl>
                                          <p:spTgt spid="5"/>
                                        </p:tgtEl>
                                        <p:attrNameLst>
                                          <p:attrName>ppt_h</p:attrName>
                                        </p:attrNameLst>
                                      </p:cBhvr>
                                      <p:tavLst>
                                        <p:tav tm="0">
                                          <p:val>
                                            <p:strVal val="#ppt_h/10"/>
                                          </p:val>
                                        </p:tav>
                                        <p:tav tm="50000">
                                          <p:val>
                                            <p:strVal val="#ppt_h+.01"/>
                                          </p:val>
                                        </p:tav>
                                        <p:tav tm="100000">
                                          <p:val>
                                            <p:strVal val="#ppt_h"/>
                                          </p:val>
                                        </p:tav>
                                      </p:tavLst>
                                    </p:anim>
                                    <p:anim calcmode="lin" valueType="num">
                                      <p:cBhvr>
                                        <p:cTn id="16" dur="500" fill="hold"/>
                                        <p:tgtEl>
                                          <p:spTgt spid="5"/>
                                        </p:tgtEl>
                                        <p:attrNameLst>
                                          <p:attrName>ppt_w</p:attrName>
                                        </p:attrNameLst>
                                      </p:cBhvr>
                                      <p:tavLst>
                                        <p:tav tm="0">
                                          <p:val>
                                            <p:strVal val="#ppt_w/10"/>
                                          </p:val>
                                        </p:tav>
                                        <p:tav tm="50000">
                                          <p:val>
                                            <p:strVal val="#ppt_w+.01"/>
                                          </p:val>
                                        </p:tav>
                                        <p:tav tm="100000">
                                          <p:val>
                                            <p:strVal val="#ppt_w"/>
                                          </p:val>
                                        </p:tav>
                                      </p:tavLst>
                                    </p:anim>
                                    <p:animEffect transition="in" filter="fade">
                                      <p:cBhvr>
                                        <p:cTn id="17" dur="500" tmFilter="0,0; .5, 1; 1, 1"/>
                                        <p:tgtEl>
                                          <p:spTgt spid="5"/>
                                        </p:tgtEl>
                                      </p:cBhvr>
                                    </p:animEffect>
                                  </p:childTnLst>
                                </p:cTn>
                              </p:par>
                            </p:childTnLst>
                          </p:cTn>
                        </p:par>
                        <p:par>
                          <p:cTn id="18" fill="hold" nodeType="afterGroup">
                            <p:stCondLst>
                              <p:cond delay="500"/>
                            </p:stCondLst>
                            <p:childTnLst>
                              <p:par>
                                <p:cTn id="19" presetID="21" presetClass="entr" presetSubtype="1" fill="hold" grpId="0" nodeType="afterEffect">
                                  <p:stCondLst>
                                    <p:cond delay="0"/>
                                  </p:stCondLst>
                                  <p:childTnLst>
                                    <p:set>
                                      <p:cBhvr>
                                        <p:cTn id="20" dur="1" fill="hold">
                                          <p:stCondLst>
                                            <p:cond delay="0"/>
                                          </p:stCondLst>
                                        </p:cTn>
                                        <p:tgtEl>
                                          <p:spTgt spid="48"/>
                                        </p:tgtEl>
                                        <p:attrNameLst>
                                          <p:attrName>style.visibility</p:attrName>
                                        </p:attrNameLst>
                                      </p:cBhvr>
                                      <p:to>
                                        <p:strVal val="visible"/>
                                      </p:to>
                                    </p:set>
                                    <p:animEffect transition="in" filter="wheel(1)">
                                      <p:cBhvr>
                                        <p:cTn id="21" dur="1000"/>
                                        <p:tgtEl>
                                          <p:spTgt spid="48"/>
                                        </p:tgtEl>
                                      </p:cBhvr>
                                    </p:animEffect>
                                  </p:childTnLst>
                                </p:cTn>
                              </p:par>
                            </p:childTnLst>
                          </p:cTn>
                        </p:par>
                        <p:par>
                          <p:cTn id="22" fill="hold" nodeType="afterGroup">
                            <p:stCondLst>
                              <p:cond delay="1500"/>
                            </p:stCondLst>
                            <p:childTnLst>
                              <p:par>
                                <p:cTn id="23" presetID="42" presetClass="entr" presetSubtype="0" fill="hold" nodeType="after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750"/>
                                        <p:tgtEl>
                                          <p:spTgt spid="7"/>
                                        </p:tgtEl>
                                      </p:cBhvr>
                                    </p:animEffect>
                                    <p:anim calcmode="lin" valueType="num">
                                      <p:cBhvr>
                                        <p:cTn id="26" dur="750" fill="hold"/>
                                        <p:tgtEl>
                                          <p:spTgt spid="7"/>
                                        </p:tgtEl>
                                        <p:attrNameLst>
                                          <p:attrName>ppt_x</p:attrName>
                                        </p:attrNameLst>
                                      </p:cBhvr>
                                      <p:tavLst>
                                        <p:tav tm="0">
                                          <p:val>
                                            <p:strVal val="#ppt_x"/>
                                          </p:val>
                                        </p:tav>
                                        <p:tav tm="100000">
                                          <p:val>
                                            <p:strVal val="#ppt_x"/>
                                          </p:val>
                                        </p:tav>
                                      </p:tavLst>
                                    </p:anim>
                                    <p:anim calcmode="lin" valueType="num">
                                      <p:cBhvr>
                                        <p:cTn id="27" dur="750" fill="hold"/>
                                        <p:tgtEl>
                                          <p:spTgt spid="7"/>
                                        </p:tgtEl>
                                        <p:attrNameLst>
                                          <p:attrName>ppt_y</p:attrName>
                                        </p:attrNameLst>
                                      </p:cBhvr>
                                      <p:tavLst>
                                        <p:tav tm="0">
                                          <p:val>
                                            <p:strVal val="#ppt_y+.1"/>
                                          </p:val>
                                        </p:tav>
                                        <p:tav tm="100000">
                                          <p:val>
                                            <p:strVal val="#ppt_y"/>
                                          </p:val>
                                        </p:tav>
                                      </p:tavLst>
                                    </p:anim>
                                  </p:childTnLst>
                                </p:cTn>
                              </p:par>
                            </p:childTnLst>
                          </p:cTn>
                        </p:par>
                        <p:par>
                          <p:cTn id="28" fill="hold" nodeType="afterGroup">
                            <p:stCondLst>
                              <p:cond delay="2250"/>
                            </p:stCondLst>
                            <p:childTnLst>
                              <p:par>
                                <p:cTn id="29" presetID="12" presetClass="entr" presetSubtype="4" fill="hold" nodeType="afterEffect">
                                  <p:stCondLst>
                                    <p:cond delay="0"/>
                                  </p:stCondLst>
                                  <p:childTnLst>
                                    <p:set>
                                      <p:cBhvr>
                                        <p:cTn id="30" dur="1" fill="hold">
                                          <p:stCondLst>
                                            <p:cond delay="0"/>
                                          </p:stCondLst>
                                        </p:cTn>
                                        <p:tgtEl>
                                          <p:spTgt spid="50"/>
                                        </p:tgtEl>
                                        <p:attrNameLst>
                                          <p:attrName>style.visibility</p:attrName>
                                        </p:attrNameLst>
                                      </p:cBhvr>
                                      <p:to>
                                        <p:strVal val="visible"/>
                                      </p:to>
                                    </p:set>
                                    <p:anim calcmode="lin" valueType="num">
                                      <p:cBhvr additive="base">
                                        <p:cTn id="31" dur="750"/>
                                        <p:tgtEl>
                                          <p:spTgt spid="50"/>
                                        </p:tgtEl>
                                        <p:attrNameLst>
                                          <p:attrName>ppt_y</p:attrName>
                                        </p:attrNameLst>
                                      </p:cBhvr>
                                      <p:tavLst>
                                        <p:tav tm="0">
                                          <p:val>
                                            <p:strVal val="#ppt_y+#ppt_h*1.125000"/>
                                          </p:val>
                                        </p:tav>
                                        <p:tav tm="100000">
                                          <p:val>
                                            <p:strVal val="#ppt_y"/>
                                          </p:val>
                                        </p:tav>
                                      </p:tavLst>
                                    </p:anim>
                                    <p:animEffect transition="in" filter="wipe(up)">
                                      <p:cBhvr>
                                        <p:cTn id="32" dur="750"/>
                                        <p:tgtEl>
                                          <p:spTgt spid="50"/>
                                        </p:tgtEl>
                                      </p:cBhvr>
                                    </p:animEffect>
                                  </p:childTnLst>
                                </p:cTn>
                              </p:par>
                            </p:childTnLst>
                          </p:cTn>
                        </p:par>
                        <p:par>
                          <p:cTn id="33" fill="hold" nodeType="afterGroup">
                            <p:stCondLst>
                              <p:cond delay="3000"/>
                            </p:stCondLst>
                            <p:childTnLst>
                              <p:par>
                                <p:cTn id="34" presetID="12" presetClass="entr" presetSubtype="4" fill="hold" nodeType="afterEffect">
                                  <p:stCondLst>
                                    <p:cond delay="0"/>
                                  </p:stCondLst>
                                  <p:childTnLst>
                                    <p:set>
                                      <p:cBhvr>
                                        <p:cTn id="35" dur="1" fill="hold">
                                          <p:stCondLst>
                                            <p:cond delay="0"/>
                                          </p:stCondLst>
                                        </p:cTn>
                                        <p:tgtEl>
                                          <p:spTgt spid="59"/>
                                        </p:tgtEl>
                                        <p:attrNameLst>
                                          <p:attrName>style.visibility</p:attrName>
                                        </p:attrNameLst>
                                      </p:cBhvr>
                                      <p:to>
                                        <p:strVal val="visible"/>
                                      </p:to>
                                    </p:set>
                                    <p:anim calcmode="lin" valueType="num">
                                      <p:cBhvr additive="base">
                                        <p:cTn id="36" dur="750"/>
                                        <p:tgtEl>
                                          <p:spTgt spid="59"/>
                                        </p:tgtEl>
                                        <p:attrNameLst>
                                          <p:attrName>ppt_y</p:attrName>
                                        </p:attrNameLst>
                                      </p:cBhvr>
                                      <p:tavLst>
                                        <p:tav tm="0">
                                          <p:val>
                                            <p:strVal val="#ppt_y+#ppt_h*1.125000"/>
                                          </p:val>
                                        </p:tav>
                                        <p:tav tm="100000">
                                          <p:val>
                                            <p:strVal val="#ppt_y"/>
                                          </p:val>
                                        </p:tav>
                                      </p:tavLst>
                                    </p:anim>
                                    <p:animEffect transition="in" filter="wipe(up)">
                                      <p:cBhvr>
                                        <p:cTn id="37" dur="750"/>
                                        <p:tgtEl>
                                          <p:spTgt spid="59"/>
                                        </p:tgtEl>
                                      </p:cBhvr>
                                    </p:animEffect>
                                  </p:childTnLst>
                                </p:cTn>
                              </p:par>
                            </p:childTnLst>
                          </p:cTn>
                        </p:par>
                        <p:par>
                          <p:cTn id="38" fill="hold" nodeType="afterGroup">
                            <p:stCondLst>
                              <p:cond delay="3750"/>
                            </p:stCondLst>
                            <p:childTnLst>
                              <p:par>
                                <p:cTn id="39" presetID="12" presetClass="entr" presetSubtype="4" fill="hold" nodeType="afterEffect">
                                  <p:stCondLst>
                                    <p:cond delay="0"/>
                                  </p:stCondLst>
                                  <p:childTnLst>
                                    <p:set>
                                      <p:cBhvr>
                                        <p:cTn id="40" dur="1" fill="hold">
                                          <p:stCondLst>
                                            <p:cond delay="0"/>
                                          </p:stCondLst>
                                        </p:cTn>
                                        <p:tgtEl>
                                          <p:spTgt spid="56"/>
                                        </p:tgtEl>
                                        <p:attrNameLst>
                                          <p:attrName>style.visibility</p:attrName>
                                        </p:attrNameLst>
                                      </p:cBhvr>
                                      <p:to>
                                        <p:strVal val="visible"/>
                                      </p:to>
                                    </p:set>
                                    <p:anim calcmode="lin" valueType="num">
                                      <p:cBhvr additive="base">
                                        <p:cTn id="41" dur="750"/>
                                        <p:tgtEl>
                                          <p:spTgt spid="56"/>
                                        </p:tgtEl>
                                        <p:attrNameLst>
                                          <p:attrName>ppt_y</p:attrName>
                                        </p:attrNameLst>
                                      </p:cBhvr>
                                      <p:tavLst>
                                        <p:tav tm="0">
                                          <p:val>
                                            <p:strVal val="#ppt_y+#ppt_h*1.125000"/>
                                          </p:val>
                                        </p:tav>
                                        <p:tav tm="100000">
                                          <p:val>
                                            <p:strVal val="#ppt_y"/>
                                          </p:val>
                                        </p:tav>
                                      </p:tavLst>
                                    </p:anim>
                                    <p:animEffect transition="in" filter="wipe(up)">
                                      <p:cBhvr>
                                        <p:cTn id="42" dur="750"/>
                                        <p:tgtEl>
                                          <p:spTgt spid="56"/>
                                        </p:tgtEl>
                                      </p:cBhvr>
                                    </p:animEffect>
                                  </p:childTnLst>
                                </p:cTn>
                              </p:par>
                            </p:childTnLst>
                          </p:cTn>
                        </p:par>
                        <p:par>
                          <p:cTn id="43" fill="hold" nodeType="afterGroup">
                            <p:stCondLst>
                              <p:cond delay="4500"/>
                            </p:stCondLst>
                            <p:childTnLst>
                              <p:par>
                                <p:cTn id="44" presetID="12" presetClass="entr" presetSubtype="4" fill="hold" nodeType="afterEffect">
                                  <p:stCondLst>
                                    <p:cond delay="0"/>
                                  </p:stCondLst>
                                  <p:childTnLst>
                                    <p:set>
                                      <p:cBhvr>
                                        <p:cTn id="45" dur="1" fill="hold">
                                          <p:stCondLst>
                                            <p:cond delay="0"/>
                                          </p:stCondLst>
                                        </p:cTn>
                                        <p:tgtEl>
                                          <p:spTgt spid="62"/>
                                        </p:tgtEl>
                                        <p:attrNameLst>
                                          <p:attrName>style.visibility</p:attrName>
                                        </p:attrNameLst>
                                      </p:cBhvr>
                                      <p:to>
                                        <p:strVal val="visible"/>
                                      </p:to>
                                    </p:set>
                                    <p:anim calcmode="lin" valueType="num">
                                      <p:cBhvr additive="base">
                                        <p:cTn id="46" dur="750"/>
                                        <p:tgtEl>
                                          <p:spTgt spid="62"/>
                                        </p:tgtEl>
                                        <p:attrNameLst>
                                          <p:attrName>ppt_y</p:attrName>
                                        </p:attrNameLst>
                                      </p:cBhvr>
                                      <p:tavLst>
                                        <p:tav tm="0">
                                          <p:val>
                                            <p:strVal val="#ppt_y+#ppt_h*1.125000"/>
                                          </p:val>
                                        </p:tav>
                                        <p:tav tm="100000">
                                          <p:val>
                                            <p:strVal val="#ppt_y"/>
                                          </p:val>
                                        </p:tav>
                                      </p:tavLst>
                                    </p:anim>
                                    <p:animEffect transition="in" filter="wipe(up)">
                                      <p:cBhvr>
                                        <p:cTn id="47" dur="750"/>
                                        <p:tgtEl>
                                          <p:spTgt spid="62"/>
                                        </p:tgtEl>
                                      </p:cBhvr>
                                    </p:animEffect>
                                  </p:childTnLst>
                                </p:cTn>
                              </p:par>
                            </p:childTnLst>
                          </p:cTn>
                        </p:par>
                        <p:par>
                          <p:cTn id="48" fill="hold" nodeType="afterGroup">
                            <p:stCondLst>
                              <p:cond delay="5250"/>
                            </p:stCondLst>
                            <p:childTnLst>
                              <p:par>
                                <p:cTn id="49" presetID="12" presetClass="entr" presetSubtype="4" fill="hold" nodeType="afterEffect">
                                  <p:stCondLst>
                                    <p:cond delay="0"/>
                                  </p:stCondLst>
                                  <p:childTnLst>
                                    <p:set>
                                      <p:cBhvr>
                                        <p:cTn id="50" dur="1" fill="hold">
                                          <p:stCondLst>
                                            <p:cond delay="0"/>
                                          </p:stCondLst>
                                        </p:cTn>
                                        <p:tgtEl>
                                          <p:spTgt spid="65"/>
                                        </p:tgtEl>
                                        <p:attrNameLst>
                                          <p:attrName>style.visibility</p:attrName>
                                        </p:attrNameLst>
                                      </p:cBhvr>
                                      <p:to>
                                        <p:strVal val="visible"/>
                                      </p:to>
                                    </p:set>
                                    <p:anim calcmode="lin" valueType="num">
                                      <p:cBhvr additive="base">
                                        <p:cTn id="51" dur="750"/>
                                        <p:tgtEl>
                                          <p:spTgt spid="65"/>
                                        </p:tgtEl>
                                        <p:attrNameLst>
                                          <p:attrName>ppt_y</p:attrName>
                                        </p:attrNameLst>
                                      </p:cBhvr>
                                      <p:tavLst>
                                        <p:tav tm="0">
                                          <p:val>
                                            <p:strVal val="#ppt_y+#ppt_h*1.125000"/>
                                          </p:val>
                                        </p:tav>
                                        <p:tav tm="100000">
                                          <p:val>
                                            <p:strVal val="#ppt_y"/>
                                          </p:val>
                                        </p:tav>
                                      </p:tavLst>
                                    </p:anim>
                                    <p:animEffect transition="in" filter="wipe(up)">
                                      <p:cBhvr>
                                        <p:cTn id="52" dur="750"/>
                                        <p:tgtEl>
                                          <p:spTgt spid="65"/>
                                        </p:tgtEl>
                                      </p:cBhvr>
                                    </p:animEffect>
                                  </p:childTnLst>
                                </p:cTn>
                              </p:par>
                            </p:childTnLst>
                          </p:cTn>
                        </p:par>
                        <p:par>
                          <p:cTn id="53" fill="hold" nodeType="afterGroup">
                            <p:stCondLst>
                              <p:cond delay="6000"/>
                            </p:stCondLst>
                            <p:childTnLst>
                              <p:par>
                                <p:cTn id="54" presetID="12" presetClass="entr" presetSubtype="4" fill="hold" nodeType="afterEffect">
                                  <p:stCondLst>
                                    <p:cond delay="0"/>
                                  </p:stCondLst>
                                  <p:childTnLst>
                                    <p:set>
                                      <p:cBhvr>
                                        <p:cTn id="55" dur="1" fill="hold">
                                          <p:stCondLst>
                                            <p:cond delay="0"/>
                                          </p:stCondLst>
                                        </p:cTn>
                                        <p:tgtEl>
                                          <p:spTgt spid="53"/>
                                        </p:tgtEl>
                                        <p:attrNameLst>
                                          <p:attrName>style.visibility</p:attrName>
                                        </p:attrNameLst>
                                      </p:cBhvr>
                                      <p:to>
                                        <p:strVal val="visible"/>
                                      </p:to>
                                    </p:set>
                                    <p:anim calcmode="lin" valueType="num">
                                      <p:cBhvr additive="base">
                                        <p:cTn id="56" dur="750"/>
                                        <p:tgtEl>
                                          <p:spTgt spid="53"/>
                                        </p:tgtEl>
                                        <p:attrNameLst>
                                          <p:attrName>ppt_y</p:attrName>
                                        </p:attrNameLst>
                                      </p:cBhvr>
                                      <p:tavLst>
                                        <p:tav tm="0">
                                          <p:val>
                                            <p:strVal val="#ppt_y+#ppt_h*1.125000"/>
                                          </p:val>
                                        </p:tav>
                                        <p:tav tm="100000">
                                          <p:val>
                                            <p:strVal val="#ppt_y"/>
                                          </p:val>
                                        </p:tav>
                                      </p:tavLst>
                                    </p:anim>
                                    <p:animEffect transition="in" filter="wipe(up)">
                                      <p:cBhvr>
                                        <p:cTn id="57" dur="75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animBg="1"/>
      <p:bldP spid="5" grpId="0"/>
    </p:bldLst>
  </p:timing>
</p:sld>
</file>

<file path=ppt/slides/slide5.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grpSp>
        <p:nvGrpSpPr>
          <p:cNvPr id="2" name="组合 1"/>
          <p:cNvGrpSpPr/>
          <p:nvPr/>
        </p:nvGrpSpPr>
        <p:grpSpPr>
          <a:xfrm>
            <a:off x="327153" y="318911"/>
            <a:ext cx="529037" cy="529037"/>
            <a:chOff x="327153" y="318911"/>
            <a:chExt cx="529037" cy="529037"/>
          </a:xfrm>
        </p:grpSpPr>
        <p:sp>
          <p:nvSpPr>
            <p:cNvPr id="3" name="圆角矩形 2"/>
            <p:cNvSpPr/>
            <p:nvPr/>
          </p:nvSpPr>
          <p:spPr>
            <a:xfrm rot="18926424">
              <a:off x="327153" y="318911"/>
              <a:ext cx="529037" cy="529037"/>
            </a:xfrm>
            <a:prstGeom prst="roundRect">
              <a:avLst/>
            </a:prstGeom>
            <a:solidFill>
              <a:srgbClr val="545D79"/>
            </a:solidFill>
            <a:ln>
              <a:noFill/>
            </a:ln>
            <a:effectLst>
              <a:outerShdw blurRad="63500" algn="ctr" rotWithShape="0">
                <a:prstClr val="black">
                  <a:alpha val="40000"/>
                </a:prstClr>
              </a:outerShdw>
            </a:effectLst>
          </p:spPr>
          <p:txBody>
            <a:bodyPr vert="horz" wrap="square" lIns="91440" tIns="45720" rIns="91440" bIns="45720" numCol="1" anchor="ctr" anchorCtr="0" compatLnSpc="1">
              <a:prstTxWarp prst="textNoShape">
                <a:avLst/>
              </a:prstTxWarp>
            </a:bodyPr>
            <a:lstStyle/>
            <a:p>
              <a:pPr algn="ctr"/>
              <a:endParaRPr lang="zh-CN" altLang="en-US" sz="4800">
                <a:solidFill>
                  <a:prstClr val="white"/>
                </a:solidFill>
                <a:latin typeface="思源黑体旧字形 Normal" panose="020b0400000000000000" pitchFamily="34" charset="-128"/>
                <a:ea typeface="思源黑体旧字形 Normal" panose="020b0400000000000000" pitchFamily="34" charset="-128"/>
              </a:endParaRPr>
            </a:p>
          </p:txBody>
        </p:sp>
        <p:sp>
          <p:nvSpPr>
            <p:cNvPr id="4" name="MH_Other_2"/>
            <p:cNvSpPr/>
            <p:nvPr>
              <p:custDataLst>
                <p:tags r:id="rId3"/>
              </p:custDataLst>
            </p:nvPr>
          </p:nvSpPr>
          <p:spPr bwMode="auto">
            <a:xfrm>
              <a:off x="440450" y="441196"/>
              <a:ext cx="302442" cy="284465"/>
            </a:xfrm>
            <a:custGeom>
              <a:gdLst>
                <a:gd name="T0" fmla="*/ 373604 w 1361803"/>
                <a:gd name="T1" fmla="*/ 882437 h 1281345"/>
                <a:gd name="T2" fmla="*/ 476200 w 1361803"/>
                <a:gd name="T3" fmla="*/ 923828 h 1281345"/>
                <a:gd name="T4" fmla="*/ 554139 w 1361803"/>
                <a:gd name="T5" fmla="*/ 940808 h 1281345"/>
                <a:gd name="T6" fmla="*/ 528484 w 1361803"/>
                <a:gd name="T7" fmla="*/ 1017215 h 1281345"/>
                <a:gd name="T8" fmla="*/ 460417 w 1361803"/>
                <a:gd name="T9" fmla="*/ 1039501 h 1281345"/>
                <a:gd name="T10" fmla="*/ 352881 w 1361803"/>
                <a:gd name="T11" fmla="*/ 976886 h 1281345"/>
                <a:gd name="T12" fmla="*/ 286785 w 1361803"/>
                <a:gd name="T13" fmla="*/ 1049049 h 1281345"/>
                <a:gd name="T14" fmla="*/ 312434 w 1361803"/>
                <a:gd name="T15" fmla="*/ 885625 h 1281345"/>
                <a:gd name="T16" fmla="*/ 274750 w 1361803"/>
                <a:gd name="T17" fmla="*/ 686240 h 1281345"/>
                <a:gd name="T18" fmla="*/ 665920 w 1361803"/>
                <a:gd name="T19" fmla="*/ 686240 h 1281345"/>
                <a:gd name="T20" fmla="*/ 633318 w 1361803"/>
                <a:gd name="T21" fmla="*/ 771039 h 1281345"/>
                <a:gd name="T22" fmla="*/ 270797 w 1361803"/>
                <a:gd name="T23" fmla="*/ 776338 h 1281345"/>
                <a:gd name="T24" fmla="*/ 255979 w 1361803"/>
                <a:gd name="T25" fmla="*/ 705323 h 1281345"/>
                <a:gd name="T26" fmla="*/ 278558 w 1361803"/>
                <a:gd name="T27" fmla="*/ 503808 h 1281345"/>
                <a:gd name="T28" fmla="*/ 746925 w 1361803"/>
                <a:gd name="T29" fmla="*/ 503808 h 1281345"/>
                <a:gd name="T30" fmla="*/ 766688 w 1361803"/>
                <a:gd name="T31" fmla="*/ 555844 h 1281345"/>
                <a:gd name="T32" fmla="*/ 279544 w 1361803"/>
                <a:gd name="T33" fmla="*/ 593008 h 1281345"/>
                <a:gd name="T34" fmla="*/ 256813 w 1361803"/>
                <a:gd name="T35" fmla="*/ 527172 h 1281345"/>
                <a:gd name="T36" fmla="*/ 944591 w 1361803"/>
                <a:gd name="T37" fmla="*/ 452716 h 1281345"/>
                <a:gd name="T38" fmla="*/ 1023588 w 1361803"/>
                <a:gd name="T39" fmla="*/ 643756 h 1281345"/>
                <a:gd name="T40" fmla="*/ 636495 w 1361803"/>
                <a:gd name="T41" fmla="*/ 1040700 h 1281345"/>
                <a:gd name="T42" fmla="*/ 601932 w 1361803"/>
                <a:gd name="T43" fmla="*/ 1010980 h 1281345"/>
                <a:gd name="T44" fmla="*/ 940644 w 1361803"/>
                <a:gd name="T45" fmla="*/ 460140 h 1281345"/>
                <a:gd name="T46" fmla="*/ 1339566 w 1361803"/>
                <a:gd name="T47" fmla="*/ 322482 h 1281345"/>
                <a:gd name="T48" fmla="*/ 1356355 w 1361803"/>
                <a:gd name="T49" fmla="*/ 373372 h 1281345"/>
                <a:gd name="T50" fmla="*/ 1136163 w 1361803"/>
                <a:gd name="T51" fmla="*/ 663855 h 1281345"/>
                <a:gd name="T52" fmla="*/ 1082839 w 1361803"/>
                <a:gd name="T53" fmla="*/ 676580 h 1281345"/>
                <a:gd name="T54" fmla="*/ 1123322 w 1361803"/>
                <a:gd name="T55" fmla="*/ 596008 h 1281345"/>
                <a:gd name="T56" fmla="*/ 1312908 w 1361803"/>
                <a:gd name="T57" fmla="*/ 334145 h 1281345"/>
                <a:gd name="T58" fmla="*/ 526769 w 1361803"/>
                <a:gd name="T59" fmla="*/ 229043 h 1281345"/>
                <a:gd name="T60" fmla="*/ 766688 w 1361803"/>
                <a:gd name="T61" fmla="*/ 244970 h 1281345"/>
                <a:gd name="T62" fmla="*/ 749907 w 1361803"/>
                <a:gd name="T63" fmla="*/ 318243 h 1281345"/>
                <a:gd name="T64" fmla="*/ 529735 w 1361803"/>
                <a:gd name="T65" fmla="*/ 318243 h 1281345"/>
                <a:gd name="T66" fmla="*/ 511959 w 1361803"/>
                <a:gd name="T67" fmla="*/ 246034 h 1281345"/>
                <a:gd name="T68" fmla="*/ 1245419 w 1361803"/>
                <a:gd name="T69" fmla="*/ 137724 h 1281345"/>
                <a:gd name="T70" fmla="*/ 1309122 w 1361803"/>
                <a:gd name="T71" fmla="*/ 239622 h 1281345"/>
                <a:gd name="T72" fmla="*/ 1116528 w 1361803"/>
                <a:gd name="T73" fmla="*/ 531150 h 1281345"/>
                <a:gd name="T74" fmla="*/ 998003 w 1361803"/>
                <a:gd name="T75" fmla="*/ 384860 h 1281345"/>
                <a:gd name="T76" fmla="*/ 1207394 w 1361803"/>
                <a:gd name="T77" fmla="*/ 148457 h 1281345"/>
                <a:gd name="T78" fmla="*/ 327005 w 1361803"/>
                <a:gd name="T79" fmla="*/ 0 h 1281345"/>
                <a:gd name="T80" fmla="*/ 1023501 w 1361803"/>
                <a:gd name="T81" fmla="*/ 136834 h 1281345"/>
                <a:gd name="T82" fmla="*/ 1015602 w 1361803"/>
                <a:gd name="T83" fmla="*/ 237608 h 1281345"/>
                <a:gd name="T84" fmla="*/ 909891 w 1361803"/>
                <a:gd name="T85" fmla="*/ 379745 h 1281345"/>
                <a:gd name="T86" fmla="*/ 897047 w 1361803"/>
                <a:gd name="T87" fmla="*/ 313980 h 1281345"/>
                <a:gd name="T88" fmla="*/ 872348 w 1361803"/>
                <a:gd name="T89" fmla="*/ 135772 h 1281345"/>
                <a:gd name="T90" fmla="*/ 382329 w 1361803"/>
                <a:gd name="T91" fmla="*/ 135772 h 1281345"/>
                <a:gd name="T92" fmla="*/ 382329 w 1361803"/>
                <a:gd name="T93" fmla="*/ 313980 h 1281345"/>
                <a:gd name="T94" fmla="*/ 143255 w 1361803"/>
                <a:gd name="T95" fmla="*/ 409444 h 1281345"/>
                <a:gd name="T96" fmla="*/ 126454 w 1361803"/>
                <a:gd name="T97" fmla="*/ 428538 h 1281345"/>
                <a:gd name="T98" fmla="*/ 151153 w 1361803"/>
                <a:gd name="T99" fmla="*/ 1143476 h 1281345"/>
                <a:gd name="T100" fmla="*/ 897047 w 1361803"/>
                <a:gd name="T101" fmla="*/ 1115897 h 1281345"/>
                <a:gd name="T102" fmla="*/ 902973 w 1361803"/>
                <a:gd name="T103" fmla="*/ 902690 h 1281345"/>
                <a:gd name="T104" fmla="*/ 1022515 w 1361803"/>
                <a:gd name="T105" fmla="*/ 767972 h 1281345"/>
                <a:gd name="T106" fmla="*/ 1023501 w 1361803"/>
                <a:gd name="T107" fmla="*/ 1133931 h 1281345"/>
                <a:gd name="T108" fmla="*/ 131394 w 1361803"/>
                <a:gd name="T109" fmla="*/ 1279248 h 1281345"/>
                <a:gd name="T110" fmla="*/ 0 w 1361803"/>
                <a:gd name="T111" fmla="*/ 335193 h 1281345"/>
                <a:gd name="T112" fmla="*/ 261801 w 1361803"/>
                <a:gd name="T113" fmla="*/ 28642 h 1281345"/>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1361803" h="1281345">
                  <a:moveTo>
                    <a:pt x="340187" y="867542"/>
                  </a:moveTo>
                  <a:cubicBezTo>
                    <a:pt x="351512" y="867144"/>
                    <a:pt x="363575" y="872724"/>
                    <a:pt x="372930" y="883885"/>
                  </a:cubicBezTo>
                  <a:cubicBezTo>
                    <a:pt x="394595" y="907270"/>
                    <a:pt x="415275" y="931718"/>
                    <a:pt x="436940" y="957229"/>
                  </a:cubicBezTo>
                  <a:cubicBezTo>
                    <a:pt x="449742" y="946599"/>
                    <a:pt x="462543" y="935970"/>
                    <a:pt x="475345" y="925340"/>
                  </a:cubicBezTo>
                  <a:cubicBezTo>
                    <a:pt x="492086" y="911522"/>
                    <a:pt x="506857" y="910459"/>
                    <a:pt x="525568" y="923214"/>
                  </a:cubicBezTo>
                  <a:cubicBezTo>
                    <a:pt x="535415" y="929592"/>
                    <a:pt x="544278" y="935970"/>
                    <a:pt x="553141" y="942347"/>
                  </a:cubicBezTo>
                  <a:cubicBezTo>
                    <a:pt x="545263" y="967858"/>
                    <a:pt x="538370" y="993369"/>
                    <a:pt x="530492" y="1018880"/>
                  </a:cubicBezTo>
                  <a:cubicBezTo>
                    <a:pt x="528522" y="1018880"/>
                    <a:pt x="528522" y="1018880"/>
                    <a:pt x="527537" y="1018880"/>
                  </a:cubicBezTo>
                  <a:cubicBezTo>
                    <a:pt x="509812" y="1000810"/>
                    <a:pt x="494056" y="1007187"/>
                    <a:pt x="479284" y="1024195"/>
                  </a:cubicBezTo>
                  <a:cubicBezTo>
                    <a:pt x="473376" y="1030572"/>
                    <a:pt x="466482" y="1035887"/>
                    <a:pt x="459589" y="1041202"/>
                  </a:cubicBezTo>
                  <a:cubicBezTo>
                    <a:pt x="438909" y="1058209"/>
                    <a:pt x="420199" y="1056083"/>
                    <a:pt x="402473" y="1035887"/>
                  </a:cubicBezTo>
                  <a:cubicBezTo>
                    <a:pt x="385732" y="1017817"/>
                    <a:pt x="369976" y="998684"/>
                    <a:pt x="352251" y="978488"/>
                  </a:cubicBezTo>
                  <a:cubicBezTo>
                    <a:pt x="343388" y="995495"/>
                    <a:pt x="335510" y="1012502"/>
                    <a:pt x="327632" y="1028446"/>
                  </a:cubicBezTo>
                  <a:cubicBezTo>
                    <a:pt x="318769" y="1046517"/>
                    <a:pt x="303013" y="1053957"/>
                    <a:pt x="286272" y="1050768"/>
                  </a:cubicBezTo>
                  <a:cubicBezTo>
                    <a:pt x="262638" y="1046517"/>
                    <a:pt x="248851" y="1019943"/>
                    <a:pt x="259683" y="995495"/>
                  </a:cubicBezTo>
                  <a:cubicBezTo>
                    <a:pt x="276424" y="959355"/>
                    <a:pt x="293165" y="922151"/>
                    <a:pt x="311876" y="887074"/>
                  </a:cubicBezTo>
                  <a:cubicBezTo>
                    <a:pt x="318276" y="874318"/>
                    <a:pt x="328863" y="867941"/>
                    <a:pt x="340187" y="867542"/>
                  </a:cubicBezTo>
                  <a:close/>
                  <a:moveTo>
                    <a:pt x="274255" y="687365"/>
                  </a:moveTo>
                  <a:cubicBezTo>
                    <a:pt x="330459" y="687365"/>
                    <a:pt x="386662" y="687365"/>
                    <a:pt x="442866" y="687365"/>
                  </a:cubicBezTo>
                  <a:cubicBezTo>
                    <a:pt x="516819" y="687365"/>
                    <a:pt x="590771" y="687365"/>
                    <a:pt x="664723" y="687365"/>
                  </a:cubicBezTo>
                  <a:cubicBezTo>
                    <a:pt x="670640" y="687365"/>
                    <a:pt x="675570" y="687365"/>
                    <a:pt x="684444" y="687365"/>
                  </a:cubicBezTo>
                  <a:cubicBezTo>
                    <a:pt x="666695" y="718154"/>
                    <a:pt x="649933" y="745757"/>
                    <a:pt x="632184" y="772299"/>
                  </a:cubicBezTo>
                  <a:cubicBezTo>
                    <a:pt x="630212" y="775484"/>
                    <a:pt x="625282" y="776545"/>
                    <a:pt x="621338" y="776545"/>
                  </a:cubicBezTo>
                  <a:cubicBezTo>
                    <a:pt x="504000" y="777607"/>
                    <a:pt x="387648" y="776545"/>
                    <a:pt x="270311" y="777607"/>
                  </a:cubicBezTo>
                  <a:cubicBezTo>
                    <a:pt x="259464" y="777607"/>
                    <a:pt x="255520" y="772299"/>
                    <a:pt x="256506" y="760620"/>
                  </a:cubicBezTo>
                  <a:cubicBezTo>
                    <a:pt x="256506" y="742572"/>
                    <a:pt x="256506" y="724524"/>
                    <a:pt x="255520" y="706475"/>
                  </a:cubicBezTo>
                  <a:cubicBezTo>
                    <a:pt x="255520" y="691612"/>
                    <a:pt x="261436" y="687365"/>
                    <a:pt x="274255" y="687365"/>
                  </a:cubicBezTo>
                  <a:close/>
                  <a:moveTo>
                    <a:pt x="278054" y="504636"/>
                  </a:moveTo>
                  <a:cubicBezTo>
                    <a:pt x="354989" y="504636"/>
                    <a:pt x="432911" y="504636"/>
                    <a:pt x="509846" y="504636"/>
                  </a:cubicBezTo>
                  <a:cubicBezTo>
                    <a:pt x="588754" y="504636"/>
                    <a:pt x="666676" y="504636"/>
                    <a:pt x="745584" y="504636"/>
                  </a:cubicBezTo>
                  <a:cubicBezTo>
                    <a:pt x="764325" y="504636"/>
                    <a:pt x="765311" y="505700"/>
                    <a:pt x="765311" y="524845"/>
                  </a:cubicBezTo>
                  <a:cubicBezTo>
                    <a:pt x="765311" y="535481"/>
                    <a:pt x="765311" y="546117"/>
                    <a:pt x="765311" y="556753"/>
                  </a:cubicBezTo>
                  <a:cubicBezTo>
                    <a:pt x="765311" y="580153"/>
                    <a:pt x="752489" y="593980"/>
                    <a:pt x="730789" y="593980"/>
                  </a:cubicBezTo>
                  <a:cubicBezTo>
                    <a:pt x="580863" y="593980"/>
                    <a:pt x="429952" y="593980"/>
                    <a:pt x="279040" y="593980"/>
                  </a:cubicBezTo>
                  <a:cubicBezTo>
                    <a:pt x="256354" y="593980"/>
                    <a:pt x="256354" y="592917"/>
                    <a:pt x="256354" y="569517"/>
                  </a:cubicBezTo>
                  <a:cubicBezTo>
                    <a:pt x="256354" y="555690"/>
                    <a:pt x="256354" y="541863"/>
                    <a:pt x="256354" y="528036"/>
                  </a:cubicBezTo>
                  <a:cubicBezTo>
                    <a:pt x="256354" y="504636"/>
                    <a:pt x="256354" y="504636"/>
                    <a:pt x="278054" y="504636"/>
                  </a:cubicBezTo>
                  <a:close/>
                  <a:moveTo>
                    <a:pt x="942895" y="453454"/>
                  </a:moveTo>
                  <a:cubicBezTo>
                    <a:pt x="989224" y="494914"/>
                    <a:pt x="1033581" y="534249"/>
                    <a:pt x="1077938" y="574646"/>
                  </a:cubicBezTo>
                  <a:cubicBezTo>
                    <a:pt x="1059210" y="599097"/>
                    <a:pt x="1040481" y="622484"/>
                    <a:pt x="1021752" y="644809"/>
                  </a:cubicBezTo>
                  <a:cubicBezTo>
                    <a:pt x="928109" y="760685"/>
                    <a:pt x="831509" y="874435"/>
                    <a:pt x="722095" y="974365"/>
                  </a:cubicBezTo>
                  <a:cubicBezTo>
                    <a:pt x="695481" y="999879"/>
                    <a:pt x="664923" y="1021141"/>
                    <a:pt x="635352" y="1042403"/>
                  </a:cubicBezTo>
                  <a:cubicBezTo>
                    <a:pt x="626481" y="1048781"/>
                    <a:pt x="613666" y="1046655"/>
                    <a:pt x="601838" y="1048781"/>
                  </a:cubicBezTo>
                  <a:cubicBezTo>
                    <a:pt x="601838" y="1037087"/>
                    <a:pt x="596909" y="1023267"/>
                    <a:pt x="600852" y="1012636"/>
                  </a:cubicBezTo>
                  <a:cubicBezTo>
                    <a:pt x="619581" y="969050"/>
                    <a:pt x="637323" y="924400"/>
                    <a:pt x="659995" y="882940"/>
                  </a:cubicBezTo>
                  <a:cubicBezTo>
                    <a:pt x="741809" y="734108"/>
                    <a:pt x="838409" y="595907"/>
                    <a:pt x="938952" y="460896"/>
                  </a:cubicBezTo>
                  <a:cubicBezTo>
                    <a:pt x="939938" y="458770"/>
                    <a:pt x="940924" y="456643"/>
                    <a:pt x="942895" y="453454"/>
                  </a:cubicBezTo>
                  <a:close/>
                  <a:moveTo>
                    <a:pt x="1337162" y="323013"/>
                  </a:moveTo>
                  <a:cubicBezTo>
                    <a:pt x="1348990" y="326198"/>
                    <a:pt x="1361803" y="343189"/>
                    <a:pt x="1361803" y="358055"/>
                  </a:cubicBezTo>
                  <a:cubicBezTo>
                    <a:pt x="1359832" y="361241"/>
                    <a:pt x="1357861" y="367612"/>
                    <a:pt x="1353918" y="373984"/>
                  </a:cubicBezTo>
                  <a:cubicBezTo>
                    <a:pt x="1300693" y="447255"/>
                    <a:pt x="1247469" y="521588"/>
                    <a:pt x="1194244" y="594859"/>
                  </a:cubicBezTo>
                  <a:cubicBezTo>
                    <a:pt x="1175517" y="619282"/>
                    <a:pt x="1154818" y="642644"/>
                    <a:pt x="1134120" y="664944"/>
                  </a:cubicBezTo>
                  <a:cubicBezTo>
                    <a:pt x="1125249" y="673439"/>
                    <a:pt x="1113421" y="678749"/>
                    <a:pt x="1101594" y="682996"/>
                  </a:cubicBezTo>
                  <a:cubicBezTo>
                    <a:pt x="1095680" y="685120"/>
                    <a:pt x="1083852" y="682996"/>
                    <a:pt x="1080895" y="677687"/>
                  </a:cubicBezTo>
                  <a:cubicBezTo>
                    <a:pt x="1077938" y="671315"/>
                    <a:pt x="1077938" y="658573"/>
                    <a:pt x="1080895" y="652201"/>
                  </a:cubicBezTo>
                  <a:cubicBezTo>
                    <a:pt x="1092723" y="633087"/>
                    <a:pt x="1107507" y="615035"/>
                    <a:pt x="1121306" y="596983"/>
                  </a:cubicBezTo>
                  <a:cubicBezTo>
                    <a:pt x="1175517" y="522650"/>
                    <a:pt x="1229727" y="449379"/>
                    <a:pt x="1284923" y="375046"/>
                  </a:cubicBezTo>
                  <a:cubicBezTo>
                    <a:pt x="1293794" y="362303"/>
                    <a:pt x="1302665" y="348498"/>
                    <a:pt x="1310550" y="334694"/>
                  </a:cubicBezTo>
                  <a:cubicBezTo>
                    <a:pt x="1317449" y="324075"/>
                    <a:pt x="1325334" y="318765"/>
                    <a:pt x="1337162" y="323013"/>
                  </a:cubicBezTo>
                  <a:close/>
                  <a:moveTo>
                    <a:pt x="525824" y="229421"/>
                  </a:moveTo>
                  <a:cubicBezTo>
                    <a:pt x="600725" y="229421"/>
                    <a:pt x="675627" y="229421"/>
                    <a:pt x="750528" y="229421"/>
                  </a:cubicBezTo>
                  <a:cubicBezTo>
                    <a:pt x="761369" y="229421"/>
                    <a:pt x="765311" y="233676"/>
                    <a:pt x="765311" y="245375"/>
                  </a:cubicBezTo>
                  <a:cubicBezTo>
                    <a:pt x="764326" y="264521"/>
                    <a:pt x="764326" y="282602"/>
                    <a:pt x="765311" y="301747"/>
                  </a:cubicBezTo>
                  <a:cubicBezTo>
                    <a:pt x="765311" y="314511"/>
                    <a:pt x="760383" y="318765"/>
                    <a:pt x="748557" y="318765"/>
                  </a:cubicBezTo>
                  <a:cubicBezTo>
                    <a:pt x="711106" y="318765"/>
                    <a:pt x="674641" y="318765"/>
                    <a:pt x="638176" y="318765"/>
                  </a:cubicBezTo>
                  <a:cubicBezTo>
                    <a:pt x="601711" y="318765"/>
                    <a:pt x="565246" y="317702"/>
                    <a:pt x="528781" y="318765"/>
                  </a:cubicBezTo>
                  <a:cubicBezTo>
                    <a:pt x="515969" y="318765"/>
                    <a:pt x="511041" y="313447"/>
                    <a:pt x="511041" y="299620"/>
                  </a:cubicBezTo>
                  <a:cubicBezTo>
                    <a:pt x="512027" y="282602"/>
                    <a:pt x="512027" y="264521"/>
                    <a:pt x="511041" y="246439"/>
                  </a:cubicBezTo>
                  <a:cubicBezTo>
                    <a:pt x="511041" y="234739"/>
                    <a:pt x="514983" y="229421"/>
                    <a:pt x="525824" y="229421"/>
                  </a:cubicBezTo>
                  <a:close/>
                  <a:moveTo>
                    <a:pt x="1243182" y="137949"/>
                  </a:moveTo>
                  <a:cubicBezTo>
                    <a:pt x="1255260" y="139675"/>
                    <a:pt x="1267337" y="146577"/>
                    <a:pt x="1281140" y="158257"/>
                  </a:cubicBezTo>
                  <a:cubicBezTo>
                    <a:pt x="1308745" y="183741"/>
                    <a:pt x="1317618" y="208163"/>
                    <a:pt x="1306773" y="240018"/>
                  </a:cubicBezTo>
                  <a:cubicBezTo>
                    <a:pt x="1300858" y="257008"/>
                    <a:pt x="1294942" y="275059"/>
                    <a:pt x="1285083" y="289925"/>
                  </a:cubicBezTo>
                  <a:cubicBezTo>
                    <a:pt x="1228886" y="370624"/>
                    <a:pt x="1171704" y="450262"/>
                    <a:pt x="1114521" y="532023"/>
                  </a:cubicBezTo>
                  <a:cubicBezTo>
                    <a:pt x="1066212" y="489550"/>
                    <a:pt x="1022832" y="450262"/>
                    <a:pt x="977480" y="410974"/>
                  </a:cubicBezTo>
                  <a:cubicBezTo>
                    <a:pt x="984381" y="401417"/>
                    <a:pt x="990297" y="392923"/>
                    <a:pt x="996212" y="385490"/>
                  </a:cubicBezTo>
                  <a:cubicBezTo>
                    <a:pt x="1050437" y="319656"/>
                    <a:pt x="1103676" y="252760"/>
                    <a:pt x="1157901" y="187988"/>
                  </a:cubicBezTo>
                  <a:cubicBezTo>
                    <a:pt x="1170718" y="172061"/>
                    <a:pt x="1188464" y="159319"/>
                    <a:pt x="1205225" y="148700"/>
                  </a:cubicBezTo>
                  <a:cubicBezTo>
                    <a:pt x="1219027" y="139675"/>
                    <a:pt x="1231105" y="136224"/>
                    <a:pt x="1243182" y="137949"/>
                  </a:cubicBezTo>
                  <a:close/>
                  <a:moveTo>
                    <a:pt x="326420" y="0"/>
                  </a:moveTo>
                  <a:cubicBezTo>
                    <a:pt x="513791" y="0"/>
                    <a:pt x="702148" y="0"/>
                    <a:pt x="889519" y="0"/>
                  </a:cubicBezTo>
                  <a:cubicBezTo>
                    <a:pt x="964468" y="1063"/>
                    <a:pt x="1018707" y="56311"/>
                    <a:pt x="1021665" y="137059"/>
                  </a:cubicBezTo>
                  <a:cubicBezTo>
                    <a:pt x="1021665" y="164684"/>
                    <a:pt x="1021665" y="191246"/>
                    <a:pt x="1020679" y="218870"/>
                  </a:cubicBezTo>
                  <a:cubicBezTo>
                    <a:pt x="1020679" y="225245"/>
                    <a:pt x="1017721" y="232682"/>
                    <a:pt x="1013776" y="237995"/>
                  </a:cubicBezTo>
                  <a:cubicBezTo>
                    <a:pt x="985177" y="275181"/>
                    <a:pt x="956578" y="311305"/>
                    <a:pt x="928966" y="348492"/>
                  </a:cubicBezTo>
                  <a:cubicBezTo>
                    <a:pt x="921077" y="358054"/>
                    <a:pt x="915160" y="369741"/>
                    <a:pt x="908256" y="380366"/>
                  </a:cubicBezTo>
                  <a:cubicBezTo>
                    <a:pt x="905298" y="384616"/>
                    <a:pt x="901353" y="387804"/>
                    <a:pt x="895436" y="395241"/>
                  </a:cubicBezTo>
                  <a:cubicBezTo>
                    <a:pt x="895436" y="365492"/>
                    <a:pt x="895436" y="339992"/>
                    <a:pt x="895436" y="314493"/>
                  </a:cubicBezTo>
                  <a:cubicBezTo>
                    <a:pt x="895436" y="263494"/>
                    <a:pt x="895436" y="212495"/>
                    <a:pt x="895436" y="161496"/>
                  </a:cubicBezTo>
                  <a:cubicBezTo>
                    <a:pt x="895436" y="139184"/>
                    <a:pt x="892478" y="135997"/>
                    <a:pt x="870782" y="135997"/>
                  </a:cubicBezTo>
                  <a:cubicBezTo>
                    <a:pt x="713982" y="135997"/>
                    <a:pt x="557182" y="135997"/>
                    <a:pt x="399396" y="135997"/>
                  </a:cubicBezTo>
                  <a:cubicBezTo>
                    <a:pt x="394465" y="135997"/>
                    <a:pt x="388548" y="135997"/>
                    <a:pt x="381645" y="135997"/>
                  </a:cubicBezTo>
                  <a:cubicBezTo>
                    <a:pt x="381645" y="145559"/>
                    <a:pt x="381645" y="152997"/>
                    <a:pt x="381645" y="159371"/>
                  </a:cubicBezTo>
                  <a:cubicBezTo>
                    <a:pt x="381645" y="211433"/>
                    <a:pt x="381645" y="262431"/>
                    <a:pt x="381645" y="314493"/>
                  </a:cubicBezTo>
                  <a:cubicBezTo>
                    <a:pt x="380659" y="373991"/>
                    <a:pt x="346143" y="410116"/>
                    <a:pt x="290918" y="410116"/>
                  </a:cubicBezTo>
                  <a:cubicBezTo>
                    <a:pt x="241610" y="410116"/>
                    <a:pt x="192302" y="410116"/>
                    <a:pt x="142994" y="410116"/>
                  </a:cubicBezTo>
                  <a:cubicBezTo>
                    <a:pt x="138063" y="410116"/>
                    <a:pt x="133132" y="410116"/>
                    <a:pt x="126229" y="410116"/>
                  </a:cubicBezTo>
                  <a:cubicBezTo>
                    <a:pt x="126229" y="418615"/>
                    <a:pt x="126229" y="423928"/>
                    <a:pt x="126229" y="429240"/>
                  </a:cubicBezTo>
                  <a:cubicBezTo>
                    <a:pt x="126229" y="658735"/>
                    <a:pt x="126229" y="888229"/>
                    <a:pt x="126229" y="1117724"/>
                  </a:cubicBezTo>
                  <a:cubicBezTo>
                    <a:pt x="126229" y="1143223"/>
                    <a:pt x="128201" y="1145348"/>
                    <a:pt x="150883" y="1145348"/>
                  </a:cubicBezTo>
                  <a:cubicBezTo>
                    <a:pt x="390521" y="1145348"/>
                    <a:pt x="630158" y="1145348"/>
                    <a:pt x="869796" y="1145348"/>
                  </a:cubicBezTo>
                  <a:cubicBezTo>
                    <a:pt x="893464" y="1145348"/>
                    <a:pt x="895436" y="1143223"/>
                    <a:pt x="895436" y="1117724"/>
                  </a:cubicBezTo>
                  <a:cubicBezTo>
                    <a:pt x="895436" y="1052913"/>
                    <a:pt x="895436" y="988102"/>
                    <a:pt x="895436" y="923291"/>
                  </a:cubicBezTo>
                  <a:cubicBezTo>
                    <a:pt x="895436" y="916916"/>
                    <a:pt x="897409" y="908416"/>
                    <a:pt x="901353" y="904166"/>
                  </a:cubicBezTo>
                  <a:cubicBezTo>
                    <a:pt x="938827" y="860605"/>
                    <a:pt x="976302" y="818106"/>
                    <a:pt x="1013776" y="774545"/>
                  </a:cubicBezTo>
                  <a:cubicBezTo>
                    <a:pt x="1015748" y="773482"/>
                    <a:pt x="1016734" y="772420"/>
                    <a:pt x="1020679" y="769232"/>
                  </a:cubicBezTo>
                  <a:cubicBezTo>
                    <a:pt x="1020679" y="775607"/>
                    <a:pt x="1021665" y="779857"/>
                    <a:pt x="1021665" y="784107"/>
                  </a:cubicBezTo>
                  <a:cubicBezTo>
                    <a:pt x="1021665" y="902042"/>
                    <a:pt x="1021665" y="1018914"/>
                    <a:pt x="1021665" y="1135786"/>
                  </a:cubicBezTo>
                  <a:cubicBezTo>
                    <a:pt x="1020679" y="1222909"/>
                    <a:pt x="967426" y="1281345"/>
                    <a:pt x="886561" y="1281345"/>
                  </a:cubicBezTo>
                  <a:cubicBezTo>
                    <a:pt x="634103" y="1281345"/>
                    <a:pt x="382631" y="1281345"/>
                    <a:pt x="131160" y="1281345"/>
                  </a:cubicBezTo>
                  <a:cubicBezTo>
                    <a:pt x="55225" y="1281345"/>
                    <a:pt x="0" y="1221847"/>
                    <a:pt x="0" y="1140036"/>
                  </a:cubicBezTo>
                  <a:cubicBezTo>
                    <a:pt x="0" y="872292"/>
                    <a:pt x="0" y="603486"/>
                    <a:pt x="0" y="335742"/>
                  </a:cubicBezTo>
                  <a:cubicBezTo>
                    <a:pt x="0" y="315555"/>
                    <a:pt x="5917" y="298556"/>
                    <a:pt x="18737" y="283681"/>
                  </a:cubicBezTo>
                  <a:cubicBezTo>
                    <a:pt x="99603" y="198683"/>
                    <a:pt x="180468" y="113685"/>
                    <a:pt x="261333" y="28687"/>
                  </a:cubicBezTo>
                  <a:cubicBezTo>
                    <a:pt x="279084" y="9562"/>
                    <a:pt x="300780" y="0"/>
                    <a:pt x="32642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5" name="文本框 4"/>
          <p:cNvSpPr txBox="1"/>
          <p:nvPr/>
        </p:nvSpPr>
        <p:spPr>
          <a:xfrm>
            <a:off x="974526" y="321818"/>
            <a:ext cx="1620957" cy="523220"/>
          </a:xfrm>
          <a:prstGeom prst="rect">
            <a:avLst/>
          </a:prstGeom>
          <a:noFill/>
        </p:spPr>
        <p:txBody>
          <a:bodyPr wrap="none" rtlCol="0">
            <a:spAutoFit/>
          </a:bodyPr>
          <a:lstStyle/>
          <a:p>
            <a:r>
              <a:rPr lang="zh-CN" altLang="en-US" sz="2800" b="1">
                <a:solidFill>
                  <a:srgbClr val="3FB793"/>
                </a:solidFill>
                <a:latin typeface="思源黑体旧字形 Normal" panose="020b0400000000000000" pitchFamily="34" charset="-128"/>
                <a:ea typeface="思源黑体旧字形 Normal" panose="020b0400000000000000" pitchFamily="34" charset="-128"/>
              </a:rPr>
              <a:t>基本信息</a:t>
            </a:r>
          </a:p>
        </p:txBody>
      </p:sp>
      <p:grpSp>
        <p:nvGrpSpPr>
          <p:cNvPr id="92" name="d2d17333-4805-44c9-bbc8-170b5bded198"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a:extLst>
              <a:ext uri="{FF2B5EF4-FFF2-40B4-BE49-F238E27FC236}">
                <a16:creationId xmlns:a16="http://schemas.microsoft.com/office/drawing/2014/main" id="{2F6EB39C-4D16-45D6-A2EE-9596BB0CF465}"/>
              </a:ext>
            </a:extLst>
          </p:cNvPr>
          <p:cNvGrpSpPr>
            <a:grpSpLocks noChangeAspect="1"/>
          </p:cNvGrpSpPr>
          <p:nvPr>
            <p:custDataLst>
              <p:tags r:id="rId4"/>
            </p:custDataLst>
          </p:nvPr>
        </p:nvGrpSpPr>
        <p:grpSpPr>
          <a:xfrm>
            <a:off x="1694231" y="1666033"/>
            <a:ext cx="7575383" cy="3525934"/>
            <a:chOff x="1676116" y="1335542"/>
            <a:chExt cx="8199970" cy="3816646"/>
          </a:xfrm>
        </p:grpSpPr>
        <p:sp>
          <p:nvSpPr>
            <p:cNvPr id="105" name="išļiḑê">
              <a:extLst>
                <a:ext uri="{FF2B5EF4-FFF2-40B4-BE49-F238E27FC236}">
                  <a16:creationId xmlns:a16="http://schemas.microsoft.com/office/drawing/2014/main" id="{EFC5599E-D60B-4FA8-9149-86A5278A6093}"/>
                </a:ext>
              </a:extLst>
            </p:cNvPr>
            <p:cNvSpPr/>
            <p:nvPr/>
          </p:nvSpPr>
          <p:spPr bwMode="auto">
            <a:xfrm rot="21071856">
              <a:off x="1676116" y="2484296"/>
              <a:ext cx="7723840" cy="2493087"/>
            </a:xfrm>
            <a:custGeom>
              <a:cxnLst>
                <a:cxn ang="0">
                  <a:pos x="1599" y="0"/>
                </a:cxn>
                <a:cxn ang="0">
                  <a:pos x="1434" y="28"/>
                </a:cxn>
                <a:cxn ang="0">
                  <a:pos x="1470" y="71"/>
                </a:cxn>
                <a:cxn ang="0">
                  <a:pos x="1202" y="291"/>
                </a:cxn>
                <a:cxn ang="0">
                  <a:pos x="842" y="164"/>
                </a:cxn>
                <a:cxn ang="0">
                  <a:pos x="842" y="164"/>
                </a:cxn>
                <a:cxn ang="0">
                  <a:pos x="842" y="164"/>
                </a:cxn>
                <a:cxn ang="0">
                  <a:pos x="842" y="164"/>
                </a:cxn>
                <a:cxn ang="0">
                  <a:pos x="840" y="163"/>
                </a:cxn>
                <a:cxn ang="0">
                  <a:pos x="839" y="163"/>
                </a:cxn>
                <a:cxn ang="0">
                  <a:pos x="837" y="163"/>
                </a:cxn>
                <a:cxn ang="0">
                  <a:pos x="836" y="163"/>
                </a:cxn>
                <a:cxn ang="0">
                  <a:pos x="834" y="163"/>
                </a:cxn>
                <a:cxn ang="0">
                  <a:pos x="834" y="163"/>
                </a:cxn>
                <a:cxn ang="0">
                  <a:pos x="833" y="163"/>
                </a:cxn>
                <a:cxn ang="0">
                  <a:pos x="833" y="163"/>
                </a:cxn>
                <a:cxn ang="0">
                  <a:pos x="833" y="163"/>
                </a:cxn>
                <a:cxn ang="0">
                  <a:pos x="831" y="163"/>
                </a:cxn>
                <a:cxn ang="0">
                  <a:pos x="830" y="163"/>
                </a:cxn>
                <a:cxn ang="0">
                  <a:pos x="829" y="163"/>
                </a:cxn>
                <a:cxn ang="0">
                  <a:pos x="828" y="163"/>
                </a:cxn>
                <a:cxn ang="0">
                  <a:pos x="826" y="163"/>
                </a:cxn>
                <a:cxn ang="0">
                  <a:pos x="825" y="164"/>
                </a:cxn>
                <a:cxn ang="0">
                  <a:pos x="823" y="164"/>
                </a:cxn>
                <a:cxn ang="0">
                  <a:pos x="822" y="165"/>
                </a:cxn>
                <a:cxn ang="0">
                  <a:pos x="821" y="165"/>
                </a:cxn>
                <a:cxn ang="0">
                  <a:pos x="20" y="541"/>
                </a:cxn>
                <a:cxn ang="0">
                  <a:pos x="7" y="579"/>
                </a:cxn>
                <a:cxn ang="0">
                  <a:pos x="32" y="595"/>
                </a:cxn>
                <a:cxn ang="0">
                  <a:pos x="44" y="592"/>
                </a:cxn>
                <a:cxn ang="0">
                  <a:pos x="834" y="221"/>
                </a:cxn>
                <a:cxn ang="0">
                  <a:pos x="1199" y="349"/>
                </a:cxn>
                <a:cxn ang="0">
                  <a:pos x="1199" y="349"/>
                </a:cxn>
                <a:cxn ang="0">
                  <a:pos x="1203" y="350"/>
                </a:cxn>
                <a:cxn ang="0">
                  <a:pos x="1204" y="350"/>
                </a:cxn>
                <a:cxn ang="0">
                  <a:pos x="1208" y="350"/>
                </a:cxn>
                <a:cxn ang="0">
                  <a:pos x="1208" y="350"/>
                </a:cxn>
                <a:cxn ang="0">
                  <a:pos x="1213" y="350"/>
                </a:cxn>
                <a:cxn ang="0">
                  <a:pos x="1214" y="350"/>
                </a:cxn>
                <a:cxn ang="0">
                  <a:pos x="1217" y="349"/>
                </a:cxn>
                <a:cxn ang="0">
                  <a:pos x="1219" y="348"/>
                </a:cxn>
                <a:cxn ang="0">
                  <a:pos x="1221" y="347"/>
                </a:cxn>
                <a:cxn ang="0">
                  <a:pos x="1223" y="346"/>
                </a:cxn>
                <a:cxn ang="0">
                  <a:pos x="1225" y="345"/>
                </a:cxn>
                <a:cxn ang="0">
                  <a:pos x="1226" y="344"/>
                </a:cxn>
                <a:cxn ang="0">
                  <a:pos x="1505" y="114"/>
                </a:cxn>
                <a:cxn ang="0">
                  <a:pos x="1540" y="157"/>
                </a:cxn>
                <a:cxn ang="0">
                  <a:pos x="1599" y="0"/>
                </a:cxn>
              </a:cxnLst>
              <a:rect l="0" t="0" r="r" b="b"/>
              <a:pathLst>
                <a:path w="1599" h="595">
                  <a:moveTo>
                    <a:pt x="1599" y="0"/>
                  </a:moveTo>
                  <a:cubicBezTo>
                    <a:pt x="1434" y="28"/>
                    <a:pt x="1434" y="28"/>
                    <a:pt x="1434" y="28"/>
                  </a:cubicBezTo>
                  <a:cubicBezTo>
                    <a:pt x="1470" y="71"/>
                    <a:pt x="1470" y="71"/>
                    <a:pt x="1470" y="71"/>
                  </a:cubicBezTo>
                  <a:cubicBezTo>
                    <a:pt x="1202" y="291"/>
                    <a:pt x="1202" y="291"/>
                    <a:pt x="1202" y="291"/>
                  </a:cubicBezTo>
                  <a:cubicBezTo>
                    <a:pt x="842" y="164"/>
                    <a:pt x="842" y="164"/>
                    <a:pt x="842" y="164"/>
                  </a:cubicBezTo>
                  <a:cubicBezTo>
                    <a:pt x="842" y="164"/>
                    <a:pt x="842" y="164"/>
                    <a:pt x="842" y="164"/>
                  </a:cubicBezTo>
                  <a:cubicBezTo>
                    <a:pt x="842" y="164"/>
                    <a:pt x="842" y="164"/>
                    <a:pt x="842" y="164"/>
                  </a:cubicBezTo>
                  <a:cubicBezTo>
                    <a:pt x="842" y="164"/>
                    <a:pt x="842" y="164"/>
                    <a:pt x="842" y="164"/>
                  </a:cubicBezTo>
                  <a:cubicBezTo>
                    <a:pt x="841" y="164"/>
                    <a:pt x="840" y="164"/>
                    <a:pt x="840" y="163"/>
                  </a:cubicBezTo>
                  <a:cubicBezTo>
                    <a:pt x="839" y="163"/>
                    <a:pt x="839" y="163"/>
                    <a:pt x="839" y="163"/>
                  </a:cubicBezTo>
                  <a:cubicBezTo>
                    <a:pt x="838" y="163"/>
                    <a:pt x="837" y="163"/>
                    <a:pt x="837" y="163"/>
                  </a:cubicBezTo>
                  <a:cubicBezTo>
                    <a:pt x="837" y="163"/>
                    <a:pt x="836" y="163"/>
                    <a:pt x="836" y="163"/>
                  </a:cubicBezTo>
                  <a:cubicBezTo>
                    <a:pt x="835" y="163"/>
                    <a:pt x="835" y="163"/>
                    <a:pt x="834" y="163"/>
                  </a:cubicBezTo>
                  <a:cubicBezTo>
                    <a:pt x="834" y="163"/>
                    <a:pt x="834" y="163"/>
                    <a:pt x="834" y="163"/>
                  </a:cubicBezTo>
                  <a:cubicBezTo>
                    <a:pt x="833" y="163"/>
                    <a:pt x="833" y="163"/>
                    <a:pt x="833" y="163"/>
                  </a:cubicBezTo>
                  <a:cubicBezTo>
                    <a:pt x="833" y="163"/>
                    <a:pt x="833" y="163"/>
                    <a:pt x="833" y="163"/>
                  </a:cubicBezTo>
                  <a:cubicBezTo>
                    <a:pt x="833" y="163"/>
                    <a:pt x="833" y="163"/>
                    <a:pt x="833" y="163"/>
                  </a:cubicBezTo>
                  <a:cubicBezTo>
                    <a:pt x="832" y="163"/>
                    <a:pt x="832" y="163"/>
                    <a:pt x="831" y="163"/>
                  </a:cubicBezTo>
                  <a:cubicBezTo>
                    <a:pt x="831" y="163"/>
                    <a:pt x="831" y="163"/>
                    <a:pt x="830" y="163"/>
                  </a:cubicBezTo>
                  <a:cubicBezTo>
                    <a:pt x="830" y="163"/>
                    <a:pt x="829" y="163"/>
                    <a:pt x="829" y="163"/>
                  </a:cubicBezTo>
                  <a:cubicBezTo>
                    <a:pt x="828" y="163"/>
                    <a:pt x="828" y="163"/>
                    <a:pt x="828" y="163"/>
                  </a:cubicBezTo>
                  <a:cubicBezTo>
                    <a:pt x="827" y="163"/>
                    <a:pt x="827" y="163"/>
                    <a:pt x="826" y="163"/>
                  </a:cubicBezTo>
                  <a:cubicBezTo>
                    <a:pt x="825" y="164"/>
                    <a:pt x="825" y="164"/>
                    <a:pt x="825" y="164"/>
                  </a:cubicBezTo>
                  <a:cubicBezTo>
                    <a:pt x="824" y="164"/>
                    <a:pt x="824" y="164"/>
                    <a:pt x="823" y="164"/>
                  </a:cubicBezTo>
                  <a:cubicBezTo>
                    <a:pt x="823" y="164"/>
                    <a:pt x="823" y="165"/>
                    <a:pt x="822" y="165"/>
                  </a:cubicBezTo>
                  <a:cubicBezTo>
                    <a:pt x="822" y="165"/>
                    <a:pt x="821" y="165"/>
                    <a:pt x="821" y="165"/>
                  </a:cubicBezTo>
                  <a:cubicBezTo>
                    <a:pt x="20" y="541"/>
                    <a:pt x="20" y="541"/>
                    <a:pt x="20" y="541"/>
                  </a:cubicBezTo>
                  <a:cubicBezTo>
                    <a:pt x="6" y="548"/>
                    <a:pt x="0" y="565"/>
                    <a:pt x="7" y="579"/>
                  </a:cubicBezTo>
                  <a:cubicBezTo>
                    <a:pt x="11" y="589"/>
                    <a:pt x="22" y="595"/>
                    <a:pt x="32" y="595"/>
                  </a:cubicBezTo>
                  <a:cubicBezTo>
                    <a:pt x="36" y="595"/>
                    <a:pt x="40" y="594"/>
                    <a:pt x="44" y="592"/>
                  </a:cubicBezTo>
                  <a:cubicBezTo>
                    <a:pt x="834" y="221"/>
                    <a:pt x="834" y="221"/>
                    <a:pt x="834" y="221"/>
                  </a:cubicBezTo>
                  <a:cubicBezTo>
                    <a:pt x="1199" y="349"/>
                    <a:pt x="1199" y="349"/>
                    <a:pt x="1199" y="349"/>
                  </a:cubicBezTo>
                  <a:cubicBezTo>
                    <a:pt x="1199" y="349"/>
                    <a:pt x="1199" y="349"/>
                    <a:pt x="1199" y="349"/>
                  </a:cubicBezTo>
                  <a:cubicBezTo>
                    <a:pt x="1200" y="349"/>
                    <a:pt x="1202" y="350"/>
                    <a:pt x="1203" y="350"/>
                  </a:cubicBezTo>
                  <a:cubicBezTo>
                    <a:pt x="1204" y="350"/>
                    <a:pt x="1204" y="350"/>
                    <a:pt x="1204" y="350"/>
                  </a:cubicBezTo>
                  <a:cubicBezTo>
                    <a:pt x="1205" y="350"/>
                    <a:pt x="1206" y="350"/>
                    <a:pt x="1208" y="350"/>
                  </a:cubicBezTo>
                  <a:cubicBezTo>
                    <a:pt x="1208" y="350"/>
                    <a:pt x="1208" y="350"/>
                    <a:pt x="1208" y="350"/>
                  </a:cubicBezTo>
                  <a:cubicBezTo>
                    <a:pt x="1210" y="350"/>
                    <a:pt x="1211" y="350"/>
                    <a:pt x="1213" y="350"/>
                  </a:cubicBezTo>
                  <a:cubicBezTo>
                    <a:pt x="1213" y="350"/>
                    <a:pt x="1213" y="350"/>
                    <a:pt x="1214" y="350"/>
                  </a:cubicBezTo>
                  <a:cubicBezTo>
                    <a:pt x="1215" y="350"/>
                    <a:pt x="1216" y="349"/>
                    <a:pt x="1217" y="349"/>
                  </a:cubicBezTo>
                  <a:cubicBezTo>
                    <a:pt x="1217" y="349"/>
                    <a:pt x="1218" y="349"/>
                    <a:pt x="1219" y="348"/>
                  </a:cubicBezTo>
                  <a:cubicBezTo>
                    <a:pt x="1219" y="348"/>
                    <a:pt x="1220" y="348"/>
                    <a:pt x="1221" y="347"/>
                  </a:cubicBezTo>
                  <a:cubicBezTo>
                    <a:pt x="1222" y="347"/>
                    <a:pt x="1222" y="347"/>
                    <a:pt x="1223" y="346"/>
                  </a:cubicBezTo>
                  <a:cubicBezTo>
                    <a:pt x="1223" y="346"/>
                    <a:pt x="1224" y="345"/>
                    <a:pt x="1225" y="345"/>
                  </a:cubicBezTo>
                  <a:cubicBezTo>
                    <a:pt x="1226" y="344"/>
                    <a:pt x="1226" y="344"/>
                    <a:pt x="1226" y="344"/>
                  </a:cubicBezTo>
                  <a:cubicBezTo>
                    <a:pt x="1505" y="114"/>
                    <a:pt x="1505" y="114"/>
                    <a:pt x="1505" y="114"/>
                  </a:cubicBezTo>
                  <a:cubicBezTo>
                    <a:pt x="1540" y="157"/>
                    <a:pt x="1540" y="157"/>
                    <a:pt x="1540" y="157"/>
                  </a:cubicBezTo>
                  <a:cubicBezTo>
                    <a:pt x="1599" y="0"/>
                    <a:pt x="1599" y="0"/>
                    <a:pt x="1599" y="0"/>
                  </a:cubicBezTo>
                </a:path>
              </a:pathLst>
            </a:custGeom>
            <a:solidFill>
              <a:schemeClr val="bg1">
                <a:lumMod val="75000"/>
                <a:alpha val="88000"/>
              </a:schemeClr>
            </a:solidFill>
            <a:ln w="9525">
              <a:noFill/>
              <a:round/>
            </a:ln>
          </p:spPr>
          <p:txBody>
            <a:bodyPr anchor="ctr">
              <a:scene3d>
                <a:camera prst="orthographicFront"/>
                <a:lightRig rig="threePt" dir="t"/>
              </a:scene3d>
              <a:sp3d contourW="12700"/>
            </a:bodyPr>
            <a:lstStyle/>
            <a:p>
              <a:pPr algn="ctr"/>
              <a:endParaRPr>
                <a:latin typeface="Century Gothic" panose="020b0502020202020204" pitchFamily="34" charset="0"/>
              </a:endParaRPr>
            </a:p>
          </p:txBody>
        </p:sp>
        <p:sp>
          <p:nvSpPr>
            <p:cNvPr id="106" name="íṥḻiḑè">
              <a:extLst>
                <a:ext uri="{FF2B5EF4-FFF2-40B4-BE49-F238E27FC236}">
                  <a16:creationId xmlns:a16="http://schemas.microsoft.com/office/drawing/2014/main" id="{C7A36ECE-4DA7-4FB4-A43A-0D6B1EC171A7}"/>
                </a:ext>
              </a:extLst>
            </p:cNvPr>
            <p:cNvSpPr/>
            <p:nvPr/>
          </p:nvSpPr>
          <p:spPr>
            <a:xfrm>
              <a:off x="2646774" y="4428294"/>
              <a:ext cx="723900" cy="723894"/>
            </a:xfrm>
            <a:prstGeom prst="ellipse">
              <a:avLst/>
            </a:prstGeom>
            <a:solidFill>
              <a:srgbClr val="545D79"/>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anchor="ctr">
              <a:normAutofit/>
              <a:scene3d>
                <a:camera prst="orthographicFront"/>
                <a:lightRig rig="threePt" dir="t"/>
              </a:scene3d>
              <a:sp3d contourW="12700"/>
            </a:bodyPr>
            <a:lstStyle/>
            <a:p>
              <a:pPr algn="ctr"/>
              <a:r>
                <a:rPr lang="en-US" altLang="zh-CN">
                  <a:latin typeface="Century Gothic" panose="020b0502020202020204" pitchFamily="34" charset="0"/>
                  <a:ea typeface="思源黑体旧字形 Normal" panose="020b0400000000000000" pitchFamily="34" charset="-128"/>
                </a:rPr>
                <a:t>2015</a:t>
              </a:r>
              <a:endParaRPr>
                <a:latin typeface="Century Gothic" panose="020b0502020202020204" pitchFamily="34" charset="0"/>
                <a:ea typeface="思源黑体旧字形 Normal" panose="020b0400000000000000" pitchFamily="34" charset="-128"/>
              </a:endParaRPr>
            </a:p>
          </p:txBody>
        </p:sp>
        <p:sp>
          <p:nvSpPr>
            <p:cNvPr id="107" name="ïṡḷïḍè">
              <a:extLst>
                <a:ext uri="{FF2B5EF4-FFF2-40B4-BE49-F238E27FC236}">
                  <a16:creationId xmlns:a16="http://schemas.microsoft.com/office/drawing/2014/main" id="{7A22C46B-07B1-44B9-8BBB-4F93924925E9}"/>
                </a:ext>
              </a:extLst>
            </p:cNvPr>
            <p:cNvSpPr/>
            <p:nvPr/>
          </p:nvSpPr>
          <p:spPr>
            <a:xfrm>
              <a:off x="4512212" y="3339194"/>
              <a:ext cx="723900" cy="723894"/>
            </a:xfrm>
            <a:prstGeom prst="ellipse">
              <a:avLst/>
            </a:prstGeom>
            <a:solidFill>
              <a:srgbClr val="3FB793"/>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anchor="ctr">
              <a:normAutofit/>
              <a:scene3d>
                <a:camera prst="orthographicFront"/>
                <a:lightRig rig="threePt" dir="t"/>
              </a:scene3d>
              <a:sp3d contourW="12700"/>
            </a:bodyPr>
            <a:lstStyle/>
            <a:p>
              <a:pPr algn="ctr"/>
              <a:r>
                <a:rPr lang="en-US" altLang="zh-CN">
                  <a:latin typeface="Century Gothic" panose="020b0502020202020204" pitchFamily="34" charset="0"/>
                  <a:ea typeface="思源黑体旧字形 Normal" panose="020b0400000000000000" pitchFamily="34" charset="-128"/>
                </a:rPr>
                <a:t>202X</a:t>
              </a:r>
              <a:endParaRPr>
                <a:latin typeface="Century Gothic" panose="020b0502020202020204" pitchFamily="34" charset="0"/>
                <a:ea typeface="思源黑体旧字形 Normal" panose="020b0400000000000000" pitchFamily="34" charset="-128"/>
              </a:endParaRPr>
            </a:p>
          </p:txBody>
        </p:sp>
        <p:sp>
          <p:nvSpPr>
            <p:cNvPr id="108" name="išḷïḋê">
              <a:extLst>
                <a:ext uri="{FF2B5EF4-FFF2-40B4-BE49-F238E27FC236}">
                  <a16:creationId xmlns:a16="http://schemas.microsoft.com/office/drawing/2014/main" id="{F3955EAF-6AC6-4F7D-9E5C-FB4D4C45E591}"/>
                </a:ext>
              </a:extLst>
            </p:cNvPr>
            <p:cNvSpPr/>
            <p:nvPr/>
          </p:nvSpPr>
          <p:spPr>
            <a:xfrm>
              <a:off x="7058925" y="3066988"/>
              <a:ext cx="723900" cy="723894"/>
            </a:xfrm>
            <a:prstGeom prst="ellipse">
              <a:avLst/>
            </a:prstGeom>
            <a:solidFill>
              <a:srgbClr val="545D79"/>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anchor="ctr">
              <a:normAutofit/>
              <a:scene3d>
                <a:camera prst="orthographicFront"/>
                <a:lightRig rig="threePt" dir="t"/>
              </a:scene3d>
              <a:sp3d contourW="12700"/>
            </a:bodyPr>
            <a:lstStyle/>
            <a:p>
              <a:pPr algn="ctr"/>
              <a:r>
                <a:rPr lang="en-US" altLang="zh-CN">
                  <a:latin typeface="Century Gothic" panose="020b0502020202020204" pitchFamily="34" charset="0"/>
                  <a:ea typeface="思源黑体旧字形 Normal" panose="020b0400000000000000" pitchFamily="34" charset="-128"/>
                </a:rPr>
                <a:t>202X</a:t>
              </a:r>
              <a:endParaRPr>
                <a:latin typeface="Century Gothic" panose="020b0502020202020204" pitchFamily="34" charset="0"/>
                <a:ea typeface="思源黑体旧字形 Normal" panose="020b0400000000000000" pitchFamily="34" charset="-128"/>
              </a:endParaRPr>
            </a:p>
          </p:txBody>
        </p:sp>
        <p:sp>
          <p:nvSpPr>
            <p:cNvPr id="109" name="ïṥ1ïdé">
              <a:extLst>
                <a:ext uri="{FF2B5EF4-FFF2-40B4-BE49-F238E27FC236}">
                  <a16:creationId xmlns:a16="http://schemas.microsoft.com/office/drawing/2014/main" id="{25790440-27B4-414D-BE9D-3D84F27BA6B6}"/>
                </a:ext>
              </a:extLst>
            </p:cNvPr>
            <p:cNvSpPr/>
            <p:nvPr/>
          </p:nvSpPr>
          <p:spPr>
            <a:xfrm>
              <a:off x="9152186" y="1335542"/>
              <a:ext cx="723900" cy="723894"/>
            </a:xfrm>
            <a:prstGeom prst="ellipse">
              <a:avLst/>
            </a:prstGeom>
            <a:solidFill>
              <a:srgbClr val="3FB793"/>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anchor="ctr">
              <a:normAutofit/>
              <a:scene3d>
                <a:camera prst="orthographicFront"/>
                <a:lightRig rig="threePt" dir="t"/>
              </a:scene3d>
              <a:sp3d contourW="12700"/>
            </a:bodyPr>
            <a:lstStyle/>
            <a:p>
              <a:pPr algn="ctr"/>
              <a:r>
                <a:rPr lang="en-US" altLang="zh-CN">
                  <a:latin typeface="Century Gothic" panose="020b0502020202020204" pitchFamily="34" charset="0"/>
                  <a:ea typeface="思源黑体旧字形 Normal" panose="020b0400000000000000" pitchFamily="34" charset="-128"/>
                </a:rPr>
                <a:t>202X</a:t>
              </a:r>
              <a:endParaRPr>
                <a:latin typeface="Century Gothic" panose="020b0502020202020204" pitchFamily="34" charset="0"/>
                <a:ea typeface="思源黑体旧字形 Normal" panose="020b0400000000000000" pitchFamily="34" charset="-128"/>
              </a:endParaRPr>
            </a:p>
          </p:txBody>
        </p:sp>
      </p:grpSp>
      <p:grpSp>
        <p:nvGrpSpPr>
          <p:cNvPr id="93" name="组合 92">
            <a:extLst>
              <a:ext uri="{FF2B5EF4-FFF2-40B4-BE49-F238E27FC236}">
                <a16:creationId xmlns:a16="http://schemas.microsoft.com/office/drawing/2014/main" id="{78B343D2-1BAA-4116-931C-352269495448}"/>
              </a:ext>
            </a:extLst>
          </p:cNvPr>
          <p:cNvGrpSpPr/>
          <p:nvPr/>
        </p:nvGrpSpPr>
        <p:grpSpPr>
          <a:xfrm>
            <a:off x="3326198" y="4917426"/>
            <a:ext cx="3237071" cy="1114284"/>
            <a:chOff x="2133328" y="4958307"/>
            <a:chExt cx="3237071" cy="1114284"/>
          </a:xfrm>
        </p:grpSpPr>
        <p:sp>
          <p:nvSpPr>
            <p:cNvPr id="103" name="文本框 102">
              <a:extLst>
                <a:ext uri="{FF2B5EF4-FFF2-40B4-BE49-F238E27FC236}">
                  <a16:creationId xmlns:a16="http://schemas.microsoft.com/office/drawing/2014/main" id="{164A7A81-A3F8-41D6-8437-987EA19E6287}"/>
                </a:ext>
              </a:extLst>
            </p:cNvPr>
            <p:cNvSpPr txBox="1"/>
            <p:nvPr/>
          </p:nvSpPr>
          <p:spPr>
            <a:xfrm>
              <a:off x="2133328" y="5333927"/>
              <a:ext cx="3237071" cy="738664"/>
            </a:xfrm>
            <a:prstGeom prst="rect">
              <a:avLst/>
            </a:prstGeom>
            <a:noFill/>
          </p:spPr>
          <p:txBody>
            <a:bodyPr wrap="square" rtlCol="0">
              <a:spAutoFit/>
              <a:scene3d>
                <a:camera prst="orthographicFront"/>
                <a:lightRig rig="threePt" dir="t"/>
              </a:scene3d>
              <a:sp3d contourW="12700"/>
            </a:bodyPr>
            <a:lstStyle/>
            <a:p>
              <a:pPr lvl="0"/>
              <a:r>
                <a:rPr lang="zh-CN" altLang="en-US" sz="1400">
                  <a:latin typeface="思源黑体旧字形 Normal" panose="020b0400000000000000" pitchFamily="34" charset="-128"/>
                  <a:ea typeface="思源黑体旧字形 Normal" panose="020b0400000000000000" pitchFamily="34" charset="-128"/>
                </a:rPr>
                <a:t>请在此处添加详细描述文本，尽量与标题文本语言风格相符合，语言描述尽量简洁生动。</a:t>
              </a:r>
            </a:p>
          </p:txBody>
        </p:sp>
        <p:sp>
          <p:nvSpPr>
            <p:cNvPr id="104" name="文本框 103">
              <a:extLst>
                <a:ext uri="{FF2B5EF4-FFF2-40B4-BE49-F238E27FC236}">
                  <a16:creationId xmlns:a16="http://schemas.microsoft.com/office/drawing/2014/main" id="{2ACF67F8-743A-4948-A97C-D3C50E126C53}"/>
                </a:ext>
              </a:extLst>
            </p:cNvPr>
            <p:cNvSpPr txBox="1"/>
            <p:nvPr/>
          </p:nvSpPr>
          <p:spPr>
            <a:xfrm>
              <a:off x="2133329" y="4958307"/>
              <a:ext cx="1633967" cy="387798"/>
            </a:xfrm>
            <a:prstGeom prst="rect">
              <a:avLst/>
            </a:prstGeom>
            <a:noFill/>
          </p:spPr>
          <p:txBody>
            <a:bodyPr wrap="square" rtlCol="0">
              <a:spAutoFit/>
              <a:scene3d>
                <a:camera prst="orthographicFront"/>
                <a:lightRig rig="threePt" dir="t"/>
              </a:scene3d>
              <a:sp3d contourW="12700"/>
            </a:bodyPr>
            <a:lstStyle/>
            <a:p>
              <a:pPr>
                <a:lnSpc>
                  <a:spcPct val="114000"/>
                </a:lnSpc>
              </a:pPr>
              <a:r>
                <a:rPr lang="zh-CN" altLang="en-US" b="1">
                  <a:solidFill>
                    <a:schemeClr val="tx1">
                      <a:lumMod val="75000"/>
                      <a:lumOff val="25000"/>
                    </a:schemeClr>
                  </a:solidFill>
                  <a:latin typeface="Century Gothic" panose="020b0502020202020204" pitchFamily="34" charset="0"/>
                  <a:ea typeface="思源黑体旧字形 Normal" panose="020b0400000000000000" pitchFamily="34" charset="-128"/>
                </a:rPr>
                <a:t>公司职务</a:t>
              </a:r>
              <a:endParaRPr lang="en-US" altLang="zh-CN" b="1">
                <a:solidFill>
                  <a:schemeClr val="tx1">
                    <a:lumMod val="75000"/>
                    <a:lumOff val="25000"/>
                  </a:schemeClr>
                </a:solidFill>
                <a:latin typeface="Century Gothic" panose="020b0502020202020204" pitchFamily="34" charset="0"/>
                <a:ea typeface="思源黑体旧字形 Normal" panose="020b0400000000000000" pitchFamily="34" charset="-128"/>
              </a:endParaRPr>
            </a:p>
          </p:txBody>
        </p:sp>
      </p:grpSp>
      <p:grpSp>
        <p:nvGrpSpPr>
          <p:cNvPr id="94" name="组合 93">
            <a:extLst>
              <a:ext uri="{FF2B5EF4-FFF2-40B4-BE49-F238E27FC236}">
                <a16:creationId xmlns:a16="http://schemas.microsoft.com/office/drawing/2014/main" id="{390EFF47-54DC-435B-ADFC-F69D4312CE5F}"/>
              </a:ext>
            </a:extLst>
          </p:cNvPr>
          <p:cNvGrpSpPr/>
          <p:nvPr/>
        </p:nvGrpSpPr>
        <p:grpSpPr>
          <a:xfrm>
            <a:off x="1560026" y="2450768"/>
            <a:ext cx="3237071" cy="1114284"/>
            <a:chOff x="2133328" y="4958307"/>
            <a:chExt cx="3237071" cy="1114284"/>
          </a:xfrm>
        </p:grpSpPr>
        <p:sp>
          <p:nvSpPr>
            <p:cNvPr id="101" name="文本框 100">
              <a:extLst>
                <a:ext uri="{FF2B5EF4-FFF2-40B4-BE49-F238E27FC236}">
                  <a16:creationId xmlns:a16="http://schemas.microsoft.com/office/drawing/2014/main" id="{0E024200-2406-4021-B8D0-28DCC77443D8}"/>
                </a:ext>
              </a:extLst>
            </p:cNvPr>
            <p:cNvSpPr txBox="1"/>
            <p:nvPr/>
          </p:nvSpPr>
          <p:spPr>
            <a:xfrm>
              <a:off x="2133328" y="5333927"/>
              <a:ext cx="3237071" cy="738664"/>
            </a:xfrm>
            <a:prstGeom prst="rect">
              <a:avLst/>
            </a:prstGeom>
            <a:noFill/>
          </p:spPr>
          <p:txBody>
            <a:bodyPr wrap="square" rtlCol="0">
              <a:spAutoFit/>
              <a:scene3d>
                <a:camera prst="orthographicFront"/>
                <a:lightRig rig="threePt" dir="t"/>
              </a:scene3d>
              <a:sp3d contourW="12700"/>
            </a:bodyPr>
            <a:lstStyle/>
            <a:p>
              <a:pPr lvl="0"/>
              <a:r>
                <a:rPr lang="zh-CN" altLang="en-US" sz="1400">
                  <a:latin typeface="思源黑体旧字形 Normal" panose="020b0400000000000000" pitchFamily="34" charset="-128"/>
                  <a:ea typeface="思源黑体旧字形 Normal" panose="020b0400000000000000" pitchFamily="34" charset="-128"/>
                </a:rPr>
                <a:t>请在此处添加详细描述文本，尽量与标题文本语言风格相符合，语言描述尽量简洁生动。</a:t>
              </a:r>
            </a:p>
          </p:txBody>
        </p:sp>
        <p:sp>
          <p:nvSpPr>
            <p:cNvPr id="102" name="文本框 101">
              <a:extLst>
                <a:ext uri="{FF2B5EF4-FFF2-40B4-BE49-F238E27FC236}">
                  <a16:creationId xmlns:a16="http://schemas.microsoft.com/office/drawing/2014/main" id="{9EDCB122-C933-4F0F-8E80-4205AF3DB8F7}"/>
                </a:ext>
              </a:extLst>
            </p:cNvPr>
            <p:cNvSpPr txBox="1"/>
            <p:nvPr/>
          </p:nvSpPr>
          <p:spPr>
            <a:xfrm>
              <a:off x="2133329" y="4958307"/>
              <a:ext cx="1633967" cy="387798"/>
            </a:xfrm>
            <a:prstGeom prst="rect">
              <a:avLst/>
            </a:prstGeom>
            <a:noFill/>
          </p:spPr>
          <p:txBody>
            <a:bodyPr wrap="square" rtlCol="0">
              <a:spAutoFit/>
              <a:scene3d>
                <a:camera prst="orthographicFront"/>
                <a:lightRig rig="threePt" dir="t"/>
              </a:scene3d>
              <a:sp3d contourW="12700"/>
            </a:bodyPr>
            <a:lstStyle/>
            <a:p>
              <a:pPr>
                <a:lnSpc>
                  <a:spcPct val="114000"/>
                </a:lnSpc>
              </a:pPr>
              <a:r>
                <a:rPr lang="zh-CN" altLang="en-US" b="1">
                  <a:solidFill>
                    <a:schemeClr val="tx1">
                      <a:lumMod val="75000"/>
                      <a:lumOff val="25000"/>
                    </a:schemeClr>
                  </a:solidFill>
                  <a:latin typeface="Century Gothic" panose="020b0502020202020204" pitchFamily="34" charset="0"/>
                  <a:ea typeface="思源黑体旧字形 Normal" panose="020b0400000000000000" pitchFamily="34" charset="-128"/>
                </a:rPr>
                <a:t>公司职务</a:t>
              </a:r>
              <a:endParaRPr lang="en-US" altLang="zh-CN" b="1">
                <a:solidFill>
                  <a:schemeClr val="tx1">
                    <a:lumMod val="75000"/>
                    <a:lumOff val="25000"/>
                  </a:schemeClr>
                </a:solidFill>
                <a:latin typeface="Century Gothic" panose="020b0502020202020204" pitchFamily="34" charset="0"/>
                <a:ea typeface="思源黑体旧字形 Normal" panose="020b0400000000000000" pitchFamily="34" charset="-128"/>
              </a:endParaRPr>
            </a:p>
          </p:txBody>
        </p:sp>
      </p:grpSp>
      <p:grpSp>
        <p:nvGrpSpPr>
          <p:cNvPr id="95" name="组合 94">
            <a:extLst>
              <a:ext uri="{FF2B5EF4-FFF2-40B4-BE49-F238E27FC236}">
                <a16:creationId xmlns:a16="http://schemas.microsoft.com/office/drawing/2014/main" id="{5368D2E1-5203-49E3-A3AB-34A29EEA6793}"/>
              </a:ext>
            </a:extLst>
          </p:cNvPr>
          <p:cNvGrpSpPr/>
          <p:nvPr/>
        </p:nvGrpSpPr>
        <p:grpSpPr>
          <a:xfrm>
            <a:off x="5879714" y="4043480"/>
            <a:ext cx="3237071" cy="1114284"/>
            <a:chOff x="2133328" y="4958307"/>
            <a:chExt cx="3237071" cy="1114284"/>
          </a:xfrm>
        </p:grpSpPr>
        <p:sp>
          <p:nvSpPr>
            <p:cNvPr id="99" name="文本框 98">
              <a:extLst>
                <a:ext uri="{FF2B5EF4-FFF2-40B4-BE49-F238E27FC236}">
                  <a16:creationId xmlns:a16="http://schemas.microsoft.com/office/drawing/2014/main" id="{4023C415-BD6B-46C2-B947-BD0DE02776E6}"/>
                </a:ext>
              </a:extLst>
            </p:cNvPr>
            <p:cNvSpPr txBox="1"/>
            <p:nvPr/>
          </p:nvSpPr>
          <p:spPr>
            <a:xfrm>
              <a:off x="2133328" y="5333927"/>
              <a:ext cx="3237071" cy="738664"/>
            </a:xfrm>
            <a:prstGeom prst="rect">
              <a:avLst/>
            </a:prstGeom>
            <a:noFill/>
          </p:spPr>
          <p:txBody>
            <a:bodyPr wrap="square" rtlCol="0">
              <a:spAutoFit/>
              <a:scene3d>
                <a:camera prst="orthographicFront"/>
                <a:lightRig rig="threePt" dir="t"/>
              </a:scene3d>
              <a:sp3d contourW="12700"/>
            </a:bodyPr>
            <a:lstStyle/>
            <a:p>
              <a:pPr lvl="0"/>
              <a:r>
                <a:rPr lang="zh-CN" altLang="en-US" sz="1400">
                  <a:latin typeface="思源黑体旧字形 Normal" panose="020b0400000000000000" pitchFamily="34" charset="-128"/>
                  <a:ea typeface="思源黑体旧字形 Normal" panose="020b0400000000000000" pitchFamily="34" charset="-128"/>
                </a:rPr>
                <a:t>请在此处添加详细描述文本，尽量与标题文本语言风格相符合，语言描述尽量简洁生动。</a:t>
              </a:r>
            </a:p>
          </p:txBody>
        </p:sp>
        <p:sp>
          <p:nvSpPr>
            <p:cNvPr id="100" name="文本框 99">
              <a:extLst>
                <a:ext uri="{FF2B5EF4-FFF2-40B4-BE49-F238E27FC236}">
                  <a16:creationId xmlns:a16="http://schemas.microsoft.com/office/drawing/2014/main" id="{5850DDBB-21F8-43B0-9910-A324AFF1EF8E}"/>
                </a:ext>
              </a:extLst>
            </p:cNvPr>
            <p:cNvSpPr txBox="1"/>
            <p:nvPr/>
          </p:nvSpPr>
          <p:spPr>
            <a:xfrm>
              <a:off x="2133329" y="4958307"/>
              <a:ext cx="1633967" cy="387798"/>
            </a:xfrm>
            <a:prstGeom prst="rect">
              <a:avLst/>
            </a:prstGeom>
            <a:noFill/>
          </p:spPr>
          <p:txBody>
            <a:bodyPr wrap="square" rtlCol="0">
              <a:spAutoFit/>
              <a:scene3d>
                <a:camera prst="orthographicFront"/>
                <a:lightRig rig="threePt" dir="t"/>
              </a:scene3d>
              <a:sp3d contourW="12700"/>
            </a:bodyPr>
            <a:lstStyle/>
            <a:p>
              <a:pPr>
                <a:lnSpc>
                  <a:spcPct val="114000"/>
                </a:lnSpc>
              </a:pPr>
              <a:r>
                <a:rPr lang="zh-CN" altLang="en-US" b="1">
                  <a:solidFill>
                    <a:schemeClr val="tx1">
                      <a:lumMod val="75000"/>
                      <a:lumOff val="25000"/>
                    </a:schemeClr>
                  </a:solidFill>
                  <a:latin typeface="Century Gothic" panose="020b0502020202020204" pitchFamily="34" charset="0"/>
                  <a:ea typeface="思源黑体旧字形 Normal" panose="020b0400000000000000" pitchFamily="34" charset="-128"/>
                </a:rPr>
                <a:t>公司职务</a:t>
              </a:r>
              <a:endParaRPr lang="en-US" altLang="zh-CN" b="1">
                <a:solidFill>
                  <a:schemeClr val="tx1">
                    <a:lumMod val="75000"/>
                    <a:lumOff val="25000"/>
                  </a:schemeClr>
                </a:solidFill>
                <a:latin typeface="Century Gothic" panose="020b0502020202020204" pitchFamily="34" charset="0"/>
                <a:ea typeface="思源黑体旧字形 Normal" panose="020b0400000000000000" pitchFamily="34" charset="-128"/>
              </a:endParaRPr>
            </a:p>
          </p:txBody>
        </p:sp>
      </p:grpSp>
      <p:grpSp>
        <p:nvGrpSpPr>
          <p:cNvPr id="96" name="组合 95">
            <a:extLst>
              <a:ext uri="{FF2B5EF4-FFF2-40B4-BE49-F238E27FC236}">
                <a16:creationId xmlns:a16="http://schemas.microsoft.com/office/drawing/2014/main" id="{E30C6350-BF20-4E00-9390-43322EE8A6C2}"/>
              </a:ext>
            </a:extLst>
          </p:cNvPr>
          <p:cNvGrpSpPr/>
          <p:nvPr/>
        </p:nvGrpSpPr>
        <p:grpSpPr>
          <a:xfrm>
            <a:off x="8689590" y="2605722"/>
            <a:ext cx="2220346" cy="1329727"/>
            <a:chOff x="2133329" y="4958307"/>
            <a:chExt cx="2220346" cy="1329727"/>
          </a:xfrm>
        </p:grpSpPr>
        <p:sp>
          <p:nvSpPr>
            <p:cNvPr id="97" name="文本框 96">
              <a:extLst>
                <a:ext uri="{FF2B5EF4-FFF2-40B4-BE49-F238E27FC236}">
                  <a16:creationId xmlns:a16="http://schemas.microsoft.com/office/drawing/2014/main" id="{634A78F1-7FBF-4178-A5EA-716B2EFF6201}"/>
                </a:ext>
              </a:extLst>
            </p:cNvPr>
            <p:cNvSpPr txBox="1"/>
            <p:nvPr/>
          </p:nvSpPr>
          <p:spPr>
            <a:xfrm>
              <a:off x="2133329" y="5333927"/>
              <a:ext cx="2220346" cy="954107"/>
            </a:xfrm>
            <a:prstGeom prst="rect">
              <a:avLst/>
            </a:prstGeom>
            <a:noFill/>
          </p:spPr>
          <p:txBody>
            <a:bodyPr wrap="square" rtlCol="0">
              <a:spAutoFit/>
              <a:scene3d>
                <a:camera prst="orthographicFront"/>
                <a:lightRig rig="threePt" dir="t"/>
              </a:scene3d>
              <a:sp3d contourW="12700"/>
            </a:bodyPr>
            <a:lstStyle/>
            <a:p>
              <a:pPr lvl="0"/>
              <a:r>
                <a:rPr lang="zh-CN" altLang="en-US" sz="1400">
                  <a:latin typeface="思源黑体旧字形 Normal" panose="020b0400000000000000" pitchFamily="34" charset="-128"/>
                  <a:ea typeface="思源黑体旧字形 Normal" panose="020b0400000000000000" pitchFamily="34" charset="-128"/>
                </a:rPr>
                <a:t>请在此处添加详细描述文本，尽量与标题文本语言风格相符合，语言描述尽量简洁生动。</a:t>
              </a:r>
            </a:p>
          </p:txBody>
        </p:sp>
        <p:sp>
          <p:nvSpPr>
            <p:cNvPr id="98" name="文本框 97">
              <a:extLst>
                <a:ext uri="{FF2B5EF4-FFF2-40B4-BE49-F238E27FC236}">
                  <a16:creationId xmlns:a16="http://schemas.microsoft.com/office/drawing/2014/main" id="{5D095F7A-441D-4807-9134-48D938353AC7}"/>
                </a:ext>
              </a:extLst>
            </p:cNvPr>
            <p:cNvSpPr txBox="1"/>
            <p:nvPr/>
          </p:nvSpPr>
          <p:spPr>
            <a:xfrm>
              <a:off x="2133329" y="4958307"/>
              <a:ext cx="1633967" cy="387798"/>
            </a:xfrm>
            <a:prstGeom prst="rect">
              <a:avLst/>
            </a:prstGeom>
            <a:noFill/>
          </p:spPr>
          <p:txBody>
            <a:bodyPr wrap="square" rtlCol="0">
              <a:spAutoFit/>
              <a:scene3d>
                <a:camera prst="orthographicFront"/>
                <a:lightRig rig="threePt" dir="t"/>
              </a:scene3d>
              <a:sp3d contourW="12700"/>
            </a:bodyPr>
            <a:lstStyle/>
            <a:p>
              <a:pPr>
                <a:lnSpc>
                  <a:spcPct val="114000"/>
                </a:lnSpc>
              </a:pPr>
              <a:r>
                <a:rPr lang="zh-CN" altLang="en-US" b="1">
                  <a:solidFill>
                    <a:schemeClr val="tx1">
                      <a:lumMod val="75000"/>
                      <a:lumOff val="25000"/>
                    </a:schemeClr>
                  </a:solidFill>
                  <a:latin typeface="Century Gothic" panose="020b0502020202020204" pitchFamily="34" charset="0"/>
                  <a:ea typeface="思源黑体旧字形 Normal" panose="020b0400000000000000" pitchFamily="34" charset="-128"/>
                </a:rPr>
                <a:t>公司职务</a:t>
              </a:r>
              <a:endParaRPr lang="en-US" altLang="zh-CN" b="1">
                <a:solidFill>
                  <a:schemeClr val="tx1">
                    <a:lumMod val="75000"/>
                    <a:lumOff val="25000"/>
                  </a:schemeClr>
                </a:solidFill>
                <a:latin typeface="Century Gothic" panose="020b0502020202020204" pitchFamily="34" charset="0"/>
                <a:ea typeface="思源黑体旧字形 Normal" panose="020b0400000000000000" pitchFamily="34" charset="-128"/>
              </a:endParaRPr>
            </a:p>
          </p:txBody>
        </p:sp>
      </p:grpSp>
    </p:spTree>
    <p:extLst>
      <p:ext uri="{BB962C8B-B14F-4D97-AF65-F5344CB8AC3E}">
        <p14:creationId val="2620626876"/>
      </p:ext>
    </p:extLst>
  </p:cSld>
  <p:clrMapOvr>
    <a:masterClrMapping/>
  </p:clrMapOvr>
  <p:transition spd="slow" advClick="0" advTm="0">
    <p:cove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49" presetClass="entr" presetSubtype="0" decel="10000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 calcmode="lin" valueType="num">
                                      <p:cBhvr>
                                        <p:cTn id="9" dur="500" fill="hold"/>
                                        <p:tgtEl>
                                          <p:spTgt spid="2"/>
                                        </p:tgtEl>
                                        <p:attrNameLst>
                                          <p:attrName>style.rotation</p:attrName>
                                        </p:attrNameLst>
                                      </p:cBhvr>
                                      <p:tavLst>
                                        <p:tav tm="0">
                                          <p:val>
                                            <p:fltVal val="360"/>
                                          </p:val>
                                        </p:tav>
                                        <p:tav tm="100000">
                                          <p:val>
                                            <p:fltVal val="0"/>
                                          </p:val>
                                        </p:tav>
                                      </p:tavLst>
                                    </p:anim>
                                    <p:animEffect transition="in" filter="fade">
                                      <p:cBhvr>
                                        <p:cTn id="10" dur="500"/>
                                        <p:tgtEl>
                                          <p:spTgt spid="2"/>
                                        </p:tgtEl>
                                      </p:cBhvr>
                                    </p:animEffect>
                                  </p:childTnLst>
                                </p:cTn>
                              </p:par>
                              <p:par>
                                <p:cTn id="11" presetID="41" presetClass="entr" presetSubtype="0" fill="hold" grpId="0" nodeType="withEffect">
                                  <p:stCondLst>
                                    <p:cond delay="0"/>
                                  </p:stCondLst>
                                  <p:iterate type="lt">
                                    <p:tmPct val="10000"/>
                                  </p:iterate>
                                  <p:childTnLst>
                                    <p:set>
                                      <p:cBhvr>
                                        <p:cTn id="12" dur="1" fill="hold">
                                          <p:stCondLst>
                                            <p:cond delay="0"/>
                                          </p:stCondLst>
                                        </p:cTn>
                                        <p:tgtEl>
                                          <p:spTgt spid="5"/>
                                        </p:tgtEl>
                                        <p:attrNameLst>
                                          <p:attrName>style.visibility</p:attrName>
                                        </p:attrNameLst>
                                      </p:cBhvr>
                                      <p:to>
                                        <p:strVal val="visible"/>
                                      </p:to>
                                    </p:set>
                                    <p:anim calcmode="lin" valueType="num">
                                      <p:cBhvr>
                                        <p:cTn id="13" dur="500" fill="hold"/>
                                        <p:tgtEl>
                                          <p:spTgt spid="5"/>
                                        </p:tgtEl>
                                        <p:attrNameLst>
                                          <p:attrName>ppt_x</p:attrName>
                                        </p:attrNameLst>
                                      </p:cBhvr>
                                      <p:tavLst>
                                        <p:tav tm="0">
                                          <p:val>
                                            <p:strVal val="#ppt_x"/>
                                          </p:val>
                                        </p:tav>
                                        <p:tav tm="50000">
                                          <p:val>
                                            <p:strVal val="#ppt_x+.1"/>
                                          </p:val>
                                        </p:tav>
                                        <p:tav tm="100000">
                                          <p:val>
                                            <p:strVal val="#ppt_x"/>
                                          </p:val>
                                        </p:tav>
                                      </p:tavLst>
                                    </p:anim>
                                    <p:anim calcmode="lin" valueType="num">
                                      <p:cBhvr>
                                        <p:cTn id="14" dur="500" fill="hold"/>
                                        <p:tgtEl>
                                          <p:spTgt spid="5"/>
                                        </p:tgtEl>
                                        <p:attrNameLst>
                                          <p:attrName>ppt_y</p:attrName>
                                        </p:attrNameLst>
                                      </p:cBhvr>
                                      <p:tavLst>
                                        <p:tav tm="0">
                                          <p:val>
                                            <p:strVal val="#ppt_y"/>
                                          </p:val>
                                        </p:tav>
                                        <p:tav tm="100000">
                                          <p:val>
                                            <p:strVal val="#ppt_y"/>
                                          </p:val>
                                        </p:tav>
                                      </p:tavLst>
                                    </p:anim>
                                    <p:anim calcmode="lin" valueType="num">
                                      <p:cBhvr>
                                        <p:cTn id="15" dur="500" fill="hold"/>
                                        <p:tgtEl>
                                          <p:spTgt spid="5"/>
                                        </p:tgtEl>
                                        <p:attrNameLst>
                                          <p:attrName>ppt_h</p:attrName>
                                        </p:attrNameLst>
                                      </p:cBhvr>
                                      <p:tavLst>
                                        <p:tav tm="0">
                                          <p:val>
                                            <p:strVal val="#ppt_h/10"/>
                                          </p:val>
                                        </p:tav>
                                        <p:tav tm="50000">
                                          <p:val>
                                            <p:strVal val="#ppt_h+.01"/>
                                          </p:val>
                                        </p:tav>
                                        <p:tav tm="100000">
                                          <p:val>
                                            <p:strVal val="#ppt_h"/>
                                          </p:val>
                                        </p:tav>
                                      </p:tavLst>
                                    </p:anim>
                                    <p:anim calcmode="lin" valueType="num">
                                      <p:cBhvr>
                                        <p:cTn id="16" dur="500" fill="hold"/>
                                        <p:tgtEl>
                                          <p:spTgt spid="5"/>
                                        </p:tgtEl>
                                        <p:attrNameLst>
                                          <p:attrName>ppt_w</p:attrName>
                                        </p:attrNameLst>
                                      </p:cBhvr>
                                      <p:tavLst>
                                        <p:tav tm="0">
                                          <p:val>
                                            <p:strVal val="#ppt_w/10"/>
                                          </p:val>
                                        </p:tav>
                                        <p:tav tm="50000">
                                          <p:val>
                                            <p:strVal val="#ppt_w+.01"/>
                                          </p:val>
                                        </p:tav>
                                        <p:tav tm="100000">
                                          <p:val>
                                            <p:strVal val="#ppt_w"/>
                                          </p:val>
                                        </p:tav>
                                      </p:tavLst>
                                    </p:anim>
                                    <p:animEffect transition="in" filter="fade">
                                      <p:cBhvr>
                                        <p:cTn id="17" dur="500" tmFilter="0,0; .5, 1; 1, 1"/>
                                        <p:tgtEl>
                                          <p:spTgt spid="5"/>
                                        </p:tgtEl>
                                      </p:cBhvr>
                                    </p:animEffect>
                                  </p:childTnLst>
                                </p:cTn>
                              </p:par>
                            </p:childTnLst>
                          </p:cTn>
                        </p:par>
                        <p:par>
                          <p:cTn id="18" fill="hold" nodeType="afterGroup">
                            <p:stCondLst>
                              <p:cond delay="500"/>
                            </p:stCondLst>
                            <p:childTnLst>
                              <p:par>
                                <p:cTn id="19" presetID="22" presetClass="entr" presetSubtype="4" fill="hold" nodeType="afterEffect">
                                  <p:stCondLst>
                                    <p:cond delay="0"/>
                                  </p:stCondLst>
                                  <p:childTnLst>
                                    <p:set>
                                      <p:cBhvr>
                                        <p:cTn id="20" dur="1" fill="hold">
                                          <p:stCondLst>
                                            <p:cond delay="0"/>
                                          </p:stCondLst>
                                        </p:cTn>
                                        <p:tgtEl>
                                          <p:spTgt spid="92"/>
                                        </p:tgtEl>
                                        <p:attrNameLst>
                                          <p:attrName>style.visibility</p:attrName>
                                        </p:attrNameLst>
                                      </p:cBhvr>
                                      <p:to>
                                        <p:strVal val="visible"/>
                                      </p:to>
                                    </p:set>
                                    <p:animEffect transition="in" filter="wipe(down)">
                                      <p:cBhvr>
                                        <p:cTn id="21" dur="1000"/>
                                        <p:tgtEl>
                                          <p:spTgt spid="92"/>
                                        </p:tgtEl>
                                      </p:cBhvr>
                                    </p:animEffect>
                                  </p:childTnLst>
                                </p:cTn>
                              </p:par>
                            </p:childTnLst>
                          </p:cTn>
                        </p:par>
                        <p:par>
                          <p:cTn id="22" fill="hold" nodeType="afterGroup">
                            <p:stCondLst>
                              <p:cond delay="1500"/>
                            </p:stCondLst>
                            <p:childTnLst>
                              <p:par>
                                <p:cTn id="23" presetID="12" presetClass="entr" presetSubtype="8" fill="hold" nodeType="afterEffect">
                                  <p:stCondLst>
                                    <p:cond delay="0"/>
                                  </p:stCondLst>
                                  <p:childTnLst>
                                    <p:set>
                                      <p:cBhvr>
                                        <p:cTn id="24" dur="1" fill="hold">
                                          <p:stCondLst>
                                            <p:cond delay="0"/>
                                          </p:stCondLst>
                                        </p:cTn>
                                        <p:tgtEl>
                                          <p:spTgt spid="93"/>
                                        </p:tgtEl>
                                        <p:attrNameLst>
                                          <p:attrName>style.visibility</p:attrName>
                                        </p:attrNameLst>
                                      </p:cBhvr>
                                      <p:to>
                                        <p:strVal val="visible"/>
                                      </p:to>
                                    </p:set>
                                    <p:anim calcmode="lin" valueType="num">
                                      <p:cBhvr additive="base">
                                        <p:cTn id="25" dur="500"/>
                                        <p:tgtEl>
                                          <p:spTgt spid="93"/>
                                        </p:tgtEl>
                                        <p:attrNameLst>
                                          <p:attrName>ppt_x</p:attrName>
                                        </p:attrNameLst>
                                      </p:cBhvr>
                                      <p:tavLst>
                                        <p:tav tm="0">
                                          <p:val>
                                            <p:strVal val="#ppt_x-#ppt_w*1.125000"/>
                                          </p:val>
                                        </p:tav>
                                        <p:tav tm="100000">
                                          <p:val>
                                            <p:strVal val="#ppt_x"/>
                                          </p:val>
                                        </p:tav>
                                      </p:tavLst>
                                    </p:anim>
                                    <p:animEffect transition="in" filter="wipe(right)">
                                      <p:cBhvr>
                                        <p:cTn id="26" dur="500"/>
                                        <p:tgtEl>
                                          <p:spTgt spid="93"/>
                                        </p:tgtEl>
                                      </p:cBhvr>
                                    </p:animEffect>
                                  </p:childTnLst>
                                </p:cTn>
                              </p:par>
                            </p:childTnLst>
                          </p:cTn>
                        </p:par>
                        <p:par>
                          <p:cTn id="27" fill="hold" nodeType="afterGroup">
                            <p:stCondLst>
                              <p:cond delay="2000"/>
                            </p:stCondLst>
                            <p:childTnLst>
                              <p:par>
                                <p:cTn id="28" presetID="12" presetClass="entr" presetSubtype="8" fill="hold" nodeType="afterEffect">
                                  <p:stCondLst>
                                    <p:cond delay="0"/>
                                  </p:stCondLst>
                                  <p:childTnLst>
                                    <p:set>
                                      <p:cBhvr>
                                        <p:cTn id="29" dur="1" fill="hold">
                                          <p:stCondLst>
                                            <p:cond delay="0"/>
                                          </p:stCondLst>
                                        </p:cTn>
                                        <p:tgtEl>
                                          <p:spTgt spid="94"/>
                                        </p:tgtEl>
                                        <p:attrNameLst>
                                          <p:attrName>style.visibility</p:attrName>
                                        </p:attrNameLst>
                                      </p:cBhvr>
                                      <p:to>
                                        <p:strVal val="visible"/>
                                      </p:to>
                                    </p:set>
                                    <p:anim calcmode="lin" valueType="num">
                                      <p:cBhvr additive="base">
                                        <p:cTn id="30" dur="500"/>
                                        <p:tgtEl>
                                          <p:spTgt spid="94"/>
                                        </p:tgtEl>
                                        <p:attrNameLst>
                                          <p:attrName>ppt_x</p:attrName>
                                        </p:attrNameLst>
                                      </p:cBhvr>
                                      <p:tavLst>
                                        <p:tav tm="0">
                                          <p:val>
                                            <p:strVal val="#ppt_x-#ppt_w*1.125000"/>
                                          </p:val>
                                        </p:tav>
                                        <p:tav tm="100000">
                                          <p:val>
                                            <p:strVal val="#ppt_x"/>
                                          </p:val>
                                        </p:tav>
                                      </p:tavLst>
                                    </p:anim>
                                    <p:animEffect transition="in" filter="wipe(right)">
                                      <p:cBhvr>
                                        <p:cTn id="31" dur="500"/>
                                        <p:tgtEl>
                                          <p:spTgt spid="94"/>
                                        </p:tgtEl>
                                      </p:cBhvr>
                                    </p:animEffect>
                                  </p:childTnLst>
                                </p:cTn>
                              </p:par>
                            </p:childTnLst>
                          </p:cTn>
                        </p:par>
                        <p:par>
                          <p:cTn id="32" fill="hold" nodeType="afterGroup">
                            <p:stCondLst>
                              <p:cond delay="2500"/>
                            </p:stCondLst>
                            <p:childTnLst>
                              <p:par>
                                <p:cTn id="33" presetID="12" presetClass="entr" presetSubtype="8" fill="hold" nodeType="afterEffect">
                                  <p:stCondLst>
                                    <p:cond delay="0"/>
                                  </p:stCondLst>
                                  <p:childTnLst>
                                    <p:set>
                                      <p:cBhvr>
                                        <p:cTn id="34" dur="1" fill="hold">
                                          <p:stCondLst>
                                            <p:cond delay="0"/>
                                          </p:stCondLst>
                                        </p:cTn>
                                        <p:tgtEl>
                                          <p:spTgt spid="95"/>
                                        </p:tgtEl>
                                        <p:attrNameLst>
                                          <p:attrName>style.visibility</p:attrName>
                                        </p:attrNameLst>
                                      </p:cBhvr>
                                      <p:to>
                                        <p:strVal val="visible"/>
                                      </p:to>
                                    </p:set>
                                    <p:anim calcmode="lin" valueType="num">
                                      <p:cBhvr additive="base">
                                        <p:cTn id="35" dur="500"/>
                                        <p:tgtEl>
                                          <p:spTgt spid="95"/>
                                        </p:tgtEl>
                                        <p:attrNameLst>
                                          <p:attrName>ppt_x</p:attrName>
                                        </p:attrNameLst>
                                      </p:cBhvr>
                                      <p:tavLst>
                                        <p:tav tm="0">
                                          <p:val>
                                            <p:strVal val="#ppt_x-#ppt_w*1.125000"/>
                                          </p:val>
                                        </p:tav>
                                        <p:tav tm="100000">
                                          <p:val>
                                            <p:strVal val="#ppt_x"/>
                                          </p:val>
                                        </p:tav>
                                      </p:tavLst>
                                    </p:anim>
                                    <p:animEffect transition="in" filter="wipe(right)">
                                      <p:cBhvr>
                                        <p:cTn id="36" dur="500"/>
                                        <p:tgtEl>
                                          <p:spTgt spid="95"/>
                                        </p:tgtEl>
                                      </p:cBhvr>
                                    </p:animEffect>
                                  </p:childTnLst>
                                </p:cTn>
                              </p:par>
                            </p:childTnLst>
                          </p:cTn>
                        </p:par>
                        <p:par>
                          <p:cTn id="37" fill="hold" nodeType="afterGroup">
                            <p:stCondLst>
                              <p:cond delay="3000"/>
                            </p:stCondLst>
                            <p:childTnLst>
                              <p:par>
                                <p:cTn id="38" presetID="12" presetClass="entr" presetSubtype="8" fill="hold" nodeType="afterEffect">
                                  <p:stCondLst>
                                    <p:cond delay="0"/>
                                  </p:stCondLst>
                                  <p:childTnLst>
                                    <p:set>
                                      <p:cBhvr>
                                        <p:cTn id="39" dur="1" fill="hold">
                                          <p:stCondLst>
                                            <p:cond delay="0"/>
                                          </p:stCondLst>
                                        </p:cTn>
                                        <p:tgtEl>
                                          <p:spTgt spid="96"/>
                                        </p:tgtEl>
                                        <p:attrNameLst>
                                          <p:attrName>style.visibility</p:attrName>
                                        </p:attrNameLst>
                                      </p:cBhvr>
                                      <p:to>
                                        <p:strVal val="visible"/>
                                      </p:to>
                                    </p:set>
                                    <p:anim calcmode="lin" valueType="num">
                                      <p:cBhvr additive="base">
                                        <p:cTn id="40" dur="500"/>
                                        <p:tgtEl>
                                          <p:spTgt spid="96"/>
                                        </p:tgtEl>
                                        <p:attrNameLst>
                                          <p:attrName>ppt_x</p:attrName>
                                        </p:attrNameLst>
                                      </p:cBhvr>
                                      <p:tavLst>
                                        <p:tav tm="0">
                                          <p:val>
                                            <p:strVal val="#ppt_x-#ppt_w*1.125000"/>
                                          </p:val>
                                        </p:tav>
                                        <p:tav tm="100000">
                                          <p:val>
                                            <p:strVal val="#ppt_x"/>
                                          </p:val>
                                        </p:tav>
                                      </p:tavLst>
                                    </p:anim>
                                    <p:animEffect transition="in" filter="wipe(right)">
                                      <p:cBhvr>
                                        <p:cTn id="41" dur="500"/>
                                        <p:tgtEl>
                                          <p:spTgt spid="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6.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grpSp>
        <p:nvGrpSpPr>
          <p:cNvPr id="2" name="组合 1"/>
          <p:cNvGrpSpPr/>
          <p:nvPr/>
        </p:nvGrpSpPr>
        <p:grpSpPr>
          <a:xfrm>
            <a:off x="327153" y="318911"/>
            <a:ext cx="529037" cy="529037"/>
            <a:chOff x="327153" y="318911"/>
            <a:chExt cx="529037" cy="529037"/>
          </a:xfrm>
        </p:grpSpPr>
        <p:sp>
          <p:nvSpPr>
            <p:cNvPr id="3" name="圆角矩形 2"/>
            <p:cNvSpPr/>
            <p:nvPr/>
          </p:nvSpPr>
          <p:spPr>
            <a:xfrm rot="18926424">
              <a:off x="327153" y="318911"/>
              <a:ext cx="529037" cy="529037"/>
            </a:xfrm>
            <a:prstGeom prst="roundRect">
              <a:avLst/>
            </a:prstGeom>
            <a:solidFill>
              <a:srgbClr val="545D79"/>
            </a:solidFill>
            <a:ln>
              <a:noFill/>
            </a:ln>
            <a:effectLst>
              <a:outerShdw blurRad="63500" algn="ctr" rotWithShape="0">
                <a:prstClr val="black">
                  <a:alpha val="40000"/>
                </a:prstClr>
              </a:outerShdw>
            </a:effectLst>
          </p:spPr>
          <p:txBody>
            <a:bodyPr vert="horz" wrap="square" lIns="91440" tIns="45720" rIns="91440" bIns="45720" numCol="1" anchor="ctr" anchorCtr="0" compatLnSpc="1">
              <a:prstTxWarp prst="textNoShape">
                <a:avLst/>
              </a:prstTxWarp>
            </a:bodyPr>
            <a:lstStyle/>
            <a:p>
              <a:pPr algn="ctr"/>
              <a:endParaRPr lang="zh-CN" altLang="en-US" sz="4800">
                <a:solidFill>
                  <a:prstClr val="white"/>
                </a:solidFill>
                <a:latin typeface="思源黑体旧字形 Normal" panose="020b0400000000000000" pitchFamily="34" charset="-128"/>
                <a:ea typeface="思源黑体旧字形 Normal" panose="020b0400000000000000" pitchFamily="34" charset="-128"/>
              </a:endParaRPr>
            </a:p>
          </p:txBody>
        </p:sp>
        <p:sp>
          <p:nvSpPr>
            <p:cNvPr id="4" name="MH_Other_2"/>
            <p:cNvSpPr/>
            <p:nvPr>
              <p:custDataLst>
                <p:tags r:id="rId3"/>
              </p:custDataLst>
            </p:nvPr>
          </p:nvSpPr>
          <p:spPr bwMode="auto">
            <a:xfrm>
              <a:off x="440450" y="441196"/>
              <a:ext cx="302442" cy="284465"/>
            </a:xfrm>
            <a:custGeom>
              <a:gdLst>
                <a:gd name="T0" fmla="*/ 373604 w 1361803"/>
                <a:gd name="T1" fmla="*/ 882437 h 1281345"/>
                <a:gd name="T2" fmla="*/ 476200 w 1361803"/>
                <a:gd name="T3" fmla="*/ 923828 h 1281345"/>
                <a:gd name="T4" fmla="*/ 554139 w 1361803"/>
                <a:gd name="T5" fmla="*/ 940808 h 1281345"/>
                <a:gd name="T6" fmla="*/ 528484 w 1361803"/>
                <a:gd name="T7" fmla="*/ 1017215 h 1281345"/>
                <a:gd name="T8" fmla="*/ 460417 w 1361803"/>
                <a:gd name="T9" fmla="*/ 1039501 h 1281345"/>
                <a:gd name="T10" fmla="*/ 352881 w 1361803"/>
                <a:gd name="T11" fmla="*/ 976886 h 1281345"/>
                <a:gd name="T12" fmla="*/ 286785 w 1361803"/>
                <a:gd name="T13" fmla="*/ 1049049 h 1281345"/>
                <a:gd name="T14" fmla="*/ 312434 w 1361803"/>
                <a:gd name="T15" fmla="*/ 885625 h 1281345"/>
                <a:gd name="T16" fmla="*/ 274750 w 1361803"/>
                <a:gd name="T17" fmla="*/ 686240 h 1281345"/>
                <a:gd name="T18" fmla="*/ 665920 w 1361803"/>
                <a:gd name="T19" fmla="*/ 686240 h 1281345"/>
                <a:gd name="T20" fmla="*/ 633318 w 1361803"/>
                <a:gd name="T21" fmla="*/ 771039 h 1281345"/>
                <a:gd name="T22" fmla="*/ 270797 w 1361803"/>
                <a:gd name="T23" fmla="*/ 776338 h 1281345"/>
                <a:gd name="T24" fmla="*/ 255979 w 1361803"/>
                <a:gd name="T25" fmla="*/ 705323 h 1281345"/>
                <a:gd name="T26" fmla="*/ 278558 w 1361803"/>
                <a:gd name="T27" fmla="*/ 503808 h 1281345"/>
                <a:gd name="T28" fmla="*/ 746925 w 1361803"/>
                <a:gd name="T29" fmla="*/ 503808 h 1281345"/>
                <a:gd name="T30" fmla="*/ 766688 w 1361803"/>
                <a:gd name="T31" fmla="*/ 555844 h 1281345"/>
                <a:gd name="T32" fmla="*/ 279544 w 1361803"/>
                <a:gd name="T33" fmla="*/ 593008 h 1281345"/>
                <a:gd name="T34" fmla="*/ 256813 w 1361803"/>
                <a:gd name="T35" fmla="*/ 527172 h 1281345"/>
                <a:gd name="T36" fmla="*/ 944591 w 1361803"/>
                <a:gd name="T37" fmla="*/ 452716 h 1281345"/>
                <a:gd name="T38" fmla="*/ 1023588 w 1361803"/>
                <a:gd name="T39" fmla="*/ 643756 h 1281345"/>
                <a:gd name="T40" fmla="*/ 636495 w 1361803"/>
                <a:gd name="T41" fmla="*/ 1040700 h 1281345"/>
                <a:gd name="T42" fmla="*/ 601932 w 1361803"/>
                <a:gd name="T43" fmla="*/ 1010980 h 1281345"/>
                <a:gd name="T44" fmla="*/ 940644 w 1361803"/>
                <a:gd name="T45" fmla="*/ 460140 h 1281345"/>
                <a:gd name="T46" fmla="*/ 1339566 w 1361803"/>
                <a:gd name="T47" fmla="*/ 322482 h 1281345"/>
                <a:gd name="T48" fmla="*/ 1356355 w 1361803"/>
                <a:gd name="T49" fmla="*/ 373372 h 1281345"/>
                <a:gd name="T50" fmla="*/ 1136163 w 1361803"/>
                <a:gd name="T51" fmla="*/ 663855 h 1281345"/>
                <a:gd name="T52" fmla="*/ 1082839 w 1361803"/>
                <a:gd name="T53" fmla="*/ 676580 h 1281345"/>
                <a:gd name="T54" fmla="*/ 1123322 w 1361803"/>
                <a:gd name="T55" fmla="*/ 596008 h 1281345"/>
                <a:gd name="T56" fmla="*/ 1312908 w 1361803"/>
                <a:gd name="T57" fmla="*/ 334145 h 1281345"/>
                <a:gd name="T58" fmla="*/ 526769 w 1361803"/>
                <a:gd name="T59" fmla="*/ 229043 h 1281345"/>
                <a:gd name="T60" fmla="*/ 766688 w 1361803"/>
                <a:gd name="T61" fmla="*/ 244970 h 1281345"/>
                <a:gd name="T62" fmla="*/ 749907 w 1361803"/>
                <a:gd name="T63" fmla="*/ 318243 h 1281345"/>
                <a:gd name="T64" fmla="*/ 529735 w 1361803"/>
                <a:gd name="T65" fmla="*/ 318243 h 1281345"/>
                <a:gd name="T66" fmla="*/ 511959 w 1361803"/>
                <a:gd name="T67" fmla="*/ 246034 h 1281345"/>
                <a:gd name="T68" fmla="*/ 1245419 w 1361803"/>
                <a:gd name="T69" fmla="*/ 137724 h 1281345"/>
                <a:gd name="T70" fmla="*/ 1309122 w 1361803"/>
                <a:gd name="T71" fmla="*/ 239622 h 1281345"/>
                <a:gd name="T72" fmla="*/ 1116528 w 1361803"/>
                <a:gd name="T73" fmla="*/ 531150 h 1281345"/>
                <a:gd name="T74" fmla="*/ 998003 w 1361803"/>
                <a:gd name="T75" fmla="*/ 384860 h 1281345"/>
                <a:gd name="T76" fmla="*/ 1207394 w 1361803"/>
                <a:gd name="T77" fmla="*/ 148457 h 1281345"/>
                <a:gd name="T78" fmla="*/ 327005 w 1361803"/>
                <a:gd name="T79" fmla="*/ 0 h 1281345"/>
                <a:gd name="T80" fmla="*/ 1023501 w 1361803"/>
                <a:gd name="T81" fmla="*/ 136834 h 1281345"/>
                <a:gd name="T82" fmla="*/ 1015602 w 1361803"/>
                <a:gd name="T83" fmla="*/ 237608 h 1281345"/>
                <a:gd name="T84" fmla="*/ 909891 w 1361803"/>
                <a:gd name="T85" fmla="*/ 379745 h 1281345"/>
                <a:gd name="T86" fmla="*/ 897047 w 1361803"/>
                <a:gd name="T87" fmla="*/ 313980 h 1281345"/>
                <a:gd name="T88" fmla="*/ 872348 w 1361803"/>
                <a:gd name="T89" fmla="*/ 135772 h 1281345"/>
                <a:gd name="T90" fmla="*/ 382329 w 1361803"/>
                <a:gd name="T91" fmla="*/ 135772 h 1281345"/>
                <a:gd name="T92" fmla="*/ 382329 w 1361803"/>
                <a:gd name="T93" fmla="*/ 313980 h 1281345"/>
                <a:gd name="T94" fmla="*/ 143255 w 1361803"/>
                <a:gd name="T95" fmla="*/ 409444 h 1281345"/>
                <a:gd name="T96" fmla="*/ 126454 w 1361803"/>
                <a:gd name="T97" fmla="*/ 428538 h 1281345"/>
                <a:gd name="T98" fmla="*/ 151153 w 1361803"/>
                <a:gd name="T99" fmla="*/ 1143476 h 1281345"/>
                <a:gd name="T100" fmla="*/ 897047 w 1361803"/>
                <a:gd name="T101" fmla="*/ 1115897 h 1281345"/>
                <a:gd name="T102" fmla="*/ 902973 w 1361803"/>
                <a:gd name="T103" fmla="*/ 902690 h 1281345"/>
                <a:gd name="T104" fmla="*/ 1022515 w 1361803"/>
                <a:gd name="T105" fmla="*/ 767972 h 1281345"/>
                <a:gd name="T106" fmla="*/ 1023501 w 1361803"/>
                <a:gd name="T107" fmla="*/ 1133931 h 1281345"/>
                <a:gd name="T108" fmla="*/ 131394 w 1361803"/>
                <a:gd name="T109" fmla="*/ 1279248 h 1281345"/>
                <a:gd name="T110" fmla="*/ 0 w 1361803"/>
                <a:gd name="T111" fmla="*/ 335193 h 1281345"/>
                <a:gd name="T112" fmla="*/ 261801 w 1361803"/>
                <a:gd name="T113" fmla="*/ 28642 h 1281345"/>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1361803" h="1281345">
                  <a:moveTo>
                    <a:pt x="340187" y="867542"/>
                  </a:moveTo>
                  <a:cubicBezTo>
                    <a:pt x="351512" y="867144"/>
                    <a:pt x="363575" y="872724"/>
                    <a:pt x="372930" y="883885"/>
                  </a:cubicBezTo>
                  <a:cubicBezTo>
                    <a:pt x="394595" y="907270"/>
                    <a:pt x="415275" y="931718"/>
                    <a:pt x="436940" y="957229"/>
                  </a:cubicBezTo>
                  <a:cubicBezTo>
                    <a:pt x="449742" y="946599"/>
                    <a:pt x="462543" y="935970"/>
                    <a:pt x="475345" y="925340"/>
                  </a:cubicBezTo>
                  <a:cubicBezTo>
                    <a:pt x="492086" y="911522"/>
                    <a:pt x="506857" y="910459"/>
                    <a:pt x="525568" y="923214"/>
                  </a:cubicBezTo>
                  <a:cubicBezTo>
                    <a:pt x="535415" y="929592"/>
                    <a:pt x="544278" y="935970"/>
                    <a:pt x="553141" y="942347"/>
                  </a:cubicBezTo>
                  <a:cubicBezTo>
                    <a:pt x="545263" y="967858"/>
                    <a:pt x="538370" y="993369"/>
                    <a:pt x="530492" y="1018880"/>
                  </a:cubicBezTo>
                  <a:cubicBezTo>
                    <a:pt x="528522" y="1018880"/>
                    <a:pt x="528522" y="1018880"/>
                    <a:pt x="527537" y="1018880"/>
                  </a:cubicBezTo>
                  <a:cubicBezTo>
                    <a:pt x="509812" y="1000810"/>
                    <a:pt x="494056" y="1007187"/>
                    <a:pt x="479284" y="1024195"/>
                  </a:cubicBezTo>
                  <a:cubicBezTo>
                    <a:pt x="473376" y="1030572"/>
                    <a:pt x="466482" y="1035887"/>
                    <a:pt x="459589" y="1041202"/>
                  </a:cubicBezTo>
                  <a:cubicBezTo>
                    <a:pt x="438909" y="1058209"/>
                    <a:pt x="420199" y="1056083"/>
                    <a:pt x="402473" y="1035887"/>
                  </a:cubicBezTo>
                  <a:cubicBezTo>
                    <a:pt x="385732" y="1017817"/>
                    <a:pt x="369976" y="998684"/>
                    <a:pt x="352251" y="978488"/>
                  </a:cubicBezTo>
                  <a:cubicBezTo>
                    <a:pt x="343388" y="995495"/>
                    <a:pt x="335510" y="1012502"/>
                    <a:pt x="327632" y="1028446"/>
                  </a:cubicBezTo>
                  <a:cubicBezTo>
                    <a:pt x="318769" y="1046517"/>
                    <a:pt x="303013" y="1053957"/>
                    <a:pt x="286272" y="1050768"/>
                  </a:cubicBezTo>
                  <a:cubicBezTo>
                    <a:pt x="262638" y="1046517"/>
                    <a:pt x="248851" y="1019943"/>
                    <a:pt x="259683" y="995495"/>
                  </a:cubicBezTo>
                  <a:cubicBezTo>
                    <a:pt x="276424" y="959355"/>
                    <a:pt x="293165" y="922151"/>
                    <a:pt x="311876" y="887074"/>
                  </a:cubicBezTo>
                  <a:cubicBezTo>
                    <a:pt x="318276" y="874318"/>
                    <a:pt x="328863" y="867941"/>
                    <a:pt x="340187" y="867542"/>
                  </a:cubicBezTo>
                  <a:close/>
                  <a:moveTo>
                    <a:pt x="274255" y="687365"/>
                  </a:moveTo>
                  <a:cubicBezTo>
                    <a:pt x="330459" y="687365"/>
                    <a:pt x="386662" y="687365"/>
                    <a:pt x="442866" y="687365"/>
                  </a:cubicBezTo>
                  <a:cubicBezTo>
                    <a:pt x="516819" y="687365"/>
                    <a:pt x="590771" y="687365"/>
                    <a:pt x="664723" y="687365"/>
                  </a:cubicBezTo>
                  <a:cubicBezTo>
                    <a:pt x="670640" y="687365"/>
                    <a:pt x="675570" y="687365"/>
                    <a:pt x="684444" y="687365"/>
                  </a:cubicBezTo>
                  <a:cubicBezTo>
                    <a:pt x="666695" y="718154"/>
                    <a:pt x="649933" y="745757"/>
                    <a:pt x="632184" y="772299"/>
                  </a:cubicBezTo>
                  <a:cubicBezTo>
                    <a:pt x="630212" y="775484"/>
                    <a:pt x="625282" y="776545"/>
                    <a:pt x="621338" y="776545"/>
                  </a:cubicBezTo>
                  <a:cubicBezTo>
                    <a:pt x="504000" y="777607"/>
                    <a:pt x="387648" y="776545"/>
                    <a:pt x="270311" y="777607"/>
                  </a:cubicBezTo>
                  <a:cubicBezTo>
                    <a:pt x="259464" y="777607"/>
                    <a:pt x="255520" y="772299"/>
                    <a:pt x="256506" y="760620"/>
                  </a:cubicBezTo>
                  <a:cubicBezTo>
                    <a:pt x="256506" y="742572"/>
                    <a:pt x="256506" y="724524"/>
                    <a:pt x="255520" y="706475"/>
                  </a:cubicBezTo>
                  <a:cubicBezTo>
                    <a:pt x="255520" y="691612"/>
                    <a:pt x="261436" y="687365"/>
                    <a:pt x="274255" y="687365"/>
                  </a:cubicBezTo>
                  <a:close/>
                  <a:moveTo>
                    <a:pt x="278054" y="504636"/>
                  </a:moveTo>
                  <a:cubicBezTo>
                    <a:pt x="354989" y="504636"/>
                    <a:pt x="432911" y="504636"/>
                    <a:pt x="509846" y="504636"/>
                  </a:cubicBezTo>
                  <a:cubicBezTo>
                    <a:pt x="588754" y="504636"/>
                    <a:pt x="666676" y="504636"/>
                    <a:pt x="745584" y="504636"/>
                  </a:cubicBezTo>
                  <a:cubicBezTo>
                    <a:pt x="764325" y="504636"/>
                    <a:pt x="765311" y="505700"/>
                    <a:pt x="765311" y="524845"/>
                  </a:cubicBezTo>
                  <a:cubicBezTo>
                    <a:pt x="765311" y="535481"/>
                    <a:pt x="765311" y="546117"/>
                    <a:pt x="765311" y="556753"/>
                  </a:cubicBezTo>
                  <a:cubicBezTo>
                    <a:pt x="765311" y="580153"/>
                    <a:pt x="752489" y="593980"/>
                    <a:pt x="730789" y="593980"/>
                  </a:cubicBezTo>
                  <a:cubicBezTo>
                    <a:pt x="580863" y="593980"/>
                    <a:pt x="429952" y="593980"/>
                    <a:pt x="279040" y="593980"/>
                  </a:cubicBezTo>
                  <a:cubicBezTo>
                    <a:pt x="256354" y="593980"/>
                    <a:pt x="256354" y="592917"/>
                    <a:pt x="256354" y="569517"/>
                  </a:cubicBezTo>
                  <a:cubicBezTo>
                    <a:pt x="256354" y="555690"/>
                    <a:pt x="256354" y="541863"/>
                    <a:pt x="256354" y="528036"/>
                  </a:cubicBezTo>
                  <a:cubicBezTo>
                    <a:pt x="256354" y="504636"/>
                    <a:pt x="256354" y="504636"/>
                    <a:pt x="278054" y="504636"/>
                  </a:cubicBezTo>
                  <a:close/>
                  <a:moveTo>
                    <a:pt x="942895" y="453454"/>
                  </a:moveTo>
                  <a:cubicBezTo>
                    <a:pt x="989224" y="494914"/>
                    <a:pt x="1033581" y="534249"/>
                    <a:pt x="1077938" y="574646"/>
                  </a:cubicBezTo>
                  <a:cubicBezTo>
                    <a:pt x="1059210" y="599097"/>
                    <a:pt x="1040481" y="622484"/>
                    <a:pt x="1021752" y="644809"/>
                  </a:cubicBezTo>
                  <a:cubicBezTo>
                    <a:pt x="928109" y="760685"/>
                    <a:pt x="831509" y="874435"/>
                    <a:pt x="722095" y="974365"/>
                  </a:cubicBezTo>
                  <a:cubicBezTo>
                    <a:pt x="695481" y="999879"/>
                    <a:pt x="664923" y="1021141"/>
                    <a:pt x="635352" y="1042403"/>
                  </a:cubicBezTo>
                  <a:cubicBezTo>
                    <a:pt x="626481" y="1048781"/>
                    <a:pt x="613666" y="1046655"/>
                    <a:pt x="601838" y="1048781"/>
                  </a:cubicBezTo>
                  <a:cubicBezTo>
                    <a:pt x="601838" y="1037087"/>
                    <a:pt x="596909" y="1023267"/>
                    <a:pt x="600852" y="1012636"/>
                  </a:cubicBezTo>
                  <a:cubicBezTo>
                    <a:pt x="619581" y="969050"/>
                    <a:pt x="637323" y="924400"/>
                    <a:pt x="659995" y="882940"/>
                  </a:cubicBezTo>
                  <a:cubicBezTo>
                    <a:pt x="741809" y="734108"/>
                    <a:pt x="838409" y="595907"/>
                    <a:pt x="938952" y="460896"/>
                  </a:cubicBezTo>
                  <a:cubicBezTo>
                    <a:pt x="939938" y="458770"/>
                    <a:pt x="940924" y="456643"/>
                    <a:pt x="942895" y="453454"/>
                  </a:cubicBezTo>
                  <a:close/>
                  <a:moveTo>
                    <a:pt x="1337162" y="323013"/>
                  </a:moveTo>
                  <a:cubicBezTo>
                    <a:pt x="1348990" y="326198"/>
                    <a:pt x="1361803" y="343189"/>
                    <a:pt x="1361803" y="358055"/>
                  </a:cubicBezTo>
                  <a:cubicBezTo>
                    <a:pt x="1359832" y="361241"/>
                    <a:pt x="1357861" y="367612"/>
                    <a:pt x="1353918" y="373984"/>
                  </a:cubicBezTo>
                  <a:cubicBezTo>
                    <a:pt x="1300693" y="447255"/>
                    <a:pt x="1247469" y="521588"/>
                    <a:pt x="1194244" y="594859"/>
                  </a:cubicBezTo>
                  <a:cubicBezTo>
                    <a:pt x="1175517" y="619282"/>
                    <a:pt x="1154818" y="642644"/>
                    <a:pt x="1134120" y="664944"/>
                  </a:cubicBezTo>
                  <a:cubicBezTo>
                    <a:pt x="1125249" y="673439"/>
                    <a:pt x="1113421" y="678749"/>
                    <a:pt x="1101594" y="682996"/>
                  </a:cubicBezTo>
                  <a:cubicBezTo>
                    <a:pt x="1095680" y="685120"/>
                    <a:pt x="1083852" y="682996"/>
                    <a:pt x="1080895" y="677687"/>
                  </a:cubicBezTo>
                  <a:cubicBezTo>
                    <a:pt x="1077938" y="671315"/>
                    <a:pt x="1077938" y="658573"/>
                    <a:pt x="1080895" y="652201"/>
                  </a:cubicBezTo>
                  <a:cubicBezTo>
                    <a:pt x="1092723" y="633087"/>
                    <a:pt x="1107507" y="615035"/>
                    <a:pt x="1121306" y="596983"/>
                  </a:cubicBezTo>
                  <a:cubicBezTo>
                    <a:pt x="1175517" y="522650"/>
                    <a:pt x="1229727" y="449379"/>
                    <a:pt x="1284923" y="375046"/>
                  </a:cubicBezTo>
                  <a:cubicBezTo>
                    <a:pt x="1293794" y="362303"/>
                    <a:pt x="1302665" y="348498"/>
                    <a:pt x="1310550" y="334694"/>
                  </a:cubicBezTo>
                  <a:cubicBezTo>
                    <a:pt x="1317449" y="324075"/>
                    <a:pt x="1325334" y="318765"/>
                    <a:pt x="1337162" y="323013"/>
                  </a:cubicBezTo>
                  <a:close/>
                  <a:moveTo>
                    <a:pt x="525824" y="229421"/>
                  </a:moveTo>
                  <a:cubicBezTo>
                    <a:pt x="600725" y="229421"/>
                    <a:pt x="675627" y="229421"/>
                    <a:pt x="750528" y="229421"/>
                  </a:cubicBezTo>
                  <a:cubicBezTo>
                    <a:pt x="761369" y="229421"/>
                    <a:pt x="765311" y="233676"/>
                    <a:pt x="765311" y="245375"/>
                  </a:cubicBezTo>
                  <a:cubicBezTo>
                    <a:pt x="764326" y="264521"/>
                    <a:pt x="764326" y="282602"/>
                    <a:pt x="765311" y="301747"/>
                  </a:cubicBezTo>
                  <a:cubicBezTo>
                    <a:pt x="765311" y="314511"/>
                    <a:pt x="760383" y="318765"/>
                    <a:pt x="748557" y="318765"/>
                  </a:cubicBezTo>
                  <a:cubicBezTo>
                    <a:pt x="711106" y="318765"/>
                    <a:pt x="674641" y="318765"/>
                    <a:pt x="638176" y="318765"/>
                  </a:cubicBezTo>
                  <a:cubicBezTo>
                    <a:pt x="601711" y="318765"/>
                    <a:pt x="565246" y="317702"/>
                    <a:pt x="528781" y="318765"/>
                  </a:cubicBezTo>
                  <a:cubicBezTo>
                    <a:pt x="515969" y="318765"/>
                    <a:pt x="511041" y="313447"/>
                    <a:pt x="511041" y="299620"/>
                  </a:cubicBezTo>
                  <a:cubicBezTo>
                    <a:pt x="512027" y="282602"/>
                    <a:pt x="512027" y="264521"/>
                    <a:pt x="511041" y="246439"/>
                  </a:cubicBezTo>
                  <a:cubicBezTo>
                    <a:pt x="511041" y="234739"/>
                    <a:pt x="514983" y="229421"/>
                    <a:pt x="525824" y="229421"/>
                  </a:cubicBezTo>
                  <a:close/>
                  <a:moveTo>
                    <a:pt x="1243182" y="137949"/>
                  </a:moveTo>
                  <a:cubicBezTo>
                    <a:pt x="1255260" y="139675"/>
                    <a:pt x="1267337" y="146577"/>
                    <a:pt x="1281140" y="158257"/>
                  </a:cubicBezTo>
                  <a:cubicBezTo>
                    <a:pt x="1308745" y="183741"/>
                    <a:pt x="1317618" y="208163"/>
                    <a:pt x="1306773" y="240018"/>
                  </a:cubicBezTo>
                  <a:cubicBezTo>
                    <a:pt x="1300858" y="257008"/>
                    <a:pt x="1294942" y="275059"/>
                    <a:pt x="1285083" y="289925"/>
                  </a:cubicBezTo>
                  <a:cubicBezTo>
                    <a:pt x="1228886" y="370624"/>
                    <a:pt x="1171704" y="450262"/>
                    <a:pt x="1114521" y="532023"/>
                  </a:cubicBezTo>
                  <a:cubicBezTo>
                    <a:pt x="1066212" y="489550"/>
                    <a:pt x="1022832" y="450262"/>
                    <a:pt x="977480" y="410974"/>
                  </a:cubicBezTo>
                  <a:cubicBezTo>
                    <a:pt x="984381" y="401417"/>
                    <a:pt x="990297" y="392923"/>
                    <a:pt x="996212" y="385490"/>
                  </a:cubicBezTo>
                  <a:cubicBezTo>
                    <a:pt x="1050437" y="319656"/>
                    <a:pt x="1103676" y="252760"/>
                    <a:pt x="1157901" y="187988"/>
                  </a:cubicBezTo>
                  <a:cubicBezTo>
                    <a:pt x="1170718" y="172061"/>
                    <a:pt x="1188464" y="159319"/>
                    <a:pt x="1205225" y="148700"/>
                  </a:cubicBezTo>
                  <a:cubicBezTo>
                    <a:pt x="1219027" y="139675"/>
                    <a:pt x="1231105" y="136224"/>
                    <a:pt x="1243182" y="137949"/>
                  </a:cubicBezTo>
                  <a:close/>
                  <a:moveTo>
                    <a:pt x="326420" y="0"/>
                  </a:moveTo>
                  <a:cubicBezTo>
                    <a:pt x="513791" y="0"/>
                    <a:pt x="702148" y="0"/>
                    <a:pt x="889519" y="0"/>
                  </a:cubicBezTo>
                  <a:cubicBezTo>
                    <a:pt x="964468" y="1063"/>
                    <a:pt x="1018707" y="56311"/>
                    <a:pt x="1021665" y="137059"/>
                  </a:cubicBezTo>
                  <a:cubicBezTo>
                    <a:pt x="1021665" y="164684"/>
                    <a:pt x="1021665" y="191246"/>
                    <a:pt x="1020679" y="218870"/>
                  </a:cubicBezTo>
                  <a:cubicBezTo>
                    <a:pt x="1020679" y="225245"/>
                    <a:pt x="1017721" y="232682"/>
                    <a:pt x="1013776" y="237995"/>
                  </a:cubicBezTo>
                  <a:cubicBezTo>
                    <a:pt x="985177" y="275181"/>
                    <a:pt x="956578" y="311305"/>
                    <a:pt x="928966" y="348492"/>
                  </a:cubicBezTo>
                  <a:cubicBezTo>
                    <a:pt x="921077" y="358054"/>
                    <a:pt x="915160" y="369741"/>
                    <a:pt x="908256" y="380366"/>
                  </a:cubicBezTo>
                  <a:cubicBezTo>
                    <a:pt x="905298" y="384616"/>
                    <a:pt x="901353" y="387804"/>
                    <a:pt x="895436" y="395241"/>
                  </a:cubicBezTo>
                  <a:cubicBezTo>
                    <a:pt x="895436" y="365492"/>
                    <a:pt x="895436" y="339992"/>
                    <a:pt x="895436" y="314493"/>
                  </a:cubicBezTo>
                  <a:cubicBezTo>
                    <a:pt x="895436" y="263494"/>
                    <a:pt x="895436" y="212495"/>
                    <a:pt x="895436" y="161496"/>
                  </a:cubicBezTo>
                  <a:cubicBezTo>
                    <a:pt x="895436" y="139184"/>
                    <a:pt x="892478" y="135997"/>
                    <a:pt x="870782" y="135997"/>
                  </a:cubicBezTo>
                  <a:cubicBezTo>
                    <a:pt x="713982" y="135997"/>
                    <a:pt x="557182" y="135997"/>
                    <a:pt x="399396" y="135997"/>
                  </a:cubicBezTo>
                  <a:cubicBezTo>
                    <a:pt x="394465" y="135997"/>
                    <a:pt x="388548" y="135997"/>
                    <a:pt x="381645" y="135997"/>
                  </a:cubicBezTo>
                  <a:cubicBezTo>
                    <a:pt x="381645" y="145559"/>
                    <a:pt x="381645" y="152997"/>
                    <a:pt x="381645" y="159371"/>
                  </a:cubicBezTo>
                  <a:cubicBezTo>
                    <a:pt x="381645" y="211433"/>
                    <a:pt x="381645" y="262431"/>
                    <a:pt x="381645" y="314493"/>
                  </a:cubicBezTo>
                  <a:cubicBezTo>
                    <a:pt x="380659" y="373991"/>
                    <a:pt x="346143" y="410116"/>
                    <a:pt x="290918" y="410116"/>
                  </a:cubicBezTo>
                  <a:cubicBezTo>
                    <a:pt x="241610" y="410116"/>
                    <a:pt x="192302" y="410116"/>
                    <a:pt x="142994" y="410116"/>
                  </a:cubicBezTo>
                  <a:cubicBezTo>
                    <a:pt x="138063" y="410116"/>
                    <a:pt x="133132" y="410116"/>
                    <a:pt x="126229" y="410116"/>
                  </a:cubicBezTo>
                  <a:cubicBezTo>
                    <a:pt x="126229" y="418615"/>
                    <a:pt x="126229" y="423928"/>
                    <a:pt x="126229" y="429240"/>
                  </a:cubicBezTo>
                  <a:cubicBezTo>
                    <a:pt x="126229" y="658735"/>
                    <a:pt x="126229" y="888229"/>
                    <a:pt x="126229" y="1117724"/>
                  </a:cubicBezTo>
                  <a:cubicBezTo>
                    <a:pt x="126229" y="1143223"/>
                    <a:pt x="128201" y="1145348"/>
                    <a:pt x="150883" y="1145348"/>
                  </a:cubicBezTo>
                  <a:cubicBezTo>
                    <a:pt x="390521" y="1145348"/>
                    <a:pt x="630158" y="1145348"/>
                    <a:pt x="869796" y="1145348"/>
                  </a:cubicBezTo>
                  <a:cubicBezTo>
                    <a:pt x="893464" y="1145348"/>
                    <a:pt x="895436" y="1143223"/>
                    <a:pt x="895436" y="1117724"/>
                  </a:cubicBezTo>
                  <a:cubicBezTo>
                    <a:pt x="895436" y="1052913"/>
                    <a:pt x="895436" y="988102"/>
                    <a:pt x="895436" y="923291"/>
                  </a:cubicBezTo>
                  <a:cubicBezTo>
                    <a:pt x="895436" y="916916"/>
                    <a:pt x="897409" y="908416"/>
                    <a:pt x="901353" y="904166"/>
                  </a:cubicBezTo>
                  <a:cubicBezTo>
                    <a:pt x="938827" y="860605"/>
                    <a:pt x="976302" y="818106"/>
                    <a:pt x="1013776" y="774545"/>
                  </a:cubicBezTo>
                  <a:cubicBezTo>
                    <a:pt x="1015748" y="773482"/>
                    <a:pt x="1016734" y="772420"/>
                    <a:pt x="1020679" y="769232"/>
                  </a:cubicBezTo>
                  <a:cubicBezTo>
                    <a:pt x="1020679" y="775607"/>
                    <a:pt x="1021665" y="779857"/>
                    <a:pt x="1021665" y="784107"/>
                  </a:cubicBezTo>
                  <a:cubicBezTo>
                    <a:pt x="1021665" y="902042"/>
                    <a:pt x="1021665" y="1018914"/>
                    <a:pt x="1021665" y="1135786"/>
                  </a:cubicBezTo>
                  <a:cubicBezTo>
                    <a:pt x="1020679" y="1222909"/>
                    <a:pt x="967426" y="1281345"/>
                    <a:pt x="886561" y="1281345"/>
                  </a:cubicBezTo>
                  <a:cubicBezTo>
                    <a:pt x="634103" y="1281345"/>
                    <a:pt x="382631" y="1281345"/>
                    <a:pt x="131160" y="1281345"/>
                  </a:cubicBezTo>
                  <a:cubicBezTo>
                    <a:pt x="55225" y="1281345"/>
                    <a:pt x="0" y="1221847"/>
                    <a:pt x="0" y="1140036"/>
                  </a:cubicBezTo>
                  <a:cubicBezTo>
                    <a:pt x="0" y="872292"/>
                    <a:pt x="0" y="603486"/>
                    <a:pt x="0" y="335742"/>
                  </a:cubicBezTo>
                  <a:cubicBezTo>
                    <a:pt x="0" y="315555"/>
                    <a:pt x="5917" y="298556"/>
                    <a:pt x="18737" y="283681"/>
                  </a:cubicBezTo>
                  <a:cubicBezTo>
                    <a:pt x="99603" y="198683"/>
                    <a:pt x="180468" y="113685"/>
                    <a:pt x="261333" y="28687"/>
                  </a:cubicBezTo>
                  <a:cubicBezTo>
                    <a:pt x="279084" y="9562"/>
                    <a:pt x="300780" y="0"/>
                    <a:pt x="32642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5" name="文本框 4"/>
          <p:cNvSpPr txBox="1"/>
          <p:nvPr/>
        </p:nvSpPr>
        <p:spPr>
          <a:xfrm>
            <a:off x="974526" y="321818"/>
            <a:ext cx="1620957" cy="523220"/>
          </a:xfrm>
          <a:prstGeom prst="rect">
            <a:avLst/>
          </a:prstGeom>
          <a:noFill/>
        </p:spPr>
        <p:txBody>
          <a:bodyPr wrap="none" rtlCol="0">
            <a:spAutoFit/>
          </a:bodyPr>
          <a:lstStyle/>
          <a:p>
            <a:r>
              <a:rPr lang="zh-CN" altLang="en-US" sz="2800" b="1">
                <a:solidFill>
                  <a:srgbClr val="3FB793"/>
                </a:solidFill>
                <a:latin typeface="思源黑体旧字形 Normal" panose="020b0400000000000000" pitchFamily="34" charset="-128"/>
                <a:ea typeface="思源黑体旧字形 Normal" panose="020b0400000000000000" pitchFamily="34" charset="-128"/>
              </a:rPr>
              <a:t>获得荣誉</a:t>
            </a:r>
          </a:p>
        </p:txBody>
      </p:sp>
      <p:grpSp>
        <p:nvGrpSpPr>
          <p:cNvPr id="6" name="组合 5">
            <a:extLst>
              <a:ext uri="{FF2B5EF4-FFF2-40B4-BE49-F238E27FC236}">
                <a16:creationId xmlns:a16="http://schemas.microsoft.com/office/drawing/2014/main" id="{1C64EA32-8DEC-45FA-B62A-AB6B4E0A87ED}"/>
              </a:ext>
            </a:extLst>
          </p:cNvPr>
          <p:cNvGrpSpPr/>
          <p:nvPr/>
        </p:nvGrpSpPr>
        <p:grpSpPr>
          <a:xfrm>
            <a:off x="6710907" y="2227157"/>
            <a:ext cx="4797528" cy="1159127"/>
            <a:chOff x="5161824" y="1994966"/>
            <a:chExt cx="3297964" cy="756804"/>
          </a:xfrm>
        </p:grpSpPr>
        <p:sp>
          <p:nvSpPr>
            <p:cNvPr id="7" name="矩形 6">
              <a:extLst>
                <a:ext uri="{FF2B5EF4-FFF2-40B4-BE49-F238E27FC236}">
                  <a16:creationId xmlns:a16="http://schemas.microsoft.com/office/drawing/2014/main" id="{95EA37DF-FA20-4014-B2E7-CF54F304FA95}"/>
                </a:ext>
              </a:extLst>
            </p:cNvPr>
            <p:cNvSpPr/>
            <p:nvPr/>
          </p:nvSpPr>
          <p:spPr>
            <a:xfrm>
              <a:off x="5161824" y="1994966"/>
              <a:ext cx="3297964" cy="756804"/>
            </a:xfrm>
            <a:prstGeom prst="rect">
              <a:avLst/>
            </a:prstGeom>
            <a:solidFill>
              <a:srgbClr val="545D79"/>
            </a:solidFill>
            <a:ln>
              <a:noFill/>
            </a:ln>
            <a:effectLst>
              <a:outerShdw blurRad="63500" algn="ctr" rotWithShape="0">
                <a:prstClr val="black">
                  <a:alpha val="40000"/>
                </a:prstClr>
              </a:outerShdw>
            </a:effectLst>
          </p:spPr>
          <p:txBody>
            <a:bodyPr vert="horz" wrap="square" lIns="91440" tIns="45720" rIns="91440" bIns="45720" numCol="1" anchor="ctr" anchorCtr="0" compatLnSpc="1">
              <a:prstTxWarp prst="textNoShape">
                <a:avLst/>
              </a:prstTxWarp>
            </a:bodyPr>
            <a:lstStyle/>
            <a:p>
              <a:pPr algn="ctr"/>
              <a:endParaRPr lang="zh-CN" altLang="en-US" sz="4800">
                <a:solidFill>
                  <a:prstClr val="white"/>
                </a:solidFill>
                <a:latin typeface="思源黑体旧字形 Normal" panose="020b0400000000000000" pitchFamily="34" charset="-128"/>
                <a:ea typeface="思源黑体旧字形 Normal" panose="020b0400000000000000" pitchFamily="34" charset="-128"/>
              </a:endParaRPr>
            </a:p>
          </p:txBody>
        </p:sp>
        <p:grpSp>
          <p:nvGrpSpPr>
            <p:cNvPr id="8" name="组合 7">
              <a:extLst>
                <a:ext uri="{FF2B5EF4-FFF2-40B4-BE49-F238E27FC236}">
                  <a16:creationId xmlns:a16="http://schemas.microsoft.com/office/drawing/2014/main" id="{E5731FB5-59DE-4A78-ADEC-9013A7A7AF79}"/>
                </a:ext>
              </a:extLst>
            </p:cNvPr>
            <p:cNvGrpSpPr/>
            <p:nvPr/>
          </p:nvGrpSpPr>
          <p:grpSpPr>
            <a:xfrm>
              <a:off x="5284317" y="2032622"/>
              <a:ext cx="3036413" cy="654760"/>
              <a:chOff x="5284317" y="2911032"/>
              <a:chExt cx="3036413" cy="654760"/>
            </a:xfrm>
          </p:grpSpPr>
          <p:sp>
            <p:nvSpPr>
              <p:cNvPr id="9" name="矩形 8">
                <a:extLst>
                  <a:ext uri="{FF2B5EF4-FFF2-40B4-BE49-F238E27FC236}">
                    <a16:creationId xmlns:a16="http://schemas.microsoft.com/office/drawing/2014/main" id="{1C5D4ECD-7508-454D-BA51-A5D3F98F1F79}"/>
                  </a:ext>
                </a:extLst>
              </p:cNvPr>
              <p:cNvSpPr/>
              <p:nvPr/>
            </p:nvSpPr>
            <p:spPr>
              <a:xfrm>
                <a:off x="5284317" y="2911032"/>
                <a:ext cx="761670" cy="241140"/>
              </a:xfrm>
              <a:prstGeom prst="rect">
                <a:avLst/>
              </a:prstGeom>
            </p:spPr>
            <p:txBody>
              <a:bodyPr wrap="none">
                <a:spAutoFit/>
              </a:bodyPr>
              <a:lstStyle/>
              <a:p>
                <a:pPr eaLnBrk="0" fontAlgn="base" hangingPunct="0">
                  <a:spcBef>
                    <a:spcPct val="0"/>
                  </a:spcBef>
                  <a:spcAft>
                    <a:spcPct val="0"/>
                  </a:spcAft>
                  <a:defRPr/>
                </a:pPr>
                <a:r>
                  <a:rPr lang="zh-CN" altLang="en-US" b="1" kern="0">
                    <a:solidFill>
                      <a:schemeClr val="bg1"/>
                    </a:solidFill>
                    <a:latin typeface="思源黑体旧字形 Normal" panose="020b0400000000000000" pitchFamily="34" charset="-128"/>
                    <a:ea typeface="思源黑体旧字形 Normal" panose="020b0400000000000000" pitchFamily="34" charset="-128"/>
                  </a:rPr>
                  <a:t>荣誉名称</a:t>
                </a:r>
              </a:p>
            </p:txBody>
          </p:sp>
          <p:sp>
            <p:nvSpPr>
              <p:cNvPr id="10" name="矩形 9">
                <a:extLst>
                  <a:ext uri="{FF2B5EF4-FFF2-40B4-BE49-F238E27FC236}">
                    <a16:creationId xmlns:a16="http://schemas.microsoft.com/office/drawing/2014/main" id="{E9731CB2-B7F6-4EF1-BAB9-E361AD9611BE}"/>
                  </a:ext>
                </a:extLst>
              </p:cNvPr>
              <p:cNvSpPr/>
              <p:nvPr/>
            </p:nvSpPr>
            <p:spPr>
              <a:xfrm>
                <a:off x="5284317" y="3153940"/>
                <a:ext cx="3036413" cy="411852"/>
              </a:xfrm>
              <a:prstGeom prst="rect">
                <a:avLst/>
              </a:prstGeom>
            </p:spPr>
            <p:txBody>
              <a:bodyPr wrap="square">
                <a:spAutoFit/>
              </a:bodyPr>
              <a:lstStyle/>
              <a:p>
                <a:pPr lvl="0" fontAlgn="base">
                  <a:lnSpc>
                    <a:spcPct val="125000"/>
                  </a:lnSpc>
                  <a:spcBef>
                    <a:spcPct val="0"/>
                  </a:spcBef>
                  <a:spcAft>
                    <a:spcPct val="0"/>
                  </a:spcAft>
                  <a:buClr>
                    <a:srgbClr val="007EEA"/>
                  </a:buClr>
                  <a:defRPr/>
                </a:pPr>
                <a:r>
                  <a:rPr lang="zh-CN" altLang="en-US" sz="1400">
                    <a:solidFill>
                      <a:schemeClr val="bg1"/>
                    </a:solidFill>
                    <a:latin typeface="思源黑体旧字形 Normal" panose="020b0400000000000000" pitchFamily="34" charset="-128"/>
                    <a:ea typeface="思源黑体旧字形 Normal" panose="020b0400000000000000" pitchFamily="34" charset="-128"/>
                  </a:rPr>
                  <a:t>点击此处添加文字说明内容，可以通过复制您的文本内容，在此文本框粘贴并选择只保留文字。</a:t>
                </a:r>
                <a:endParaRPr lang="zh-CN" altLang="en-US" sz="1400" kern="0">
                  <a:solidFill>
                    <a:schemeClr val="bg1"/>
                  </a:solidFill>
                  <a:latin typeface="思源黑体旧字形 Normal" panose="020b0400000000000000" pitchFamily="34" charset="-128"/>
                  <a:ea typeface="思源黑体旧字形 Normal" panose="020b0400000000000000" pitchFamily="34" charset="-128"/>
                </a:endParaRPr>
              </a:p>
            </p:txBody>
          </p:sp>
        </p:grpSp>
      </p:grpSp>
      <p:grpSp>
        <p:nvGrpSpPr>
          <p:cNvPr id="11" name="组合 10">
            <a:extLst>
              <a:ext uri="{FF2B5EF4-FFF2-40B4-BE49-F238E27FC236}">
                <a16:creationId xmlns:a16="http://schemas.microsoft.com/office/drawing/2014/main" id="{46852312-CD99-4749-8187-F7EEEA1E0A75}"/>
              </a:ext>
            </a:extLst>
          </p:cNvPr>
          <p:cNvGrpSpPr/>
          <p:nvPr/>
        </p:nvGrpSpPr>
        <p:grpSpPr>
          <a:xfrm>
            <a:off x="6710907" y="3491051"/>
            <a:ext cx="4797528" cy="1159127"/>
            <a:chOff x="5161824" y="1994966"/>
            <a:chExt cx="3297964" cy="756804"/>
          </a:xfrm>
        </p:grpSpPr>
        <p:sp>
          <p:nvSpPr>
            <p:cNvPr id="12" name="矩形 11">
              <a:extLst>
                <a:ext uri="{FF2B5EF4-FFF2-40B4-BE49-F238E27FC236}">
                  <a16:creationId xmlns:a16="http://schemas.microsoft.com/office/drawing/2014/main" id="{0E4B42D6-4B72-4E85-B29C-09A9F54A17A9}"/>
                </a:ext>
              </a:extLst>
            </p:cNvPr>
            <p:cNvSpPr/>
            <p:nvPr/>
          </p:nvSpPr>
          <p:spPr>
            <a:xfrm>
              <a:off x="5161824" y="1994966"/>
              <a:ext cx="3297964" cy="756804"/>
            </a:xfrm>
            <a:prstGeom prst="rect">
              <a:avLst/>
            </a:prstGeom>
            <a:solidFill>
              <a:srgbClr val="3FB793"/>
            </a:solidFill>
            <a:ln>
              <a:noFill/>
            </a:ln>
            <a:effectLst>
              <a:outerShdw blurRad="63500" algn="ctr" rotWithShape="0">
                <a:prstClr val="black">
                  <a:alpha val="40000"/>
                </a:prstClr>
              </a:outerShdw>
            </a:effectLst>
          </p:spPr>
          <p:txBody>
            <a:bodyPr vert="horz" wrap="square" lIns="91440" tIns="45720" rIns="91440" bIns="45720" numCol="1" anchor="ctr" anchorCtr="0" compatLnSpc="1">
              <a:prstTxWarp prst="textNoShape">
                <a:avLst/>
              </a:prstTxWarp>
            </a:bodyPr>
            <a:lstStyle/>
            <a:p>
              <a:pPr algn="ctr"/>
              <a:endParaRPr lang="zh-CN" altLang="en-US" sz="4800">
                <a:solidFill>
                  <a:prstClr val="white"/>
                </a:solidFill>
                <a:latin typeface="思源黑体旧字形 Normal" panose="020b0400000000000000" pitchFamily="34" charset="-128"/>
                <a:ea typeface="思源黑体旧字形 Normal" panose="020b0400000000000000" pitchFamily="34" charset="-128"/>
              </a:endParaRPr>
            </a:p>
          </p:txBody>
        </p:sp>
        <p:grpSp>
          <p:nvGrpSpPr>
            <p:cNvPr id="13" name="组合 12">
              <a:extLst>
                <a:ext uri="{FF2B5EF4-FFF2-40B4-BE49-F238E27FC236}">
                  <a16:creationId xmlns:a16="http://schemas.microsoft.com/office/drawing/2014/main" id="{E881B8DF-4910-4F64-907E-8FD015D01E46}"/>
                </a:ext>
              </a:extLst>
            </p:cNvPr>
            <p:cNvGrpSpPr/>
            <p:nvPr/>
          </p:nvGrpSpPr>
          <p:grpSpPr>
            <a:xfrm>
              <a:off x="5284317" y="2032622"/>
              <a:ext cx="3036413" cy="654760"/>
              <a:chOff x="5284317" y="2911032"/>
              <a:chExt cx="3036413" cy="654760"/>
            </a:xfrm>
          </p:grpSpPr>
          <p:sp>
            <p:nvSpPr>
              <p:cNvPr id="14" name="矩形 13">
                <a:extLst>
                  <a:ext uri="{FF2B5EF4-FFF2-40B4-BE49-F238E27FC236}">
                    <a16:creationId xmlns:a16="http://schemas.microsoft.com/office/drawing/2014/main" id="{9970F3CA-EA42-447D-9E5A-2F75F1921ACC}"/>
                  </a:ext>
                </a:extLst>
              </p:cNvPr>
              <p:cNvSpPr/>
              <p:nvPr/>
            </p:nvSpPr>
            <p:spPr>
              <a:xfrm>
                <a:off x="5284317" y="2911032"/>
                <a:ext cx="761670" cy="241140"/>
              </a:xfrm>
              <a:prstGeom prst="rect">
                <a:avLst/>
              </a:prstGeom>
            </p:spPr>
            <p:txBody>
              <a:bodyPr wrap="none">
                <a:spAutoFit/>
              </a:bodyPr>
              <a:lstStyle/>
              <a:p>
                <a:pPr eaLnBrk="0" fontAlgn="base" hangingPunct="0">
                  <a:spcBef>
                    <a:spcPct val="0"/>
                  </a:spcBef>
                  <a:spcAft>
                    <a:spcPct val="0"/>
                  </a:spcAft>
                  <a:defRPr/>
                </a:pPr>
                <a:r>
                  <a:rPr lang="zh-CN" altLang="en-US" b="1" kern="0">
                    <a:solidFill>
                      <a:schemeClr val="bg1"/>
                    </a:solidFill>
                    <a:latin typeface="思源黑体旧字形 Normal" panose="020b0400000000000000" pitchFamily="34" charset="-128"/>
                    <a:ea typeface="思源黑体旧字形 Normal" panose="020b0400000000000000" pitchFamily="34" charset="-128"/>
                  </a:rPr>
                  <a:t>荣誉名称</a:t>
                </a:r>
              </a:p>
            </p:txBody>
          </p:sp>
          <p:sp>
            <p:nvSpPr>
              <p:cNvPr id="15" name="矩形 14">
                <a:extLst>
                  <a:ext uri="{FF2B5EF4-FFF2-40B4-BE49-F238E27FC236}">
                    <a16:creationId xmlns:a16="http://schemas.microsoft.com/office/drawing/2014/main" id="{BF8EE43F-4C22-449B-922D-E40093991978}"/>
                  </a:ext>
                </a:extLst>
              </p:cNvPr>
              <p:cNvSpPr/>
              <p:nvPr/>
            </p:nvSpPr>
            <p:spPr>
              <a:xfrm>
                <a:off x="5284317" y="3153940"/>
                <a:ext cx="3036413" cy="411852"/>
              </a:xfrm>
              <a:prstGeom prst="rect">
                <a:avLst/>
              </a:prstGeom>
            </p:spPr>
            <p:txBody>
              <a:bodyPr wrap="square">
                <a:spAutoFit/>
              </a:bodyPr>
              <a:lstStyle/>
              <a:p>
                <a:pPr lvl="0" fontAlgn="base">
                  <a:lnSpc>
                    <a:spcPct val="125000"/>
                  </a:lnSpc>
                  <a:spcBef>
                    <a:spcPct val="0"/>
                  </a:spcBef>
                  <a:spcAft>
                    <a:spcPct val="0"/>
                  </a:spcAft>
                  <a:buClr>
                    <a:srgbClr val="007EEA"/>
                  </a:buClr>
                  <a:defRPr/>
                </a:pPr>
                <a:r>
                  <a:rPr lang="zh-CN" altLang="en-US" sz="1400">
                    <a:solidFill>
                      <a:schemeClr val="bg1"/>
                    </a:solidFill>
                    <a:latin typeface="思源黑体旧字形 Normal" panose="020b0400000000000000" pitchFamily="34" charset="-128"/>
                    <a:ea typeface="思源黑体旧字形 Normal" panose="020b0400000000000000" pitchFamily="34" charset="-128"/>
                  </a:rPr>
                  <a:t>点击此处添加文字说明内容，可以通过复制您的文本内容，在此文本框粘贴并选择只保留文字。</a:t>
                </a:r>
                <a:endParaRPr lang="zh-CN" altLang="en-US" sz="1400" kern="0">
                  <a:solidFill>
                    <a:schemeClr val="bg1"/>
                  </a:solidFill>
                  <a:latin typeface="思源黑体旧字形 Normal" panose="020b0400000000000000" pitchFamily="34" charset="-128"/>
                  <a:ea typeface="思源黑体旧字形 Normal" panose="020b0400000000000000" pitchFamily="34" charset="-128"/>
                </a:endParaRPr>
              </a:p>
            </p:txBody>
          </p:sp>
        </p:grpSp>
      </p:grpSp>
      <p:grpSp>
        <p:nvGrpSpPr>
          <p:cNvPr id="16" name="组合 15">
            <a:extLst>
              <a:ext uri="{FF2B5EF4-FFF2-40B4-BE49-F238E27FC236}">
                <a16:creationId xmlns:a16="http://schemas.microsoft.com/office/drawing/2014/main" id="{A553ACFB-B01C-40D1-8AB2-3C3CFDD4CD27}"/>
              </a:ext>
            </a:extLst>
          </p:cNvPr>
          <p:cNvGrpSpPr/>
          <p:nvPr/>
        </p:nvGrpSpPr>
        <p:grpSpPr>
          <a:xfrm>
            <a:off x="6710907" y="4754119"/>
            <a:ext cx="4797528" cy="1159127"/>
            <a:chOff x="5161824" y="1994966"/>
            <a:chExt cx="3297964" cy="756804"/>
          </a:xfrm>
        </p:grpSpPr>
        <p:sp>
          <p:nvSpPr>
            <p:cNvPr id="17" name="矩形 16">
              <a:extLst>
                <a:ext uri="{FF2B5EF4-FFF2-40B4-BE49-F238E27FC236}">
                  <a16:creationId xmlns:a16="http://schemas.microsoft.com/office/drawing/2014/main" id="{57EE8FB4-7669-4B94-82FD-FC3E214EB343}"/>
                </a:ext>
              </a:extLst>
            </p:cNvPr>
            <p:cNvSpPr/>
            <p:nvPr/>
          </p:nvSpPr>
          <p:spPr>
            <a:xfrm>
              <a:off x="5161824" y="1994966"/>
              <a:ext cx="3297964" cy="756804"/>
            </a:xfrm>
            <a:prstGeom prst="rect">
              <a:avLst/>
            </a:prstGeom>
            <a:solidFill>
              <a:srgbClr val="545D79"/>
            </a:solidFill>
            <a:ln>
              <a:noFill/>
            </a:ln>
            <a:effectLst>
              <a:outerShdw blurRad="63500" algn="ctr" rotWithShape="0">
                <a:prstClr val="black">
                  <a:alpha val="40000"/>
                </a:prstClr>
              </a:outerShdw>
            </a:effectLst>
          </p:spPr>
          <p:txBody>
            <a:bodyPr vert="horz" wrap="square" lIns="91440" tIns="45720" rIns="91440" bIns="45720" numCol="1" anchor="ctr" anchorCtr="0" compatLnSpc="1">
              <a:prstTxWarp prst="textNoShape">
                <a:avLst/>
              </a:prstTxWarp>
            </a:bodyPr>
            <a:lstStyle/>
            <a:p>
              <a:pPr algn="ctr"/>
              <a:endParaRPr lang="zh-CN" altLang="en-US" sz="4800">
                <a:solidFill>
                  <a:prstClr val="white"/>
                </a:solidFill>
                <a:latin typeface="思源黑体旧字形 Normal" panose="020b0400000000000000" pitchFamily="34" charset="-128"/>
                <a:ea typeface="思源黑体旧字形 Normal" panose="020b0400000000000000" pitchFamily="34" charset="-128"/>
              </a:endParaRPr>
            </a:p>
          </p:txBody>
        </p:sp>
        <p:grpSp>
          <p:nvGrpSpPr>
            <p:cNvPr id="18" name="组合 17">
              <a:extLst>
                <a:ext uri="{FF2B5EF4-FFF2-40B4-BE49-F238E27FC236}">
                  <a16:creationId xmlns:a16="http://schemas.microsoft.com/office/drawing/2014/main" id="{5A07B5F9-B692-4E11-8304-7352DC54FF59}"/>
                </a:ext>
              </a:extLst>
            </p:cNvPr>
            <p:cNvGrpSpPr/>
            <p:nvPr/>
          </p:nvGrpSpPr>
          <p:grpSpPr>
            <a:xfrm>
              <a:off x="5284317" y="2032622"/>
              <a:ext cx="2939494" cy="654760"/>
              <a:chOff x="5284317" y="2911032"/>
              <a:chExt cx="2939494" cy="654760"/>
            </a:xfrm>
          </p:grpSpPr>
          <p:sp>
            <p:nvSpPr>
              <p:cNvPr id="19" name="矩形 18">
                <a:extLst>
                  <a:ext uri="{FF2B5EF4-FFF2-40B4-BE49-F238E27FC236}">
                    <a16:creationId xmlns:a16="http://schemas.microsoft.com/office/drawing/2014/main" id="{97C63465-D7E4-4F1F-8895-7CF9A1E6F3FD}"/>
                  </a:ext>
                </a:extLst>
              </p:cNvPr>
              <p:cNvSpPr/>
              <p:nvPr/>
            </p:nvSpPr>
            <p:spPr>
              <a:xfrm>
                <a:off x="5284317" y="2911032"/>
                <a:ext cx="761670" cy="241140"/>
              </a:xfrm>
              <a:prstGeom prst="rect">
                <a:avLst/>
              </a:prstGeom>
            </p:spPr>
            <p:txBody>
              <a:bodyPr wrap="none">
                <a:spAutoFit/>
              </a:bodyPr>
              <a:lstStyle/>
              <a:p>
                <a:pPr eaLnBrk="0" fontAlgn="base" hangingPunct="0">
                  <a:spcBef>
                    <a:spcPct val="0"/>
                  </a:spcBef>
                  <a:spcAft>
                    <a:spcPct val="0"/>
                  </a:spcAft>
                  <a:defRPr/>
                </a:pPr>
                <a:r>
                  <a:rPr lang="zh-CN" altLang="en-US" b="1" kern="0">
                    <a:solidFill>
                      <a:schemeClr val="bg1"/>
                    </a:solidFill>
                    <a:latin typeface="思源黑体旧字形 Normal" panose="020b0400000000000000" pitchFamily="34" charset="-128"/>
                    <a:ea typeface="思源黑体旧字形 Normal" panose="020b0400000000000000" pitchFamily="34" charset="-128"/>
                  </a:rPr>
                  <a:t>荣誉名称</a:t>
                </a:r>
              </a:p>
            </p:txBody>
          </p:sp>
          <p:sp>
            <p:nvSpPr>
              <p:cNvPr id="20" name="矩形 19">
                <a:extLst>
                  <a:ext uri="{FF2B5EF4-FFF2-40B4-BE49-F238E27FC236}">
                    <a16:creationId xmlns:a16="http://schemas.microsoft.com/office/drawing/2014/main" id="{CB0A157E-9DD8-4A80-92CD-AB1F310C941B}"/>
                  </a:ext>
                </a:extLst>
              </p:cNvPr>
              <p:cNvSpPr/>
              <p:nvPr/>
            </p:nvSpPr>
            <p:spPr>
              <a:xfrm>
                <a:off x="5284317" y="3153940"/>
                <a:ext cx="2939494" cy="411852"/>
              </a:xfrm>
              <a:prstGeom prst="rect">
                <a:avLst/>
              </a:prstGeom>
            </p:spPr>
            <p:txBody>
              <a:bodyPr wrap="square">
                <a:spAutoFit/>
              </a:bodyPr>
              <a:lstStyle/>
              <a:p>
                <a:pPr lvl="0" fontAlgn="base">
                  <a:lnSpc>
                    <a:spcPct val="125000"/>
                  </a:lnSpc>
                  <a:spcBef>
                    <a:spcPct val="0"/>
                  </a:spcBef>
                  <a:spcAft>
                    <a:spcPct val="0"/>
                  </a:spcAft>
                  <a:buClr>
                    <a:srgbClr val="007EEA"/>
                  </a:buClr>
                  <a:defRPr/>
                </a:pPr>
                <a:r>
                  <a:rPr lang="zh-CN" altLang="en-US" sz="1400">
                    <a:solidFill>
                      <a:schemeClr val="bg1"/>
                    </a:solidFill>
                    <a:latin typeface="思源黑体旧字形 Normal" panose="020b0400000000000000" pitchFamily="34" charset="-128"/>
                    <a:ea typeface="思源黑体旧字形 Normal" panose="020b0400000000000000" pitchFamily="34" charset="-128"/>
                  </a:rPr>
                  <a:t>点击此处添加文字说明内容，可以通过复制您的文本内容，在此文本框粘贴并选择只保留文字。</a:t>
                </a:r>
                <a:endParaRPr lang="zh-CN" altLang="en-US" sz="1400" kern="0">
                  <a:solidFill>
                    <a:schemeClr val="bg1"/>
                  </a:solidFill>
                  <a:latin typeface="思源黑体旧字形 Normal" panose="020b0400000000000000" pitchFamily="34" charset="-128"/>
                  <a:ea typeface="思源黑体旧字形 Normal" panose="020b0400000000000000" pitchFamily="34" charset="-128"/>
                </a:endParaRPr>
              </a:p>
            </p:txBody>
          </p:sp>
        </p:grpSp>
      </p:grpSp>
      <p:sp>
        <p:nvSpPr>
          <p:cNvPr id="21" name="矩形 20">
            <a:extLst>
              <a:ext uri="{FF2B5EF4-FFF2-40B4-BE49-F238E27FC236}">
                <a16:creationId xmlns:a16="http://schemas.microsoft.com/office/drawing/2014/main" id="{BB68527C-71A9-4EBA-9DB2-4287E2B573E1}"/>
              </a:ext>
            </a:extLst>
          </p:cNvPr>
          <p:cNvSpPr/>
          <p:nvPr/>
        </p:nvSpPr>
        <p:spPr>
          <a:xfrm>
            <a:off x="655107" y="2227156"/>
            <a:ext cx="5890715" cy="3681275"/>
          </a:xfrm>
          <a:prstGeom prst="rect">
            <a:avLst/>
          </a:prstGeom>
          <a:blipFill>
            <a:blip r:embed="rId4"/>
            <a:stretch>
              <a:fillRect/>
            </a:stretch>
          </a:blip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1200">
              <a:solidFill>
                <a:schemeClr val="bg1"/>
              </a:solidFill>
              <a:latin typeface="思源黑体旧字形 Normal" panose="020b0400000000000000" pitchFamily="34" charset="-128"/>
              <a:ea typeface="思源黑体旧字形 Normal" panose="020b0400000000000000" pitchFamily="34" charset="-128"/>
            </a:endParaRPr>
          </a:p>
        </p:txBody>
      </p:sp>
    </p:spTree>
    <p:extLst>
      <p:ext uri="{BB962C8B-B14F-4D97-AF65-F5344CB8AC3E}">
        <p14:creationId val="2137226336"/>
      </p:ext>
    </p:extLst>
  </p:cSld>
  <p:clrMapOvr>
    <a:masterClrMapping/>
  </p:clrMapOvr>
  <p:transition spd="slow" advClick="0" advTm="0">
    <p:cove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49" presetClass="entr" presetSubtype="0" decel="10000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 calcmode="lin" valueType="num">
                                      <p:cBhvr>
                                        <p:cTn id="9" dur="500" fill="hold"/>
                                        <p:tgtEl>
                                          <p:spTgt spid="2"/>
                                        </p:tgtEl>
                                        <p:attrNameLst>
                                          <p:attrName>style.rotation</p:attrName>
                                        </p:attrNameLst>
                                      </p:cBhvr>
                                      <p:tavLst>
                                        <p:tav tm="0">
                                          <p:val>
                                            <p:fltVal val="360"/>
                                          </p:val>
                                        </p:tav>
                                        <p:tav tm="100000">
                                          <p:val>
                                            <p:fltVal val="0"/>
                                          </p:val>
                                        </p:tav>
                                      </p:tavLst>
                                    </p:anim>
                                    <p:animEffect transition="in" filter="fade">
                                      <p:cBhvr>
                                        <p:cTn id="10" dur="500"/>
                                        <p:tgtEl>
                                          <p:spTgt spid="2"/>
                                        </p:tgtEl>
                                      </p:cBhvr>
                                    </p:animEffect>
                                  </p:childTnLst>
                                </p:cTn>
                              </p:par>
                              <p:par>
                                <p:cTn id="11" presetID="41" presetClass="entr" presetSubtype="0" fill="hold" grpId="0" nodeType="withEffect">
                                  <p:stCondLst>
                                    <p:cond delay="0"/>
                                  </p:stCondLst>
                                  <p:iterate type="lt">
                                    <p:tmPct val="10000"/>
                                  </p:iterate>
                                  <p:childTnLst>
                                    <p:set>
                                      <p:cBhvr>
                                        <p:cTn id="12" dur="1" fill="hold">
                                          <p:stCondLst>
                                            <p:cond delay="0"/>
                                          </p:stCondLst>
                                        </p:cTn>
                                        <p:tgtEl>
                                          <p:spTgt spid="5"/>
                                        </p:tgtEl>
                                        <p:attrNameLst>
                                          <p:attrName>style.visibility</p:attrName>
                                        </p:attrNameLst>
                                      </p:cBhvr>
                                      <p:to>
                                        <p:strVal val="visible"/>
                                      </p:to>
                                    </p:set>
                                    <p:anim calcmode="lin" valueType="num">
                                      <p:cBhvr>
                                        <p:cTn id="13" dur="500" fill="hold"/>
                                        <p:tgtEl>
                                          <p:spTgt spid="5"/>
                                        </p:tgtEl>
                                        <p:attrNameLst>
                                          <p:attrName>ppt_x</p:attrName>
                                        </p:attrNameLst>
                                      </p:cBhvr>
                                      <p:tavLst>
                                        <p:tav tm="0">
                                          <p:val>
                                            <p:strVal val="#ppt_x"/>
                                          </p:val>
                                        </p:tav>
                                        <p:tav tm="50000">
                                          <p:val>
                                            <p:strVal val="#ppt_x+.1"/>
                                          </p:val>
                                        </p:tav>
                                        <p:tav tm="100000">
                                          <p:val>
                                            <p:strVal val="#ppt_x"/>
                                          </p:val>
                                        </p:tav>
                                      </p:tavLst>
                                    </p:anim>
                                    <p:anim calcmode="lin" valueType="num">
                                      <p:cBhvr>
                                        <p:cTn id="14" dur="500" fill="hold"/>
                                        <p:tgtEl>
                                          <p:spTgt spid="5"/>
                                        </p:tgtEl>
                                        <p:attrNameLst>
                                          <p:attrName>ppt_y</p:attrName>
                                        </p:attrNameLst>
                                      </p:cBhvr>
                                      <p:tavLst>
                                        <p:tav tm="0">
                                          <p:val>
                                            <p:strVal val="#ppt_y"/>
                                          </p:val>
                                        </p:tav>
                                        <p:tav tm="100000">
                                          <p:val>
                                            <p:strVal val="#ppt_y"/>
                                          </p:val>
                                        </p:tav>
                                      </p:tavLst>
                                    </p:anim>
                                    <p:anim calcmode="lin" valueType="num">
                                      <p:cBhvr>
                                        <p:cTn id="15" dur="500" fill="hold"/>
                                        <p:tgtEl>
                                          <p:spTgt spid="5"/>
                                        </p:tgtEl>
                                        <p:attrNameLst>
                                          <p:attrName>ppt_h</p:attrName>
                                        </p:attrNameLst>
                                      </p:cBhvr>
                                      <p:tavLst>
                                        <p:tav tm="0">
                                          <p:val>
                                            <p:strVal val="#ppt_h/10"/>
                                          </p:val>
                                        </p:tav>
                                        <p:tav tm="50000">
                                          <p:val>
                                            <p:strVal val="#ppt_h+.01"/>
                                          </p:val>
                                        </p:tav>
                                        <p:tav tm="100000">
                                          <p:val>
                                            <p:strVal val="#ppt_h"/>
                                          </p:val>
                                        </p:tav>
                                      </p:tavLst>
                                    </p:anim>
                                    <p:anim calcmode="lin" valueType="num">
                                      <p:cBhvr>
                                        <p:cTn id="16" dur="500" fill="hold"/>
                                        <p:tgtEl>
                                          <p:spTgt spid="5"/>
                                        </p:tgtEl>
                                        <p:attrNameLst>
                                          <p:attrName>ppt_w</p:attrName>
                                        </p:attrNameLst>
                                      </p:cBhvr>
                                      <p:tavLst>
                                        <p:tav tm="0">
                                          <p:val>
                                            <p:strVal val="#ppt_w/10"/>
                                          </p:val>
                                        </p:tav>
                                        <p:tav tm="50000">
                                          <p:val>
                                            <p:strVal val="#ppt_w+.01"/>
                                          </p:val>
                                        </p:tav>
                                        <p:tav tm="100000">
                                          <p:val>
                                            <p:strVal val="#ppt_w"/>
                                          </p:val>
                                        </p:tav>
                                      </p:tavLst>
                                    </p:anim>
                                    <p:animEffect transition="in" filter="fade">
                                      <p:cBhvr>
                                        <p:cTn id="17" dur="500" tmFilter="0,0; .5, 1; 1, 1"/>
                                        <p:tgtEl>
                                          <p:spTgt spid="5"/>
                                        </p:tgtEl>
                                      </p:cBhvr>
                                    </p:animEffect>
                                  </p:childTnLst>
                                </p:cTn>
                              </p:par>
                            </p:childTnLst>
                          </p:cTn>
                        </p:par>
                        <p:par>
                          <p:cTn id="18" fill="hold" nodeType="afterGroup">
                            <p:stCondLst>
                              <p:cond delay="500"/>
                            </p:stCondLst>
                            <p:childTnLst>
                              <p:par>
                                <p:cTn id="19" presetID="2" presetClass="entr" presetSubtype="2" fill="hold" grpId="0" nodeType="afterEffect">
                                  <p:stCondLst>
                                    <p:cond delay="0"/>
                                  </p:stCondLst>
                                  <p:childTnLst>
                                    <p:set>
                                      <p:cBhvr>
                                        <p:cTn id="20" dur="1" fill="hold">
                                          <p:stCondLst>
                                            <p:cond delay="0"/>
                                          </p:stCondLst>
                                        </p:cTn>
                                        <p:tgtEl>
                                          <p:spTgt spid="21"/>
                                        </p:tgtEl>
                                        <p:attrNameLst>
                                          <p:attrName>style.visibility</p:attrName>
                                        </p:attrNameLst>
                                      </p:cBhvr>
                                      <p:to>
                                        <p:strVal val="visible"/>
                                      </p:to>
                                    </p:set>
                                    <p:anim calcmode="lin" valueType="num">
                                      <p:cBhvr additive="base">
                                        <p:cTn id="21" dur="750" fill="hold"/>
                                        <p:tgtEl>
                                          <p:spTgt spid="21"/>
                                        </p:tgtEl>
                                        <p:attrNameLst>
                                          <p:attrName>ppt_x</p:attrName>
                                        </p:attrNameLst>
                                      </p:cBhvr>
                                      <p:tavLst>
                                        <p:tav tm="0">
                                          <p:val>
                                            <p:strVal val="1+#ppt_w/2"/>
                                          </p:val>
                                        </p:tav>
                                        <p:tav tm="100000">
                                          <p:val>
                                            <p:strVal val="#ppt_x"/>
                                          </p:val>
                                        </p:tav>
                                      </p:tavLst>
                                    </p:anim>
                                    <p:anim calcmode="lin" valueType="num">
                                      <p:cBhvr additive="base">
                                        <p:cTn id="22" dur="750" fill="hold"/>
                                        <p:tgtEl>
                                          <p:spTgt spid="21"/>
                                        </p:tgtEl>
                                        <p:attrNameLst>
                                          <p:attrName>ppt_y</p:attrName>
                                        </p:attrNameLst>
                                      </p:cBhvr>
                                      <p:tavLst>
                                        <p:tav tm="0">
                                          <p:val>
                                            <p:strVal val="#ppt_y"/>
                                          </p:val>
                                        </p:tav>
                                        <p:tav tm="100000">
                                          <p:val>
                                            <p:strVal val="#ppt_y"/>
                                          </p:val>
                                        </p:tav>
                                      </p:tavLst>
                                    </p:anim>
                                  </p:childTnLst>
                                </p:cTn>
                              </p:par>
                            </p:childTnLst>
                          </p:cTn>
                        </p:par>
                        <p:par>
                          <p:cTn id="23" fill="hold" nodeType="afterGroup">
                            <p:stCondLst>
                              <p:cond delay="1250"/>
                            </p:stCondLst>
                            <p:childTnLst>
                              <p:par>
                                <p:cTn id="24" presetID="12" presetClass="entr" presetSubtype="8" fill="hold" nodeType="afterEffect">
                                  <p:stCondLst>
                                    <p:cond delay="0"/>
                                  </p:stCondLst>
                                  <p:childTnLst>
                                    <p:set>
                                      <p:cBhvr>
                                        <p:cTn id="25" dur="1" fill="hold">
                                          <p:stCondLst>
                                            <p:cond delay="0"/>
                                          </p:stCondLst>
                                        </p:cTn>
                                        <p:tgtEl>
                                          <p:spTgt spid="6"/>
                                        </p:tgtEl>
                                        <p:attrNameLst>
                                          <p:attrName>style.visibility</p:attrName>
                                        </p:attrNameLst>
                                      </p:cBhvr>
                                      <p:to>
                                        <p:strVal val="visible"/>
                                      </p:to>
                                    </p:set>
                                    <p:anim calcmode="lin" valueType="num">
                                      <p:cBhvr additive="base">
                                        <p:cTn id="26" dur="500"/>
                                        <p:tgtEl>
                                          <p:spTgt spid="6"/>
                                        </p:tgtEl>
                                        <p:attrNameLst>
                                          <p:attrName>ppt_x</p:attrName>
                                        </p:attrNameLst>
                                      </p:cBhvr>
                                      <p:tavLst>
                                        <p:tav tm="0">
                                          <p:val>
                                            <p:strVal val="#ppt_x-#ppt_w*1.125000"/>
                                          </p:val>
                                        </p:tav>
                                        <p:tav tm="100000">
                                          <p:val>
                                            <p:strVal val="#ppt_x"/>
                                          </p:val>
                                        </p:tav>
                                      </p:tavLst>
                                    </p:anim>
                                    <p:animEffect transition="in" filter="wipe(right)">
                                      <p:cBhvr>
                                        <p:cTn id="27" dur="500"/>
                                        <p:tgtEl>
                                          <p:spTgt spid="6"/>
                                        </p:tgtEl>
                                      </p:cBhvr>
                                    </p:animEffect>
                                  </p:childTnLst>
                                </p:cTn>
                              </p:par>
                            </p:childTnLst>
                          </p:cTn>
                        </p:par>
                        <p:par>
                          <p:cTn id="28" fill="hold" nodeType="afterGroup">
                            <p:stCondLst>
                              <p:cond delay="1750"/>
                            </p:stCondLst>
                            <p:childTnLst>
                              <p:par>
                                <p:cTn id="29" presetID="12" presetClass="entr" presetSubtype="8" fill="hold" nodeType="afterEffect">
                                  <p:stCondLst>
                                    <p:cond delay="0"/>
                                  </p:stCondLst>
                                  <p:childTnLst>
                                    <p:set>
                                      <p:cBhvr>
                                        <p:cTn id="30" dur="1" fill="hold">
                                          <p:stCondLst>
                                            <p:cond delay="0"/>
                                          </p:stCondLst>
                                        </p:cTn>
                                        <p:tgtEl>
                                          <p:spTgt spid="11"/>
                                        </p:tgtEl>
                                        <p:attrNameLst>
                                          <p:attrName>style.visibility</p:attrName>
                                        </p:attrNameLst>
                                      </p:cBhvr>
                                      <p:to>
                                        <p:strVal val="visible"/>
                                      </p:to>
                                    </p:set>
                                    <p:anim calcmode="lin" valueType="num">
                                      <p:cBhvr additive="base">
                                        <p:cTn id="31" dur="500"/>
                                        <p:tgtEl>
                                          <p:spTgt spid="11"/>
                                        </p:tgtEl>
                                        <p:attrNameLst>
                                          <p:attrName>ppt_x</p:attrName>
                                        </p:attrNameLst>
                                      </p:cBhvr>
                                      <p:tavLst>
                                        <p:tav tm="0">
                                          <p:val>
                                            <p:strVal val="#ppt_x-#ppt_w*1.125000"/>
                                          </p:val>
                                        </p:tav>
                                        <p:tav tm="100000">
                                          <p:val>
                                            <p:strVal val="#ppt_x"/>
                                          </p:val>
                                        </p:tav>
                                      </p:tavLst>
                                    </p:anim>
                                    <p:animEffect transition="in" filter="wipe(right)">
                                      <p:cBhvr>
                                        <p:cTn id="32" dur="500"/>
                                        <p:tgtEl>
                                          <p:spTgt spid="11"/>
                                        </p:tgtEl>
                                      </p:cBhvr>
                                    </p:animEffect>
                                  </p:childTnLst>
                                </p:cTn>
                              </p:par>
                            </p:childTnLst>
                          </p:cTn>
                        </p:par>
                        <p:par>
                          <p:cTn id="33" fill="hold" nodeType="afterGroup">
                            <p:stCondLst>
                              <p:cond delay="2250"/>
                            </p:stCondLst>
                            <p:childTnLst>
                              <p:par>
                                <p:cTn id="34" presetID="12" presetClass="entr" presetSubtype="8" fill="hold" nodeType="afterEffect">
                                  <p:stCondLst>
                                    <p:cond delay="0"/>
                                  </p:stCondLst>
                                  <p:childTnLst>
                                    <p:set>
                                      <p:cBhvr>
                                        <p:cTn id="35" dur="1" fill="hold">
                                          <p:stCondLst>
                                            <p:cond delay="0"/>
                                          </p:stCondLst>
                                        </p:cTn>
                                        <p:tgtEl>
                                          <p:spTgt spid="16"/>
                                        </p:tgtEl>
                                        <p:attrNameLst>
                                          <p:attrName>style.visibility</p:attrName>
                                        </p:attrNameLst>
                                      </p:cBhvr>
                                      <p:to>
                                        <p:strVal val="visible"/>
                                      </p:to>
                                    </p:set>
                                    <p:anim calcmode="lin" valueType="num">
                                      <p:cBhvr additive="base">
                                        <p:cTn id="36" dur="500"/>
                                        <p:tgtEl>
                                          <p:spTgt spid="16"/>
                                        </p:tgtEl>
                                        <p:attrNameLst>
                                          <p:attrName>ppt_x</p:attrName>
                                        </p:attrNameLst>
                                      </p:cBhvr>
                                      <p:tavLst>
                                        <p:tav tm="0">
                                          <p:val>
                                            <p:strVal val="#ppt_x-#ppt_w*1.125000"/>
                                          </p:val>
                                        </p:tav>
                                        <p:tav tm="100000">
                                          <p:val>
                                            <p:strVal val="#ppt_x"/>
                                          </p:val>
                                        </p:tav>
                                      </p:tavLst>
                                    </p:anim>
                                    <p:animEffect transition="in" filter="wipe(right)">
                                      <p:cBhvr>
                                        <p:cTn id="3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21" grpId="0" animBg="1"/>
    </p:bldLst>
  </p:timing>
</p:sld>
</file>

<file path=ppt/slides/slide7.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grpSp>
        <p:nvGrpSpPr>
          <p:cNvPr id="2" name="组合 1"/>
          <p:cNvGrpSpPr/>
          <p:nvPr/>
        </p:nvGrpSpPr>
        <p:grpSpPr>
          <a:xfrm>
            <a:off x="327153" y="318911"/>
            <a:ext cx="529037" cy="529037"/>
            <a:chOff x="327153" y="318911"/>
            <a:chExt cx="529037" cy="529037"/>
          </a:xfrm>
        </p:grpSpPr>
        <p:sp>
          <p:nvSpPr>
            <p:cNvPr id="3" name="圆角矩形 2"/>
            <p:cNvSpPr/>
            <p:nvPr/>
          </p:nvSpPr>
          <p:spPr>
            <a:xfrm rot="18926424">
              <a:off x="327153" y="318911"/>
              <a:ext cx="529037" cy="529037"/>
            </a:xfrm>
            <a:prstGeom prst="roundRect">
              <a:avLst/>
            </a:prstGeom>
            <a:solidFill>
              <a:srgbClr val="545D79"/>
            </a:solidFill>
            <a:ln>
              <a:noFill/>
            </a:ln>
            <a:effectLst>
              <a:outerShdw blurRad="63500" algn="ctr" rotWithShape="0">
                <a:prstClr val="black">
                  <a:alpha val="40000"/>
                </a:prstClr>
              </a:outerShdw>
            </a:effectLst>
          </p:spPr>
          <p:txBody>
            <a:bodyPr vert="horz" wrap="square" lIns="91440" tIns="45720" rIns="91440" bIns="45720" numCol="1" anchor="ctr" anchorCtr="0" compatLnSpc="1">
              <a:prstTxWarp prst="textNoShape">
                <a:avLst/>
              </a:prstTxWarp>
            </a:bodyPr>
            <a:lstStyle/>
            <a:p>
              <a:pPr algn="ctr"/>
              <a:endParaRPr lang="zh-CN" altLang="en-US" sz="4800">
                <a:solidFill>
                  <a:prstClr val="white"/>
                </a:solidFill>
                <a:latin typeface="思源黑体旧字形 Normal" panose="020b0400000000000000" pitchFamily="34" charset="-128"/>
                <a:ea typeface="思源黑体旧字形 Normal" panose="020b0400000000000000" pitchFamily="34" charset="-128"/>
              </a:endParaRPr>
            </a:p>
          </p:txBody>
        </p:sp>
        <p:sp>
          <p:nvSpPr>
            <p:cNvPr id="4" name="MH_Other_2"/>
            <p:cNvSpPr/>
            <p:nvPr>
              <p:custDataLst>
                <p:tags r:id="rId3"/>
              </p:custDataLst>
            </p:nvPr>
          </p:nvSpPr>
          <p:spPr bwMode="auto">
            <a:xfrm>
              <a:off x="440450" y="441196"/>
              <a:ext cx="302442" cy="284465"/>
            </a:xfrm>
            <a:custGeom>
              <a:gdLst>
                <a:gd name="T0" fmla="*/ 373604 w 1361803"/>
                <a:gd name="T1" fmla="*/ 882437 h 1281345"/>
                <a:gd name="T2" fmla="*/ 476200 w 1361803"/>
                <a:gd name="T3" fmla="*/ 923828 h 1281345"/>
                <a:gd name="T4" fmla="*/ 554139 w 1361803"/>
                <a:gd name="T5" fmla="*/ 940808 h 1281345"/>
                <a:gd name="T6" fmla="*/ 528484 w 1361803"/>
                <a:gd name="T7" fmla="*/ 1017215 h 1281345"/>
                <a:gd name="T8" fmla="*/ 460417 w 1361803"/>
                <a:gd name="T9" fmla="*/ 1039501 h 1281345"/>
                <a:gd name="T10" fmla="*/ 352881 w 1361803"/>
                <a:gd name="T11" fmla="*/ 976886 h 1281345"/>
                <a:gd name="T12" fmla="*/ 286785 w 1361803"/>
                <a:gd name="T13" fmla="*/ 1049049 h 1281345"/>
                <a:gd name="T14" fmla="*/ 312434 w 1361803"/>
                <a:gd name="T15" fmla="*/ 885625 h 1281345"/>
                <a:gd name="T16" fmla="*/ 274750 w 1361803"/>
                <a:gd name="T17" fmla="*/ 686240 h 1281345"/>
                <a:gd name="T18" fmla="*/ 665920 w 1361803"/>
                <a:gd name="T19" fmla="*/ 686240 h 1281345"/>
                <a:gd name="T20" fmla="*/ 633318 w 1361803"/>
                <a:gd name="T21" fmla="*/ 771039 h 1281345"/>
                <a:gd name="T22" fmla="*/ 270797 w 1361803"/>
                <a:gd name="T23" fmla="*/ 776338 h 1281345"/>
                <a:gd name="T24" fmla="*/ 255979 w 1361803"/>
                <a:gd name="T25" fmla="*/ 705323 h 1281345"/>
                <a:gd name="T26" fmla="*/ 278558 w 1361803"/>
                <a:gd name="T27" fmla="*/ 503808 h 1281345"/>
                <a:gd name="T28" fmla="*/ 746925 w 1361803"/>
                <a:gd name="T29" fmla="*/ 503808 h 1281345"/>
                <a:gd name="T30" fmla="*/ 766688 w 1361803"/>
                <a:gd name="T31" fmla="*/ 555844 h 1281345"/>
                <a:gd name="T32" fmla="*/ 279544 w 1361803"/>
                <a:gd name="T33" fmla="*/ 593008 h 1281345"/>
                <a:gd name="T34" fmla="*/ 256813 w 1361803"/>
                <a:gd name="T35" fmla="*/ 527172 h 1281345"/>
                <a:gd name="T36" fmla="*/ 944591 w 1361803"/>
                <a:gd name="T37" fmla="*/ 452716 h 1281345"/>
                <a:gd name="T38" fmla="*/ 1023588 w 1361803"/>
                <a:gd name="T39" fmla="*/ 643756 h 1281345"/>
                <a:gd name="T40" fmla="*/ 636495 w 1361803"/>
                <a:gd name="T41" fmla="*/ 1040700 h 1281345"/>
                <a:gd name="T42" fmla="*/ 601932 w 1361803"/>
                <a:gd name="T43" fmla="*/ 1010980 h 1281345"/>
                <a:gd name="T44" fmla="*/ 940644 w 1361803"/>
                <a:gd name="T45" fmla="*/ 460140 h 1281345"/>
                <a:gd name="T46" fmla="*/ 1339566 w 1361803"/>
                <a:gd name="T47" fmla="*/ 322482 h 1281345"/>
                <a:gd name="T48" fmla="*/ 1356355 w 1361803"/>
                <a:gd name="T49" fmla="*/ 373372 h 1281345"/>
                <a:gd name="T50" fmla="*/ 1136163 w 1361803"/>
                <a:gd name="T51" fmla="*/ 663855 h 1281345"/>
                <a:gd name="T52" fmla="*/ 1082839 w 1361803"/>
                <a:gd name="T53" fmla="*/ 676580 h 1281345"/>
                <a:gd name="T54" fmla="*/ 1123322 w 1361803"/>
                <a:gd name="T55" fmla="*/ 596008 h 1281345"/>
                <a:gd name="T56" fmla="*/ 1312908 w 1361803"/>
                <a:gd name="T57" fmla="*/ 334145 h 1281345"/>
                <a:gd name="T58" fmla="*/ 526769 w 1361803"/>
                <a:gd name="T59" fmla="*/ 229043 h 1281345"/>
                <a:gd name="T60" fmla="*/ 766688 w 1361803"/>
                <a:gd name="T61" fmla="*/ 244970 h 1281345"/>
                <a:gd name="T62" fmla="*/ 749907 w 1361803"/>
                <a:gd name="T63" fmla="*/ 318243 h 1281345"/>
                <a:gd name="T64" fmla="*/ 529735 w 1361803"/>
                <a:gd name="T65" fmla="*/ 318243 h 1281345"/>
                <a:gd name="T66" fmla="*/ 511959 w 1361803"/>
                <a:gd name="T67" fmla="*/ 246034 h 1281345"/>
                <a:gd name="T68" fmla="*/ 1245419 w 1361803"/>
                <a:gd name="T69" fmla="*/ 137724 h 1281345"/>
                <a:gd name="T70" fmla="*/ 1309122 w 1361803"/>
                <a:gd name="T71" fmla="*/ 239622 h 1281345"/>
                <a:gd name="T72" fmla="*/ 1116528 w 1361803"/>
                <a:gd name="T73" fmla="*/ 531150 h 1281345"/>
                <a:gd name="T74" fmla="*/ 998003 w 1361803"/>
                <a:gd name="T75" fmla="*/ 384860 h 1281345"/>
                <a:gd name="T76" fmla="*/ 1207394 w 1361803"/>
                <a:gd name="T77" fmla="*/ 148457 h 1281345"/>
                <a:gd name="T78" fmla="*/ 327005 w 1361803"/>
                <a:gd name="T79" fmla="*/ 0 h 1281345"/>
                <a:gd name="T80" fmla="*/ 1023501 w 1361803"/>
                <a:gd name="T81" fmla="*/ 136834 h 1281345"/>
                <a:gd name="T82" fmla="*/ 1015602 w 1361803"/>
                <a:gd name="T83" fmla="*/ 237608 h 1281345"/>
                <a:gd name="T84" fmla="*/ 909891 w 1361803"/>
                <a:gd name="T85" fmla="*/ 379745 h 1281345"/>
                <a:gd name="T86" fmla="*/ 897047 w 1361803"/>
                <a:gd name="T87" fmla="*/ 313980 h 1281345"/>
                <a:gd name="T88" fmla="*/ 872348 w 1361803"/>
                <a:gd name="T89" fmla="*/ 135772 h 1281345"/>
                <a:gd name="T90" fmla="*/ 382329 w 1361803"/>
                <a:gd name="T91" fmla="*/ 135772 h 1281345"/>
                <a:gd name="T92" fmla="*/ 382329 w 1361803"/>
                <a:gd name="T93" fmla="*/ 313980 h 1281345"/>
                <a:gd name="T94" fmla="*/ 143255 w 1361803"/>
                <a:gd name="T95" fmla="*/ 409444 h 1281345"/>
                <a:gd name="T96" fmla="*/ 126454 w 1361803"/>
                <a:gd name="T97" fmla="*/ 428538 h 1281345"/>
                <a:gd name="T98" fmla="*/ 151153 w 1361803"/>
                <a:gd name="T99" fmla="*/ 1143476 h 1281345"/>
                <a:gd name="T100" fmla="*/ 897047 w 1361803"/>
                <a:gd name="T101" fmla="*/ 1115897 h 1281345"/>
                <a:gd name="T102" fmla="*/ 902973 w 1361803"/>
                <a:gd name="T103" fmla="*/ 902690 h 1281345"/>
                <a:gd name="T104" fmla="*/ 1022515 w 1361803"/>
                <a:gd name="T105" fmla="*/ 767972 h 1281345"/>
                <a:gd name="T106" fmla="*/ 1023501 w 1361803"/>
                <a:gd name="T107" fmla="*/ 1133931 h 1281345"/>
                <a:gd name="T108" fmla="*/ 131394 w 1361803"/>
                <a:gd name="T109" fmla="*/ 1279248 h 1281345"/>
                <a:gd name="T110" fmla="*/ 0 w 1361803"/>
                <a:gd name="T111" fmla="*/ 335193 h 1281345"/>
                <a:gd name="T112" fmla="*/ 261801 w 1361803"/>
                <a:gd name="T113" fmla="*/ 28642 h 1281345"/>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1361803" h="1281345">
                  <a:moveTo>
                    <a:pt x="340187" y="867542"/>
                  </a:moveTo>
                  <a:cubicBezTo>
                    <a:pt x="351512" y="867144"/>
                    <a:pt x="363575" y="872724"/>
                    <a:pt x="372930" y="883885"/>
                  </a:cubicBezTo>
                  <a:cubicBezTo>
                    <a:pt x="394595" y="907270"/>
                    <a:pt x="415275" y="931718"/>
                    <a:pt x="436940" y="957229"/>
                  </a:cubicBezTo>
                  <a:cubicBezTo>
                    <a:pt x="449742" y="946599"/>
                    <a:pt x="462543" y="935970"/>
                    <a:pt x="475345" y="925340"/>
                  </a:cubicBezTo>
                  <a:cubicBezTo>
                    <a:pt x="492086" y="911522"/>
                    <a:pt x="506857" y="910459"/>
                    <a:pt x="525568" y="923214"/>
                  </a:cubicBezTo>
                  <a:cubicBezTo>
                    <a:pt x="535415" y="929592"/>
                    <a:pt x="544278" y="935970"/>
                    <a:pt x="553141" y="942347"/>
                  </a:cubicBezTo>
                  <a:cubicBezTo>
                    <a:pt x="545263" y="967858"/>
                    <a:pt x="538370" y="993369"/>
                    <a:pt x="530492" y="1018880"/>
                  </a:cubicBezTo>
                  <a:cubicBezTo>
                    <a:pt x="528522" y="1018880"/>
                    <a:pt x="528522" y="1018880"/>
                    <a:pt x="527537" y="1018880"/>
                  </a:cubicBezTo>
                  <a:cubicBezTo>
                    <a:pt x="509812" y="1000810"/>
                    <a:pt x="494056" y="1007187"/>
                    <a:pt x="479284" y="1024195"/>
                  </a:cubicBezTo>
                  <a:cubicBezTo>
                    <a:pt x="473376" y="1030572"/>
                    <a:pt x="466482" y="1035887"/>
                    <a:pt x="459589" y="1041202"/>
                  </a:cubicBezTo>
                  <a:cubicBezTo>
                    <a:pt x="438909" y="1058209"/>
                    <a:pt x="420199" y="1056083"/>
                    <a:pt x="402473" y="1035887"/>
                  </a:cubicBezTo>
                  <a:cubicBezTo>
                    <a:pt x="385732" y="1017817"/>
                    <a:pt x="369976" y="998684"/>
                    <a:pt x="352251" y="978488"/>
                  </a:cubicBezTo>
                  <a:cubicBezTo>
                    <a:pt x="343388" y="995495"/>
                    <a:pt x="335510" y="1012502"/>
                    <a:pt x="327632" y="1028446"/>
                  </a:cubicBezTo>
                  <a:cubicBezTo>
                    <a:pt x="318769" y="1046517"/>
                    <a:pt x="303013" y="1053957"/>
                    <a:pt x="286272" y="1050768"/>
                  </a:cubicBezTo>
                  <a:cubicBezTo>
                    <a:pt x="262638" y="1046517"/>
                    <a:pt x="248851" y="1019943"/>
                    <a:pt x="259683" y="995495"/>
                  </a:cubicBezTo>
                  <a:cubicBezTo>
                    <a:pt x="276424" y="959355"/>
                    <a:pt x="293165" y="922151"/>
                    <a:pt x="311876" y="887074"/>
                  </a:cubicBezTo>
                  <a:cubicBezTo>
                    <a:pt x="318276" y="874318"/>
                    <a:pt x="328863" y="867941"/>
                    <a:pt x="340187" y="867542"/>
                  </a:cubicBezTo>
                  <a:close/>
                  <a:moveTo>
                    <a:pt x="274255" y="687365"/>
                  </a:moveTo>
                  <a:cubicBezTo>
                    <a:pt x="330459" y="687365"/>
                    <a:pt x="386662" y="687365"/>
                    <a:pt x="442866" y="687365"/>
                  </a:cubicBezTo>
                  <a:cubicBezTo>
                    <a:pt x="516819" y="687365"/>
                    <a:pt x="590771" y="687365"/>
                    <a:pt x="664723" y="687365"/>
                  </a:cubicBezTo>
                  <a:cubicBezTo>
                    <a:pt x="670640" y="687365"/>
                    <a:pt x="675570" y="687365"/>
                    <a:pt x="684444" y="687365"/>
                  </a:cubicBezTo>
                  <a:cubicBezTo>
                    <a:pt x="666695" y="718154"/>
                    <a:pt x="649933" y="745757"/>
                    <a:pt x="632184" y="772299"/>
                  </a:cubicBezTo>
                  <a:cubicBezTo>
                    <a:pt x="630212" y="775484"/>
                    <a:pt x="625282" y="776545"/>
                    <a:pt x="621338" y="776545"/>
                  </a:cubicBezTo>
                  <a:cubicBezTo>
                    <a:pt x="504000" y="777607"/>
                    <a:pt x="387648" y="776545"/>
                    <a:pt x="270311" y="777607"/>
                  </a:cubicBezTo>
                  <a:cubicBezTo>
                    <a:pt x="259464" y="777607"/>
                    <a:pt x="255520" y="772299"/>
                    <a:pt x="256506" y="760620"/>
                  </a:cubicBezTo>
                  <a:cubicBezTo>
                    <a:pt x="256506" y="742572"/>
                    <a:pt x="256506" y="724524"/>
                    <a:pt x="255520" y="706475"/>
                  </a:cubicBezTo>
                  <a:cubicBezTo>
                    <a:pt x="255520" y="691612"/>
                    <a:pt x="261436" y="687365"/>
                    <a:pt x="274255" y="687365"/>
                  </a:cubicBezTo>
                  <a:close/>
                  <a:moveTo>
                    <a:pt x="278054" y="504636"/>
                  </a:moveTo>
                  <a:cubicBezTo>
                    <a:pt x="354989" y="504636"/>
                    <a:pt x="432911" y="504636"/>
                    <a:pt x="509846" y="504636"/>
                  </a:cubicBezTo>
                  <a:cubicBezTo>
                    <a:pt x="588754" y="504636"/>
                    <a:pt x="666676" y="504636"/>
                    <a:pt x="745584" y="504636"/>
                  </a:cubicBezTo>
                  <a:cubicBezTo>
                    <a:pt x="764325" y="504636"/>
                    <a:pt x="765311" y="505700"/>
                    <a:pt x="765311" y="524845"/>
                  </a:cubicBezTo>
                  <a:cubicBezTo>
                    <a:pt x="765311" y="535481"/>
                    <a:pt x="765311" y="546117"/>
                    <a:pt x="765311" y="556753"/>
                  </a:cubicBezTo>
                  <a:cubicBezTo>
                    <a:pt x="765311" y="580153"/>
                    <a:pt x="752489" y="593980"/>
                    <a:pt x="730789" y="593980"/>
                  </a:cubicBezTo>
                  <a:cubicBezTo>
                    <a:pt x="580863" y="593980"/>
                    <a:pt x="429952" y="593980"/>
                    <a:pt x="279040" y="593980"/>
                  </a:cubicBezTo>
                  <a:cubicBezTo>
                    <a:pt x="256354" y="593980"/>
                    <a:pt x="256354" y="592917"/>
                    <a:pt x="256354" y="569517"/>
                  </a:cubicBezTo>
                  <a:cubicBezTo>
                    <a:pt x="256354" y="555690"/>
                    <a:pt x="256354" y="541863"/>
                    <a:pt x="256354" y="528036"/>
                  </a:cubicBezTo>
                  <a:cubicBezTo>
                    <a:pt x="256354" y="504636"/>
                    <a:pt x="256354" y="504636"/>
                    <a:pt x="278054" y="504636"/>
                  </a:cubicBezTo>
                  <a:close/>
                  <a:moveTo>
                    <a:pt x="942895" y="453454"/>
                  </a:moveTo>
                  <a:cubicBezTo>
                    <a:pt x="989224" y="494914"/>
                    <a:pt x="1033581" y="534249"/>
                    <a:pt x="1077938" y="574646"/>
                  </a:cubicBezTo>
                  <a:cubicBezTo>
                    <a:pt x="1059210" y="599097"/>
                    <a:pt x="1040481" y="622484"/>
                    <a:pt x="1021752" y="644809"/>
                  </a:cubicBezTo>
                  <a:cubicBezTo>
                    <a:pt x="928109" y="760685"/>
                    <a:pt x="831509" y="874435"/>
                    <a:pt x="722095" y="974365"/>
                  </a:cubicBezTo>
                  <a:cubicBezTo>
                    <a:pt x="695481" y="999879"/>
                    <a:pt x="664923" y="1021141"/>
                    <a:pt x="635352" y="1042403"/>
                  </a:cubicBezTo>
                  <a:cubicBezTo>
                    <a:pt x="626481" y="1048781"/>
                    <a:pt x="613666" y="1046655"/>
                    <a:pt x="601838" y="1048781"/>
                  </a:cubicBezTo>
                  <a:cubicBezTo>
                    <a:pt x="601838" y="1037087"/>
                    <a:pt x="596909" y="1023267"/>
                    <a:pt x="600852" y="1012636"/>
                  </a:cubicBezTo>
                  <a:cubicBezTo>
                    <a:pt x="619581" y="969050"/>
                    <a:pt x="637323" y="924400"/>
                    <a:pt x="659995" y="882940"/>
                  </a:cubicBezTo>
                  <a:cubicBezTo>
                    <a:pt x="741809" y="734108"/>
                    <a:pt x="838409" y="595907"/>
                    <a:pt x="938952" y="460896"/>
                  </a:cubicBezTo>
                  <a:cubicBezTo>
                    <a:pt x="939938" y="458770"/>
                    <a:pt x="940924" y="456643"/>
                    <a:pt x="942895" y="453454"/>
                  </a:cubicBezTo>
                  <a:close/>
                  <a:moveTo>
                    <a:pt x="1337162" y="323013"/>
                  </a:moveTo>
                  <a:cubicBezTo>
                    <a:pt x="1348990" y="326198"/>
                    <a:pt x="1361803" y="343189"/>
                    <a:pt x="1361803" y="358055"/>
                  </a:cubicBezTo>
                  <a:cubicBezTo>
                    <a:pt x="1359832" y="361241"/>
                    <a:pt x="1357861" y="367612"/>
                    <a:pt x="1353918" y="373984"/>
                  </a:cubicBezTo>
                  <a:cubicBezTo>
                    <a:pt x="1300693" y="447255"/>
                    <a:pt x="1247469" y="521588"/>
                    <a:pt x="1194244" y="594859"/>
                  </a:cubicBezTo>
                  <a:cubicBezTo>
                    <a:pt x="1175517" y="619282"/>
                    <a:pt x="1154818" y="642644"/>
                    <a:pt x="1134120" y="664944"/>
                  </a:cubicBezTo>
                  <a:cubicBezTo>
                    <a:pt x="1125249" y="673439"/>
                    <a:pt x="1113421" y="678749"/>
                    <a:pt x="1101594" y="682996"/>
                  </a:cubicBezTo>
                  <a:cubicBezTo>
                    <a:pt x="1095680" y="685120"/>
                    <a:pt x="1083852" y="682996"/>
                    <a:pt x="1080895" y="677687"/>
                  </a:cubicBezTo>
                  <a:cubicBezTo>
                    <a:pt x="1077938" y="671315"/>
                    <a:pt x="1077938" y="658573"/>
                    <a:pt x="1080895" y="652201"/>
                  </a:cubicBezTo>
                  <a:cubicBezTo>
                    <a:pt x="1092723" y="633087"/>
                    <a:pt x="1107507" y="615035"/>
                    <a:pt x="1121306" y="596983"/>
                  </a:cubicBezTo>
                  <a:cubicBezTo>
                    <a:pt x="1175517" y="522650"/>
                    <a:pt x="1229727" y="449379"/>
                    <a:pt x="1284923" y="375046"/>
                  </a:cubicBezTo>
                  <a:cubicBezTo>
                    <a:pt x="1293794" y="362303"/>
                    <a:pt x="1302665" y="348498"/>
                    <a:pt x="1310550" y="334694"/>
                  </a:cubicBezTo>
                  <a:cubicBezTo>
                    <a:pt x="1317449" y="324075"/>
                    <a:pt x="1325334" y="318765"/>
                    <a:pt x="1337162" y="323013"/>
                  </a:cubicBezTo>
                  <a:close/>
                  <a:moveTo>
                    <a:pt x="525824" y="229421"/>
                  </a:moveTo>
                  <a:cubicBezTo>
                    <a:pt x="600725" y="229421"/>
                    <a:pt x="675627" y="229421"/>
                    <a:pt x="750528" y="229421"/>
                  </a:cubicBezTo>
                  <a:cubicBezTo>
                    <a:pt x="761369" y="229421"/>
                    <a:pt x="765311" y="233676"/>
                    <a:pt x="765311" y="245375"/>
                  </a:cubicBezTo>
                  <a:cubicBezTo>
                    <a:pt x="764326" y="264521"/>
                    <a:pt x="764326" y="282602"/>
                    <a:pt x="765311" y="301747"/>
                  </a:cubicBezTo>
                  <a:cubicBezTo>
                    <a:pt x="765311" y="314511"/>
                    <a:pt x="760383" y="318765"/>
                    <a:pt x="748557" y="318765"/>
                  </a:cubicBezTo>
                  <a:cubicBezTo>
                    <a:pt x="711106" y="318765"/>
                    <a:pt x="674641" y="318765"/>
                    <a:pt x="638176" y="318765"/>
                  </a:cubicBezTo>
                  <a:cubicBezTo>
                    <a:pt x="601711" y="318765"/>
                    <a:pt x="565246" y="317702"/>
                    <a:pt x="528781" y="318765"/>
                  </a:cubicBezTo>
                  <a:cubicBezTo>
                    <a:pt x="515969" y="318765"/>
                    <a:pt x="511041" y="313447"/>
                    <a:pt x="511041" y="299620"/>
                  </a:cubicBezTo>
                  <a:cubicBezTo>
                    <a:pt x="512027" y="282602"/>
                    <a:pt x="512027" y="264521"/>
                    <a:pt x="511041" y="246439"/>
                  </a:cubicBezTo>
                  <a:cubicBezTo>
                    <a:pt x="511041" y="234739"/>
                    <a:pt x="514983" y="229421"/>
                    <a:pt x="525824" y="229421"/>
                  </a:cubicBezTo>
                  <a:close/>
                  <a:moveTo>
                    <a:pt x="1243182" y="137949"/>
                  </a:moveTo>
                  <a:cubicBezTo>
                    <a:pt x="1255260" y="139675"/>
                    <a:pt x="1267337" y="146577"/>
                    <a:pt x="1281140" y="158257"/>
                  </a:cubicBezTo>
                  <a:cubicBezTo>
                    <a:pt x="1308745" y="183741"/>
                    <a:pt x="1317618" y="208163"/>
                    <a:pt x="1306773" y="240018"/>
                  </a:cubicBezTo>
                  <a:cubicBezTo>
                    <a:pt x="1300858" y="257008"/>
                    <a:pt x="1294942" y="275059"/>
                    <a:pt x="1285083" y="289925"/>
                  </a:cubicBezTo>
                  <a:cubicBezTo>
                    <a:pt x="1228886" y="370624"/>
                    <a:pt x="1171704" y="450262"/>
                    <a:pt x="1114521" y="532023"/>
                  </a:cubicBezTo>
                  <a:cubicBezTo>
                    <a:pt x="1066212" y="489550"/>
                    <a:pt x="1022832" y="450262"/>
                    <a:pt x="977480" y="410974"/>
                  </a:cubicBezTo>
                  <a:cubicBezTo>
                    <a:pt x="984381" y="401417"/>
                    <a:pt x="990297" y="392923"/>
                    <a:pt x="996212" y="385490"/>
                  </a:cubicBezTo>
                  <a:cubicBezTo>
                    <a:pt x="1050437" y="319656"/>
                    <a:pt x="1103676" y="252760"/>
                    <a:pt x="1157901" y="187988"/>
                  </a:cubicBezTo>
                  <a:cubicBezTo>
                    <a:pt x="1170718" y="172061"/>
                    <a:pt x="1188464" y="159319"/>
                    <a:pt x="1205225" y="148700"/>
                  </a:cubicBezTo>
                  <a:cubicBezTo>
                    <a:pt x="1219027" y="139675"/>
                    <a:pt x="1231105" y="136224"/>
                    <a:pt x="1243182" y="137949"/>
                  </a:cubicBezTo>
                  <a:close/>
                  <a:moveTo>
                    <a:pt x="326420" y="0"/>
                  </a:moveTo>
                  <a:cubicBezTo>
                    <a:pt x="513791" y="0"/>
                    <a:pt x="702148" y="0"/>
                    <a:pt x="889519" y="0"/>
                  </a:cubicBezTo>
                  <a:cubicBezTo>
                    <a:pt x="964468" y="1063"/>
                    <a:pt x="1018707" y="56311"/>
                    <a:pt x="1021665" y="137059"/>
                  </a:cubicBezTo>
                  <a:cubicBezTo>
                    <a:pt x="1021665" y="164684"/>
                    <a:pt x="1021665" y="191246"/>
                    <a:pt x="1020679" y="218870"/>
                  </a:cubicBezTo>
                  <a:cubicBezTo>
                    <a:pt x="1020679" y="225245"/>
                    <a:pt x="1017721" y="232682"/>
                    <a:pt x="1013776" y="237995"/>
                  </a:cubicBezTo>
                  <a:cubicBezTo>
                    <a:pt x="985177" y="275181"/>
                    <a:pt x="956578" y="311305"/>
                    <a:pt x="928966" y="348492"/>
                  </a:cubicBezTo>
                  <a:cubicBezTo>
                    <a:pt x="921077" y="358054"/>
                    <a:pt x="915160" y="369741"/>
                    <a:pt x="908256" y="380366"/>
                  </a:cubicBezTo>
                  <a:cubicBezTo>
                    <a:pt x="905298" y="384616"/>
                    <a:pt x="901353" y="387804"/>
                    <a:pt x="895436" y="395241"/>
                  </a:cubicBezTo>
                  <a:cubicBezTo>
                    <a:pt x="895436" y="365492"/>
                    <a:pt x="895436" y="339992"/>
                    <a:pt x="895436" y="314493"/>
                  </a:cubicBezTo>
                  <a:cubicBezTo>
                    <a:pt x="895436" y="263494"/>
                    <a:pt x="895436" y="212495"/>
                    <a:pt x="895436" y="161496"/>
                  </a:cubicBezTo>
                  <a:cubicBezTo>
                    <a:pt x="895436" y="139184"/>
                    <a:pt x="892478" y="135997"/>
                    <a:pt x="870782" y="135997"/>
                  </a:cubicBezTo>
                  <a:cubicBezTo>
                    <a:pt x="713982" y="135997"/>
                    <a:pt x="557182" y="135997"/>
                    <a:pt x="399396" y="135997"/>
                  </a:cubicBezTo>
                  <a:cubicBezTo>
                    <a:pt x="394465" y="135997"/>
                    <a:pt x="388548" y="135997"/>
                    <a:pt x="381645" y="135997"/>
                  </a:cubicBezTo>
                  <a:cubicBezTo>
                    <a:pt x="381645" y="145559"/>
                    <a:pt x="381645" y="152997"/>
                    <a:pt x="381645" y="159371"/>
                  </a:cubicBezTo>
                  <a:cubicBezTo>
                    <a:pt x="381645" y="211433"/>
                    <a:pt x="381645" y="262431"/>
                    <a:pt x="381645" y="314493"/>
                  </a:cubicBezTo>
                  <a:cubicBezTo>
                    <a:pt x="380659" y="373991"/>
                    <a:pt x="346143" y="410116"/>
                    <a:pt x="290918" y="410116"/>
                  </a:cubicBezTo>
                  <a:cubicBezTo>
                    <a:pt x="241610" y="410116"/>
                    <a:pt x="192302" y="410116"/>
                    <a:pt x="142994" y="410116"/>
                  </a:cubicBezTo>
                  <a:cubicBezTo>
                    <a:pt x="138063" y="410116"/>
                    <a:pt x="133132" y="410116"/>
                    <a:pt x="126229" y="410116"/>
                  </a:cubicBezTo>
                  <a:cubicBezTo>
                    <a:pt x="126229" y="418615"/>
                    <a:pt x="126229" y="423928"/>
                    <a:pt x="126229" y="429240"/>
                  </a:cubicBezTo>
                  <a:cubicBezTo>
                    <a:pt x="126229" y="658735"/>
                    <a:pt x="126229" y="888229"/>
                    <a:pt x="126229" y="1117724"/>
                  </a:cubicBezTo>
                  <a:cubicBezTo>
                    <a:pt x="126229" y="1143223"/>
                    <a:pt x="128201" y="1145348"/>
                    <a:pt x="150883" y="1145348"/>
                  </a:cubicBezTo>
                  <a:cubicBezTo>
                    <a:pt x="390521" y="1145348"/>
                    <a:pt x="630158" y="1145348"/>
                    <a:pt x="869796" y="1145348"/>
                  </a:cubicBezTo>
                  <a:cubicBezTo>
                    <a:pt x="893464" y="1145348"/>
                    <a:pt x="895436" y="1143223"/>
                    <a:pt x="895436" y="1117724"/>
                  </a:cubicBezTo>
                  <a:cubicBezTo>
                    <a:pt x="895436" y="1052913"/>
                    <a:pt x="895436" y="988102"/>
                    <a:pt x="895436" y="923291"/>
                  </a:cubicBezTo>
                  <a:cubicBezTo>
                    <a:pt x="895436" y="916916"/>
                    <a:pt x="897409" y="908416"/>
                    <a:pt x="901353" y="904166"/>
                  </a:cubicBezTo>
                  <a:cubicBezTo>
                    <a:pt x="938827" y="860605"/>
                    <a:pt x="976302" y="818106"/>
                    <a:pt x="1013776" y="774545"/>
                  </a:cubicBezTo>
                  <a:cubicBezTo>
                    <a:pt x="1015748" y="773482"/>
                    <a:pt x="1016734" y="772420"/>
                    <a:pt x="1020679" y="769232"/>
                  </a:cubicBezTo>
                  <a:cubicBezTo>
                    <a:pt x="1020679" y="775607"/>
                    <a:pt x="1021665" y="779857"/>
                    <a:pt x="1021665" y="784107"/>
                  </a:cubicBezTo>
                  <a:cubicBezTo>
                    <a:pt x="1021665" y="902042"/>
                    <a:pt x="1021665" y="1018914"/>
                    <a:pt x="1021665" y="1135786"/>
                  </a:cubicBezTo>
                  <a:cubicBezTo>
                    <a:pt x="1020679" y="1222909"/>
                    <a:pt x="967426" y="1281345"/>
                    <a:pt x="886561" y="1281345"/>
                  </a:cubicBezTo>
                  <a:cubicBezTo>
                    <a:pt x="634103" y="1281345"/>
                    <a:pt x="382631" y="1281345"/>
                    <a:pt x="131160" y="1281345"/>
                  </a:cubicBezTo>
                  <a:cubicBezTo>
                    <a:pt x="55225" y="1281345"/>
                    <a:pt x="0" y="1221847"/>
                    <a:pt x="0" y="1140036"/>
                  </a:cubicBezTo>
                  <a:cubicBezTo>
                    <a:pt x="0" y="872292"/>
                    <a:pt x="0" y="603486"/>
                    <a:pt x="0" y="335742"/>
                  </a:cubicBezTo>
                  <a:cubicBezTo>
                    <a:pt x="0" y="315555"/>
                    <a:pt x="5917" y="298556"/>
                    <a:pt x="18737" y="283681"/>
                  </a:cubicBezTo>
                  <a:cubicBezTo>
                    <a:pt x="99603" y="198683"/>
                    <a:pt x="180468" y="113685"/>
                    <a:pt x="261333" y="28687"/>
                  </a:cubicBezTo>
                  <a:cubicBezTo>
                    <a:pt x="279084" y="9562"/>
                    <a:pt x="300780" y="0"/>
                    <a:pt x="32642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5" name="文本框 4"/>
          <p:cNvSpPr txBox="1"/>
          <p:nvPr/>
        </p:nvSpPr>
        <p:spPr>
          <a:xfrm>
            <a:off x="974526" y="321818"/>
            <a:ext cx="1620957" cy="523220"/>
          </a:xfrm>
          <a:prstGeom prst="rect">
            <a:avLst/>
          </a:prstGeom>
          <a:noFill/>
        </p:spPr>
        <p:txBody>
          <a:bodyPr wrap="none" rtlCol="0">
            <a:spAutoFit/>
          </a:bodyPr>
          <a:lstStyle/>
          <a:p>
            <a:r>
              <a:rPr lang="zh-CN" altLang="en-US" sz="2800" b="1">
                <a:solidFill>
                  <a:srgbClr val="3FB793"/>
                </a:solidFill>
                <a:latin typeface="思源黑体旧字形 Normal" panose="020b0400000000000000" pitchFamily="34" charset="-128"/>
                <a:ea typeface="思源黑体旧字形 Normal" panose="020b0400000000000000" pitchFamily="34" charset="-128"/>
              </a:rPr>
              <a:t>个人特长</a:t>
            </a:r>
          </a:p>
        </p:txBody>
      </p:sp>
      <p:grpSp>
        <p:nvGrpSpPr>
          <p:cNvPr id="48" name="组合 47">
            <a:extLst>
              <a:ext uri="{FF2B5EF4-FFF2-40B4-BE49-F238E27FC236}">
                <a16:creationId xmlns:a16="http://schemas.microsoft.com/office/drawing/2014/main" id="{46D1B1AD-DC2E-48C6-95C6-7F5071B4F159}"/>
              </a:ext>
            </a:extLst>
          </p:cNvPr>
          <p:cNvGrpSpPr/>
          <p:nvPr/>
        </p:nvGrpSpPr>
        <p:grpSpPr>
          <a:xfrm>
            <a:off x="4143697" y="1490074"/>
            <a:ext cx="3786785" cy="5367926"/>
            <a:chOff x="4143697" y="1490074"/>
            <a:chExt cx="3786785" cy="5367926"/>
          </a:xfrm>
        </p:grpSpPr>
        <p:sp>
          <p:nvSpPr>
            <p:cNvPr id="49" name="等腰三角形 48">
              <a:extLst>
                <a:ext uri="{FF2B5EF4-FFF2-40B4-BE49-F238E27FC236}">
                  <a16:creationId xmlns:a16="http://schemas.microsoft.com/office/drawing/2014/main" id="{D37E1394-A8D1-49CB-AF1D-FB3B2802B600}"/>
                </a:ext>
              </a:extLst>
            </p:cNvPr>
            <p:cNvSpPr/>
            <p:nvPr/>
          </p:nvSpPr>
          <p:spPr>
            <a:xfrm>
              <a:off x="5676900" y="2619375"/>
              <a:ext cx="838200" cy="4238625"/>
            </a:xfrm>
            <a:prstGeom prst="triangle">
              <a:avLst/>
            </a:prstGeom>
            <a:solidFill>
              <a:schemeClr val="tx2">
                <a:lumMod val="20000"/>
                <a:lumOff val="80000"/>
              </a:schemeClr>
            </a:solid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ea typeface="思源黑体旧字形 Normal" panose="020b0400000000000000" pitchFamily="34" charset="-128"/>
              </a:endParaRPr>
            </a:p>
          </p:txBody>
        </p:sp>
        <p:sp>
          <p:nvSpPr>
            <p:cNvPr id="50" name="等腰三角形 49">
              <a:extLst>
                <a:ext uri="{FF2B5EF4-FFF2-40B4-BE49-F238E27FC236}">
                  <a16:creationId xmlns:a16="http://schemas.microsoft.com/office/drawing/2014/main" id="{50AEACFD-CD54-43F7-B485-C660E1892275}"/>
                </a:ext>
              </a:extLst>
            </p:cNvPr>
            <p:cNvSpPr/>
            <p:nvPr/>
          </p:nvSpPr>
          <p:spPr>
            <a:xfrm rot="19398918" flipH="1">
              <a:off x="5455672" y="5623648"/>
              <a:ext cx="238688" cy="847141"/>
            </a:xfrm>
            <a:prstGeom prst="triangle">
              <a:avLst/>
            </a:prstGeom>
            <a:solidFill>
              <a:schemeClr val="tx2">
                <a:lumMod val="20000"/>
                <a:lumOff val="80000"/>
              </a:schemeClr>
            </a:solid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ea typeface="思源黑体旧字形 Normal" panose="020b0400000000000000" pitchFamily="34" charset="-128"/>
              </a:endParaRPr>
            </a:p>
          </p:txBody>
        </p:sp>
        <p:sp>
          <p:nvSpPr>
            <p:cNvPr id="51" name="等腰三角形 50">
              <a:extLst>
                <a:ext uri="{FF2B5EF4-FFF2-40B4-BE49-F238E27FC236}">
                  <a16:creationId xmlns:a16="http://schemas.microsoft.com/office/drawing/2014/main" id="{94DE1B62-2585-4B4F-98DD-A1F274C883B4}"/>
                </a:ext>
              </a:extLst>
            </p:cNvPr>
            <p:cNvSpPr/>
            <p:nvPr/>
          </p:nvSpPr>
          <p:spPr>
            <a:xfrm rot="18459578" flipH="1">
              <a:off x="5509931" y="3854413"/>
              <a:ext cx="238688" cy="847141"/>
            </a:xfrm>
            <a:prstGeom prst="triangle">
              <a:avLst/>
            </a:prstGeom>
            <a:solidFill>
              <a:schemeClr val="tx2">
                <a:lumMod val="20000"/>
                <a:lumOff val="80000"/>
              </a:schemeClr>
            </a:solid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ea typeface="思源黑体旧字形 Normal" panose="020b0400000000000000" pitchFamily="34" charset="-128"/>
              </a:endParaRPr>
            </a:p>
          </p:txBody>
        </p:sp>
        <p:sp>
          <p:nvSpPr>
            <p:cNvPr id="52" name="等腰三角形 51">
              <a:extLst>
                <a:ext uri="{FF2B5EF4-FFF2-40B4-BE49-F238E27FC236}">
                  <a16:creationId xmlns:a16="http://schemas.microsoft.com/office/drawing/2014/main" id="{EA6F6420-6EAE-4A5E-A790-4271EC185E42}"/>
                </a:ext>
              </a:extLst>
            </p:cNvPr>
            <p:cNvSpPr/>
            <p:nvPr/>
          </p:nvSpPr>
          <p:spPr>
            <a:xfrm rot="2398410" flipH="1">
              <a:off x="6290935" y="3368440"/>
              <a:ext cx="239629" cy="876101"/>
            </a:xfrm>
            <a:prstGeom prst="triangle">
              <a:avLst/>
            </a:prstGeom>
            <a:solidFill>
              <a:schemeClr val="tx2">
                <a:lumMod val="20000"/>
                <a:lumOff val="80000"/>
              </a:schemeClr>
            </a:solid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ea typeface="思源黑体旧字形 Normal" panose="020b0400000000000000" pitchFamily="34" charset="-128"/>
              </a:endParaRPr>
            </a:p>
          </p:txBody>
        </p:sp>
        <p:sp>
          <p:nvSpPr>
            <p:cNvPr id="53" name="等腰三角形 52">
              <a:extLst>
                <a:ext uri="{FF2B5EF4-FFF2-40B4-BE49-F238E27FC236}">
                  <a16:creationId xmlns:a16="http://schemas.microsoft.com/office/drawing/2014/main" id="{EAB9B80D-4ECC-48DE-A73B-8A6AF1AA142D}"/>
                </a:ext>
              </a:extLst>
            </p:cNvPr>
            <p:cNvSpPr/>
            <p:nvPr/>
          </p:nvSpPr>
          <p:spPr>
            <a:xfrm rot="2619467" flipH="1">
              <a:off x="6484542" y="4962728"/>
              <a:ext cx="238688" cy="904473"/>
            </a:xfrm>
            <a:prstGeom prst="triangle">
              <a:avLst/>
            </a:prstGeom>
            <a:solidFill>
              <a:schemeClr val="tx2">
                <a:lumMod val="20000"/>
                <a:lumOff val="80000"/>
              </a:schemeClr>
            </a:solid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ea typeface="思源黑体旧字形 Normal" panose="020b0400000000000000" pitchFamily="34" charset="-128"/>
              </a:endParaRPr>
            </a:p>
          </p:txBody>
        </p:sp>
        <p:sp>
          <p:nvSpPr>
            <p:cNvPr id="54" name="椭圆 53">
              <a:extLst>
                <a:ext uri="{FF2B5EF4-FFF2-40B4-BE49-F238E27FC236}">
                  <a16:creationId xmlns:a16="http://schemas.microsoft.com/office/drawing/2014/main" id="{76CC4979-6949-4242-AC54-D223E977F619}"/>
                </a:ext>
              </a:extLst>
            </p:cNvPr>
            <p:cNvSpPr/>
            <p:nvPr/>
          </p:nvSpPr>
          <p:spPr>
            <a:xfrm>
              <a:off x="5276850" y="1490074"/>
              <a:ext cx="1638300" cy="1638300"/>
            </a:xfrm>
            <a:prstGeom prst="ellipse">
              <a:avLst/>
            </a:prstGeom>
            <a:solidFill>
              <a:srgbClr val="3FB793"/>
            </a:solidFill>
            <a:ln>
              <a:noFill/>
            </a:ln>
            <a:effectLst>
              <a:outerShdw blurRad="63500" algn="ctr" rotWithShape="0">
                <a:prstClr val="black">
                  <a:alpha val="40000"/>
                </a:prstClr>
              </a:outerShdw>
            </a:effectLst>
          </p:spPr>
          <p:txBody>
            <a:bodyPr vert="horz" wrap="square" lIns="91440" tIns="45720" rIns="91440" bIns="45720" numCol="1" anchor="ctr" anchorCtr="0" compatLnSpc="1">
              <a:prstTxWarp prst="textNoShape">
                <a:avLst/>
              </a:prstTxWarp>
            </a:bodyPr>
            <a:lstStyle/>
            <a:p>
              <a:pPr algn="ctr"/>
              <a:endParaRPr sz="4800">
                <a:solidFill>
                  <a:prstClr val="white"/>
                </a:solidFill>
                <a:latin typeface="思源黑体旧字形 Normal" panose="020b0400000000000000" pitchFamily="34" charset="-128"/>
                <a:ea typeface="思源黑体旧字形 Normal" panose="020b0400000000000000" pitchFamily="34" charset="-128"/>
              </a:endParaRPr>
            </a:p>
          </p:txBody>
        </p:sp>
        <p:sp>
          <p:nvSpPr>
            <p:cNvPr id="55" name="椭圆 54">
              <a:extLst>
                <a:ext uri="{FF2B5EF4-FFF2-40B4-BE49-F238E27FC236}">
                  <a16:creationId xmlns:a16="http://schemas.microsoft.com/office/drawing/2014/main" id="{83E10B5A-21C4-443F-A926-408C95F1E1A3}"/>
                </a:ext>
              </a:extLst>
            </p:cNvPr>
            <p:cNvSpPr/>
            <p:nvPr/>
          </p:nvSpPr>
          <p:spPr>
            <a:xfrm>
              <a:off x="6314531" y="3065104"/>
              <a:ext cx="873396" cy="873396"/>
            </a:xfrm>
            <a:prstGeom prst="ellipse">
              <a:avLst/>
            </a:prstGeom>
            <a:solidFill>
              <a:schemeClr val="tx2">
                <a:lumMod val="40000"/>
                <a:lumOff val="60000"/>
              </a:schemeClr>
            </a:solid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ea typeface="思源黑体旧字形 Normal" panose="020b0400000000000000" pitchFamily="34" charset="-128"/>
              </a:endParaRPr>
            </a:p>
          </p:txBody>
        </p:sp>
        <p:sp>
          <p:nvSpPr>
            <p:cNvPr id="56" name="椭圆 55">
              <a:extLst>
                <a:ext uri="{FF2B5EF4-FFF2-40B4-BE49-F238E27FC236}">
                  <a16:creationId xmlns:a16="http://schemas.microsoft.com/office/drawing/2014/main" id="{74163910-48BC-4C69-9B06-C729A288B5D1}"/>
                </a:ext>
              </a:extLst>
            </p:cNvPr>
            <p:cNvSpPr/>
            <p:nvPr/>
          </p:nvSpPr>
          <p:spPr>
            <a:xfrm>
              <a:off x="6437562" y="4331616"/>
              <a:ext cx="1492920" cy="1492920"/>
            </a:xfrm>
            <a:prstGeom prst="ellipse">
              <a:avLst/>
            </a:prstGeom>
            <a:solidFill>
              <a:srgbClr val="3FB793"/>
            </a:solidFill>
            <a:ln>
              <a:noFill/>
            </a:ln>
            <a:effectLst>
              <a:outerShdw blurRad="63500" algn="ctr" rotWithShape="0">
                <a:prstClr val="black">
                  <a:alpha val="40000"/>
                </a:prstClr>
              </a:outerShdw>
            </a:effectLst>
          </p:spPr>
          <p:txBody>
            <a:bodyPr vert="horz" wrap="square" lIns="91440" tIns="45720" rIns="91440" bIns="45720" numCol="1" anchor="ctr" anchorCtr="0" compatLnSpc="1">
              <a:prstTxWarp prst="textNoShape">
                <a:avLst/>
              </a:prstTxWarp>
            </a:bodyPr>
            <a:lstStyle/>
            <a:p>
              <a:pPr algn="ctr"/>
              <a:endParaRPr sz="4800">
                <a:solidFill>
                  <a:prstClr val="white"/>
                </a:solidFill>
                <a:latin typeface="思源黑体旧字形 Normal" panose="020b0400000000000000" pitchFamily="34" charset="-128"/>
                <a:ea typeface="思源黑体旧字形 Normal" panose="020b0400000000000000" pitchFamily="34" charset="-128"/>
              </a:endParaRPr>
            </a:p>
          </p:txBody>
        </p:sp>
        <p:sp>
          <p:nvSpPr>
            <p:cNvPr id="57" name="椭圆 56">
              <a:extLst>
                <a:ext uri="{FF2B5EF4-FFF2-40B4-BE49-F238E27FC236}">
                  <a16:creationId xmlns:a16="http://schemas.microsoft.com/office/drawing/2014/main" id="{D5FFCC66-9BA2-437C-A522-7950A19798BF}"/>
                </a:ext>
              </a:extLst>
            </p:cNvPr>
            <p:cNvSpPr/>
            <p:nvPr/>
          </p:nvSpPr>
          <p:spPr>
            <a:xfrm>
              <a:off x="4782143" y="5236954"/>
              <a:ext cx="877790" cy="877790"/>
            </a:xfrm>
            <a:prstGeom prst="ellipse">
              <a:avLst/>
            </a:prstGeom>
            <a:solidFill>
              <a:schemeClr val="tx2">
                <a:lumMod val="40000"/>
                <a:lumOff val="60000"/>
              </a:schemeClr>
            </a:solid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ea typeface="思源黑体旧字形 Normal" panose="020b0400000000000000" pitchFamily="34" charset="-128"/>
              </a:endParaRPr>
            </a:p>
          </p:txBody>
        </p:sp>
        <p:sp>
          <p:nvSpPr>
            <p:cNvPr id="58" name="椭圆 57">
              <a:extLst>
                <a:ext uri="{FF2B5EF4-FFF2-40B4-BE49-F238E27FC236}">
                  <a16:creationId xmlns:a16="http://schemas.microsoft.com/office/drawing/2014/main" id="{79AEB3C9-EAAD-49F9-8EB7-88C21DB89B11}"/>
                </a:ext>
              </a:extLst>
            </p:cNvPr>
            <p:cNvSpPr/>
            <p:nvPr/>
          </p:nvSpPr>
          <p:spPr>
            <a:xfrm>
              <a:off x="4143697" y="2973566"/>
              <a:ext cx="1657686" cy="1657686"/>
            </a:xfrm>
            <a:prstGeom prst="ellipse">
              <a:avLst/>
            </a:prstGeom>
            <a:solidFill>
              <a:srgbClr val="545D79"/>
            </a:solidFill>
            <a:ln>
              <a:noFill/>
            </a:ln>
            <a:effectLst>
              <a:outerShdw blurRad="63500" algn="ctr" rotWithShape="0">
                <a:prstClr val="black">
                  <a:alpha val="40000"/>
                </a:prstClr>
              </a:outerShdw>
            </a:effectLst>
          </p:spPr>
          <p:txBody>
            <a:bodyPr vert="horz" wrap="square" lIns="91440" tIns="45720" rIns="91440" bIns="45720" numCol="1" anchor="ctr" anchorCtr="0" compatLnSpc="1">
              <a:prstTxWarp prst="textNoShape">
                <a:avLst/>
              </a:prstTxWarp>
            </a:bodyPr>
            <a:lstStyle/>
            <a:p>
              <a:pPr algn="ctr"/>
              <a:endParaRPr sz="4800">
                <a:solidFill>
                  <a:prstClr val="white"/>
                </a:solidFill>
                <a:latin typeface="思源黑体旧字形 Normal" panose="020b0400000000000000" pitchFamily="34" charset="-128"/>
                <a:ea typeface="思源黑体旧字形 Normal" panose="020b0400000000000000" pitchFamily="34" charset="-128"/>
              </a:endParaRPr>
            </a:p>
          </p:txBody>
        </p:sp>
        <p:sp>
          <p:nvSpPr>
            <p:cNvPr id="59" name="任意多边形: 形状 16" title="rJ6JfFNieuj79RlItJXO">
              <a:extLst>
                <a:ext uri="{FF2B5EF4-FFF2-40B4-BE49-F238E27FC236}">
                  <a16:creationId xmlns:a16="http://schemas.microsoft.com/office/drawing/2014/main" id="{150C48A8-DF95-4C18-A6BA-034F8B64D03C}"/>
                </a:ext>
              </a:extLst>
            </p:cNvPr>
            <p:cNvSpPr/>
            <p:nvPr/>
          </p:nvSpPr>
          <p:spPr bwMode="auto">
            <a:xfrm>
              <a:off x="6976503" y="4692381"/>
              <a:ext cx="516292" cy="691637"/>
            </a:xfrm>
            <a:custGeom>
              <a:gdLst>
                <a:gd name="connsiteX0" fmla="*/ 127000 w 252413"/>
                <a:gd name="connsiteY0" fmla="*/ 292100 h 338138"/>
                <a:gd name="connsiteX1" fmla="*/ 111125 w 252413"/>
                <a:gd name="connsiteY1" fmla="*/ 307975 h 338138"/>
                <a:gd name="connsiteX2" fmla="*/ 127000 w 252413"/>
                <a:gd name="connsiteY2" fmla="*/ 323850 h 338138"/>
                <a:gd name="connsiteX3" fmla="*/ 142875 w 252413"/>
                <a:gd name="connsiteY3" fmla="*/ 307975 h 338138"/>
                <a:gd name="connsiteX4" fmla="*/ 127000 w 252413"/>
                <a:gd name="connsiteY4" fmla="*/ 292100 h 338138"/>
                <a:gd name="connsiteX5" fmla="*/ 60637 w 252413"/>
                <a:gd name="connsiteY5" fmla="*/ 241300 h 338138"/>
                <a:gd name="connsiteX6" fmla="*/ 123259 w 252413"/>
                <a:gd name="connsiteY6" fmla="*/ 241300 h 338138"/>
                <a:gd name="connsiteX7" fmla="*/ 128588 w 252413"/>
                <a:gd name="connsiteY7" fmla="*/ 248356 h 338138"/>
                <a:gd name="connsiteX8" fmla="*/ 123259 w 252413"/>
                <a:gd name="connsiteY8" fmla="*/ 254000 h 338138"/>
                <a:gd name="connsiteX9" fmla="*/ 60637 w 252413"/>
                <a:gd name="connsiteY9" fmla="*/ 254000 h 338138"/>
                <a:gd name="connsiteX10" fmla="*/ 53975 w 252413"/>
                <a:gd name="connsiteY10" fmla="*/ 248356 h 338138"/>
                <a:gd name="connsiteX11" fmla="*/ 60637 w 252413"/>
                <a:gd name="connsiteY11" fmla="*/ 241300 h 338138"/>
                <a:gd name="connsiteX12" fmla="*/ 60637 w 252413"/>
                <a:gd name="connsiteY12" fmla="*/ 219075 h 338138"/>
                <a:gd name="connsiteX13" fmla="*/ 123259 w 252413"/>
                <a:gd name="connsiteY13" fmla="*/ 219075 h 338138"/>
                <a:gd name="connsiteX14" fmla="*/ 128588 w 252413"/>
                <a:gd name="connsiteY14" fmla="*/ 224720 h 338138"/>
                <a:gd name="connsiteX15" fmla="*/ 123259 w 252413"/>
                <a:gd name="connsiteY15" fmla="*/ 231775 h 338138"/>
                <a:gd name="connsiteX16" fmla="*/ 60637 w 252413"/>
                <a:gd name="connsiteY16" fmla="*/ 231775 h 338138"/>
                <a:gd name="connsiteX17" fmla="*/ 53975 w 252413"/>
                <a:gd name="connsiteY17" fmla="*/ 224720 h 338138"/>
                <a:gd name="connsiteX18" fmla="*/ 60637 w 252413"/>
                <a:gd name="connsiteY18" fmla="*/ 219075 h 338138"/>
                <a:gd name="connsiteX19" fmla="*/ 60637 w 252413"/>
                <a:gd name="connsiteY19" fmla="*/ 196850 h 338138"/>
                <a:gd name="connsiteX20" fmla="*/ 123259 w 252413"/>
                <a:gd name="connsiteY20" fmla="*/ 196850 h 338138"/>
                <a:gd name="connsiteX21" fmla="*/ 128588 w 252413"/>
                <a:gd name="connsiteY21" fmla="*/ 202407 h 338138"/>
                <a:gd name="connsiteX22" fmla="*/ 123259 w 252413"/>
                <a:gd name="connsiteY22" fmla="*/ 207963 h 338138"/>
                <a:gd name="connsiteX23" fmla="*/ 60637 w 252413"/>
                <a:gd name="connsiteY23" fmla="*/ 207963 h 338138"/>
                <a:gd name="connsiteX24" fmla="*/ 53975 w 252413"/>
                <a:gd name="connsiteY24" fmla="*/ 202407 h 338138"/>
                <a:gd name="connsiteX25" fmla="*/ 60637 w 252413"/>
                <a:gd name="connsiteY25" fmla="*/ 196850 h 338138"/>
                <a:gd name="connsiteX26" fmla="*/ 60637 w 252413"/>
                <a:gd name="connsiteY26" fmla="*/ 174625 h 338138"/>
                <a:gd name="connsiteX27" fmla="*/ 123259 w 252413"/>
                <a:gd name="connsiteY27" fmla="*/ 174625 h 338138"/>
                <a:gd name="connsiteX28" fmla="*/ 128588 w 252413"/>
                <a:gd name="connsiteY28" fmla="*/ 180182 h 338138"/>
                <a:gd name="connsiteX29" fmla="*/ 123259 w 252413"/>
                <a:gd name="connsiteY29" fmla="*/ 185738 h 338138"/>
                <a:gd name="connsiteX30" fmla="*/ 60637 w 252413"/>
                <a:gd name="connsiteY30" fmla="*/ 185738 h 338138"/>
                <a:gd name="connsiteX31" fmla="*/ 53975 w 252413"/>
                <a:gd name="connsiteY31" fmla="*/ 180182 h 338138"/>
                <a:gd name="connsiteX32" fmla="*/ 60637 w 252413"/>
                <a:gd name="connsiteY32" fmla="*/ 174625 h 338138"/>
                <a:gd name="connsiteX33" fmla="*/ 149784 w 252413"/>
                <a:gd name="connsiteY33" fmla="*/ 155575 h 338138"/>
                <a:gd name="connsiteX34" fmla="*/ 188356 w 252413"/>
                <a:gd name="connsiteY34" fmla="*/ 155575 h 338138"/>
                <a:gd name="connsiteX35" fmla="*/ 193676 w 252413"/>
                <a:gd name="connsiteY35" fmla="*/ 160852 h 338138"/>
                <a:gd name="connsiteX36" fmla="*/ 193676 w 252413"/>
                <a:gd name="connsiteY36" fmla="*/ 242642 h 338138"/>
                <a:gd name="connsiteX37" fmla="*/ 188356 w 252413"/>
                <a:gd name="connsiteY37" fmla="*/ 249238 h 338138"/>
                <a:gd name="connsiteX38" fmla="*/ 149784 w 252413"/>
                <a:gd name="connsiteY38" fmla="*/ 249238 h 338138"/>
                <a:gd name="connsiteX39" fmla="*/ 144463 w 252413"/>
                <a:gd name="connsiteY39" fmla="*/ 242642 h 338138"/>
                <a:gd name="connsiteX40" fmla="*/ 144463 w 252413"/>
                <a:gd name="connsiteY40" fmla="*/ 160852 h 338138"/>
                <a:gd name="connsiteX41" fmla="*/ 149784 w 252413"/>
                <a:gd name="connsiteY41" fmla="*/ 155575 h 338138"/>
                <a:gd name="connsiteX42" fmla="*/ 60637 w 252413"/>
                <a:gd name="connsiteY42" fmla="*/ 150813 h 338138"/>
                <a:gd name="connsiteX43" fmla="*/ 123259 w 252413"/>
                <a:gd name="connsiteY43" fmla="*/ 150813 h 338138"/>
                <a:gd name="connsiteX44" fmla="*/ 128588 w 252413"/>
                <a:gd name="connsiteY44" fmla="*/ 156987 h 338138"/>
                <a:gd name="connsiteX45" fmla="*/ 123259 w 252413"/>
                <a:gd name="connsiteY45" fmla="*/ 161926 h 338138"/>
                <a:gd name="connsiteX46" fmla="*/ 60637 w 252413"/>
                <a:gd name="connsiteY46" fmla="*/ 161926 h 338138"/>
                <a:gd name="connsiteX47" fmla="*/ 53975 w 252413"/>
                <a:gd name="connsiteY47" fmla="*/ 156987 h 338138"/>
                <a:gd name="connsiteX48" fmla="*/ 60637 w 252413"/>
                <a:gd name="connsiteY48" fmla="*/ 150813 h 338138"/>
                <a:gd name="connsiteX49" fmla="*/ 59267 w 252413"/>
                <a:gd name="connsiteY49" fmla="*/ 128588 h 338138"/>
                <a:gd name="connsiteX50" fmla="*/ 191559 w 252413"/>
                <a:gd name="connsiteY50" fmla="*/ 128588 h 338138"/>
                <a:gd name="connsiteX51" fmla="*/ 196850 w 252413"/>
                <a:gd name="connsiteY51" fmla="*/ 133527 h 338138"/>
                <a:gd name="connsiteX52" fmla="*/ 191559 w 252413"/>
                <a:gd name="connsiteY52" fmla="*/ 139701 h 338138"/>
                <a:gd name="connsiteX53" fmla="*/ 59267 w 252413"/>
                <a:gd name="connsiteY53" fmla="*/ 139701 h 338138"/>
                <a:gd name="connsiteX54" fmla="*/ 53975 w 252413"/>
                <a:gd name="connsiteY54" fmla="*/ 133527 h 338138"/>
                <a:gd name="connsiteX55" fmla="*/ 59267 w 252413"/>
                <a:gd name="connsiteY55" fmla="*/ 128588 h 338138"/>
                <a:gd name="connsiteX56" fmla="*/ 127568 w 252413"/>
                <a:gd name="connsiteY56" fmla="*/ 106363 h 338138"/>
                <a:gd name="connsiteX57" fmla="*/ 191522 w 252413"/>
                <a:gd name="connsiteY57" fmla="*/ 106363 h 338138"/>
                <a:gd name="connsiteX58" fmla="*/ 196851 w 252413"/>
                <a:gd name="connsiteY58" fmla="*/ 111125 h 338138"/>
                <a:gd name="connsiteX59" fmla="*/ 191522 w 252413"/>
                <a:gd name="connsiteY59" fmla="*/ 115888 h 338138"/>
                <a:gd name="connsiteX60" fmla="*/ 127568 w 252413"/>
                <a:gd name="connsiteY60" fmla="*/ 115888 h 338138"/>
                <a:gd name="connsiteX61" fmla="*/ 122238 w 252413"/>
                <a:gd name="connsiteY61" fmla="*/ 111125 h 338138"/>
                <a:gd name="connsiteX62" fmla="*/ 127568 w 252413"/>
                <a:gd name="connsiteY62" fmla="*/ 106363 h 338138"/>
                <a:gd name="connsiteX63" fmla="*/ 127568 w 252413"/>
                <a:gd name="connsiteY63" fmla="*/ 84138 h 338138"/>
                <a:gd name="connsiteX64" fmla="*/ 191522 w 252413"/>
                <a:gd name="connsiteY64" fmla="*/ 84138 h 338138"/>
                <a:gd name="connsiteX65" fmla="*/ 196851 w 252413"/>
                <a:gd name="connsiteY65" fmla="*/ 88900 h 338138"/>
                <a:gd name="connsiteX66" fmla="*/ 191522 w 252413"/>
                <a:gd name="connsiteY66" fmla="*/ 93663 h 338138"/>
                <a:gd name="connsiteX67" fmla="*/ 127568 w 252413"/>
                <a:gd name="connsiteY67" fmla="*/ 93663 h 338138"/>
                <a:gd name="connsiteX68" fmla="*/ 122238 w 252413"/>
                <a:gd name="connsiteY68" fmla="*/ 88900 h 338138"/>
                <a:gd name="connsiteX69" fmla="*/ 127568 w 252413"/>
                <a:gd name="connsiteY69" fmla="*/ 84138 h 338138"/>
                <a:gd name="connsiteX70" fmla="*/ 64136 w 252413"/>
                <a:gd name="connsiteY70" fmla="*/ 65088 h 338138"/>
                <a:gd name="connsiteX71" fmla="*/ 107316 w 252413"/>
                <a:gd name="connsiteY71" fmla="*/ 65088 h 338138"/>
                <a:gd name="connsiteX72" fmla="*/ 112713 w 252413"/>
                <a:gd name="connsiteY72" fmla="*/ 71702 h 338138"/>
                <a:gd name="connsiteX73" fmla="*/ 112713 w 252413"/>
                <a:gd name="connsiteY73" fmla="*/ 106098 h 338138"/>
                <a:gd name="connsiteX74" fmla="*/ 107316 w 252413"/>
                <a:gd name="connsiteY74" fmla="*/ 112713 h 338138"/>
                <a:gd name="connsiteX75" fmla="*/ 64136 w 252413"/>
                <a:gd name="connsiteY75" fmla="*/ 112713 h 338138"/>
                <a:gd name="connsiteX76" fmla="*/ 58738 w 252413"/>
                <a:gd name="connsiteY76" fmla="*/ 106098 h 338138"/>
                <a:gd name="connsiteX77" fmla="*/ 58738 w 252413"/>
                <a:gd name="connsiteY77" fmla="*/ 71702 h 338138"/>
                <a:gd name="connsiteX78" fmla="*/ 64136 w 252413"/>
                <a:gd name="connsiteY78" fmla="*/ 65088 h 338138"/>
                <a:gd name="connsiteX79" fmla="*/ 127568 w 252413"/>
                <a:gd name="connsiteY79" fmla="*/ 60325 h 338138"/>
                <a:gd name="connsiteX80" fmla="*/ 191522 w 252413"/>
                <a:gd name="connsiteY80" fmla="*/ 60325 h 338138"/>
                <a:gd name="connsiteX81" fmla="*/ 196851 w 252413"/>
                <a:gd name="connsiteY81" fmla="*/ 66499 h 338138"/>
                <a:gd name="connsiteX82" fmla="*/ 191522 w 252413"/>
                <a:gd name="connsiteY82" fmla="*/ 71438 h 338138"/>
                <a:gd name="connsiteX83" fmla="*/ 127568 w 252413"/>
                <a:gd name="connsiteY83" fmla="*/ 71438 h 338138"/>
                <a:gd name="connsiteX84" fmla="*/ 122238 w 252413"/>
                <a:gd name="connsiteY84" fmla="*/ 66499 h 338138"/>
                <a:gd name="connsiteX85" fmla="*/ 127568 w 252413"/>
                <a:gd name="connsiteY85" fmla="*/ 60325 h 338138"/>
                <a:gd name="connsiteX86" fmla="*/ 42572 w 252413"/>
                <a:gd name="connsiteY86" fmla="*/ 34925 h 338138"/>
                <a:gd name="connsiteX87" fmla="*/ 33338 w 252413"/>
                <a:gd name="connsiteY87" fmla="*/ 44126 h 338138"/>
                <a:gd name="connsiteX88" fmla="*/ 33338 w 252413"/>
                <a:gd name="connsiteY88" fmla="*/ 279400 h 338138"/>
                <a:gd name="connsiteX89" fmla="*/ 220663 w 252413"/>
                <a:gd name="connsiteY89" fmla="*/ 279400 h 338138"/>
                <a:gd name="connsiteX90" fmla="*/ 220663 w 252413"/>
                <a:gd name="connsiteY90" fmla="*/ 44126 h 338138"/>
                <a:gd name="connsiteX91" fmla="*/ 211429 w 252413"/>
                <a:gd name="connsiteY91" fmla="*/ 34925 h 338138"/>
                <a:gd name="connsiteX92" fmla="*/ 42572 w 252413"/>
                <a:gd name="connsiteY92" fmla="*/ 34925 h 338138"/>
                <a:gd name="connsiteX93" fmla="*/ 42069 w 252413"/>
                <a:gd name="connsiteY93" fmla="*/ 0 h 338138"/>
                <a:gd name="connsiteX94" fmla="*/ 210344 w 252413"/>
                <a:gd name="connsiteY94" fmla="*/ 0 h 338138"/>
                <a:gd name="connsiteX95" fmla="*/ 252413 w 252413"/>
                <a:gd name="connsiteY95" fmla="*/ 43588 h 338138"/>
                <a:gd name="connsiteX96" fmla="*/ 252413 w 252413"/>
                <a:gd name="connsiteY96" fmla="*/ 294550 h 338138"/>
                <a:gd name="connsiteX97" fmla="*/ 210344 w 252413"/>
                <a:gd name="connsiteY97" fmla="*/ 338138 h 338138"/>
                <a:gd name="connsiteX98" fmla="*/ 42069 w 252413"/>
                <a:gd name="connsiteY98" fmla="*/ 338138 h 338138"/>
                <a:gd name="connsiteX99" fmla="*/ 0 w 252413"/>
                <a:gd name="connsiteY99" fmla="*/ 294550 h 338138"/>
                <a:gd name="connsiteX100" fmla="*/ 0 w 252413"/>
                <a:gd name="connsiteY100" fmla="*/ 43588 h 338138"/>
                <a:gd name="connsiteX101" fmla="*/ 42069 w 252413"/>
                <a:gd name="connsiteY101" fmla="*/ 0 h 338138"/>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52412" h="338138">
                  <a:moveTo>
                    <a:pt x="127000" y="292100"/>
                  </a:moveTo>
                  <a:cubicBezTo>
                    <a:pt x="118232" y="292100"/>
                    <a:pt x="111125" y="299207"/>
                    <a:pt x="111125" y="307975"/>
                  </a:cubicBezTo>
                  <a:cubicBezTo>
                    <a:pt x="111125" y="316743"/>
                    <a:pt x="118232" y="323850"/>
                    <a:pt x="127000" y="323850"/>
                  </a:cubicBezTo>
                  <a:cubicBezTo>
                    <a:pt x="135768" y="323850"/>
                    <a:pt x="142875" y="316743"/>
                    <a:pt x="142875" y="307975"/>
                  </a:cubicBezTo>
                  <a:cubicBezTo>
                    <a:pt x="142875" y="299207"/>
                    <a:pt x="135768" y="292100"/>
                    <a:pt x="127000" y="292100"/>
                  </a:cubicBezTo>
                  <a:close/>
                  <a:moveTo>
                    <a:pt x="60637" y="241300"/>
                  </a:moveTo>
                  <a:cubicBezTo>
                    <a:pt x="60637" y="241300"/>
                    <a:pt x="60637" y="241300"/>
                    <a:pt x="123259" y="241300"/>
                  </a:cubicBezTo>
                  <a:cubicBezTo>
                    <a:pt x="127256" y="241300"/>
                    <a:pt x="128588" y="244122"/>
                    <a:pt x="128588" y="248356"/>
                  </a:cubicBezTo>
                  <a:cubicBezTo>
                    <a:pt x="128588" y="251178"/>
                    <a:pt x="127256" y="254000"/>
                    <a:pt x="123259" y="254000"/>
                  </a:cubicBezTo>
                  <a:cubicBezTo>
                    <a:pt x="123259" y="254000"/>
                    <a:pt x="123259" y="254000"/>
                    <a:pt x="60637" y="254000"/>
                  </a:cubicBezTo>
                  <a:cubicBezTo>
                    <a:pt x="56640" y="254000"/>
                    <a:pt x="53975" y="251178"/>
                    <a:pt x="53975" y="248356"/>
                  </a:cubicBezTo>
                  <a:cubicBezTo>
                    <a:pt x="53975" y="244122"/>
                    <a:pt x="56640" y="241300"/>
                    <a:pt x="60637" y="241300"/>
                  </a:cubicBezTo>
                  <a:close/>
                  <a:moveTo>
                    <a:pt x="60637" y="219075"/>
                  </a:moveTo>
                  <a:cubicBezTo>
                    <a:pt x="60637" y="219075"/>
                    <a:pt x="60637" y="219075"/>
                    <a:pt x="123259" y="219075"/>
                  </a:cubicBezTo>
                  <a:cubicBezTo>
                    <a:pt x="127256" y="219075"/>
                    <a:pt x="128588" y="221897"/>
                    <a:pt x="128588" y="224720"/>
                  </a:cubicBezTo>
                  <a:cubicBezTo>
                    <a:pt x="128588" y="228953"/>
                    <a:pt x="127256" y="231775"/>
                    <a:pt x="123259" y="231775"/>
                  </a:cubicBezTo>
                  <a:cubicBezTo>
                    <a:pt x="123259" y="231775"/>
                    <a:pt x="123259" y="231775"/>
                    <a:pt x="60637" y="231775"/>
                  </a:cubicBezTo>
                  <a:cubicBezTo>
                    <a:pt x="56640" y="231775"/>
                    <a:pt x="53975" y="228953"/>
                    <a:pt x="53975" y="224720"/>
                  </a:cubicBezTo>
                  <a:cubicBezTo>
                    <a:pt x="53975" y="221897"/>
                    <a:pt x="56640" y="219075"/>
                    <a:pt x="60637" y="219075"/>
                  </a:cubicBezTo>
                  <a:close/>
                  <a:moveTo>
                    <a:pt x="60637" y="196850"/>
                  </a:moveTo>
                  <a:cubicBezTo>
                    <a:pt x="60637" y="196850"/>
                    <a:pt x="60637" y="196850"/>
                    <a:pt x="123259" y="196850"/>
                  </a:cubicBezTo>
                  <a:cubicBezTo>
                    <a:pt x="127256" y="196850"/>
                    <a:pt x="128588" y="199628"/>
                    <a:pt x="128588" y="202407"/>
                  </a:cubicBezTo>
                  <a:cubicBezTo>
                    <a:pt x="128588" y="206574"/>
                    <a:pt x="127256" y="207963"/>
                    <a:pt x="123259" y="207963"/>
                  </a:cubicBezTo>
                  <a:cubicBezTo>
                    <a:pt x="123259" y="207963"/>
                    <a:pt x="123259" y="207963"/>
                    <a:pt x="60637" y="207963"/>
                  </a:cubicBezTo>
                  <a:cubicBezTo>
                    <a:pt x="56640" y="207963"/>
                    <a:pt x="53975" y="206574"/>
                    <a:pt x="53975" y="202407"/>
                  </a:cubicBezTo>
                  <a:cubicBezTo>
                    <a:pt x="53975" y="199628"/>
                    <a:pt x="56640" y="196850"/>
                    <a:pt x="60637" y="196850"/>
                  </a:cubicBezTo>
                  <a:close/>
                  <a:moveTo>
                    <a:pt x="60637" y="174625"/>
                  </a:moveTo>
                  <a:cubicBezTo>
                    <a:pt x="60637" y="174625"/>
                    <a:pt x="60637" y="174625"/>
                    <a:pt x="123259" y="174625"/>
                  </a:cubicBezTo>
                  <a:cubicBezTo>
                    <a:pt x="127256" y="174625"/>
                    <a:pt x="128588" y="177403"/>
                    <a:pt x="128588" y="180182"/>
                  </a:cubicBezTo>
                  <a:cubicBezTo>
                    <a:pt x="128588" y="182960"/>
                    <a:pt x="127256" y="185738"/>
                    <a:pt x="123259" y="185738"/>
                  </a:cubicBezTo>
                  <a:cubicBezTo>
                    <a:pt x="123259" y="185738"/>
                    <a:pt x="123259" y="185738"/>
                    <a:pt x="60637" y="185738"/>
                  </a:cubicBezTo>
                  <a:cubicBezTo>
                    <a:pt x="56640" y="185738"/>
                    <a:pt x="53975" y="182960"/>
                    <a:pt x="53975" y="180182"/>
                  </a:cubicBezTo>
                  <a:cubicBezTo>
                    <a:pt x="53975" y="177403"/>
                    <a:pt x="56640" y="174625"/>
                    <a:pt x="60637" y="174625"/>
                  </a:cubicBezTo>
                  <a:close/>
                  <a:moveTo>
                    <a:pt x="149784" y="155575"/>
                  </a:moveTo>
                  <a:cubicBezTo>
                    <a:pt x="149784" y="155575"/>
                    <a:pt x="149784" y="155575"/>
                    <a:pt x="188356" y="155575"/>
                  </a:cubicBezTo>
                  <a:cubicBezTo>
                    <a:pt x="191016" y="155575"/>
                    <a:pt x="193676" y="158214"/>
                    <a:pt x="193676" y="160852"/>
                  </a:cubicBezTo>
                  <a:cubicBezTo>
                    <a:pt x="193676" y="160852"/>
                    <a:pt x="193676" y="160852"/>
                    <a:pt x="193676" y="242642"/>
                  </a:cubicBezTo>
                  <a:cubicBezTo>
                    <a:pt x="193676" y="246600"/>
                    <a:pt x="191016" y="249238"/>
                    <a:pt x="188356" y="249238"/>
                  </a:cubicBezTo>
                  <a:cubicBezTo>
                    <a:pt x="188356" y="249238"/>
                    <a:pt x="188356" y="249238"/>
                    <a:pt x="149784" y="249238"/>
                  </a:cubicBezTo>
                  <a:cubicBezTo>
                    <a:pt x="147123" y="249238"/>
                    <a:pt x="144463" y="246600"/>
                    <a:pt x="144463" y="242642"/>
                  </a:cubicBezTo>
                  <a:cubicBezTo>
                    <a:pt x="144463" y="242642"/>
                    <a:pt x="144463" y="242642"/>
                    <a:pt x="144463" y="160852"/>
                  </a:cubicBezTo>
                  <a:cubicBezTo>
                    <a:pt x="144463" y="158214"/>
                    <a:pt x="147123" y="155575"/>
                    <a:pt x="149784" y="155575"/>
                  </a:cubicBezTo>
                  <a:close/>
                  <a:moveTo>
                    <a:pt x="60637" y="150813"/>
                  </a:moveTo>
                  <a:cubicBezTo>
                    <a:pt x="60637" y="150813"/>
                    <a:pt x="60637" y="150813"/>
                    <a:pt x="123259" y="150813"/>
                  </a:cubicBezTo>
                  <a:cubicBezTo>
                    <a:pt x="127256" y="150813"/>
                    <a:pt x="128588" y="153283"/>
                    <a:pt x="128588" y="156987"/>
                  </a:cubicBezTo>
                  <a:cubicBezTo>
                    <a:pt x="128588" y="159457"/>
                    <a:pt x="127256" y="161926"/>
                    <a:pt x="123259" y="161926"/>
                  </a:cubicBezTo>
                  <a:cubicBezTo>
                    <a:pt x="123259" y="161926"/>
                    <a:pt x="123259" y="161926"/>
                    <a:pt x="60637" y="161926"/>
                  </a:cubicBezTo>
                  <a:cubicBezTo>
                    <a:pt x="56640" y="161926"/>
                    <a:pt x="53975" y="159457"/>
                    <a:pt x="53975" y="156987"/>
                  </a:cubicBezTo>
                  <a:cubicBezTo>
                    <a:pt x="53975" y="153283"/>
                    <a:pt x="56640" y="150813"/>
                    <a:pt x="60637" y="150813"/>
                  </a:cubicBezTo>
                  <a:close/>
                  <a:moveTo>
                    <a:pt x="59267" y="128588"/>
                  </a:moveTo>
                  <a:cubicBezTo>
                    <a:pt x="59267" y="128588"/>
                    <a:pt x="59267" y="128588"/>
                    <a:pt x="191559" y="128588"/>
                  </a:cubicBezTo>
                  <a:cubicBezTo>
                    <a:pt x="194204" y="128588"/>
                    <a:pt x="196850" y="131058"/>
                    <a:pt x="196850" y="133527"/>
                  </a:cubicBezTo>
                  <a:cubicBezTo>
                    <a:pt x="196850" y="137232"/>
                    <a:pt x="194204" y="139701"/>
                    <a:pt x="191559" y="139701"/>
                  </a:cubicBezTo>
                  <a:cubicBezTo>
                    <a:pt x="191559" y="139701"/>
                    <a:pt x="191559" y="139701"/>
                    <a:pt x="59267" y="139701"/>
                  </a:cubicBezTo>
                  <a:cubicBezTo>
                    <a:pt x="56621" y="139701"/>
                    <a:pt x="53975" y="137232"/>
                    <a:pt x="53975" y="133527"/>
                  </a:cubicBezTo>
                  <a:cubicBezTo>
                    <a:pt x="53975" y="131058"/>
                    <a:pt x="56621" y="128588"/>
                    <a:pt x="59267" y="128588"/>
                  </a:cubicBezTo>
                  <a:close/>
                  <a:moveTo>
                    <a:pt x="127568" y="106363"/>
                  </a:moveTo>
                  <a:cubicBezTo>
                    <a:pt x="127568" y="106363"/>
                    <a:pt x="127568" y="106363"/>
                    <a:pt x="191522" y="106363"/>
                  </a:cubicBezTo>
                  <a:cubicBezTo>
                    <a:pt x="194186" y="106363"/>
                    <a:pt x="196851" y="108744"/>
                    <a:pt x="196851" y="111125"/>
                  </a:cubicBezTo>
                  <a:cubicBezTo>
                    <a:pt x="196851" y="114697"/>
                    <a:pt x="194186" y="115888"/>
                    <a:pt x="191522" y="115888"/>
                  </a:cubicBezTo>
                  <a:cubicBezTo>
                    <a:pt x="191522" y="115888"/>
                    <a:pt x="191522" y="115888"/>
                    <a:pt x="127568" y="115888"/>
                  </a:cubicBezTo>
                  <a:cubicBezTo>
                    <a:pt x="124903" y="115888"/>
                    <a:pt x="122238" y="114697"/>
                    <a:pt x="122238" y="111125"/>
                  </a:cubicBezTo>
                  <a:cubicBezTo>
                    <a:pt x="122238" y="108744"/>
                    <a:pt x="124903" y="106363"/>
                    <a:pt x="127568" y="106363"/>
                  </a:cubicBezTo>
                  <a:close/>
                  <a:moveTo>
                    <a:pt x="127568" y="84138"/>
                  </a:moveTo>
                  <a:cubicBezTo>
                    <a:pt x="127568" y="84138"/>
                    <a:pt x="127568" y="84138"/>
                    <a:pt x="191522" y="84138"/>
                  </a:cubicBezTo>
                  <a:cubicBezTo>
                    <a:pt x="194186" y="84138"/>
                    <a:pt x="196851" y="86519"/>
                    <a:pt x="196851" y="88900"/>
                  </a:cubicBezTo>
                  <a:cubicBezTo>
                    <a:pt x="196851" y="91282"/>
                    <a:pt x="194186" y="93663"/>
                    <a:pt x="191522" y="93663"/>
                  </a:cubicBezTo>
                  <a:cubicBezTo>
                    <a:pt x="191522" y="93663"/>
                    <a:pt x="191522" y="93663"/>
                    <a:pt x="127568" y="93663"/>
                  </a:cubicBezTo>
                  <a:cubicBezTo>
                    <a:pt x="124903" y="93663"/>
                    <a:pt x="122238" y="91282"/>
                    <a:pt x="122238" y="88900"/>
                  </a:cubicBezTo>
                  <a:cubicBezTo>
                    <a:pt x="122238" y="86519"/>
                    <a:pt x="124903" y="84138"/>
                    <a:pt x="127568" y="84138"/>
                  </a:cubicBezTo>
                  <a:close/>
                  <a:moveTo>
                    <a:pt x="64136" y="65088"/>
                  </a:moveTo>
                  <a:cubicBezTo>
                    <a:pt x="64136" y="65088"/>
                    <a:pt x="64136" y="65088"/>
                    <a:pt x="107316" y="65088"/>
                  </a:cubicBezTo>
                  <a:cubicBezTo>
                    <a:pt x="110014" y="65088"/>
                    <a:pt x="112713" y="67734"/>
                    <a:pt x="112713" y="71702"/>
                  </a:cubicBezTo>
                  <a:cubicBezTo>
                    <a:pt x="112713" y="71702"/>
                    <a:pt x="112713" y="71702"/>
                    <a:pt x="112713" y="106098"/>
                  </a:cubicBezTo>
                  <a:cubicBezTo>
                    <a:pt x="112713" y="110067"/>
                    <a:pt x="110014" y="112713"/>
                    <a:pt x="107316" y="112713"/>
                  </a:cubicBezTo>
                  <a:cubicBezTo>
                    <a:pt x="107316" y="112713"/>
                    <a:pt x="107316" y="112713"/>
                    <a:pt x="64136" y="112713"/>
                  </a:cubicBezTo>
                  <a:cubicBezTo>
                    <a:pt x="61437" y="112713"/>
                    <a:pt x="58738" y="110067"/>
                    <a:pt x="58738" y="106098"/>
                  </a:cubicBezTo>
                  <a:cubicBezTo>
                    <a:pt x="58738" y="106098"/>
                    <a:pt x="58738" y="106098"/>
                    <a:pt x="58738" y="71702"/>
                  </a:cubicBezTo>
                  <a:cubicBezTo>
                    <a:pt x="58738" y="67734"/>
                    <a:pt x="61437" y="65088"/>
                    <a:pt x="64136" y="65088"/>
                  </a:cubicBezTo>
                  <a:close/>
                  <a:moveTo>
                    <a:pt x="127568" y="60325"/>
                  </a:moveTo>
                  <a:cubicBezTo>
                    <a:pt x="127568" y="60325"/>
                    <a:pt x="127568" y="60325"/>
                    <a:pt x="191522" y="60325"/>
                  </a:cubicBezTo>
                  <a:cubicBezTo>
                    <a:pt x="194186" y="60325"/>
                    <a:pt x="196851" y="62794"/>
                    <a:pt x="196851" y="66499"/>
                  </a:cubicBezTo>
                  <a:cubicBezTo>
                    <a:pt x="196851" y="68968"/>
                    <a:pt x="194186" y="71438"/>
                    <a:pt x="191522" y="71438"/>
                  </a:cubicBezTo>
                  <a:cubicBezTo>
                    <a:pt x="191522" y="71438"/>
                    <a:pt x="191522" y="71438"/>
                    <a:pt x="127568" y="71438"/>
                  </a:cubicBezTo>
                  <a:cubicBezTo>
                    <a:pt x="124903" y="71438"/>
                    <a:pt x="122238" y="68968"/>
                    <a:pt x="122238" y="66499"/>
                  </a:cubicBezTo>
                  <a:cubicBezTo>
                    <a:pt x="122238" y="62794"/>
                    <a:pt x="124903" y="60325"/>
                    <a:pt x="127568" y="60325"/>
                  </a:cubicBezTo>
                  <a:close/>
                  <a:moveTo>
                    <a:pt x="42572" y="34925"/>
                  </a:moveTo>
                  <a:cubicBezTo>
                    <a:pt x="37295" y="34925"/>
                    <a:pt x="33338" y="38868"/>
                    <a:pt x="33338" y="44126"/>
                  </a:cubicBezTo>
                  <a:lnTo>
                    <a:pt x="33338" y="279400"/>
                  </a:lnTo>
                  <a:cubicBezTo>
                    <a:pt x="33338" y="279400"/>
                    <a:pt x="33338" y="279400"/>
                    <a:pt x="220663" y="279400"/>
                  </a:cubicBezTo>
                  <a:cubicBezTo>
                    <a:pt x="220663" y="279400"/>
                    <a:pt x="220663" y="279400"/>
                    <a:pt x="220663" y="44126"/>
                  </a:cubicBezTo>
                  <a:cubicBezTo>
                    <a:pt x="220663" y="38868"/>
                    <a:pt x="216706" y="34925"/>
                    <a:pt x="211429" y="34925"/>
                  </a:cubicBezTo>
                  <a:cubicBezTo>
                    <a:pt x="211429" y="34925"/>
                    <a:pt x="211429" y="34925"/>
                    <a:pt x="42572" y="34925"/>
                  </a:cubicBezTo>
                  <a:close/>
                  <a:moveTo>
                    <a:pt x="42069" y="0"/>
                  </a:moveTo>
                  <a:cubicBezTo>
                    <a:pt x="42069" y="0"/>
                    <a:pt x="42069" y="0"/>
                    <a:pt x="210344" y="0"/>
                  </a:cubicBezTo>
                  <a:cubicBezTo>
                    <a:pt x="234008" y="0"/>
                    <a:pt x="252413" y="19813"/>
                    <a:pt x="252413" y="43588"/>
                  </a:cubicBezTo>
                  <a:cubicBezTo>
                    <a:pt x="252413" y="43588"/>
                    <a:pt x="252413" y="43588"/>
                    <a:pt x="252413" y="294550"/>
                  </a:cubicBezTo>
                  <a:cubicBezTo>
                    <a:pt x="252413" y="318325"/>
                    <a:pt x="234008" y="338138"/>
                    <a:pt x="210344" y="338138"/>
                  </a:cubicBezTo>
                  <a:cubicBezTo>
                    <a:pt x="210344" y="338138"/>
                    <a:pt x="210344" y="338138"/>
                    <a:pt x="42069" y="338138"/>
                  </a:cubicBezTo>
                  <a:cubicBezTo>
                    <a:pt x="18405" y="338138"/>
                    <a:pt x="0" y="318325"/>
                    <a:pt x="0" y="294550"/>
                  </a:cubicBezTo>
                  <a:cubicBezTo>
                    <a:pt x="0" y="294550"/>
                    <a:pt x="0" y="294550"/>
                    <a:pt x="0" y="43588"/>
                  </a:cubicBezTo>
                  <a:cubicBezTo>
                    <a:pt x="0" y="19813"/>
                    <a:pt x="18405" y="0"/>
                    <a:pt x="42069" y="0"/>
                  </a:cubicBezTo>
                  <a:close/>
                </a:path>
              </a:pathLst>
            </a:custGeom>
            <a:solidFill>
              <a:schemeClr val="bg1"/>
            </a:solidFill>
            <a:ln>
              <a:noFill/>
            </a:ln>
            <a:extLst/>
          </p:spPr>
          <p:txBody>
            <a:bodyPr anchor="ctr"/>
            <a:lstStyle/>
            <a:p>
              <a:pPr algn="ctr"/>
              <a:endParaRPr/>
            </a:p>
          </p:txBody>
        </p:sp>
        <p:sp>
          <p:nvSpPr>
            <p:cNvPr id="60" name="任意多边形: 形状 17" title="xKpUrv6ycS">
              <a:extLst>
                <a:ext uri="{FF2B5EF4-FFF2-40B4-BE49-F238E27FC236}">
                  <a16:creationId xmlns:a16="http://schemas.microsoft.com/office/drawing/2014/main" id="{82959096-97A6-4FF4-AB64-1E992A18802A}"/>
                </a:ext>
              </a:extLst>
            </p:cNvPr>
            <p:cNvSpPr>
              <a:spLocks noChangeAspect="1"/>
            </p:cNvSpPr>
            <p:nvPr/>
          </p:nvSpPr>
          <p:spPr bwMode="auto">
            <a:xfrm>
              <a:off x="5833803" y="1935670"/>
              <a:ext cx="547229" cy="686402"/>
            </a:xfrm>
            <a:custGeom>
              <a:gdLst>
                <a:gd name="connsiteX0" fmla="*/ 79065 w 268312"/>
                <a:gd name="connsiteY0" fmla="*/ 303213 h 336550"/>
                <a:gd name="connsiteX1" fmla="*/ 69850 w 268312"/>
                <a:gd name="connsiteY1" fmla="*/ 311945 h 336550"/>
                <a:gd name="connsiteX2" fmla="*/ 79065 w 268312"/>
                <a:gd name="connsiteY2" fmla="*/ 320676 h 336550"/>
                <a:gd name="connsiteX3" fmla="*/ 114610 w 268312"/>
                <a:gd name="connsiteY3" fmla="*/ 320676 h 336550"/>
                <a:gd name="connsiteX4" fmla="*/ 123825 w 268312"/>
                <a:gd name="connsiteY4" fmla="*/ 311945 h 336550"/>
                <a:gd name="connsiteX5" fmla="*/ 114610 w 268312"/>
                <a:gd name="connsiteY5" fmla="*/ 303213 h 336550"/>
                <a:gd name="connsiteX6" fmla="*/ 79065 w 268312"/>
                <a:gd name="connsiteY6" fmla="*/ 303213 h 336550"/>
                <a:gd name="connsiteX7" fmla="*/ 184235 w 268312"/>
                <a:gd name="connsiteY7" fmla="*/ 119063 h 336550"/>
                <a:gd name="connsiteX8" fmla="*/ 181644 w 268312"/>
                <a:gd name="connsiteY8" fmla="*/ 121725 h 336550"/>
                <a:gd name="connsiteX9" fmla="*/ 181644 w 268312"/>
                <a:gd name="connsiteY9" fmla="*/ 125717 h 336550"/>
                <a:gd name="connsiteX10" fmla="*/ 177759 w 268312"/>
                <a:gd name="connsiteY10" fmla="*/ 131039 h 336550"/>
                <a:gd name="connsiteX11" fmla="*/ 164808 w 268312"/>
                <a:gd name="connsiteY11" fmla="*/ 148339 h 336550"/>
                <a:gd name="connsiteX12" fmla="*/ 175169 w 268312"/>
                <a:gd name="connsiteY12" fmla="*/ 165638 h 336550"/>
                <a:gd name="connsiteX13" fmla="*/ 186825 w 268312"/>
                <a:gd name="connsiteY13" fmla="*/ 170961 h 336550"/>
                <a:gd name="connsiteX14" fmla="*/ 192005 w 268312"/>
                <a:gd name="connsiteY14" fmla="*/ 173622 h 336550"/>
                <a:gd name="connsiteX15" fmla="*/ 190710 w 268312"/>
                <a:gd name="connsiteY15" fmla="*/ 185598 h 336550"/>
                <a:gd name="connsiteX16" fmla="*/ 181644 w 268312"/>
                <a:gd name="connsiteY16" fmla="*/ 186929 h 336550"/>
                <a:gd name="connsiteX17" fmla="*/ 169989 w 268312"/>
                <a:gd name="connsiteY17" fmla="*/ 182937 h 336550"/>
                <a:gd name="connsiteX18" fmla="*/ 166103 w 268312"/>
                <a:gd name="connsiteY18" fmla="*/ 184268 h 336550"/>
                <a:gd name="connsiteX19" fmla="*/ 164808 w 268312"/>
                <a:gd name="connsiteY19" fmla="*/ 190921 h 336550"/>
                <a:gd name="connsiteX20" fmla="*/ 166103 w 268312"/>
                <a:gd name="connsiteY20" fmla="*/ 196244 h 336550"/>
                <a:gd name="connsiteX21" fmla="*/ 177759 w 268312"/>
                <a:gd name="connsiteY21" fmla="*/ 198905 h 336550"/>
                <a:gd name="connsiteX22" fmla="*/ 180349 w 268312"/>
                <a:gd name="connsiteY22" fmla="*/ 202898 h 336550"/>
                <a:gd name="connsiteX23" fmla="*/ 180349 w 268312"/>
                <a:gd name="connsiteY23" fmla="*/ 206890 h 336550"/>
                <a:gd name="connsiteX24" fmla="*/ 182939 w 268312"/>
                <a:gd name="connsiteY24" fmla="*/ 209551 h 336550"/>
                <a:gd name="connsiteX25" fmla="*/ 189415 w 268312"/>
                <a:gd name="connsiteY25" fmla="*/ 209551 h 336550"/>
                <a:gd name="connsiteX26" fmla="*/ 192005 w 268312"/>
                <a:gd name="connsiteY26" fmla="*/ 206890 h 336550"/>
                <a:gd name="connsiteX27" fmla="*/ 192005 w 268312"/>
                <a:gd name="connsiteY27" fmla="*/ 201567 h 336550"/>
                <a:gd name="connsiteX28" fmla="*/ 194595 w 268312"/>
                <a:gd name="connsiteY28" fmla="*/ 197575 h 336550"/>
                <a:gd name="connsiteX29" fmla="*/ 204956 w 268312"/>
                <a:gd name="connsiteY29" fmla="*/ 190921 h 336550"/>
                <a:gd name="connsiteX30" fmla="*/ 199775 w 268312"/>
                <a:gd name="connsiteY30" fmla="*/ 160315 h 336550"/>
                <a:gd name="connsiteX31" fmla="*/ 188120 w 268312"/>
                <a:gd name="connsiteY31" fmla="*/ 154992 h 336550"/>
                <a:gd name="connsiteX32" fmla="*/ 182939 w 268312"/>
                <a:gd name="connsiteY32" fmla="*/ 152331 h 336550"/>
                <a:gd name="connsiteX33" fmla="*/ 184235 w 268312"/>
                <a:gd name="connsiteY33" fmla="*/ 141685 h 336550"/>
                <a:gd name="connsiteX34" fmla="*/ 188120 w 268312"/>
                <a:gd name="connsiteY34" fmla="*/ 141685 h 336550"/>
                <a:gd name="connsiteX35" fmla="*/ 201071 w 268312"/>
                <a:gd name="connsiteY35" fmla="*/ 144347 h 336550"/>
                <a:gd name="connsiteX36" fmla="*/ 204956 w 268312"/>
                <a:gd name="connsiteY36" fmla="*/ 143016 h 336550"/>
                <a:gd name="connsiteX37" fmla="*/ 207546 w 268312"/>
                <a:gd name="connsiteY37" fmla="*/ 135032 h 336550"/>
                <a:gd name="connsiteX38" fmla="*/ 204956 w 268312"/>
                <a:gd name="connsiteY38" fmla="*/ 132370 h 336550"/>
                <a:gd name="connsiteX39" fmla="*/ 197185 w 268312"/>
                <a:gd name="connsiteY39" fmla="*/ 129709 h 336550"/>
                <a:gd name="connsiteX40" fmla="*/ 193300 w 268312"/>
                <a:gd name="connsiteY40" fmla="*/ 124386 h 336550"/>
                <a:gd name="connsiteX41" fmla="*/ 186825 w 268312"/>
                <a:gd name="connsiteY41" fmla="*/ 119063 h 336550"/>
                <a:gd name="connsiteX42" fmla="*/ 184235 w 268312"/>
                <a:gd name="connsiteY42" fmla="*/ 119063 h 336550"/>
                <a:gd name="connsiteX43" fmla="*/ 187192 w 268312"/>
                <a:gd name="connsiteY43" fmla="*/ 84090 h 336550"/>
                <a:gd name="connsiteX44" fmla="*/ 244570 w 268312"/>
                <a:gd name="connsiteY44" fmla="*/ 107760 h 336550"/>
                <a:gd name="connsiteX45" fmla="*/ 244570 w 268312"/>
                <a:gd name="connsiteY45" fmla="*/ 222168 h 336550"/>
                <a:gd name="connsiteX46" fmla="*/ 145642 w 268312"/>
                <a:gd name="connsiteY46" fmla="*/ 234003 h 336550"/>
                <a:gd name="connsiteX47" fmla="*/ 111347 w 268312"/>
                <a:gd name="connsiteY47" fmla="*/ 243208 h 336550"/>
                <a:gd name="connsiteX48" fmla="*/ 110028 w 268312"/>
                <a:gd name="connsiteY48" fmla="*/ 237948 h 336550"/>
                <a:gd name="connsiteX49" fmla="*/ 127175 w 268312"/>
                <a:gd name="connsiteY49" fmla="*/ 218223 h 336550"/>
                <a:gd name="connsiteX50" fmla="*/ 125856 w 268312"/>
                <a:gd name="connsiteY50" fmla="*/ 218223 h 336550"/>
                <a:gd name="connsiteX51" fmla="*/ 129813 w 268312"/>
                <a:gd name="connsiteY51" fmla="*/ 107760 h 336550"/>
                <a:gd name="connsiteX52" fmla="*/ 187192 w 268312"/>
                <a:gd name="connsiteY52" fmla="*/ 84090 h 336550"/>
                <a:gd name="connsiteX53" fmla="*/ 36992 w 268312"/>
                <a:gd name="connsiteY53" fmla="*/ 0 h 336550"/>
                <a:gd name="connsiteX54" fmla="*/ 161179 w 268312"/>
                <a:gd name="connsiteY54" fmla="*/ 0 h 336550"/>
                <a:gd name="connsiteX55" fmla="*/ 196850 w 268312"/>
                <a:gd name="connsiteY55" fmla="*/ 36810 h 336550"/>
                <a:gd name="connsiteX56" fmla="*/ 196850 w 268312"/>
                <a:gd name="connsiteY56" fmla="*/ 67047 h 336550"/>
                <a:gd name="connsiteX57" fmla="*/ 187602 w 268312"/>
                <a:gd name="connsiteY57" fmla="*/ 67047 h 336550"/>
                <a:gd name="connsiteX58" fmla="*/ 178354 w 268312"/>
                <a:gd name="connsiteY58" fmla="*/ 67047 h 336550"/>
                <a:gd name="connsiteX59" fmla="*/ 178354 w 268312"/>
                <a:gd name="connsiteY59" fmla="*/ 60474 h 336550"/>
                <a:gd name="connsiteX60" fmla="*/ 178354 w 268312"/>
                <a:gd name="connsiteY60" fmla="*/ 59159 h 336550"/>
                <a:gd name="connsiteX61" fmla="*/ 169106 w 268312"/>
                <a:gd name="connsiteY61" fmla="*/ 48642 h 336550"/>
                <a:gd name="connsiteX62" fmla="*/ 29065 w 268312"/>
                <a:gd name="connsiteY62" fmla="*/ 48642 h 336550"/>
                <a:gd name="connsiteX63" fmla="*/ 19817 w 268312"/>
                <a:gd name="connsiteY63" fmla="*/ 59159 h 336550"/>
                <a:gd name="connsiteX64" fmla="*/ 19817 w 268312"/>
                <a:gd name="connsiteY64" fmla="*/ 278706 h 336550"/>
                <a:gd name="connsiteX65" fmla="*/ 29065 w 268312"/>
                <a:gd name="connsiteY65" fmla="*/ 287908 h 336550"/>
                <a:gd name="connsiteX66" fmla="*/ 169106 w 268312"/>
                <a:gd name="connsiteY66" fmla="*/ 287908 h 336550"/>
                <a:gd name="connsiteX67" fmla="*/ 178354 w 268312"/>
                <a:gd name="connsiteY67" fmla="*/ 278706 h 336550"/>
                <a:gd name="connsiteX68" fmla="*/ 178354 w 268312"/>
                <a:gd name="connsiteY68" fmla="*/ 261615 h 336550"/>
                <a:gd name="connsiteX69" fmla="*/ 187602 w 268312"/>
                <a:gd name="connsiteY69" fmla="*/ 262930 h 336550"/>
                <a:gd name="connsiteX70" fmla="*/ 196850 w 268312"/>
                <a:gd name="connsiteY70" fmla="*/ 261615 h 336550"/>
                <a:gd name="connsiteX71" fmla="*/ 196850 w 268312"/>
                <a:gd name="connsiteY71" fmla="*/ 299740 h 336550"/>
                <a:gd name="connsiteX72" fmla="*/ 161179 w 268312"/>
                <a:gd name="connsiteY72" fmla="*/ 336550 h 336550"/>
                <a:gd name="connsiteX73" fmla="*/ 36992 w 268312"/>
                <a:gd name="connsiteY73" fmla="*/ 336550 h 336550"/>
                <a:gd name="connsiteX74" fmla="*/ 0 w 268312"/>
                <a:gd name="connsiteY74" fmla="*/ 299740 h 336550"/>
                <a:gd name="connsiteX75" fmla="*/ 0 w 268312"/>
                <a:gd name="connsiteY75" fmla="*/ 36810 h 336550"/>
                <a:gd name="connsiteX76" fmla="*/ 36992 w 268312"/>
                <a:gd name="connsiteY76" fmla="*/ 0 h 336550"/>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268312" h="336550">
                  <a:moveTo>
                    <a:pt x="79065" y="303213"/>
                  </a:moveTo>
                  <a:cubicBezTo>
                    <a:pt x="73799" y="303213"/>
                    <a:pt x="69850" y="306955"/>
                    <a:pt x="69850" y="311945"/>
                  </a:cubicBezTo>
                  <a:cubicBezTo>
                    <a:pt x="69850" y="316934"/>
                    <a:pt x="73799" y="320676"/>
                    <a:pt x="79065" y="320676"/>
                  </a:cubicBezTo>
                  <a:cubicBezTo>
                    <a:pt x="79065" y="320676"/>
                    <a:pt x="79065" y="320676"/>
                    <a:pt x="114610" y="320676"/>
                  </a:cubicBezTo>
                  <a:cubicBezTo>
                    <a:pt x="119875" y="320676"/>
                    <a:pt x="123825" y="316934"/>
                    <a:pt x="123825" y="311945"/>
                  </a:cubicBezTo>
                  <a:cubicBezTo>
                    <a:pt x="123825" y="306955"/>
                    <a:pt x="119875" y="303213"/>
                    <a:pt x="114610" y="303213"/>
                  </a:cubicBezTo>
                  <a:cubicBezTo>
                    <a:pt x="114610" y="303213"/>
                    <a:pt x="114610" y="303213"/>
                    <a:pt x="79065" y="303213"/>
                  </a:cubicBezTo>
                  <a:close/>
                  <a:moveTo>
                    <a:pt x="184235" y="119063"/>
                  </a:moveTo>
                  <a:cubicBezTo>
                    <a:pt x="181644" y="119063"/>
                    <a:pt x="181644" y="119063"/>
                    <a:pt x="181644" y="121725"/>
                  </a:cubicBezTo>
                  <a:cubicBezTo>
                    <a:pt x="181644" y="121725"/>
                    <a:pt x="181644" y="121725"/>
                    <a:pt x="181644" y="125717"/>
                  </a:cubicBezTo>
                  <a:cubicBezTo>
                    <a:pt x="181644" y="129709"/>
                    <a:pt x="181644" y="129709"/>
                    <a:pt x="177759" y="131039"/>
                  </a:cubicBezTo>
                  <a:cubicBezTo>
                    <a:pt x="169989" y="133701"/>
                    <a:pt x="164808" y="139024"/>
                    <a:pt x="164808" y="148339"/>
                  </a:cubicBezTo>
                  <a:cubicBezTo>
                    <a:pt x="164808" y="156323"/>
                    <a:pt x="168694" y="161646"/>
                    <a:pt x="175169" y="165638"/>
                  </a:cubicBezTo>
                  <a:cubicBezTo>
                    <a:pt x="179054" y="168299"/>
                    <a:pt x="182939" y="169630"/>
                    <a:pt x="186825" y="170961"/>
                  </a:cubicBezTo>
                  <a:cubicBezTo>
                    <a:pt x="188120" y="172291"/>
                    <a:pt x="190710" y="172291"/>
                    <a:pt x="192005" y="173622"/>
                  </a:cubicBezTo>
                  <a:cubicBezTo>
                    <a:pt x="195890" y="177614"/>
                    <a:pt x="194595" y="182937"/>
                    <a:pt x="190710" y="185598"/>
                  </a:cubicBezTo>
                  <a:cubicBezTo>
                    <a:pt x="188120" y="186929"/>
                    <a:pt x="184235" y="186929"/>
                    <a:pt x="181644" y="186929"/>
                  </a:cubicBezTo>
                  <a:cubicBezTo>
                    <a:pt x="177759" y="185598"/>
                    <a:pt x="173874" y="184268"/>
                    <a:pt x="169989" y="182937"/>
                  </a:cubicBezTo>
                  <a:cubicBezTo>
                    <a:pt x="167398" y="181606"/>
                    <a:pt x="167398" y="181606"/>
                    <a:pt x="166103" y="184268"/>
                  </a:cubicBezTo>
                  <a:cubicBezTo>
                    <a:pt x="166103" y="186929"/>
                    <a:pt x="164808" y="188260"/>
                    <a:pt x="164808" y="190921"/>
                  </a:cubicBezTo>
                  <a:cubicBezTo>
                    <a:pt x="163513" y="193583"/>
                    <a:pt x="163513" y="194913"/>
                    <a:pt x="166103" y="196244"/>
                  </a:cubicBezTo>
                  <a:cubicBezTo>
                    <a:pt x="169989" y="197575"/>
                    <a:pt x="173874" y="198905"/>
                    <a:pt x="177759" y="198905"/>
                  </a:cubicBezTo>
                  <a:cubicBezTo>
                    <a:pt x="180349" y="198905"/>
                    <a:pt x="180349" y="198905"/>
                    <a:pt x="180349" y="202898"/>
                  </a:cubicBezTo>
                  <a:cubicBezTo>
                    <a:pt x="180349" y="204228"/>
                    <a:pt x="180349" y="205559"/>
                    <a:pt x="180349" y="206890"/>
                  </a:cubicBezTo>
                  <a:cubicBezTo>
                    <a:pt x="180349" y="208220"/>
                    <a:pt x="181644" y="209551"/>
                    <a:pt x="182939" y="209551"/>
                  </a:cubicBezTo>
                  <a:cubicBezTo>
                    <a:pt x="185530" y="209551"/>
                    <a:pt x="188120" y="209551"/>
                    <a:pt x="189415" y="209551"/>
                  </a:cubicBezTo>
                  <a:cubicBezTo>
                    <a:pt x="190710" y="209551"/>
                    <a:pt x="192005" y="208220"/>
                    <a:pt x="192005" y="206890"/>
                  </a:cubicBezTo>
                  <a:cubicBezTo>
                    <a:pt x="192005" y="205559"/>
                    <a:pt x="192005" y="202898"/>
                    <a:pt x="192005" y="201567"/>
                  </a:cubicBezTo>
                  <a:cubicBezTo>
                    <a:pt x="192005" y="198905"/>
                    <a:pt x="193300" y="198905"/>
                    <a:pt x="194595" y="197575"/>
                  </a:cubicBezTo>
                  <a:cubicBezTo>
                    <a:pt x="198480" y="196244"/>
                    <a:pt x="202366" y="193583"/>
                    <a:pt x="204956" y="190921"/>
                  </a:cubicBezTo>
                  <a:cubicBezTo>
                    <a:pt x="212726" y="180276"/>
                    <a:pt x="210136" y="166969"/>
                    <a:pt x="199775" y="160315"/>
                  </a:cubicBezTo>
                  <a:cubicBezTo>
                    <a:pt x="195890" y="157654"/>
                    <a:pt x="192005" y="156323"/>
                    <a:pt x="188120" y="154992"/>
                  </a:cubicBezTo>
                  <a:cubicBezTo>
                    <a:pt x="186825" y="153661"/>
                    <a:pt x="184235" y="153661"/>
                    <a:pt x="182939" y="152331"/>
                  </a:cubicBezTo>
                  <a:cubicBezTo>
                    <a:pt x="179054" y="148339"/>
                    <a:pt x="180349" y="144347"/>
                    <a:pt x="184235" y="141685"/>
                  </a:cubicBezTo>
                  <a:cubicBezTo>
                    <a:pt x="185530" y="141685"/>
                    <a:pt x="186825" y="141685"/>
                    <a:pt x="188120" y="141685"/>
                  </a:cubicBezTo>
                  <a:cubicBezTo>
                    <a:pt x="192005" y="141685"/>
                    <a:pt x="197185" y="141685"/>
                    <a:pt x="201071" y="144347"/>
                  </a:cubicBezTo>
                  <a:cubicBezTo>
                    <a:pt x="203661" y="145677"/>
                    <a:pt x="203661" y="145677"/>
                    <a:pt x="204956" y="143016"/>
                  </a:cubicBezTo>
                  <a:cubicBezTo>
                    <a:pt x="204956" y="140354"/>
                    <a:pt x="206251" y="137693"/>
                    <a:pt x="207546" y="135032"/>
                  </a:cubicBezTo>
                  <a:cubicBezTo>
                    <a:pt x="207546" y="133701"/>
                    <a:pt x="206251" y="132370"/>
                    <a:pt x="204956" y="132370"/>
                  </a:cubicBezTo>
                  <a:cubicBezTo>
                    <a:pt x="202366" y="131039"/>
                    <a:pt x="199775" y="129709"/>
                    <a:pt x="197185" y="129709"/>
                  </a:cubicBezTo>
                  <a:cubicBezTo>
                    <a:pt x="193300" y="128378"/>
                    <a:pt x="193300" y="128378"/>
                    <a:pt x="193300" y="124386"/>
                  </a:cubicBezTo>
                  <a:cubicBezTo>
                    <a:pt x="193300" y="119063"/>
                    <a:pt x="193300" y="119063"/>
                    <a:pt x="186825" y="119063"/>
                  </a:cubicBezTo>
                  <a:cubicBezTo>
                    <a:pt x="186825" y="119063"/>
                    <a:pt x="186825" y="119063"/>
                    <a:pt x="184235" y="119063"/>
                  </a:cubicBezTo>
                  <a:close/>
                  <a:moveTo>
                    <a:pt x="187192" y="84090"/>
                  </a:moveTo>
                  <a:cubicBezTo>
                    <a:pt x="207967" y="84090"/>
                    <a:pt x="228741" y="91980"/>
                    <a:pt x="244570" y="107760"/>
                  </a:cubicBezTo>
                  <a:cubicBezTo>
                    <a:pt x="276226" y="139321"/>
                    <a:pt x="276226" y="190607"/>
                    <a:pt x="244570" y="222168"/>
                  </a:cubicBezTo>
                  <a:cubicBezTo>
                    <a:pt x="216870" y="248468"/>
                    <a:pt x="177299" y="252413"/>
                    <a:pt x="145642" y="234003"/>
                  </a:cubicBezTo>
                  <a:cubicBezTo>
                    <a:pt x="132452" y="243208"/>
                    <a:pt x="120580" y="244523"/>
                    <a:pt x="111347" y="243208"/>
                  </a:cubicBezTo>
                  <a:cubicBezTo>
                    <a:pt x="107390" y="243208"/>
                    <a:pt x="107390" y="239263"/>
                    <a:pt x="110028" y="237948"/>
                  </a:cubicBezTo>
                  <a:cubicBezTo>
                    <a:pt x="117942" y="234003"/>
                    <a:pt x="123218" y="224798"/>
                    <a:pt x="127175" y="218223"/>
                  </a:cubicBezTo>
                  <a:cubicBezTo>
                    <a:pt x="127175" y="218223"/>
                    <a:pt x="127175" y="218223"/>
                    <a:pt x="125856" y="218223"/>
                  </a:cubicBezTo>
                  <a:cubicBezTo>
                    <a:pt x="96838" y="186662"/>
                    <a:pt x="98157" y="138006"/>
                    <a:pt x="129813" y="107760"/>
                  </a:cubicBezTo>
                  <a:cubicBezTo>
                    <a:pt x="145642" y="91980"/>
                    <a:pt x="166417" y="84090"/>
                    <a:pt x="187192" y="84090"/>
                  </a:cubicBezTo>
                  <a:close/>
                  <a:moveTo>
                    <a:pt x="36992" y="0"/>
                  </a:moveTo>
                  <a:cubicBezTo>
                    <a:pt x="36992" y="0"/>
                    <a:pt x="36992" y="0"/>
                    <a:pt x="161179" y="0"/>
                  </a:cubicBezTo>
                  <a:cubicBezTo>
                    <a:pt x="180997" y="0"/>
                    <a:pt x="196850" y="15776"/>
                    <a:pt x="196850" y="36810"/>
                  </a:cubicBezTo>
                  <a:cubicBezTo>
                    <a:pt x="196850" y="36810"/>
                    <a:pt x="196850" y="36810"/>
                    <a:pt x="196850" y="67047"/>
                  </a:cubicBezTo>
                  <a:cubicBezTo>
                    <a:pt x="194208" y="67047"/>
                    <a:pt x="191566" y="67047"/>
                    <a:pt x="187602" y="67047"/>
                  </a:cubicBezTo>
                  <a:cubicBezTo>
                    <a:pt x="184960" y="67047"/>
                    <a:pt x="180997" y="67047"/>
                    <a:pt x="178354" y="67047"/>
                  </a:cubicBezTo>
                  <a:cubicBezTo>
                    <a:pt x="178354" y="67047"/>
                    <a:pt x="178354" y="67047"/>
                    <a:pt x="178354" y="60474"/>
                  </a:cubicBezTo>
                  <a:cubicBezTo>
                    <a:pt x="178354" y="60474"/>
                    <a:pt x="178354" y="60474"/>
                    <a:pt x="178354" y="59159"/>
                  </a:cubicBezTo>
                  <a:cubicBezTo>
                    <a:pt x="178354" y="53900"/>
                    <a:pt x="174391" y="48642"/>
                    <a:pt x="169106" y="48642"/>
                  </a:cubicBezTo>
                  <a:cubicBezTo>
                    <a:pt x="169106" y="48642"/>
                    <a:pt x="169106" y="48642"/>
                    <a:pt x="29065" y="48642"/>
                  </a:cubicBezTo>
                  <a:cubicBezTo>
                    <a:pt x="23780" y="48642"/>
                    <a:pt x="19817" y="53900"/>
                    <a:pt x="19817" y="59159"/>
                  </a:cubicBezTo>
                  <a:cubicBezTo>
                    <a:pt x="19817" y="59159"/>
                    <a:pt x="19817" y="59159"/>
                    <a:pt x="19817" y="278706"/>
                  </a:cubicBezTo>
                  <a:cubicBezTo>
                    <a:pt x="19817" y="283964"/>
                    <a:pt x="23780" y="287908"/>
                    <a:pt x="29065" y="287908"/>
                  </a:cubicBezTo>
                  <a:cubicBezTo>
                    <a:pt x="29065" y="287908"/>
                    <a:pt x="29065" y="287908"/>
                    <a:pt x="169106" y="287908"/>
                  </a:cubicBezTo>
                  <a:cubicBezTo>
                    <a:pt x="174391" y="287908"/>
                    <a:pt x="178354" y="282650"/>
                    <a:pt x="178354" y="278706"/>
                  </a:cubicBezTo>
                  <a:cubicBezTo>
                    <a:pt x="178354" y="278706"/>
                    <a:pt x="178354" y="278706"/>
                    <a:pt x="178354" y="261615"/>
                  </a:cubicBezTo>
                  <a:cubicBezTo>
                    <a:pt x="180997" y="261615"/>
                    <a:pt x="184960" y="262930"/>
                    <a:pt x="187602" y="262930"/>
                  </a:cubicBezTo>
                  <a:cubicBezTo>
                    <a:pt x="191566" y="262930"/>
                    <a:pt x="194208" y="261615"/>
                    <a:pt x="196850" y="261615"/>
                  </a:cubicBezTo>
                  <a:cubicBezTo>
                    <a:pt x="196850" y="261615"/>
                    <a:pt x="196850" y="261615"/>
                    <a:pt x="196850" y="299740"/>
                  </a:cubicBezTo>
                  <a:cubicBezTo>
                    <a:pt x="196850" y="320774"/>
                    <a:pt x="180997" y="336550"/>
                    <a:pt x="161179" y="336550"/>
                  </a:cubicBezTo>
                  <a:cubicBezTo>
                    <a:pt x="161179" y="336550"/>
                    <a:pt x="161179" y="336550"/>
                    <a:pt x="36992" y="336550"/>
                  </a:cubicBezTo>
                  <a:cubicBezTo>
                    <a:pt x="17175" y="336550"/>
                    <a:pt x="0" y="320774"/>
                    <a:pt x="0" y="299740"/>
                  </a:cubicBezTo>
                  <a:cubicBezTo>
                    <a:pt x="0" y="299740"/>
                    <a:pt x="0" y="299740"/>
                    <a:pt x="0" y="36810"/>
                  </a:cubicBezTo>
                  <a:cubicBezTo>
                    <a:pt x="0" y="15776"/>
                    <a:pt x="17175" y="0"/>
                    <a:pt x="36992" y="0"/>
                  </a:cubicBezTo>
                  <a:close/>
                </a:path>
              </a:pathLst>
            </a:custGeom>
            <a:solidFill>
              <a:schemeClr val="bg1"/>
            </a:solidFill>
            <a:ln>
              <a:noFill/>
            </a:ln>
            <a:extLst/>
          </p:spPr>
          <p:txBody>
            <a:bodyPr anchor="ctr"/>
            <a:lstStyle/>
            <a:p>
              <a:pPr algn="ctr"/>
              <a:endParaRPr/>
            </a:p>
          </p:txBody>
        </p:sp>
        <p:sp>
          <p:nvSpPr>
            <p:cNvPr id="61" name="任意多边形: 形状 18" title="DN0G3AjvxA">
              <a:extLst>
                <a:ext uri="{FF2B5EF4-FFF2-40B4-BE49-F238E27FC236}">
                  <a16:creationId xmlns:a16="http://schemas.microsoft.com/office/drawing/2014/main" id="{78752260-8716-4B99-A62D-4393FC20B1D2}"/>
                </a:ext>
              </a:extLst>
            </p:cNvPr>
            <p:cNvSpPr/>
            <p:nvPr/>
          </p:nvSpPr>
          <p:spPr bwMode="auto">
            <a:xfrm>
              <a:off x="4648106" y="3512564"/>
              <a:ext cx="673606" cy="569245"/>
            </a:xfrm>
            <a:custGeom>
              <a:gdLst>
                <a:gd name="connsiteX0" fmla="*/ 46038 w 338138"/>
                <a:gd name="connsiteY0" fmla="*/ 261938 h 285751"/>
                <a:gd name="connsiteX1" fmla="*/ 38100 w 338138"/>
                <a:gd name="connsiteY1" fmla="*/ 270670 h 285751"/>
                <a:gd name="connsiteX2" fmla="*/ 46038 w 338138"/>
                <a:gd name="connsiteY2" fmla="*/ 279402 h 285751"/>
                <a:gd name="connsiteX3" fmla="*/ 53976 w 338138"/>
                <a:gd name="connsiteY3" fmla="*/ 270670 h 285751"/>
                <a:gd name="connsiteX4" fmla="*/ 46038 w 338138"/>
                <a:gd name="connsiteY4" fmla="*/ 261938 h 285751"/>
                <a:gd name="connsiteX5" fmla="*/ 288131 w 338138"/>
                <a:gd name="connsiteY5" fmla="*/ 184150 h 285751"/>
                <a:gd name="connsiteX6" fmla="*/ 277812 w 338138"/>
                <a:gd name="connsiteY6" fmla="*/ 194469 h 285751"/>
                <a:gd name="connsiteX7" fmla="*/ 288131 w 338138"/>
                <a:gd name="connsiteY7" fmla="*/ 204788 h 285751"/>
                <a:gd name="connsiteX8" fmla="*/ 298450 w 338138"/>
                <a:gd name="connsiteY8" fmla="*/ 194469 h 285751"/>
                <a:gd name="connsiteX9" fmla="*/ 288131 w 338138"/>
                <a:gd name="connsiteY9" fmla="*/ 184150 h 285751"/>
                <a:gd name="connsiteX10" fmla="*/ 19050 w 338138"/>
                <a:gd name="connsiteY10" fmla="*/ 165100 h 285751"/>
                <a:gd name="connsiteX11" fmla="*/ 19050 w 338138"/>
                <a:gd name="connsiteY11" fmla="*/ 242888 h 285751"/>
                <a:gd name="connsiteX12" fmla="*/ 73025 w 338138"/>
                <a:gd name="connsiteY12" fmla="*/ 242888 h 285751"/>
                <a:gd name="connsiteX13" fmla="*/ 73025 w 338138"/>
                <a:gd name="connsiteY13" fmla="*/ 165100 h 285751"/>
                <a:gd name="connsiteX14" fmla="*/ 12010 w 338138"/>
                <a:gd name="connsiteY14" fmla="*/ 141288 h 285751"/>
                <a:gd name="connsiteX15" fmla="*/ 81400 w 338138"/>
                <a:gd name="connsiteY15" fmla="*/ 141288 h 285751"/>
                <a:gd name="connsiteX16" fmla="*/ 92075 w 338138"/>
                <a:gd name="connsiteY16" fmla="*/ 153107 h 285751"/>
                <a:gd name="connsiteX17" fmla="*/ 92075 w 338138"/>
                <a:gd name="connsiteY17" fmla="*/ 273932 h 285751"/>
                <a:gd name="connsiteX18" fmla="*/ 81400 w 338138"/>
                <a:gd name="connsiteY18" fmla="*/ 285751 h 285751"/>
                <a:gd name="connsiteX19" fmla="*/ 12010 w 338138"/>
                <a:gd name="connsiteY19" fmla="*/ 285751 h 285751"/>
                <a:gd name="connsiteX20" fmla="*/ 0 w 338138"/>
                <a:gd name="connsiteY20" fmla="*/ 273932 h 285751"/>
                <a:gd name="connsiteX21" fmla="*/ 0 w 338138"/>
                <a:gd name="connsiteY21" fmla="*/ 153107 h 285751"/>
                <a:gd name="connsiteX22" fmla="*/ 12010 w 338138"/>
                <a:gd name="connsiteY22" fmla="*/ 141288 h 285751"/>
                <a:gd name="connsiteX23" fmla="*/ 55002 w 338138"/>
                <a:gd name="connsiteY23" fmla="*/ 82550 h 285751"/>
                <a:gd name="connsiteX24" fmla="*/ 175185 w 338138"/>
                <a:gd name="connsiteY24" fmla="*/ 82550 h 285751"/>
                <a:gd name="connsiteX25" fmla="*/ 193675 w 338138"/>
                <a:gd name="connsiteY25" fmla="*/ 99703 h 285751"/>
                <a:gd name="connsiteX26" fmla="*/ 193675 w 338138"/>
                <a:gd name="connsiteY26" fmla="*/ 268597 h 285751"/>
                <a:gd name="connsiteX27" fmla="*/ 175185 w 338138"/>
                <a:gd name="connsiteY27" fmla="*/ 285750 h 285751"/>
                <a:gd name="connsiteX28" fmla="*/ 107830 w 338138"/>
                <a:gd name="connsiteY28" fmla="*/ 285750 h 285751"/>
                <a:gd name="connsiteX29" fmla="*/ 109151 w 338138"/>
                <a:gd name="connsiteY29" fmla="*/ 276514 h 285751"/>
                <a:gd name="connsiteX30" fmla="*/ 109151 w 338138"/>
                <a:gd name="connsiteY30" fmla="*/ 273875 h 285751"/>
                <a:gd name="connsiteX31" fmla="*/ 115754 w 338138"/>
                <a:gd name="connsiteY31" fmla="*/ 275194 h 285751"/>
                <a:gd name="connsiteX32" fmla="*/ 124999 w 338138"/>
                <a:gd name="connsiteY32" fmla="*/ 264639 h 285751"/>
                <a:gd name="connsiteX33" fmla="*/ 115754 w 338138"/>
                <a:gd name="connsiteY33" fmla="*/ 254083 h 285751"/>
                <a:gd name="connsiteX34" fmla="*/ 109151 w 338138"/>
                <a:gd name="connsiteY34" fmla="*/ 256722 h 285751"/>
                <a:gd name="connsiteX35" fmla="*/ 109151 w 338138"/>
                <a:gd name="connsiteY35" fmla="*/ 235610 h 285751"/>
                <a:gd name="connsiteX36" fmla="*/ 168582 w 338138"/>
                <a:gd name="connsiteY36" fmla="*/ 235610 h 285751"/>
                <a:gd name="connsiteX37" fmla="*/ 168582 w 338138"/>
                <a:gd name="connsiteY37" fmla="*/ 110259 h 285751"/>
                <a:gd name="connsiteX38" fmla="*/ 61606 w 338138"/>
                <a:gd name="connsiteY38" fmla="*/ 110259 h 285751"/>
                <a:gd name="connsiteX39" fmla="*/ 61606 w 338138"/>
                <a:gd name="connsiteY39" fmla="*/ 126093 h 285751"/>
                <a:gd name="connsiteX40" fmla="*/ 36512 w 338138"/>
                <a:gd name="connsiteY40" fmla="*/ 126093 h 285751"/>
                <a:gd name="connsiteX41" fmla="*/ 36512 w 338138"/>
                <a:gd name="connsiteY41" fmla="*/ 99703 h 285751"/>
                <a:gd name="connsiteX42" fmla="*/ 55002 w 338138"/>
                <a:gd name="connsiteY42" fmla="*/ 82550 h 285751"/>
                <a:gd name="connsiteX43" fmla="*/ 102729 w 338138"/>
                <a:gd name="connsiteY43" fmla="*/ 0 h 285751"/>
                <a:gd name="connsiteX44" fmla="*/ 305260 w 338138"/>
                <a:gd name="connsiteY44" fmla="*/ 0 h 285751"/>
                <a:gd name="connsiteX45" fmla="*/ 338138 w 338138"/>
                <a:gd name="connsiteY45" fmla="*/ 34237 h 285751"/>
                <a:gd name="connsiteX46" fmla="*/ 338138 w 338138"/>
                <a:gd name="connsiteY46" fmla="*/ 188306 h 285751"/>
                <a:gd name="connsiteX47" fmla="*/ 305260 w 338138"/>
                <a:gd name="connsiteY47" fmla="*/ 221226 h 285751"/>
                <a:gd name="connsiteX48" fmla="*/ 234242 w 338138"/>
                <a:gd name="connsiteY48" fmla="*/ 221226 h 285751"/>
                <a:gd name="connsiteX49" fmla="*/ 234242 w 338138"/>
                <a:gd name="connsiteY49" fmla="*/ 243612 h 285751"/>
                <a:gd name="connsiteX50" fmla="*/ 265806 w 338138"/>
                <a:gd name="connsiteY50" fmla="*/ 243612 h 285751"/>
                <a:gd name="connsiteX51" fmla="*/ 277642 w 338138"/>
                <a:gd name="connsiteY51" fmla="*/ 256780 h 285751"/>
                <a:gd name="connsiteX52" fmla="*/ 277642 w 338138"/>
                <a:gd name="connsiteY52" fmla="*/ 272582 h 285751"/>
                <a:gd name="connsiteX53" fmla="*/ 265806 w 338138"/>
                <a:gd name="connsiteY53" fmla="*/ 285750 h 285751"/>
                <a:gd name="connsiteX54" fmla="*/ 205309 w 338138"/>
                <a:gd name="connsiteY54" fmla="*/ 285750 h 285751"/>
                <a:gd name="connsiteX55" fmla="*/ 210570 w 338138"/>
                <a:gd name="connsiteY55" fmla="*/ 269948 h 285751"/>
                <a:gd name="connsiteX56" fmla="*/ 210570 w 338138"/>
                <a:gd name="connsiteY56" fmla="*/ 213325 h 285751"/>
                <a:gd name="connsiteX57" fmla="*/ 210570 w 338138"/>
                <a:gd name="connsiteY57" fmla="*/ 172504 h 285751"/>
                <a:gd name="connsiteX58" fmla="*/ 296054 w 338138"/>
                <a:gd name="connsiteY58" fmla="*/ 172504 h 285751"/>
                <a:gd name="connsiteX59" fmla="*/ 309205 w 338138"/>
                <a:gd name="connsiteY59" fmla="*/ 159335 h 285751"/>
                <a:gd name="connsiteX60" fmla="*/ 309205 w 338138"/>
                <a:gd name="connsiteY60" fmla="*/ 39504 h 285751"/>
                <a:gd name="connsiteX61" fmla="*/ 296054 w 338138"/>
                <a:gd name="connsiteY61" fmla="*/ 27653 h 285751"/>
                <a:gd name="connsiteX62" fmla="*/ 110620 w 338138"/>
                <a:gd name="connsiteY62" fmla="*/ 27653 h 285751"/>
                <a:gd name="connsiteX63" fmla="*/ 98783 w 338138"/>
                <a:gd name="connsiteY63" fmla="*/ 39504 h 285751"/>
                <a:gd name="connsiteX64" fmla="*/ 98783 w 338138"/>
                <a:gd name="connsiteY64" fmla="*/ 65841 h 285751"/>
                <a:gd name="connsiteX65" fmla="*/ 69850 w 338138"/>
                <a:gd name="connsiteY65" fmla="*/ 65841 h 285751"/>
                <a:gd name="connsiteX66" fmla="*/ 69850 w 338138"/>
                <a:gd name="connsiteY66" fmla="*/ 34237 h 285751"/>
                <a:gd name="connsiteX67" fmla="*/ 102729 w 338138"/>
                <a:gd name="connsiteY67" fmla="*/ 0 h 285751"/>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338138" h="285751">
                  <a:moveTo>
                    <a:pt x="46038" y="261938"/>
                  </a:moveTo>
                  <a:cubicBezTo>
                    <a:pt x="41654" y="261938"/>
                    <a:pt x="38100" y="265847"/>
                    <a:pt x="38100" y="270670"/>
                  </a:cubicBezTo>
                  <a:cubicBezTo>
                    <a:pt x="38100" y="275493"/>
                    <a:pt x="41654" y="279402"/>
                    <a:pt x="46038" y="279402"/>
                  </a:cubicBezTo>
                  <a:cubicBezTo>
                    <a:pt x="50422" y="279402"/>
                    <a:pt x="53976" y="275493"/>
                    <a:pt x="53976" y="270670"/>
                  </a:cubicBezTo>
                  <a:cubicBezTo>
                    <a:pt x="53976" y="265847"/>
                    <a:pt x="50422" y="261938"/>
                    <a:pt x="46038" y="261938"/>
                  </a:cubicBezTo>
                  <a:close/>
                  <a:moveTo>
                    <a:pt x="288131" y="184150"/>
                  </a:moveTo>
                  <a:cubicBezTo>
                    <a:pt x="282432" y="184150"/>
                    <a:pt x="277812" y="188770"/>
                    <a:pt x="277812" y="194469"/>
                  </a:cubicBezTo>
                  <a:cubicBezTo>
                    <a:pt x="277812" y="200168"/>
                    <a:pt x="282432" y="204788"/>
                    <a:pt x="288131" y="204788"/>
                  </a:cubicBezTo>
                  <a:cubicBezTo>
                    <a:pt x="293830" y="204788"/>
                    <a:pt x="298450" y="200168"/>
                    <a:pt x="298450" y="194469"/>
                  </a:cubicBezTo>
                  <a:cubicBezTo>
                    <a:pt x="298450" y="188770"/>
                    <a:pt x="293830" y="184150"/>
                    <a:pt x="288131" y="184150"/>
                  </a:cubicBezTo>
                  <a:close/>
                  <a:moveTo>
                    <a:pt x="19050" y="165100"/>
                  </a:moveTo>
                  <a:lnTo>
                    <a:pt x="19050" y="242888"/>
                  </a:lnTo>
                  <a:lnTo>
                    <a:pt x="73025" y="242888"/>
                  </a:lnTo>
                  <a:lnTo>
                    <a:pt x="73025" y="165100"/>
                  </a:lnTo>
                  <a:close/>
                  <a:moveTo>
                    <a:pt x="12010" y="141288"/>
                  </a:moveTo>
                  <a:cubicBezTo>
                    <a:pt x="12010" y="141288"/>
                    <a:pt x="12010" y="141288"/>
                    <a:pt x="81400" y="141288"/>
                  </a:cubicBezTo>
                  <a:cubicBezTo>
                    <a:pt x="86738" y="141288"/>
                    <a:pt x="92075" y="146541"/>
                    <a:pt x="92075" y="153107"/>
                  </a:cubicBezTo>
                  <a:cubicBezTo>
                    <a:pt x="92075" y="153107"/>
                    <a:pt x="92075" y="153107"/>
                    <a:pt x="92075" y="273932"/>
                  </a:cubicBezTo>
                  <a:cubicBezTo>
                    <a:pt x="92075" y="280498"/>
                    <a:pt x="86738" y="285751"/>
                    <a:pt x="81400" y="285751"/>
                  </a:cubicBezTo>
                  <a:cubicBezTo>
                    <a:pt x="81400" y="285751"/>
                    <a:pt x="81400" y="285751"/>
                    <a:pt x="12010" y="285751"/>
                  </a:cubicBezTo>
                  <a:cubicBezTo>
                    <a:pt x="5337" y="285751"/>
                    <a:pt x="0" y="280498"/>
                    <a:pt x="0" y="273932"/>
                  </a:cubicBezTo>
                  <a:cubicBezTo>
                    <a:pt x="0" y="273932"/>
                    <a:pt x="0" y="273932"/>
                    <a:pt x="0" y="153107"/>
                  </a:cubicBezTo>
                  <a:cubicBezTo>
                    <a:pt x="0" y="146541"/>
                    <a:pt x="5337" y="141288"/>
                    <a:pt x="12010" y="141288"/>
                  </a:cubicBezTo>
                  <a:close/>
                  <a:moveTo>
                    <a:pt x="55002" y="82550"/>
                  </a:moveTo>
                  <a:cubicBezTo>
                    <a:pt x="55002" y="82550"/>
                    <a:pt x="55002" y="82550"/>
                    <a:pt x="175185" y="82550"/>
                  </a:cubicBezTo>
                  <a:cubicBezTo>
                    <a:pt x="185751" y="82550"/>
                    <a:pt x="193675" y="90467"/>
                    <a:pt x="193675" y="99703"/>
                  </a:cubicBezTo>
                  <a:cubicBezTo>
                    <a:pt x="193675" y="99703"/>
                    <a:pt x="193675" y="99703"/>
                    <a:pt x="193675" y="268597"/>
                  </a:cubicBezTo>
                  <a:cubicBezTo>
                    <a:pt x="193675" y="277833"/>
                    <a:pt x="185751" y="285750"/>
                    <a:pt x="175185" y="285750"/>
                  </a:cubicBezTo>
                  <a:cubicBezTo>
                    <a:pt x="175185" y="285750"/>
                    <a:pt x="175185" y="285750"/>
                    <a:pt x="107830" y="285750"/>
                  </a:cubicBezTo>
                  <a:cubicBezTo>
                    <a:pt x="109151" y="283111"/>
                    <a:pt x="109151" y="280472"/>
                    <a:pt x="109151" y="276514"/>
                  </a:cubicBezTo>
                  <a:cubicBezTo>
                    <a:pt x="109151" y="276514"/>
                    <a:pt x="109151" y="276514"/>
                    <a:pt x="109151" y="273875"/>
                  </a:cubicBezTo>
                  <a:cubicBezTo>
                    <a:pt x="110471" y="273875"/>
                    <a:pt x="113113" y="275194"/>
                    <a:pt x="115754" y="275194"/>
                  </a:cubicBezTo>
                  <a:cubicBezTo>
                    <a:pt x="121037" y="275194"/>
                    <a:pt x="124999" y="271236"/>
                    <a:pt x="124999" y="264639"/>
                  </a:cubicBezTo>
                  <a:cubicBezTo>
                    <a:pt x="124999" y="259361"/>
                    <a:pt x="121037" y="254083"/>
                    <a:pt x="115754" y="254083"/>
                  </a:cubicBezTo>
                  <a:cubicBezTo>
                    <a:pt x="113113" y="254083"/>
                    <a:pt x="110471" y="255402"/>
                    <a:pt x="109151" y="256722"/>
                  </a:cubicBezTo>
                  <a:cubicBezTo>
                    <a:pt x="109151" y="256722"/>
                    <a:pt x="109151" y="256722"/>
                    <a:pt x="109151" y="235610"/>
                  </a:cubicBezTo>
                  <a:cubicBezTo>
                    <a:pt x="109151" y="235610"/>
                    <a:pt x="109151" y="235610"/>
                    <a:pt x="168582" y="235610"/>
                  </a:cubicBezTo>
                  <a:cubicBezTo>
                    <a:pt x="168582" y="235610"/>
                    <a:pt x="168582" y="235610"/>
                    <a:pt x="168582" y="110259"/>
                  </a:cubicBezTo>
                  <a:cubicBezTo>
                    <a:pt x="168582" y="110259"/>
                    <a:pt x="168582" y="110259"/>
                    <a:pt x="61606" y="110259"/>
                  </a:cubicBezTo>
                  <a:cubicBezTo>
                    <a:pt x="61606" y="110259"/>
                    <a:pt x="61606" y="110259"/>
                    <a:pt x="61606" y="126093"/>
                  </a:cubicBezTo>
                  <a:cubicBezTo>
                    <a:pt x="61606" y="126093"/>
                    <a:pt x="61606" y="126093"/>
                    <a:pt x="36512" y="126093"/>
                  </a:cubicBezTo>
                  <a:cubicBezTo>
                    <a:pt x="36512" y="126093"/>
                    <a:pt x="36512" y="126093"/>
                    <a:pt x="36512" y="99703"/>
                  </a:cubicBezTo>
                  <a:cubicBezTo>
                    <a:pt x="36512" y="90467"/>
                    <a:pt x="45757" y="82550"/>
                    <a:pt x="55002" y="82550"/>
                  </a:cubicBezTo>
                  <a:close/>
                  <a:moveTo>
                    <a:pt x="102729" y="0"/>
                  </a:moveTo>
                  <a:cubicBezTo>
                    <a:pt x="102729" y="0"/>
                    <a:pt x="102729" y="0"/>
                    <a:pt x="305260" y="0"/>
                  </a:cubicBezTo>
                  <a:cubicBezTo>
                    <a:pt x="323672" y="0"/>
                    <a:pt x="338138" y="15802"/>
                    <a:pt x="338138" y="34237"/>
                  </a:cubicBezTo>
                  <a:cubicBezTo>
                    <a:pt x="338138" y="34237"/>
                    <a:pt x="338138" y="34237"/>
                    <a:pt x="338138" y="188306"/>
                  </a:cubicBezTo>
                  <a:cubicBezTo>
                    <a:pt x="338138" y="206741"/>
                    <a:pt x="323672" y="221226"/>
                    <a:pt x="305260" y="221226"/>
                  </a:cubicBezTo>
                  <a:cubicBezTo>
                    <a:pt x="305260" y="221226"/>
                    <a:pt x="305260" y="221226"/>
                    <a:pt x="234242" y="221226"/>
                  </a:cubicBezTo>
                  <a:cubicBezTo>
                    <a:pt x="234242" y="221226"/>
                    <a:pt x="234242" y="221226"/>
                    <a:pt x="234242" y="243612"/>
                  </a:cubicBezTo>
                  <a:cubicBezTo>
                    <a:pt x="234242" y="243612"/>
                    <a:pt x="234242" y="243612"/>
                    <a:pt x="265806" y="243612"/>
                  </a:cubicBezTo>
                  <a:cubicBezTo>
                    <a:pt x="272381" y="243612"/>
                    <a:pt x="277642" y="250196"/>
                    <a:pt x="277642" y="256780"/>
                  </a:cubicBezTo>
                  <a:cubicBezTo>
                    <a:pt x="277642" y="256780"/>
                    <a:pt x="277642" y="256780"/>
                    <a:pt x="277642" y="272582"/>
                  </a:cubicBezTo>
                  <a:cubicBezTo>
                    <a:pt x="277642" y="280483"/>
                    <a:pt x="272381" y="285750"/>
                    <a:pt x="265806" y="285750"/>
                  </a:cubicBezTo>
                  <a:cubicBezTo>
                    <a:pt x="265806" y="285750"/>
                    <a:pt x="265806" y="285750"/>
                    <a:pt x="205309" y="285750"/>
                  </a:cubicBezTo>
                  <a:cubicBezTo>
                    <a:pt x="207940" y="280483"/>
                    <a:pt x="209255" y="275216"/>
                    <a:pt x="210570" y="269948"/>
                  </a:cubicBezTo>
                  <a:cubicBezTo>
                    <a:pt x="210570" y="268632"/>
                    <a:pt x="210570" y="213325"/>
                    <a:pt x="210570" y="213325"/>
                  </a:cubicBezTo>
                  <a:cubicBezTo>
                    <a:pt x="210570" y="213325"/>
                    <a:pt x="210570" y="213325"/>
                    <a:pt x="210570" y="172504"/>
                  </a:cubicBezTo>
                  <a:cubicBezTo>
                    <a:pt x="210570" y="172504"/>
                    <a:pt x="210570" y="172504"/>
                    <a:pt x="296054" y="172504"/>
                  </a:cubicBezTo>
                  <a:cubicBezTo>
                    <a:pt x="303945" y="172504"/>
                    <a:pt x="309205" y="165920"/>
                    <a:pt x="309205" y="159335"/>
                  </a:cubicBezTo>
                  <a:cubicBezTo>
                    <a:pt x="309205" y="159335"/>
                    <a:pt x="309205" y="159335"/>
                    <a:pt x="309205" y="39504"/>
                  </a:cubicBezTo>
                  <a:cubicBezTo>
                    <a:pt x="309205" y="32920"/>
                    <a:pt x="303945" y="27653"/>
                    <a:pt x="296054" y="27653"/>
                  </a:cubicBezTo>
                  <a:cubicBezTo>
                    <a:pt x="296054" y="27653"/>
                    <a:pt x="296054" y="27653"/>
                    <a:pt x="110620" y="27653"/>
                  </a:cubicBezTo>
                  <a:cubicBezTo>
                    <a:pt x="104044" y="27653"/>
                    <a:pt x="98783" y="32920"/>
                    <a:pt x="98783" y="39504"/>
                  </a:cubicBezTo>
                  <a:cubicBezTo>
                    <a:pt x="98783" y="39504"/>
                    <a:pt x="98783" y="39504"/>
                    <a:pt x="98783" y="65841"/>
                  </a:cubicBezTo>
                  <a:cubicBezTo>
                    <a:pt x="98783" y="65841"/>
                    <a:pt x="98783" y="65841"/>
                    <a:pt x="69850" y="65841"/>
                  </a:cubicBezTo>
                  <a:cubicBezTo>
                    <a:pt x="69850" y="65841"/>
                    <a:pt x="69850" y="65841"/>
                    <a:pt x="69850" y="34237"/>
                  </a:cubicBezTo>
                  <a:cubicBezTo>
                    <a:pt x="69850" y="15802"/>
                    <a:pt x="84317" y="0"/>
                    <a:pt x="102729" y="0"/>
                  </a:cubicBezTo>
                  <a:close/>
                </a:path>
              </a:pathLst>
            </a:custGeom>
            <a:solidFill>
              <a:schemeClr val="bg1"/>
            </a:solidFill>
            <a:ln>
              <a:noFill/>
            </a:ln>
            <a:extLst/>
          </p:spPr>
          <p:txBody>
            <a:bodyPr anchor="ctr"/>
            <a:lstStyle/>
            <a:p>
              <a:pPr algn="ctr"/>
              <a:endParaRPr/>
            </a:p>
          </p:txBody>
        </p:sp>
      </p:grpSp>
      <p:grpSp>
        <p:nvGrpSpPr>
          <p:cNvPr id="62" name="组合 61">
            <a:extLst>
              <a:ext uri="{FF2B5EF4-FFF2-40B4-BE49-F238E27FC236}">
                <a16:creationId xmlns:a16="http://schemas.microsoft.com/office/drawing/2014/main" id="{248A46D6-55C5-47D0-9976-30BA179E6BD8}"/>
              </a:ext>
            </a:extLst>
          </p:cNvPr>
          <p:cNvGrpSpPr/>
          <p:nvPr/>
        </p:nvGrpSpPr>
        <p:grpSpPr>
          <a:xfrm>
            <a:off x="1389138" y="1293966"/>
            <a:ext cx="3710118" cy="1323835"/>
            <a:chOff x="660044" y="2047588"/>
            <a:chExt cx="3710118" cy="1323835"/>
          </a:xfrm>
        </p:grpSpPr>
        <p:sp>
          <p:nvSpPr>
            <p:cNvPr id="63" name="文本框 62">
              <a:extLst>
                <a:ext uri="{FF2B5EF4-FFF2-40B4-BE49-F238E27FC236}">
                  <a16:creationId xmlns:a16="http://schemas.microsoft.com/office/drawing/2014/main" id="{0140F3EF-AA1A-42BF-973E-4BDE856A6F30}"/>
                </a:ext>
              </a:extLst>
            </p:cNvPr>
            <p:cNvSpPr txBox="1"/>
            <p:nvPr/>
          </p:nvSpPr>
          <p:spPr>
            <a:xfrm>
              <a:off x="660044" y="2392694"/>
              <a:ext cx="3710118" cy="978729"/>
            </a:xfrm>
            <a:prstGeom prst="rect">
              <a:avLst/>
            </a:prstGeom>
            <a:noFill/>
          </p:spPr>
          <p:txBody>
            <a:bodyPr wrap="square" rtlCol="0">
              <a:spAutoFit/>
            </a:bodyPr>
            <a:lstStyle/>
            <a:p>
              <a:pPr algn="r">
                <a:lnSpc>
                  <a:spcPct val="120000"/>
                </a:lnSpc>
              </a:pPr>
              <a:r>
                <a:rPr lang="zh-CN" altLang="en-US" sz="1600">
                  <a:solidFill>
                    <a:schemeClr val="tx1">
                      <a:lumMod val="85000"/>
                      <a:lumOff val="15000"/>
                    </a:schemeClr>
                  </a:solidFill>
                  <a:latin typeface="思源黑体旧字形 Normal" panose="020b0400000000000000" pitchFamily="34" charset="-128"/>
                  <a:ea typeface="思源黑体旧字形 Normal" panose="020b0400000000000000" pitchFamily="34" charset="-128"/>
                </a:rPr>
                <a:t>您的内容打在这里，或者通过复制您的文本后，在此框中选择粘贴，并选择只保留文字。</a:t>
              </a:r>
            </a:p>
          </p:txBody>
        </p:sp>
        <p:sp>
          <p:nvSpPr>
            <p:cNvPr id="64" name="文本框 63">
              <a:extLst>
                <a:ext uri="{FF2B5EF4-FFF2-40B4-BE49-F238E27FC236}">
                  <a16:creationId xmlns:a16="http://schemas.microsoft.com/office/drawing/2014/main" id="{19E9FA21-BCDD-4D05-87CB-D25AF5129838}"/>
                </a:ext>
              </a:extLst>
            </p:cNvPr>
            <p:cNvSpPr txBox="1"/>
            <p:nvPr/>
          </p:nvSpPr>
          <p:spPr>
            <a:xfrm>
              <a:off x="3050155" y="2047588"/>
              <a:ext cx="1219200" cy="400110"/>
            </a:xfrm>
            <a:prstGeom prst="rect">
              <a:avLst/>
            </a:prstGeom>
            <a:noFill/>
          </p:spPr>
          <p:txBody>
            <a:bodyPr wrap="square" rtlCol="0">
              <a:spAutoFit/>
            </a:bodyPr>
            <a:lstStyle/>
            <a:p>
              <a:pPr algn="r"/>
              <a:r>
                <a:rPr lang="zh-CN" altLang="en-US" sz="2000" b="1">
                  <a:solidFill>
                    <a:schemeClr val="tx1">
                      <a:lumMod val="75000"/>
                      <a:lumOff val="25000"/>
                    </a:schemeClr>
                  </a:solidFill>
                  <a:latin typeface="思源黑体旧字形 Normal" panose="020b0400000000000000" pitchFamily="34" charset="-128"/>
                  <a:ea typeface="思源黑体旧字形 Normal" panose="020b0400000000000000" pitchFamily="34" charset="-128"/>
                </a:rPr>
                <a:t>英语</a:t>
              </a:r>
            </a:p>
          </p:txBody>
        </p:sp>
      </p:grpSp>
      <p:grpSp>
        <p:nvGrpSpPr>
          <p:cNvPr id="65" name="组合 64">
            <a:extLst>
              <a:ext uri="{FF2B5EF4-FFF2-40B4-BE49-F238E27FC236}">
                <a16:creationId xmlns:a16="http://schemas.microsoft.com/office/drawing/2014/main" id="{E7F1B9A6-B4EB-4511-B928-2B6A479416BF}"/>
              </a:ext>
            </a:extLst>
          </p:cNvPr>
          <p:cNvGrpSpPr/>
          <p:nvPr/>
        </p:nvGrpSpPr>
        <p:grpSpPr>
          <a:xfrm>
            <a:off x="8048303" y="4426058"/>
            <a:ext cx="3710118" cy="1304036"/>
            <a:chOff x="7821840" y="1977313"/>
            <a:chExt cx="3710118" cy="1304036"/>
          </a:xfrm>
        </p:grpSpPr>
        <p:sp>
          <p:nvSpPr>
            <p:cNvPr id="66" name="文本框 65">
              <a:extLst>
                <a:ext uri="{FF2B5EF4-FFF2-40B4-BE49-F238E27FC236}">
                  <a16:creationId xmlns:a16="http://schemas.microsoft.com/office/drawing/2014/main" id="{D128E0BA-46B8-480E-B091-932EA8D75038}"/>
                </a:ext>
              </a:extLst>
            </p:cNvPr>
            <p:cNvSpPr txBox="1"/>
            <p:nvPr/>
          </p:nvSpPr>
          <p:spPr>
            <a:xfrm>
              <a:off x="7821840" y="2302620"/>
              <a:ext cx="3710118" cy="978729"/>
            </a:xfrm>
            <a:prstGeom prst="rect">
              <a:avLst/>
            </a:prstGeom>
            <a:noFill/>
          </p:spPr>
          <p:txBody>
            <a:bodyPr wrap="square" rtlCol="0">
              <a:spAutoFit/>
            </a:bodyPr>
            <a:lstStyle/>
            <a:p>
              <a:pPr>
                <a:lnSpc>
                  <a:spcPct val="120000"/>
                </a:lnSpc>
              </a:pPr>
              <a:r>
                <a:rPr lang="zh-CN" altLang="en-US" sz="1600">
                  <a:solidFill>
                    <a:schemeClr val="tx1">
                      <a:lumMod val="85000"/>
                      <a:lumOff val="15000"/>
                    </a:schemeClr>
                  </a:solidFill>
                  <a:latin typeface="思源黑体旧字形 Normal" panose="020b0400000000000000" pitchFamily="34" charset="-128"/>
                  <a:ea typeface="思源黑体旧字形 Normal" panose="020b0400000000000000" pitchFamily="34" charset="-128"/>
                </a:rPr>
                <a:t>您的内容打在这里，或者通过复制您的文本后，在此框中选择粘贴，并选择只保留文字。</a:t>
              </a:r>
            </a:p>
          </p:txBody>
        </p:sp>
        <p:sp>
          <p:nvSpPr>
            <p:cNvPr id="67" name="文本框 66">
              <a:extLst>
                <a:ext uri="{FF2B5EF4-FFF2-40B4-BE49-F238E27FC236}">
                  <a16:creationId xmlns:a16="http://schemas.microsoft.com/office/drawing/2014/main" id="{53D9C601-3FC4-4D1E-9331-0DF2B7FF6183}"/>
                </a:ext>
              </a:extLst>
            </p:cNvPr>
            <p:cNvSpPr txBox="1"/>
            <p:nvPr/>
          </p:nvSpPr>
          <p:spPr>
            <a:xfrm>
              <a:off x="7821840" y="1977313"/>
              <a:ext cx="1219200" cy="400110"/>
            </a:xfrm>
            <a:prstGeom prst="rect">
              <a:avLst/>
            </a:prstGeom>
            <a:noFill/>
          </p:spPr>
          <p:txBody>
            <a:bodyPr wrap="square" rtlCol="0">
              <a:spAutoFit/>
            </a:bodyPr>
            <a:lstStyle/>
            <a:p>
              <a:r>
                <a:rPr lang="zh-CN" altLang="en-US" sz="2000" b="1">
                  <a:solidFill>
                    <a:schemeClr val="tx1">
                      <a:lumMod val="75000"/>
                      <a:lumOff val="25000"/>
                    </a:schemeClr>
                  </a:solidFill>
                  <a:latin typeface="思源黑体旧字形 Normal" panose="020b0400000000000000" pitchFamily="34" charset="-128"/>
                  <a:ea typeface="思源黑体旧字形 Normal" panose="020b0400000000000000" pitchFamily="34" charset="-128"/>
                </a:rPr>
                <a:t>德语</a:t>
              </a:r>
            </a:p>
          </p:txBody>
        </p:sp>
      </p:grpSp>
      <p:grpSp>
        <p:nvGrpSpPr>
          <p:cNvPr id="68" name="组合 67">
            <a:extLst>
              <a:ext uri="{FF2B5EF4-FFF2-40B4-BE49-F238E27FC236}">
                <a16:creationId xmlns:a16="http://schemas.microsoft.com/office/drawing/2014/main" id="{59D36C00-BB6F-44BD-9E22-81241158C94F}"/>
              </a:ext>
            </a:extLst>
          </p:cNvPr>
          <p:cNvGrpSpPr/>
          <p:nvPr/>
        </p:nvGrpSpPr>
        <p:grpSpPr>
          <a:xfrm>
            <a:off x="302129" y="3302278"/>
            <a:ext cx="3710118" cy="1323835"/>
            <a:chOff x="660044" y="2047588"/>
            <a:chExt cx="3710118" cy="1323835"/>
          </a:xfrm>
        </p:grpSpPr>
        <p:sp>
          <p:nvSpPr>
            <p:cNvPr id="69" name="文本框 68">
              <a:extLst>
                <a:ext uri="{FF2B5EF4-FFF2-40B4-BE49-F238E27FC236}">
                  <a16:creationId xmlns:a16="http://schemas.microsoft.com/office/drawing/2014/main" id="{DD3CE37D-89E1-45BC-93D3-CFF68F143257}"/>
                </a:ext>
              </a:extLst>
            </p:cNvPr>
            <p:cNvSpPr txBox="1"/>
            <p:nvPr/>
          </p:nvSpPr>
          <p:spPr>
            <a:xfrm>
              <a:off x="660044" y="2392694"/>
              <a:ext cx="3710118" cy="978729"/>
            </a:xfrm>
            <a:prstGeom prst="rect">
              <a:avLst/>
            </a:prstGeom>
            <a:noFill/>
          </p:spPr>
          <p:txBody>
            <a:bodyPr wrap="square" rtlCol="0">
              <a:spAutoFit/>
            </a:bodyPr>
            <a:lstStyle/>
            <a:p>
              <a:pPr algn="r">
                <a:lnSpc>
                  <a:spcPct val="120000"/>
                </a:lnSpc>
              </a:pPr>
              <a:r>
                <a:rPr lang="zh-CN" altLang="en-US" sz="1600">
                  <a:solidFill>
                    <a:schemeClr val="tx1">
                      <a:lumMod val="85000"/>
                      <a:lumOff val="15000"/>
                    </a:schemeClr>
                  </a:solidFill>
                  <a:latin typeface="思源黑体旧字形 Normal" panose="020b0400000000000000" pitchFamily="34" charset="-128"/>
                  <a:ea typeface="思源黑体旧字形 Normal" panose="020b0400000000000000" pitchFamily="34" charset="-128"/>
                </a:rPr>
                <a:t>您的内容打在这里，或者通过复制您的文本后，在此框中选择粘贴，并选择只保留文字。</a:t>
              </a:r>
            </a:p>
          </p:txBody>
        </p:sp>
        <p:sp>
          <p:nvSpPr>
            <p:cNvPr id="70" name="文本框 69">
              <a:extLst>
                <a:ext uri="{FF2B5EF4-FFF2-40B4-BE49-F238E27FC236}">
                  <a16:creationId xmlns:a16="http://schemas.microsoft.com/office/drawing/2014/main" id="{F63F0235-2F8E-457A-B5C1-C1DC62089AA8}"/>
                </a:ext>
              </a:extLst>
            </p:cNvPr>
            <p:cNvSpPr txBox="1"/>
            <p:nvPr/>
          </p:nvSpPr>
          <p:spPr>
            <a:xfrm>
              <a:off x="3050155" y="2047588"/>
              <a:ext cx="1219200" cy="400110"/>
            </a:xfrm>
            <a:prstGeom prst="rect">
              <a:avLst/>
            </a:prstGeom>
            <a:noFill/>
          </p:spPr>
          <p:txBody>
            <a:bodyPr wrap="square" rtlCol="0">
              <a:spAutoFit/>
            </a:bodyPr>
            <a:lstStyle/>
            <a:p>
              <a:pPr algn="r"/>
              <a:r>
                <a:rPr lang="zh-CN" altLang="en-US" sz="2000" b="1">
                  <a:solidFill>
                    <a:schemeClr val="tx1">
                      <a:lumMod val="75000"/>
                      <a:lumOff val="25000"/>
                    </a:schemeClr>
                  </a:solidFill>
                  <a:latin typeface="思源黑体旧字形 Normal" panose="020b0400000000000000" pitchFamily="34" charset="-128"/>
                  <a:ea typeface="思源黑体旧字形 Normal" panose="020b0400000000000000" pitchFamily="34" charset="-128"/>
                </a:rPr>
                <a:t>日语</a:t>
              </a:r>
            </a:p>
          </p:txBody>
        </p:sp>
      </p:grpSp>
    </p:spTree>
    <p:extLst>
      <p:ext uri="{BB962C8B-B14F-4D97-AF65-F5344CB8AC3E}">
        <p14:creationId val="3098883820"/>
      </p:ext>
    </p:extLst>
  </p:cSld>
  <p:clrMapOvr>
    <a:masterClrMapping/>
  </p:clrMapOvr>
  <p:transition spd="slow" advClick="0" advTm="0">
    <p:cove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49" presetClass="entr" presetSubtype="0" decel="10000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 calcmode="lin" valueType="num">
                                      <p:cBhvr>
                                        <p:cTn id="9" dur="500" fill="hold"/>
                                        <p:tgtEl>
                                          <p:spTgt spid="2"/>
                                        </p:tgtEl>
                                        <p:attrNameLst>
                                          <p:attrName>style.rotation</p:attrName>
                                        </p:attrNameLst>
                                      </p:cBhvr>
                                      <p:tavLst>
                                        <p:tav tm="0">
                                          <p:val>
                                            <p:fltVal val="360"/>
                                          </p:val>
                                        </p:tav>
                                        <p:tav tm="100000">
                                          <p:val>
                                            <p:fltVal val="0"/>
                                          </p:val>
                                        </p:tav>
                                      </p:tavLst>
                                    </p:anim>
                                    <p:animEffect transition="in" filter="fade">
                                      <p:cBhvr>
                                        <p:cTn id="10" dur="500"/>
                                        <p:tgtEl>
                                          <p:spTgt spid="2"/>
                                        </p:tgtEl>
                                      </p:cBhvr>
                                    </p:animEffect>
                                  </p:childTnLst>
                                </p:cTn>
                              </p:par>
                              <p:par>
                                <p:cTn id="11" presetID="41" presetClass="entr" presetSubtype="0" fill="hold" grpId="0" nodeType="withEffect">
                                  <p:stCondLst>
                                    <p:cond delay="0"/>
                                  </p:stCondLst>
                                  <p:iterate type="lt">
                                    <p:tmPct val="10000"/>
                                  </p:iterate>
                                  <p:childTnLst>
                                    <p:set>
                                      <p:cBhvr>
                                        <p:cTn id="12" dur="1" fill="hold">
                                          <p:stCondLst>
                                            <p:cond delay="0"/>
                                          </p:stCondLst>
                                        </p:cTn>
                                        <p:tgtEl>
                                          <p:spTgt spid="5"/>
                                        </p:tgtEl>
                                        <p:attrNameLst>
                                          <p:attrName>style.visibility</p:attrName>
                                        </p:attrNameLst>
                                      </p:cBhvr>
                                      <p:to>
                                        <p:strVal val="visible"/>
                                      </p:to>
                                    </p:set>
                                    <p:anim calcmode="lin" valueType="num">
                                      <p:cBhvr>
                                        <p:cTn id="13" dur="500" fill="hold"/>
                                        <p:tgtEl>
                                          <p:spTgt spid="5"/>
                                        </p:tgtEl>
                                        <p:attrNameLst>
                                          <p:attrName>ppt_x</p:attrName>
                                        </p:attrNameLst>
                                      </p:cBhvr>
                                      <p:tavLst>
                                        <p:tav tm="0">
                                          <p:val>
                                            <p:strVal val="#ppt_x"/>
                                          </p:val>
                                        </p:tav>
                                        <p:tav tm="50000">
                                          <p:val>
                                            <p:strVal val="#ppt_x+.1"/>
                                          </p:val>
                                        </p:tav>
                                        <p:tav tm="100000">
                                          <p:val>
                                            <p:strVal val="#ppt_x"/>
                                          </p:val>
                                        </p:tav>
                                      </p:tavLst>
                                    </p:anim>
                                    <p:anim calcmode="lin" valueType="num">
                                      <p:cBhvr>
                                        <p:cTn id="14" dur="500" fill="hold"/>
                                        <p:tgtEl>
                                          <p:spTgt spid="5"/>
                                        </p:tgtEl>
                                        <p:attrNameLst>
                                          <p:attrName>ppt_y</p:attrName>
                                        </p:attrNameLst>
                                      </p:cBhvr>
                                      <p:tavLst>
                                        <p:tav tm="0">
                                          <p:val>
                                            <p:strVal val="#ppt_y"/>
                                          </p:val>
                                        </p:tav>
                                        <p:tav tm="100000">
                                          <p:val>
                                            <p:strVal val="#ppt_y"/>
                                          </p:val>
                                        </p:tav>
                                      </p:tavLst>
                                    </p:anim>
                                    <p:anim calcmode="lin" valueType="num">
                                      <p:cBhvr>
                                        <p:cTn id="15" dur="500" fill="hold"/>
                                        <p:tgtEl>
                                          <p:spTgt spid="5"/>
                                        </p:tgtEl>
                                        <p:attrNameLst>
                                          <p:attrName>ppt_h</p:attrName>
                                        </p:attrNameLst>
                                      </p:cBhvr>
                                      <p:tavLst>
                                        <p:tav tm="0">
                                          <p:val>
                                            <p:strVal val="#ppt_h/10"/>
                                          </p:val>
                                        </p:tav>
                                        <p:tav tm="50000">
                                          <p:val>
                                            <p:strVal val="#ppt_h+.01"/>
                                          </p:val>
                                        </p:tav>
                                        <p:tav tm="100000">
                                          <p:val>
                                            <p:strVal val="#ppt_h"/>
                                          </p:val>
                                        </p:tav>
                                      </p:tavLst>
                                    </p:anim>
                                    <p:anim calcmode="lin" valueType="num">
                                      <p:cBhvr>
                                        <p:cTn id="16" dur="500" fill="hold"/>
                                        <p:tgtEl>
                                          <p:spTgt spid="5"/>
                                        </p:tgtEl>
                                        <p:attrNameLst>
                                          <p:attrName>ppt_w</p:attrName>
                                        </p:attrNameLst>
                                      </p:cBhvr>
                                      <p:tavLst>
                                        <p:tav tm="0">
                                          <p:val>
                                            <p:strVal val="#ppt_w/10"/>
                                          </p:val>
                                        </p:tav>
                                        <p:tav tm="50000">
                                          <p:val>
                                            <p:strVal val="#ppt_w+.01"/>
                                          </p:val>
                                        </p:tav>
                                        <p:tav tm="100000">
                                          <p:val>
                                            <p:strVal val="#ppt_w"/>
                                          </p:val>
                                        </p:tav>
                                      </p:tavLst>
                                    </p:anim>
                                    <p:animEffect transition="in" filter="fade">
                                      <p:cBhvr>
                                        <p:cTn id="17" dur="500" tmFilter="0,0; .5, 1; 1, 1"/>
                                        <p:tgtEl>
                                          <p:spTgt spid="5"/>
                                        </p:tgtEl>
                                      </p:cBhvr>
                                    </p:animEffect>
                                  </p:childTnLst>
                                </p:cTn>
                              </p:par>
                            </p:childTnLst>
                          </p:cTn>
                        </p:par>
                        <p:par>
                          <p:cTn id="18" fill="hold" nodeType="afterGroup">
                            <p:stCondLst>
                              <p:cond delay="500"/>
                            </p:stCondLst>
                            <p:childTnLst>
                              <p:par>
                                <p:cTn id="19" presetID="22" presetClass="entr" presetSubtype="4" fill="hold" nodeType="afterEffect">
                                  <p:stCondLst>
                                    <p:cond delay="0"/>
                                  </p:stCondLst>
                                  <p:childTnLst>
                                    <p:set>
                                      <p:cBhvr>
                                        <p:cTn id="20" dur="1" fill="hold">
                                          <p:stCondLst>
                                            <p:cond delay="0"/>
                                          </p:stCondLst>
                                        </p:cTn>
                                        <p:tgtEl>
                                          <p:spTgt spid="48"/>
                                        </p:tgtEl>
                                        <p:attrNameLst>
                                          <p:attrName>style.visibility</p:attrName>
                                        </p:attrNameLst>
                                      </p:cBhvr>
                                      <p:to>
                                        <p:strVal val="visible"/>
                                      </p:to>
                                    </p:set>
                                    <p:animEffect transition="in" filter="wipe(down)">
                                      <p:cBhvr>
                                        <p:cTn id="21" dur="1000"/>
                                        <p:tgtEl>
                                          <p:spTgt spid="48"/>
                                        </p:tgtEl>
                                      </p:cBhvr>
                                    </p:animEffect>
                                  </p:childTnLst>
                                </p:cTn>
                              </p:par>
                            </p:childTnLst>
                          </p:cTn>
                        </p:par>
                        <p:par>
                          <p:cTn id="22" fill="hold" nodeType="afterGroup">
                            <p:stCondLst>
                              <p:cond delay="1500"/>
                            </p:stCondLst>
                            <p:childTnLst>
                              <p:par>
                                <p:cTn id="23" presetID="22" presetClass="entr" presetSubtype="2" fill="hold" nodeType="afterEffect">
                                  <p:stCondLst>
                                    <p:cond delay="0"/>
                                  </p:stCondLst>
                                  <p:childTnLst>
                                    <p:set>
                                      <p:cBhvr>
                                        <p:cTn id="24" dur="1" fill="hold">
                                          <p:stCondLst>
                                            <p:cond delay="0"/>
                                          </p:stCondLst>
                                        </p:cTn>
                                        <p:tgtEl>
                                          <p:spTgt spid="62"/>
                                        </p:tgtEl>
                                        <p:attrNameLst>
                                          <p:attrName>style.visibility</p:attrName>
                                        </p:attrNameLst>
                                      </p:cBhvr>
                                      <p:to>
                                        <p:strVal val="visible"/>
                                      </p:to>
                                    </p:set>
                                    <p:animEffect transition="in" filter="wipe(right)">
                                      <p:cBhvr>
                                        <p:cTn id="25" dur="500"/>
                                        <p:tgtEl>
                                          <p:spTgt spid="62"/>
                                        </p:tgtEl>
                                      </p:cBhvr>
                                    </p:animEffect>
                                  </p:childTnLst>
                                </p:cTn>
                              </p:par>
                              <p:par>
                                <p:cTn id="26" presetID="22" presetClass="entr" presetSubtype="8" fill="hold" nodeType="withEffect">
                                  <p:stCondLst>
                                    <p:cond delay="0"/>
                                  </p:stCondLst>
                                  <p:childTnLst>
                                    <p:set>
                                      <p:cBhvr>
                                        <p:cTn id="27" dur="1" fill="hold">
                                          <p:stCondLst>
                                            <p:cond delay="0"/>
                                          </p:stCondLst>
                                        </p:cTn>
                                        <p:tgtEl>
                                          <p:spTgt spid="65"/>
                                        </p:tgtEl>
                                        <p:attrNameLst>
                                          <p:attrName>style.visibility</p:attrName>
                                        </p:attrNameLst>
                                      </p:cBhvr>
                                      <p:to>
                                        <p:strVal val="visible"/>
                                      </p:to>
                                    </p:set>
                                    <p:animEffect transition="in" filter="wipe(left)">
                                      <p:cBhvr>
                                        <p:cTn id="28" dur="500"/>
                                        <p:tgtEl>
                                          <p:spTgt spid="65"/>
                                        </p:tgtEl>
                                      </p:cBhvr>
                                    </p:animEffect>
                                  </p:childTnLst>
                                </p:cTn>
                              </p:par>
                              <p:par>
                                <p:cTn id="29" presetID="22" presetClass="entr" presetSubtype="2" fill="hold" nodeType="withEffect">
                                  <p:stCondLst>
                                    <p:cond delay="0"/>
                                  </p:stCondLst>
                                  <p:childTnLst>
                                    <p:set>
                                      <p:cBhvr>
                                        <p:cTn id="30" dur="1" fill="hold">
                                          <p:stCondLst>
                                            <p:cond delay="0"/>
                                          </p:stCondLst>
                                        </p:cTn>
                                        <p:tgtEl>
                                          <p:spTgt spid="68"/>
                                        </p:tgtEl>
                                        <p:attrNameLst>
                                          <p:attrName>style.visibility</p:attrName>
                                        </p:attrNameLst>
                                      </p:cBhvr>
                                      <p:to>
                                        <p:strVal val="visible"/>
                                      </p:to>
                                    </p:set>
                                    <p:animEffect transition="in" filter="wipe(right)">
                                      <p:cBhvr>
                                        <p:cTn id="31" dur="500"/>
                                        <p:tgtEl>
                                          <p:spTgt spid="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8.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椭圆 1">
            <a:extLst>
              <a:ext uri="{FF2B5EF4-FFF2-40B4-BE49-F238E27FC236}">
                <a16:creationId xmlns:a16="http://schemas.microsoft.com/office/drawing/2014/main" id="{D5A89A47-C7DD-4DAE-B24E-0EEF34FA726F}"/>
              </a:ext>
            </a:extLst>
          </p:cNvPr>
          <p:cNvSpPr/>
          <p:nvPr/>
        </p:nvSpPr>
        <p:spPr>
          <a:xfrm>
            <a:off x="-1372842" y="-4978635"/>
            <a:ext cx="11816179" cy="11816179"/>
          </a:xfrm>
          <a:prstGeom prst="ellipse">
            <a:avLst/>
          </a:prstGeom>
          <a:solidFill>
            <a:srgbClr val="3FB793"/>
          </a:solidFill>
          <a:ln w="28575">
            <a:solidFill>
              <a:schemeClr val="bg1"/>
            </a:solid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33" b="1">
              <a:ln w="6350">
                <a:noFill/>
              </a:ln>
              <a:gradFill flip="none" rotWithShape="1">
                <a:gsLst>
                  <a:gs pos="73000">
                    <a:srgbClr val="00C373"/>
                  </a:gs>
                  <a:gs pos="88000">
                    <a:srgbClr val="08ECDB"/>
                  </a:gs>
                  <a:gs pos="29000">
                    <a:srgbClr val="00C373"/>
                  </a:gs>
                  <a:gs pos="72000">
                    <a:srgbClr val="08ECDB"/>
                  </a:gs>
                </a:gsLst>
                <a:lin ang="1200000" scaled="0"/>
              </a:gradFill>
              <a:effectLst>
                <a:innerShdw blurRad="63500" dist="50800" dir="16200000">
                  <a:prstClr val="black">
                    <a:alpha val="50000"/>
                  </a:prstClr>
                </a:innerShdw>
              </a:effectLst>
              <a:latin typeface="Impact" pitchFamily="34" charset="0"/>
              <a:ea typeface="思源黑体旧字形 Normal" panose="020b0400000000000000" pitchFamily="34" charset="-128"/>
            </a:endParaRPr>
          </a:p>
        </p:txBody>
      </p:sp>
      <p:sp>
        <p:nvSpPr>
          <p:cNvPr id="4" name="Oval 4">
            <a:extLst>
              <a:ext uri="{FF2B5EF4-FFF2-40B4-BE49-F238E27FC236}">
                <a16:creationId xmlns:a16="http://schemas.microsoft.com/office/drawing/2014/main" id="{BDD848E0-48B3-4E0C-B992-FE1A13227BBC}"/>
              </a:ext>
            </a:extLst>
          </p:cNvPr>
          <p:cNvSpPr/>
          <p:nvPr/>
        </p:nvSpPr>
        <p:spPr>
          <a:xfrm rot="20977442">
            <a:off x="11017528" y="1177818"/>
            <a:ext cx="447268" cy="447268"/>
          </a:xfrm>
          <a:prstGeom prst="ellipse">
            <a:avLst/>
          </a:prstGeom>
          <a:solidFill>
            <a:srgbClr val="3FB793"/>
          </a:solidFill>
          <a:ln w="28575">
            <a:solidFill>
              <a:schemeClr val="bg1"/>
            </a:solid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2133" b="1">
              <a:ln w="6350">
                <a:noFill/>
              </a:ln>
              <a:gradFill flip="none" rotWithShape="1">
                <a:gsLst>
                  <a:gs pos="73000">
                    <a:srgbClr val="00C373"/>
                  </a:gs>
                  <a:gs pos="88000">
                    <a:srgbClr val="08ECDB"/>
                  </a:gs>
                  <a:gs pos="29000">
                    <a:srgbClr val="00C373"/>
                  </a:gs>
                  <a:gs pos="72000">
                    <a:srgbClr val="08ECDB"/>
                  </a:gs>
                </a:gsLst>
                <a:lin ang="1200000" scaled="0"/>
              </a:gradFill>
              <a:effectLst>
                <a:innerShdw blurRad="63500" dist="50800" dir="16200000">
                  <a:prstClr val="black">
                    <a:alpha val="50000"/>
                  </a:prstClr>
                </a:innerShdw>
              </a:effectLst>
              <a:latin typeface="Impact" pitchFamily="34" charset="0"/>
              <a:ea typeface="思源黑体旧字形 Normal" panose="020b0400000000000000" pitchFamily="34" charset="-128"/>
              <a:sym typeface="Century Gothic" panose="020b0502020202020204" pitchFamily="34" charset="0"/>
            </a:endParaRPr>
          </a:p>
        </p:txBody>
      </p:sp>
      <p:sp>
        <p:nvSpPr>
          <p:cNvPr id="5" name="Oval 5">
            <a:extLst>
              <a:ext uri="{FF2B5EF4-FFF2-40B4-BE49-F238E27FC236}">
                <a16:creationId xmlns:a16="http://schemas.microsoft.com/office/drawing/2014/main" id="{B44FECDE-6BCC-49F2-A12B-973D55B9C7FB}"/>
              </a:ext>
            </a:extLst>
          </p:cNvPr>
          <p:cNvSpPr/>
          <p:nvPr/>
        </p:nvSpPr>
        <p:spPr>
          <a:xfrm rot="904354">
            <a:off x="11061462" y="2071661"/>
            <a:ext cx="372546" cy="372546"/>
          </a:xfrm>
          <a:prstGeom prst="ellipse">
            <a:avLst/>
          </a:prstGeom>
          <a:solidFill>
            <a:srgbClr val="545D79"/>
          </a:solidFill>
          <a:ln w="28575">
            <a:solidFill>
              <a:schemeClr val="bg1"/>
            </a:solid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2133" b="1">
              <a:ln w="6350">
                <a:noFill/>
              </a:ln>
              <a:gradFill flip="none" rotWithShape="1">
                <a:gsLst>
                  <a:gs pos="73000">
                    <a:srgbClr val="00C373"/>
                  </a:gs>
                  <a:gs pos="88000">
                    <a:srgbClr val="08ECDB"/>
                  </a:gs>
                  <a:gs pos="29000">
                    <a:srgbClr val="00C373"/>
                  </a:gs>
                  <a:gs pos="72000">
                    <a:srgbClr val="08ECDB"/>
                  </a:gs>
                </a:gsLst>
                <a:lin ang="1200000" scaled="0"/>
              </a:gradFill>
              <a:effectLst>
                <a:innerShdw blurRad="63500" dist="50800" dir="16200000">
                  <a:prstClr val="black">
                    <a:alpha val="50000"/>
                  </a:prstClr>
                </a:innerShdw>
              </a:effectLst>
              <a:latin typeface="Impact" pitchFamily="34" charset="0"/>
              <a:ea typeface="思源黑体旧字形 Normal" panose="020b0400000000000000" pitchFamily="34" charset="-128"/>
              <a:sym typeface="Century Gothic" panose="020b0502020202020204" pitchFamily="34" charset="0"/>
            </a:endParaRPr>
          </a:p>
        </p:txBody>
      </p:sp>
      <p:sp>
        <p:nvSpPr>
          <p:cNvPr id="6" name="Oval 6">
            <a:extLst>
              <a:ext uri="{FF2B5EF4-FFF2-40B4-BE49-F238E27FC236}">
                <a16:creationId xmlns:a16="http://schemas.microsoft.com/office/drawing/2014/main" id="{58033B1D-1248-4559-8985-AAD62E754374}"/>
              </a:ext>
            </a:extLst>
          </p:cNvPr>
          <p:cNvSpPr/>
          <p:nvPr/>
        </p:nvSpPr>
        <p:spPr>
          <a:xfrm rot="20371916">
            <a:off x="5323581" y="4525046"/>
            <a:ext cx="372546" cy="372546"/>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id-ID" sz="1800" b="0" i="0" u="none" strike="noStrike" kern="1200" cap="none" spc="0" normalizeH="0" baseline="0" noProof="0">
              <a:ln>
                <a:noFill/>
              </a:ln>
              <a:solidFill>
                <a:prstClr val="white"/>
              </a:solidFill>
              <a:effectLst/>
              <a:uLnTx/>
              <a:uFillTx/>
              <a:latin typeface="Century Gothic" panose="020b0502020202020204" pitchFamily="34" charset="0"/>
              <a:ea typeface="思源黑体旧字形 Normal" panose="020b0400000000000000" pitchFamily="34" charset="-128"/>
              <a:cs typeface="+mn-cs"/>
              <a:sym typeface="Century Gothic" panose="020b0502020202020204" pitchFamily="34" charset="0"/>
            </a:endParaRPr>
          </a:p>
        </p:txBody>
      </p:sp>
      <p:sp>
        <p:nvSpPr>
          <p:cNvPr id="7" name="Oval 7">
            <a:extLst>
              <a:ext uri="{FF2B5EF4-FFF2-40B4-BE49-F238E27FC236}">
                <a16:creationId xmlns:a16="http://schemas.microsoft.com/office/drawing/2014/main" id="{78F0FCAA-E507-459F-9478-0CB3A665DC34}"/>
              </a:ext>
            </a:extLst>
          </p:cNvPr>
          <p:cNvSpPr/>
          <p:nvPr/>
        </p:nvSpPr>
        <p:spPr>
          <a:xfrm>
            <a:off x="6100578" y="5711320"/>
            <a:ext cx="447268" cy="447268"/>
          </a:xfrm>
          <a:prstGeom prst="ellipse">
            <a:avLst/>
          </a:prstGeom>
          <a:solidFill>
            <a:srgbClr val="545D79"/>
          </a:solidFill>
          <a:ln w="28575">
            <a:solidFill>
              <a:schemeClr val="bg1"/>
            </a:solid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2133" b="1">
              <a:ln w="6350">
                <a:noFill/>
              </a:ln>
              <a:gradFill flip="none" rotWithShape="1">
                <a:gsLst>
                  <a:gs pos="73000">
                    <a:srgbClr val="00C373"/>
                  </a:gs>
                  <a:gs pos="88000">
                    <a:srgbClr val="08ECDB"/>
                  </a:gs>
                  <a:gs pos="29000">
                    <a:srgbClr val="00C373"/>
                  </a:gs>
                  <a:gs pos="72000">
                    <a:srgbClr val="08ECDB"/>
                  </a:gs>
                </a:gsLst>
                <a:lin ang="1200000" scaled="0"/>
              </a:gradFill>
              <a:effectLst>
                <a:innerShdw blurRad="63500" dist="50800" dir="16200000">
                  <a:prstClr val="black">
                    <a:alpha val="50000"/>
                  </a:prstClr>
                </a:innerShdw>
              </a:effectLst>
              <a:latin typeface="Impact" pitchFamily="34" charset="0"/>
              <a:ea typeface="思源黑体旧字形 Normal" panose="020b0400000000000000" pitchFamily="34" charset="-128"/>
              <a:sym typeface="Century Gothic" panose="020b0502020202020204" pitchFamily="34" charset="0"/>
            </a:endParaRPr>
          </a:p>
        </p:txBody>
      </p:sp>
      <p:sp>
        <p:nvSpPr>
          <p:cNvPr id="8" name="Oval 8">
            <a:extLst>
              <a:ext uri="{FF2B5EF4-FFF2-40B4-BE49-F238E27FC236}">
                <a16:creationId xmlns:a16="http://schemas.microsoft.com/office/drawing/2014/main" id="{52726CB2-7391-46A5-B72A-6FE6AC53F481}"/>
              </a:ext>
            </a:extLst>
          </p:cNvPr>
          <p:cNvSpPr/>
          <p:nvPr/>
        </p:nvSpPr>
        <p:spPr>
          <a:xfrm rot="20556114">
            <a:off x="4978990" y="5347533"/>
            <a:ext cx="727575" cy="72757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id-ID" sz="1800" b="0" i="0" u="none" strike="noStrike" kern="1200" cap="none" spc="0" normalizeH="0" baseline="0" noProof="0">
              <a:ln>
                <a:noFill/>
              </a:ln>
              <a:solidFill>
                <a:prstClr val="white"/>
              </a:solidFill>
              <a:effectLst/>
              <a:uLnTx/>
              <a:uFillTx/>
              <a:latin typeface="Century Gothic" panose="020b0502020202020204" pitchFamily="34" charset="0"/>
              <a:ea typeface="思源黑体旧字形 Normal" panose="020b0400000000000000" pitchFamily="34" charset="-128"/>
              <a:cs typeface="+mn-cs"/>
              <a:sym typeface="Century Gothic" panose="020b0502020202020204" pitchFamily="34" charset="0"/>
            </a:endParaRPr>
          </a:p>
        </p:txBody>
      </p:sp>
      <p:sp>
        <p:nvSpPr>
          <p:cNvPr id="9" name="TextBox 12">
            <a:extLst>
              <a:ext uri="{FF2B5EF4-FFF2-40B4-BE49-F238E27FC236}">
                <a16:creationId xmlns:a16="http://schemas.microsoft.com/office/drawing/2014/main" id="{CD258312-8CD3-4433-BED6-741B336A042E}"/>
              </a:ext>
            </a:extLst>
          </p:cNvPr>
          <p:cNvSpPr txBox="1"/>
          <p:nvPr/>
        </p:nvSpPr>
        <p:spPr>
          <a:xfrm>
            <a:off x="808079" y="1366476"/>
            <a:ext cx="4315605" cy="1323439"/>
          </a:xfrm>
          <a:prstGeom prst="rect">
            <a:avLst/>
          </a:prstGeom>
          <a:noFill/>
        </p:spPr>
        <p:txBody>
          <a:bodyPr wrap="none" rtlCol="0">
            <a:spAutoFit/>
          </a:body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en-US" sz="8000" b="0" i="0" u="none" strike="noStrike" kern="1200" cap="none" spc="0" normalizeH="0" baseline="0" noProof="0">
                <a:ln>
                  <a:noFill/>
                </a:ln>
                <a:solidFill>
                  <a:schemeClr val="bg1"/>
                </a:solidFill>
                <a:effectLst/>
                <a:uLnTx/>
                <a:uFillTx/>
                <a:latin typeface="Century Gothic" panose="020b0502020202020204" pitchFamily="34" charset="0"/>
                <a:ea typeface="思源黑体旧字形 Normal" panose="020b0400000000000000" pitchFamily="34" charset="-128"/>
                <a:cs typeface="+mn-cs"/>
                <a:sym typeface="Century Gothic" panose="020b0502020202020204" pitchFamily="34" charset="0"/>
              </a:rPr>
              <a:t>PART 02</a:t>
            </a:r>
            <a:r>
              <a:rPr kumimoji="0" lang="id-ID" sz="8000" b="0" i="0" u="none" strike="noStrike" kern="1200" cap="none" spc="0" normalizeH="0" baseline="0" noProof="0">
                <a:ln>
                  <a:noFill/>
                </a:ln>
                <a:solidFill>
                  <a:schemeClr val="bg1"/>
                </a:solidFill>
                <a:effectLst/>
                <a:uLnTx/>
                <a:uFillTx/>
                <a:latin typeface="Century Gothic" panose="020b0502020202020204" pitchFamily="34" charset="0"/>
                <a:ea typeface="思源黑体旧字形 Normal" panose="020b0400000000000000" pitchFamily="34" charset="-128"/>
                <a:cs typeface="+mn-cs"/>
                <a:sym typeface="Century Gothic" panose="020b0502020202020204" pitchFamily="34" charset="0"/>
              </a:rPr>
              <a:t> </a:t>
            </a:r>
            <a:endParaRPr kumimoji="0" lang="en-US" sz="8000" b="0" i="0" u="none" strike="noStrike" kern="1200" cap="none" spc="0" normalizeH="0" baseline="0" noProof="0">
              <a:ln>
                <a:noFill/>
              </a:ln>
              <a:solidFill>
                <a:schemeClr val="bg1"/>
              </a:solidFill>
              <a:effectLst/>
              <a:uLnTx/>
              <a:uFillTx/>
              <a:latin typeface="Century Gothic" panose="020b0502020202020204" pitchFamily="34" charset="0"/>
              <a:ea typeface="思源黑体旧字形 Normal" panose="020b0400000000000000" pitchFamily="34" charset="-128"/>
              <a:cs typeface="+mn-cs"/>
              <a:sym typeface="Century Gothic" panose="020b0502020202020204" pitchFamily="34" charset="0"/>
            </a:endParaRPr>
          </a:p>
        </p:txBody>
      </p:sp>
      <p:sp>
        <p:nvSpPr>
          <p:cNvPr id="11" name="Oval 8">
            <a:extLst>
              <a:ext uri="{FF2B5EF4-FFF2-40B4-BE49-F238E27FC236}">
                <a16:creationId xmlns:a16="http://schemas.microsoft.com/office/drawing/2014/main" id="{DFA53670-AC33-4036-8737-ACD3DCC7B731}"/>
              </a:ext>
            </a:extLst>
          </p:cNvPr>
          <p:cNvSpPr/>
          <p:nvPr/>
        </p:nvSpPr>
        <p:spPr>
          <a:xfrm rot="20556114">
            <a:off x="9848801" y="5287930"/>
            <a:ext cx="727575" cy="727575"/>
          </a:xfrm>
          <a:prstGeom prst="ellipse">
            <a:avLst/>
          </a:prstGeom>
          <a:solidFill>
            <a:srgbClr val="545D79"/>
          </a:solidFill>
          <a:ln w="28575">
            <a:solidFill>
              <a:schemeClr val="bg1"/>
            </a:solid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2133" b="1">
              <a:ln w="6350">
                <a:noFill/>
              </a:ln>
              <a:gradFill flip="none" rotWithShape="1">
                <a:gsLst>
                  <a:gs pos="73000">
                    <a:srgbClr val="00C373"/>
                  </a:gs>
                  <a:gs pos="88000">
                    <a:srgbClr val="08ECDB"/>
                  </a:gs>
                  <a:gs pos="29000">
                    <a:srgbClr val="00C373"/>
                  </a:gs>
                  <a:gs pos="72000">
                    <a:srgbClr val="08ECDB"/>
                  </a:gs>
                </a:gsLst>
                <a:lin ang="1200000" scaled="0"/>
              </a:gradFill>
              <a:effectLst>
                <a:innerShdw blurRad="63500" dist="50800" dir="16200000">
                  <a:prstClr val="black">
                    <a:alpha val="50000"/>
                  </a:prstClr>
                </a:innerShdw>
              </a:effectLst>
              <a:latin typeface="Impact" pitchFamily="34" charset="0"/>
              <a:ea typeface="思源黑体旧字形 Normal" panose="020b0400000000000000" pitchFamily="34" charset="-128"/>
              <a:sym typeface="Century Gothic" panose="020b0502020202020204" pitchFamily="34" charset="0"/>
            </a:endParaRPr>
          </a:p>
        </p:txBody>
      </p:sp>
      <p:sp>
        <p:nvSpPr>
          <p:cNvPr id="12" name="Oval 8">
            <a:extLst>
              <a:ext uri="{FF2B5EF4-FFF2-40B4-BE49-F238E27FC236}">
                <a16:creationId xmlns:a16="http://schemas.microsoft.com/office/drawing/2014/main" id="{8257CA9B-334F-4972-8C67-585A711EBDCC}"/>
              </a:ext>
            </a:extLst>
          </p:cNvPr>
          <p:cNvSpPr/>
          <p:nvPr/>
        </p:nvSpPr>
        <p:spPr>
          <a:xfrm rot="20556114">
            <a:off x="11172137" y="5009595"/>
            <a:ext cx="462973" cy="462973"/>
          </a:xfrm>
          <a:prstGeom prst="ellipse">
            <a:avLst/>
          </a:prstGeom>
          <a:solidFill>
            <a:srgbClr val="3FB793"/>
          </a:solidFill>
          <a:ln w="28575">
            <a:solidFill>
              <a:schemeClr val="bg1"/>
            </a:solid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2133" b="1">
              <a:ln w="6350">
                <a:noFill/>
              </a:ln>
              <a:gradFill flip="none" rotWithShape="1">
                <a:gsLst>
                  <a:gs pos="73000">
                    <a:srgbClr val="00C373"/>
                  </a:gs>
                  <a:gs pos="88000">
                    <a:srgbClr val="08ECDB"/>
                  </a:gs>
                  <a:gs pos="29000">
                    <a:srgbClr val="00C373"/>
                  </a:gs>
                  <a:gs pos="72000">
                    <a:srgbClr val="08ECDB"/>
                  </a:gs>
                </a:gsLst>
                <a:lin ang="1200000" scaled="0"/>
              </a:gradFill>
              <a:effectLst>
                <a:innerShdw blurRad="63500" dist="50800" dir="16200000">
                  <a:prstClr val="black">
                    <a:alpha val="50000"/>
                  </a:prstClr>
                </a:innerShdw>
              </a:effectLst>
              <a:latin typeface="Impact" pitchFamily="34" charset="0"/>
              <a:ea typeface="思源黑体旧字形 Normal" panose="020b0400000000000000" pitchFamily="34" charset="-128"/>
              <a:sym typeface="Century Gothic" panose="020b0502020202020204" pitchFamily="34" charset="0"/>
            </a:endParaRPr>
          </a:p>
        </p:txBody>
      </p:sp>
      <p:sp>
        <p:nvSpPr>
          <p:cNvPr id="14" name="TextBox 11">
            <a:extLst>
              <a:ext uri="{FF2B5EF4-FFF2-40B4-BE49-F238E27FC236}">
                <a16:creationId xmlns:a16="http://schemas.microsoft.com/office/drawing/2014/main" id="{5A9AAC64-A441-4008-A2AD-C47499D6356D}"/>
              </a:ext>
            </a:extLst>
          </p:cNvPr>
          <p:cNvSpPr txBox="1">
            <a:spLocks noChangeArrowheads="1"/>
          </p:cNvSpPr>
          <p:nvPr/>
        </p:nvSpPr>
        <p:spPr bwMode="auto">
          <a:xfrm>
            <a:off x="808079" y="2917875"/>
            <a:ext cx="3877985"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2000">
                <a:solidFill>
                  <a:schemeClr val="accent2"/>
                </a:solidFill>
                <a:latin typeface="Arial" panose="020b0604020202020204" pitchFamily="34" charset="0"/>
                <a:ea typeface="微软雅黑" panose="020b0503020204020204" pitchFamily="34" charset="-122"/>
              </a:defRPr>
            </a:lvl1pPr>
            <a:lvl2pPr marL="742950" indent="-285750" eaLnBrk="0" hangingPunct="0">
              <a:spcBef>
                <a:spcPct val="20000"/>
              </a:spcBef>
              <a:buChar char="–"/>
              <a:defRPr sz="2000">
                <a:solidFill>
                  <a:schemeClr val="accent2"/>
                </a:solidFill>
                <a:latin typeface="Arial" panose="020b0604020202020204" pitchFamily="34" charset="0"/>
                <a:ea typeface="仿宋_GB2312" pitchFamily="1"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7200" b="1">
                <a:solidFill>
                  <a:srgbClr val="FFFFFF"/>
                </a:solidFill>
                <a:latin typeface="思源黑体旧字形 Normal" panose="020b0400000000000000" pitchFamily="34" charset="-128"/>
                <a:ea typeface="思源黑体旧字形 Normal" panose="020b0400000000000000" pitchFamily="34" charset="-128"/>
              </a:rPr>
              <a:t>岗位认知</a:t>
            </a:r>
          </a:p>
        </p:txBody>
      </p:sp>
      <p:sp>
        <p:nvSpPr>
          <p:cNvPr id="3" name="Oval 29">
            <a:extLst>
              <a:ext uri="{FF2B5EF4-FFF2-40B4-BE49-F238E27FC236}">
                <a16:creationId xmlns:a16="http://schemas.microsoft.com/office/drawing/2014/main" id="{FAA02FA7-3A0C-4FA7-A837-54BD3D067AEC}"/>
              </a:ext>
            </a:extLst>
          </p:cNvPr>
          <p:cNvSpPr/>
          <p:nvPr/>
        </p:nvSpPr>
        <p:spPr>
          <a:xfrm rot="21031272">
            <a:off x="5637776" y="476187"/>
            <a:ext cx="4867563" cy="4867561"/>
          </a:xfrm>
          <a:prstGeom prst="ellipse">
            <a:avLst/>
          </a:prstGeom>
          <a:blipFill dpi="0" rotWithShape="0">
            <a:blip r:embed="rId2"/>
            <a:stretch>
              <a:fillRect l="-21921" t="-10022" r="-65759" b="-14286"/>
            </a:stretch>
          </a:blipFill>
          <a:ln w="57150">
            <a:solidFill>
              <a:schemeClr val="bg1"/>
            </a:solid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2133" b="1">
              <a:ln w="6350">
                <a:noFill/>
              </a:ln>
              <a:gradFill flip="none" rotWithShape="1">
                <a:gsLst>
                  <a:gs pos="73000">
                    <a:srgbClr val="00C373"/>
                  </a:gs>
                  <a:gs pos="88000">
                    <a:srgbClr val="08ECDB"/>
                  </a:gs>
                  <a:gs pos="29000">
                    <a:srgbClr val="00C373"/>
                  </a:gs>
                  <a:gs pos="72000">
                    <a:srgbClr val="08ECDB"/>
                  </a:gs>
                </a:gsLst>
                <a:lin ang="1200000" scaled="0"/>
              </a:gradFill>
              <a:effectLst>
                <a:innerShdw blurRad="63500" dist="50800" dir="16200000">
                  <a:prstClr val="black">
                    <a:alpha val="50000"/>
                  </a:prstClr>
                </a:innerShdw>
              </a:effectLst>
              <a:latin typeface="Impact" pitchFamily="34" charset="0"/>
              <a:ea typeface="思源黑体旧字形 Normal" panose="020b0400000000000000" pitchFamily="34" charset="-128"/>
              <a:sym typeface="Century Gothic" panose="020b0502020202020204" pitchFamily="34" charset="0"/>
            </a:endParaRPr>
          </a:p>
        </p:txBody>
      </p:sp>
    </p:spTree>
    <p:extLst>
      <p:ext uri="{BB962C8B-B14F-4D97-AF65-F5344CB8AC3E}">
        <p14:creationId val="2216013943"/>
      </p:ext>
    </p:extLst>
  </p:cSld>
  <p:clrMapOvr>
    <a:masterClrMapping/>
  </p:clrMapOvr>
  <mc:AlternateContent>
    <mc:Choice xmlns:p14="http://schemas.microsoft.com/office/powerpoint/2010/main" Requires="p14">
      <p:transition spd="slow" advClick="0" advTm="0" p14:dur="800">
        <p14:flythrough/>
      </p:transition>
    </mc:Choice>
    <mc:Fallback>
      <p:transition spd="slow" advClick="0" advTm="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 presetClass="entr" presetSubtype="9"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250" fill="hold"/>
                                        <p:tgtEl>
                                          <p:spTgt spid="2"/>
                                        </p:tgtEl>
                                        <p:attrNameLst>
                                          <p:attrName>ppt_x</p:attrName>
                                        </p:attrNameLst>
                                      </p:cBhvr>
                                      <p:tavLst>
                                        <p:tav tm="0">
                                          <p:val>
                                            <p:strVal val="0-#ppt_w/2"/>
                                          </p:val>
                                        </p:tav>
                                        <p:tav tm="100000">
                                          <p:val>
                                            <p:strVal val="#ppt_x"/>
                                          </p:val>
                                        </p:tav>
                                      </p:tavLst>
                                    </p:anim>
                                    <p:anim calcmode="lin" valueType="num">
                                      <p:cBhvr additive="base">
                                        <p:cTn id="8" dur="1250" fill="hold"/>
                                        <p:tgtEl>
                                          <p:spTgt spid="2"/>
                                        </p:tgtEl>
                                        <p:attrNameLst>
                                          <p:attrName>ppt_y</p:attrName>
                                        </p:attrNameLst>
                                      </p:cBhvr>
                                      <p:tavLst>
                                        <p:tav tm="0">
                                          <p:val>
                                            <p:strVal val="0-#ppt_h/2"/>
                                          </p:val>
                                        </p:tav>
                                        <p:tav tm="100000">
                                          <p:val>
                                            <p:strVal val="#ppt_y"/>
                                          </p:val>
                                        </p:tav>
                                      </p:tavLst>
                                    </p:anim>
                                  </p:childTnLst>
                                </p:cTn>
                              </p:par>
                              <p:par>
                                <p:cTn id="9" presetID="2" presetClass="entr" presetSubtype="9" fill="hold" grpId="0" nodeType="withEffect">
                                  <p:stCondLst>
                                    <p:cond delay="50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1250" fill="hold"/>
                                        <p:tgtEl>
                                          <p:spTgt spid="3"/>
                                        </p:tgtEl>
                                        <p:attrNameLst>
                                          <p:attrName>ppt_x</p:attrName>
                                        </p:attrNameLst>
                                      </p:cBhvr>
                                      <p:tavLst>
                                        <p:tav tm="0">
                                          <p:val>
                                            <p:strVal val="0-#ppt_w/2"/>
                                          </p:val>
                                        </p:tav>
                                        <p:tav tm="100000">
                                          <p:val>
                                            <p:strVal val="#ppt_x"/>
                                          </p:val>
                                        </p:tav>
                                      </p:tavLst>
                                    </p:anim>
                                    <p:anim calcmode="lin" valueType="num">
                                      <p:cBhvr additive="base">
                                        <p:cTn id="12" dur="1250" fill="hold"/>
                                        <p:tgtEl>
                                          <p:spTgt spid="3"/>
                                        </p:tgtEl>
                                        <p:attrNameLst>
                                          <p:attrName>ppt_y</p:attrName>
                                        </p:attrNameLst>
                                      </p:cBhvr>
                                      <p:tavLst>
                                        <p:tav tm="0">
                                          <p:val>
                                            <p:strVal val="0-#ppt_h/2"/>
                                          </p:val>
                                        </p:tav>
                                        <p:tav tm="100000">
                                          <p:val>
                                            <p:strVal val="#ppt_y"/>
                                          </p:val>
                                        </p:tav>
                                      </p:tavLst>
                                    </p:anim>
                                  </p:childTnLst>
                                </p:cTn>
                              </p:par>
                            </p:childTnLst>
                          </p:cTn>
                        </p:par>
                        <p:par>
                          <p:cTn id="13" fill="hold" nodeType="afterGroup">
                            <p:stCondLst>
                              <p:cond delay="1750"/>
                            </p:stCondLst>
                            <p:childTnLst>
                              <p:par>
                                <p:cTn id="14" presetID="53" presetClass="entr" presetSubtype="16" fill="hold" grpId="0" nodeType="afterEffect">
                                  <p:stCondLst>
                                    <p:cond delay="0"/>
                                  </p:stCondLst>
                                  <p:childTnLst>
                                    <p:set>
                                      <p:cBhvr>
                                        <p:cTn id="15" dur="1" fill="hold">
                                          <p:stCondLst>
                                            <p:cond delay="0"/>
                                          </p:stCondLst>
                                        </p:cTn>
                                        <p:tgtEl>
                                          <p:spTgt spid="4"/>
                                        </p:tgtEl>
                                        <p:attrNameLst>
                                          <p:attrName>style.visibility</p:attrName>
                                        </p:attrNameLst>
                                      </p:cBhvr>
                                      <p:to>
                                        <p:strVal val="visible"/>
                                      </p:to>
                                    </p:set>
                                    <p:anim calcmode="lin" valueType="num">
                                      <p:cBhvr>
                                        <p:cTn id="16" dur="500" fill="hold"/>
                                        <p:tgtEl>
                                          <p:spTgt spid="4"/>
                                        </p:tgtEl>
                                        <p:attrNameLst>
                                          <p:attrName>ppt_w</p:attrName>
                                        </p:attrNameLst>
                                      </p:cBhvr>
                                      <p:tavLst>
                                        <p:tav tm="0">
                                          <p:val>
                                            <p:fltVal val="0"/>
                                          </p:val>
                                        </p:tav>
                                        <p:tav tm="100000">
                                          <p:val>
                                            <p:strVal val="#ppt_w"/>
                                          </p:val>
                                        </p:tav>
                                      </p:tavLst>
                                    </p:anim>
                                    <p:anim calcmode="lin" valueType="num">
                                      <p:cBhvr>
                                        <p:cTn id="17" dur="500" fill="hold"/>
                                        <p:tgtEl>
                                          <p:spTgt spid="4"/>
                                        </p:tgtEl>
                                        <p:attrNameLst>
                                          <p:attrName>ppt_h</p:attrName>
                                        </p:attrNameLst>
                                      </p:cBhvr>
                                      <p:tavLst>
                                        <p:tav tm="0">
                                          <p:val>
                                            <p:fltVal val="0"/>
                                          </p:val>
                                        </p:tav>
                                        <p:tav tm="100000">
                                          <p:val>
                                            <p:strVal val="#ppt_h"/>
                                          </p:val>
                                        </p:tav>
                                      </p:tavLst>
                                    </p:anim>
                                    <p:animEffect transition="in" filter="fade">
                                      <p:cBhvr>
                                        <p:cTn id="18" dur="500"/>
                                        <p:tgtEl>
                                          <p:spTgt spid="4"/>
                                        </p:tgtEl>
                                      </p:cBhvr>
                                    </p:animEffect>
                                  </p:childTnLst>
                                </p:cTn>
                              </p:par>
                              <p:par>
                                <p:cTn id="19" presetID="53" presetClass="entr" presetSubtype="16" fill="hold" grpId="0" nodeType="withEffect">
                                  <p:stCondLst>
                                    <p:cond delay="250"/>
                                  </p:stCondLst>
                                  <p:childTnLst>
                                    <p:set>
                                      <p:cBhvr>
                                        <p:cTn id="20" dur="1" fill="hold">
                                          <p:stCondLst>
                                            <p:cond delay="0"/>
                                          </p:stCondLst>
                                        </p:cTn>
                                        <p:tgtEl>
                                          <p:spTgt spid="5"/>
                                        </p:tgtEl>
                                        <p:attrNameLst>
                                          <p:attrName>style.visibility</p:attrName>
                                        </p:attrNameLst>
                                      </p:cBhvr>
                                      <p:to>
                                        <p:strVal val="visible"/>
                                      </p:to>
                                    </p:set>
                                    <p:anim calcmode="lin" valueType="num">
                                      <p:cBhvr>
                                        <p:cTn id="21" dur="500" fill="hold"/>
                                        <p:tgtEl>
                                          <p:spTgt spid="5"/>
                                        </p:tgtEl>
                                        <p:attrNameLst>
                                          <p:attrName>ppt_w</p:attrName>
                                        </p:attrNameLst>
                                      </p:cBhvr>
                                      <p:tavLst>
                                        <p:tav tm="0">
                                          <p:val>
                                            <p:fltVal val="0"/>
                                          </p:val>
                                        </p:tav>
                                        <p:tav tm="100000">
                                          <p:val>
                                            <p:strVal val="#ppt_w"/>
                                          </p:val>
                                        </p:tav>
                                      </p:tavLst>
                                    </p:anim>
                                    <p:anim calcmode="lin" valueType="num">
                                      <p:cBhvr>
                                        <p:cTn id="22" dur="500" fill="hold"/>
                                        <p:tgtEl>
                                          <p:spTgt spid="5"/>
                                        </p:tgtEl>
                                        <p:attrNameLst>
                                          <p:attrName>ppt_h</p:attrName>
                                        </p:attrNameLst>
                                      </p:cBhvr>
                                      <p:tavLst>
                                        <p:tav tm="0">
                                          <p:val>
                                            <p:fltVal val="0"/>
                                          </p:val>
                                        </p:tav>
                                        <p:tav tm="100000">
                                          <p:val>
                                            <p:strVal val="#ppt_h"/>
                                          </p:val>
                                        </p:tav>
                                      </p:tavLst>
                                    </p:anim>
                                    <p:animEffect transition="in" filter="fade">
                                      <p:cBhvr>
                                        <p:cTn id="23" dur="500"/>
                                        <p:tgtEl>
                                          <p:spTgt spid="5"/>
                                        </p:tgtEl>
                                      </p:cBhvr>
                                    </p:animEffect>
                                  </p:childTnLst>
                                </p:cTn>
                              </p:par>
                              <p:par>
                                <p:cTn id="24" presetID="53" presetClass="entr" presetSubtype="16" fill="hold" grpId="0" nodeType="withEffect">
                                  <p:stCondLst>
                                    <p:cond delay="500"/>
                                  </p:stCondLst>
                                  <p:childTnLst>
                                    <p:set>
                                      <p:cBhvr>
                                        <p:cTn id="25" dur="1" fill="hold">
                                          <p:stCondLst>
                                            <p:cond delay="0"/>
                                          </p:stCondLst>
                                        </p:cTn>
                                        <p:tgtEl>
                                          <p:spTgt spid="12"/>
                                        </p:tgtEl>
                                        <p:attrNameLst>
                                          <p:attrName>style.visibility</p:attrName>
                                        </p:attrNameLst>
                                      </p:cBhvr>
                                      <p:to>
                                        <p:strVal val="visible"/>
                                      </p:to>
                                    </p:set>
                                    <p:anim calcmode="lin" valueType="num">
                                      <p:cBhvr>
                                        <p:cTn id="26" dur="500" fill="hold"/>
                                        <p:tgtEl>
                                          <p:spTgt spid="12"/>
                                        </p:tgtEl>
                                        <p:attrNameLst>
                                          <p:attrName>ppt_w</p:attrName>
                                        </p:attrNameLst>
                                      </p:cBhvr>
                                      <p:tavLst>
                                        <p:tav tm="0">
                                          <p:val>
                                            <p:fltVal val="0"/>
                                          </p:val>
                                        </p:tav>
                                        <p:tav tm="100000">
                                          <p:val>
                                            <p:strVal val="#ppt_w"/>
                                          </p:val>
                                        </p:tav>
                                      </p:tavLst>
                                    </p:anim>
                                    <p:anim calcmode="lin" valueType="num">
                                      <p:cBhvr>
                                        <p:cTn id="27" dur="500" fill="hold"/>
                                        <p:tgtEl>
                                          <p:spTgt spid="12"/>
                                        </p:tgtEl>
                                        <p:attrNameLst>
                                          <p:attrName>ppt_h</p:attrName>
                                        </p:attrNameLst>
                                      </p:cBhvr>
                                      <p:tavLst>
                                        <p:tav tm="0">
                                          <p:val>
                                            <p:fltVal val="0"/>
                                          </p:val>
                                        </p:tav>
                                        <p:tav tm="100000">
                                          <p:val>
                                            <p:strVal val="#ppt_h"/>
                                          </p:val>
                                        </p:tav>
                                      </p:tavLst>
                                    </p:anim>
                                    <p:animEffect transition="in" filter="fade">
                                      <p:cBhvr>
                                        <p:cTn id="28" dur="500"/>
                                        <p:tgtEl>
                                          <p:spTgt spid="12"/>
                                        </p:tgtEl>
                                      </p:cBhvr>
                                    </p:animEffect>
                                  </p:childTnLst>
                                </p:cTn>
                              </p:par>
                              <p:par>
                                <p:cTn id="29" presetID="53" presetClass="entr" presetSubtype="16" fill="hold" grpId="0" nodeType="withEffect">
                                  <p:stCondLst>
                                    <p:cond delay="750"/>
                                  </p:stCondLst>
                                  <p:childTnLst>
                                    <p:set>
                                      <p:cBhvr>
                                        <p:cTn id="30" dur="1" fill="hold">
                                          <p:stCondLst>
                                            <p:cond delay="0"/>
                                          </p:stCondLst>
                                        </p:cTn>
                                        <p:tgtEl>
                                          <p:spTgt spid="11"/>
                                        </p:tgtEl>
                                        <p:attrNameLst>
                                          <p:attrName>style.visibility</p:attrName>
                                        </p:attrNameLst>
                                      </p:cBhvr>
                                      <p:to>
                                        <p:strVal val="visible"/>
                                      </p:to>
                                    </p:set>
                                    <p:anim calcmode="lin" valueType="num">
                                      <p:cBhvr>
                                        <p:cTn id="31" dur="500" fill="hold"/>
                                        <p:tgtEl>
                                          <p:spTgt spid="11"/>
                                        </p:tgtEl>
                                        <p:attrNameLst>
                                          <p:attrName>ppt_w</p:attrName>
                                        </p:attrNameLst>
                                      </p:cBhvr>
                                      <p:tavLst>
                                        <p:tav tm="0">
                                          <p:val>
                                            <p:fltVal val="0"/>
                                          </p:val>
                                        </p:tav>
                                        <p:tav tm="100000">
                                          <p:val>
                                            <p:strVal val="#ppt_w"/>
                                          </p:val>
                                        </p:tav>
                                      </p:tavLst>
                                    </p:anim>
                                    <p:anim calcmode="lin" valueType="num">
                                      <p:cBhvr>
                                        <p:cTn id="32" dur="500" fill="hold"/>
                                        <p:tgtEl>
                                          <p:spTgt spid="11"/>
                                        </p:tgtEl>
                                        <p:attrNameLst>
                                          <p:attrName>ppt_h</p:attrName>
                                        </p:attrNameLst>
                                      </p:cBhvr>
                                      <p:tavLst>
                                        <p:tav tm="0">
                                          <p:val>
                                            <p:fltVal val="0"/>
                                          </p:val>
                                        </p:tav>
                                        <p:tav tm="100000">
                                          <p:val>
                                            <p:strVal val="#ppt_h"/>
                                          </p:val>
                                        </p:tav>
                                      </p:tavLst>
                                    </p:anim>
                                    <p:animEffect transition="in" filter="fade">
                                      <p:cBhvr>
                                        <p:cTn id="33" dur="500"/>
                                        <p:tgtEl>
                                          <p:spTgt spid="11"/>
                                        </p:tgtEl>
                                      </p:cBhvr>
                                    </p:animEffect>
                                  </p:childTnLst>
                                </p:cTn>
                              </p:par>
                              <p:par>
                                <p:cTn id="34" presetID="53" presetClass="entr" presetSubtype="16" fill="hold" grpId="0" nodeType="withEffect">
                                  <p:stCondLst>
                                    <p:cond delay="1000"/>
                                  </p:stCondLst>
                                  <p:childTnLst>
                                    <p:set>
                                      <p:cBhvr>
                                        <p:cTn id="35" dur="1" fill="hold">
                                          <p:stCondLst>
                                            <p:cond delay="0"/>
                                          </p:stCondLst>
                                        </p:cTn>
                                        <p:tgtEl>
                                          <p:spTgt spid="6"/>
                                        </p:tgtEl>
                                        <p:attrNameLst>
                                          <p:attrName>style.visibility</p:attrName>
                                        </p:attrNameLst>
                                      </p:cBhvr>
                                      <p:to>
                                        <p:strVal val="visible"/>
                                      </p:to>
                                    </p:set>
                                    <p:anim calcmode="lin" valueType="num">
                                      <p:cBhvr>
                                        <p:cTn id="36" dur="500" fill="hold"/>
                                        <p:tgtEl>
                                          <p:spTgt spid="6"/>
                                        </p:tgtEl>
                                        <p:attrNameLst>
                                          <p:attrName>ppt_w</p:attrName>
                                        </p:attrNameLst>
                                      </p:cBhvr>
                                      <p:tavLst>
                                        <p:tav tm="0">
                                          <p:val>
                                            <p:fltVal val="0"/>
                                          </p:val>
                                        </p:tav>
                                        <p:tav tm="100000">
                                          <p:val>
                                            <p:strVal val="#ppt_w"/>
                                          </p:val>
                                        </p:tav>
                                      </p:tavLst>
                                    </p:anim>
                                    <p:anim calcmode="lin" valueType="num">
                                      <p:cBhvr>
                                        <p:cTn id="37" dur="500" fill="hold"/>
                                        <p:tgtEl>
                                          <p:spTgt spid="6"/>
                                        </p:tgtEl>
                                        <p:attrNameLst>
                                          <p:attrName>ppt_h</p:attrName>
                                        </p:attrNameLst>
                                      </p:cBhvr>
                                      <p:tavLst>
                                        <p:tav tm="0">
                                          <p:val>
                                            <p:fltVal val="0"/>
                                          </p:val>
                                        </p:tav>
                                        <p:tav tm="100000">
                                          <p:val>
                                            <p:strVal val="#ppt_h"/>
                                          </p:val>
                                        </p:tav>
                                      </p:tavLst>
                                    </p:anim>
                                    <p:animEffect transition="in" filter="fade">
                                      <p:cBhvr>
                                        <p:cTn id="38" dur="500"/>
                                        <p:tgtEl>
                                          <p:spTgt spid="6"/>
                                        </p:tgtEl>
                                      </p:cBhvr>
                                    </p:animEffect>
                                  </p:childTnLst>
                                </p:cTn>
                              </p:par>
                              <p:par>
                                <p:cTn id="39" presetID="53" presetClass="entr" presetSubtype="16" fill="hold" grpId="0" nodeType="withEffect">
                                  <p:stCondLst>
                                    <p:cond delay="1250"/>
                                  </p:stCondLst>
                                  <p:childTnLst>
                                    <p:set>
                                      <p:cBhvr>
                                        <p:cTn id="40" dur="1" fill="hold">
                                          <p:stCondLst>
                                            <p:cond delay="0"/>
                                          </p:stCondLst>
                                        </p:cTn>
                                        <p:tgtEl>
                                          <p:spTgt spid="8"/>
                                        </p:tgtEl>
                                        <p:attrNameLst>
                                          <p:attrName>style.visibility</p:attrName>
                                        </p:attrNameLst>
                                      </p:cBhvr>
                                      <p:to>
                                        <p:strVal val="visible"/>
                                      </p:to>
                                    </p:set>
                                    <p:anim calcmode="lin" valueType="num">
                                      <p:cBhvr>
                                        <p:cTn id="41" dur="500" fill="hold"/>
                                        <p:tgtEl>
                                          <p:spTgt spid="8"/>
                                        </p:tgtEl>
                                        <p:attrNameLst>
                                          <p:attrName>ppt_w</p:attrName>
                                        </p:attrNameLst>
                                      </p:cBhvr>
                                      <p:tavLst>
                                        <p:tav tm="0">
                                          <p:val>
                                            <p:fltVal val="0"/>
                                          </p:val>
                                        </p:tav>
                                        <p:tav tm="100000">
                                          <p:val>
                                            <p:strVal val="#ppt_w"/>
                                          </p:val>
                                        </p:tav>
                                      </p:tavLst>
                                    </p:anim>
                                    <p:anim calcmode="lin" valueType="num">
                                      <p:cBhvr>
                                        <p:cTn id="42" dur="500" fill="hold"/>
                                        <p:tgtEl>
                                          <p:spTgt spid="8"/>
                                        </p:tgtEl>
                                        <p:attrNameLst>
                                          <p:attrName>ppt_h</p:attrName>
                                        </p:attrNameLst>
                                      </p:cBhvr>
                                      <p:tavLst>
                                        <p:tav tm="0">
                                          <p:val>
                                            <p:fltVal val="0"/>
                                          </p:val>
                                        </p:tav>
                                        <p:tav tm="100000">
                                          <p:val>
                                            <p:strVal val="#ppt_h"/>
                                          </p:val>
                                        </p:tav>
                                      </p:tavLst>
                                    </p:anim>
                                    <p:animEffect transition="in" filter="fade">
                                      <p:cBhvr>
                                        <p:cTn id="43" dur="500"/>
                                        <p:tgtEl>
                                          <p:spTgt spid="8"/>
                                        </p:tgtEl>
                                      </p:cBhvr>
                                    </p:animEffect>
                                  </p:childTnLst>
                                </p:cTn>
                              </p:par>
                              <p:par>
                                <p:cTn id="44" presetID="53" presetClass="entr" presetSubtype="16" fill="hold" grpId="0" nodeType="withEffect">
                                  <p:stCondLst>
                                    <p:cond delay="1500"/>
                                  </p:stCondLst>
                                  <p:childTnLst>
                                    <p:set>
                                      <p:cBhvr>
                                        <p:cTn id="45" dur="1" fill="hold">
                                          <p:stCondLst>
                                            <p:cond delay="0"/>
                                          </p:stCondLst>
                                        </p:cTn>
                                        <p:tgtEl>
                                          <p:spTgt spid="7"/>
                                        </p:tgtEl>
                                        <p:attrNameLst>
                                          <p:attrName>style.visibility</p:attrName>
                                        </p:attrNameLst>
                                      </p:cBhvr>
                                      <p:to>
                                        <p:strVal val="visible"/>
                                      </p:to>
                                    </p:set>
                                    <p:anim calcmode="lin" valueType="num">
                                      <p:cBhvr>
                                        <p:cTn id="46" dur="500" fill="hold"/>
                                        <p:tgtEl>
                                          <p:spTgt spid="7"/>
                                        </p:tgtEl>
                                        <p:attrNameLst>
                                          <p:attrName>ppt_w</p:attrName>
                                        </p:attrNameLst>
                                      </p:cBhvr>
                                      <p:tavLst>
                                        <p:tav tm="0">
                                          <p:val>
                                            <p:fltVal val="0"/>
                                          </p:val>
                                        </p:tav>
                                        <p:tav tm="100000">
                                          <p:val>
                                            <p:strVal val="#ppt_w"/>
                                          </p:val>
                                        </p:tav>
                                      </p:tavLst>
                                    </p:anim>
                                    <p:anim calcmode="lin" valueType="num">
                                      <p:cBhvr>
                                        <p:cTn id="47" dur="500" fill="hold"/>
                                        <p:tgtEl>
                                          <p:spTgt spid="7"/>
                                        </p:tgtEl>
                                        <p:attrNameLst>
                                          <p:attrName>ppt_h</p:attrName>
                                        </p:attrNameLst>
                                      </p:cBhvr>
                                      <p:tavLst>
                                        <p:tav tm="0">
                                          <p:val>
                                            <p:fltVal val="0"/>
                                          </p:val>
                                        </p:tav>
                                        <p:tav tm="100000">
                                          <p:val>
                                            <p:strVal val="#ppt_h"/>
                                          </p:val>
                                        </p:tav>
                                      </p:tavLst>
                                    </p:anim>
                                    <p:animEffect transition="in" filter="fade">
                                      <p:cBhvr>
                                        <p:cTn id="48" dur="500"/>
                                        <p:tgtEl>
                                          <p:spTgt spid="7"/>
                                        </p:tgtEl>
                                      </p:cBhvr>
                                    </p:animEffect>
                                  </p:childTnLst>
                                </p:cTn>
                              </p:par>
                            </p:childTnLst>
                          </p:cTn>
                        </p:par>
                        <p:par>
                          <p:cTn id="49" fill="hold" nodeType="afterGroup">
                            <p:stCondLst>
                              <p:cond delay="3750"/>
                            </p:stCondLst>
                            <p:childTnLst>
                              <p:par>
                                <p:cTn id="50" presetID="22" presetClass="entr" presetSubtype="8" fill="hold" grpId="0" nodeType="afterEffect">
                                  <p:stCondLst>
                                    <p:cond delay="0"/>
                                  </p:stCondLst>
                                  <p:childTnLst>
                                    <p:set>
                                      <p:cBhvr>
                                        <p:cTn id="51" dur="1" fill="hold">
                                          <p:stCondLst>
                                            <p:cond delay="0"/>
                                          </p:stCondLst>
                                        </p:cTn>
                                        <p:tgtEl>
                                          <p:spTgt spid="9"/>
                                        </p:tgtEl>
                                        <p:attrNameLst>
                                          <p:attrName>style.visibility</p:attrName>
                                        </p:attrNameLst>
                                      </p:cBhvr>
                                      <p:to>
                                        <p:strVal val="visible"/>
                                      </p:to>
                                    </p:set>
                                    <p:animEffect transition="in" filter="wipe(left)">
                                      <p:cBhvr>
                                        <p:cTn id="52" dur="500"/>
                                        <p:tgtEl>
                                          <p:spTgt spid="9"/>
                                        </p:tgtEl>
                                      </p:cBhvr>
                                    </p:animEffect>
                                  </p:childTnLst>
                                </p:cTn>
                              </p:par>
                            </p:childTnLst>
                          </p:cTn>
                        </p:par>
                        <p:par>
                          <p:cTn id="53" fill="hold" nodeType="afterGroup">
                            <p:stCondLst>
                              <p:cond delay="4250"/>
                            </p:stCondLst>
                            <p:childTnLst>
                              <p:par>
                                <p:cTn id="54" presetID="53" presetClass="entr" presetSubtype="16" fill="hold" grpId="0" nodeType="afterEffect">
                                  <p:stCondLst>
                                    <p:cond delay="0"/>
                                  </p:stCondLst>
                                  <p:iterate type="lt">
                                    <p:tmPct val="10000"/>
                                  </p:iterate>
                                  <p:childTnLst>
                                    <p:set>
                                      <p:cBhvr>
                                        <p:cTn id="55" dur="1" fill="hold">
                                          <p:stCondLst>
                                            <p:cond delay="0"/>
                                          </p:stCondLst>
                                        </p:cTn>
                                        <p:tgtEl>
                                          <p:spTgt spid="14"/>
                                        </p:tgtEl>
                                        <p:attrNameLst>
                                          <p:attrName>style.visibility</p:attrName>
                                        </p:attrNameLst>
                                      </p:cBhvr>
                                      <p:to>
                                        <p:strVal val="visible"/>
                                      </p:to>
                                    </p:set>
                                    <p:anim calcmode="lin" valueType="num">
                                      <p:cBhvr>
                                        <p:cTn id="56" dur="500" fill="hold"/>
                                        <p:tgtEl>
                                          <p:spTgt spid="14"/>
                                        </p:tgtEl>
                                        <p:attrNameLst>
                                          <p:attrName>ppt_w</p:attrName>
                                        </p:attrNameLst>
                                      </p:cBhvr>
                                      <p:tavLst>
                                        <p:tav tm="0">
                                          <p:val>
                                            <p:fltVal val="0"/>
                                          </p:val>
                                        </p:tav>
                                        <p:tav tm="100000">
                                          <p:val>
                                            <p:strVal val="#ppt_w"/>
                                          </p:val>
                                        </p:tav>
                                      </p:tavLst>
                                    </p:anim>
                                    <p:anim calcmode="lin" valueType="num">
                                      <p:cBhvr>
                                        <p:cTn id="57" dur="500" fill="hold"/>
                                        <p:tgtEl>
                                          <p:spTgt spid="14"/>
                                        </p:tgtEl>
                                        <p:attrNameLst>
                                          <p:attrName>ppt_h</p:attrName>
                                        </p:attrNameLst>
                                      </p:cBhvr>
                                      <p:tavLst>
                                        <p:tav tm="0">
                                          <p:val>
                                            <p:fltVal val="0"/>
                                          </p:val>
                                        </p:tav>
                                        <p:tav tm="100000">
                                          <p:val>
                                            <p:strVal val="#ppt_h"/>
                                          </p:val>
                                        </p:tav>
                                      </p:tavLst>
                                    </p:anim>
                                    <p:animEffect transition="in" filter="fade">
                                      <p:cBhvr>
                                        <p:cTn id="58"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P spid="5" grpId="0" animBg="1"/>
      <p:bldP spid="6" grpId="0" animBg="1"/>
      <p:bldP spid="7" grpId="0" animBg="1"/>
      <p:bldP spid="8" grpId="0" animBg="1"/>
      <p:bldP spid="9" grpId="0"/>
      <p:bldP spid="11" grpId="0" animBg="1"/>
      <p:bldP spid="12" grpId="0" animBg="1"/>
      <p:bldP spid="14" grpId="0"/>
      <p:bldP spid="3" grpId="0" animBg="1"/>
    </p:bldLst>
  </p:timing>
</p:sld>
</file>

<file path=ppt/slides/slide9.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grpSp>
        <p:nvGrpSpPr>
          <p:cNvPr id="2" name="组合 1"/>
          <p:cNvGrpSpPr/>
          <p:nvPr/>
        </p:nvGrpSpPr>
        <p:grpSpPr>
          <a:xfrm>
            <a:off x="327153" y="318911"/>
            <a:ext cx="529037" cy="529037"/>
            <a:chOff x="327153" y="318911"/>
            <a:chExt cx="529037" cy="529037"/>
          </a:xfrm>
        </p:grpSpPr>
        <p:sp>
          <p:nvSpPr>
            <p:cNvPr id="3" name="圆角矩形 2"/>
            <p:cNvSpPr/>
            <p:nvPr/>
          </p:nvSpPr>
          <p:spPr>
            <a:xfrm rot="18926424">
              <a:off x="327153" y="318911"/>
              <a:ext cx="529037" cy="529037"/>
            </a:xfrm>
            <a:prstGeom prst="roundRect">
              <a:avLst/>
            </a:prstGeom>
            <a:solidFill>
              <a:srgbClr val="545D79"/>
            </a:solidFill>
            <a:ln>
              <a:noFill/>
            </a:ln>
            <a:effectLst>
              <a:outerShdw blurRad="63500" algn="ctr" rotWithShape="0">
                <a:prstClr val="black">
                  <a:alpha val="40000"/>
                </a:prstClr>
              </a:outerShdw>
            </a:effectLst>
          </p:spPr>
          <p:txBody>
            <a:bodyPr vert="horz" wrap="square" lIns="91440" tIns="45720" rIns="91440" bIns="45720" numCol="1" anchor="ctr" anchorCtr="0" compatLnSpc="1">
              <a:prstTxWarp prst="textNoShape">
                <a:avLst/>
              </a:prstTxWarp>
            </a:bodyPr>
            <a:lstStyle/>
            <a:p>
              <a:pPr algn="ctr"/>
              <a:endParaRPr lang="zh-CN" altLang="en-US" sz="4800">
                <a:solidFill>
                  <a:prstClr val="white"/>
                </a:solidFill>
                <a:latin typeface="思源黑体旧字形 Normal" panose="020b0400000000000000" pitchFamily="34" charset="-128"/>
                <a:ea typeface="思源黑体旧字形 Normal" panose="020b0400000000000000" pitchFamily="34" charset="-128"/>
              </a:endParaRPr>
            </a:p>
          </p:txBody>
        </p:sp>
        <p:sp>
          <p:nvSpPr>
            <p:cNvPr id="4" name="MH_Other_2"/>
            <p:cNvSpPr/>
            <p:nvPr>
              <p:custDataLst>
                <p:tags r:id="rId3"/>
              </p:custDataLst>
            </p:nvPr>
          </p:nvSpPr>
          <p:spPr bwMode="auto">
            <a:xfrm>
              <a:off x="440450" y="441196"/>
              <a:ext cx="302442" cy="284465"/>
            </a:xfrm>
            <a:custGeom>
              <a:gdLst>
                <a:gd name="T0" fmla="*/ 373604 w 1361803"/>
                <a:gd name="T1" fmla="*/ 882437 h 1281345"/>
                <a:gd name="T2" fmla="*/ 476200 w 1361803"/>
                <a:gd name="T3" fmla="*/ 923828 h 1281345"/>
                <a:gd name="T4" fmla="*/ 554139 w 1361803"/>
                <a:gd name="T5" fmla="*/ 940808 h 1281345"/>
                <a:gd name="T6" fmla="*/ 528484 w 1361803"/>
                <a:gd name="T7" fmla="*/ 1017215 h 1281345"/>
                <a:gd name="T8" fmla="*/ 460417 w 1361803"/>
                <a:gd name="T9" fmla="*/ 1039501 h 1281345"/>
                <a:gd name="T10" fmla="*/ 352881 w 1361803"/>
                <a:gd name="T11" fmla="*/ 976886 h 1281345"/>
                <a:gd name="T12" fmla="*/ 286785 w 1361803"/>
                <a:gd name="T13" fmla="*/ 1049049 h 1281345"/>
                <a:gd name="T14" fmla="*/ 312434 w 1361803"/>
                <a:gd name="T15" fmla="*/ 885625 h 1281345"/>
                <a:gd name="T16" fmla="*/ 274750 w 1361803"/>
                <a:gd name="T17" fmla="*/ 686240 h 1281345"/>
                <a:gd name="T18" fmla="*/ 665920 w 1361803"/>
                <a:gd name="T19" fmla="*/ 686240 h 1281345"/>
                <a:gd name="T20" fmla="*/ 633318 w 1361803"/>
                <a:gd name="T21" fmla="*/ 771039 h 1281345"/>
                <a:gd name="T22" fmla="*/ 270797 w 1361803"/>
                <a:gd name="T23" fmla="*/ 776338 h 1281345"/>
                <a:gd name="T24" fmla="*/ 255979 w 1361803"/>
                <a:gd name="T25" fmla="*/ 705323 h 1281345"/>
                <a:gd name="T26" fmla="*/ 278558 w 1361803"/>
                <a:gd name="T27" fmla="*/ 503808 h 1281345"/>
                <a:gd name="T28" fmla="*/ 746925 w 1361803"/>
                <a:gd name="T29" fmla="*/ 503808 h 1281345"/>
                <a:gd name="T30" fmla="*/ 766688 w 1361803"/>
                <a:gd name="T31" fmla="*/ 555844 h 1281345"/>
                <a:gd name="T32" fmla="*/ 279544 w 1361803"/>
                <a:gd name="T33" fmla="*/ 593008 h 1281345"/>
                <a:gd name="T34" fmla="*/ 256813 w 1361803"/>
                <a:gd name="T35" fmla="*/ 527172 h 1281345"/>
                <a:gd name="T36" fmla="*/ 944591 w 1361803"/>
                <a:gd name="T37" fmla="*/ 452716 h 1281345"/>
                <a:gd name="T38" fmla="*/ 1023588 w 1361803"/>
                <a:gd name="T39" fmla="*/ 643756 h 1281345"/>
                <a:gd name="T40" fmla="*/ 636495 w 1361803"/>
                <a:gd name="T41" fmla="*/ 1040700 h 1281345"/>
                <a:gd name="T42" fmla="*/ 601932 w 1361803"/>
                <a:gd name="T43" fmla="*/ 1010980 h 1281345"/>
                <a:gd name="T44" fmla="*/ 940644 w 1361803"/>
                <a:gd name="T45" fmla="*/ 460140 h 1281345"/>
                <a:gd name="T46" fmla="*/ 1339566 w 1361803"/>
                <a:gd name="T47" fmla="*/ 322482 h 1281345"/>
                <a:gd name="T48" fmla="*/ 1356355 w 1361803"/>
                <a:gd name="T49" fmla="*/ 373372 h 1281345"/>
                <a:gd name="T50" fmla="*/ 1136163 w 1361803"/>
                <a:gd name="T51" fmla="*/ 663855 h 1281345"/>
                <a:gd name="T52" fmla="*/ 1082839 w 1361803"/>
                <a:gd name="T53" fmla="*/ 676580 h 1281345"/>
                <a:gd name="T54" fmla="*/ 1123322 w 1361803"/>
                <a:gd name="T55" fmla="*/ 596008 h 1281345"/>
                <a:gd name="T56" fmla="*/ 1312908 w 1361803"/>
                <a:gd name="T57" fmla="*/ 334145 h 1281345"/>
                <a:gd name="T58" fmla="*/ 526769 w 1361803"/>
                <a:gd name="T59" fmla="*/ 229043 h 1281345"/>
                <a:gd name="T60" fmla="*/ 766688 w 1361803"/>
                <a:gd name="T61" fmla="*/ 244970 h 1281345"/>
                <a:gd name="T62" fmla="*/ 749907 w 1361803"/>
                <a:gd name="T63" fmla="*/ 318243 h 1281345"/>
                <a:gd name="T64" fmla="*/ 529735 w 1361803"/>
                <a:gd name="T65" fmla="*/ 318243 h 1281345"/>
                <a:gd name="T66" fmla="*/ 511959 w 1361803"/>
                <a:gd name="T67" fmla="*/ 246034 h 1281345"/>
                <a:gd name="T68" fmla="*/ 1245419 w 1361803"/>
                <a:gd name="T69" fmla="*/ 137724 h 1281345"/>
                <a:gd name="T70" fmla="*/ 1309122 w 1361803"/>
                <a:gd name="T71" fmla="*/ 239622 h 1281345"/>
                <a:gd name="T72" fmla="*/ 1116528 w 1361803"/>
                <a:gd name="T73" fmla="*/ 531150 h 1281345"/>
                <a:gd name="T74" fmla="*/ 998003 w 1361803"/>
                <a:gd name="T75" fmla="*/ 384860 h 1281345"/>
                <a:gd name="T76" fmla="*/ 1207394 w 1361803"/>
                <a:gd name="T77" fmla="*/ 148457 h 1281345"/>
                <a:gd name="T78" fmla="*/ 327005 w 1361803"/>
                <a:gd name="T79" fmla="*/ 0 h 1281345"/>
                <a:gd name="T80" fmla="*/ 1023501 w 1361803"/>
                <a:gd name="T81" fmla="*/ 136834 h 1281345"/>
                <a:gd name="T82" fmla="*/ 1015602 w 1361803"/>
                <a:gd name="T83" fmla="*/ 237608 h 1281345"/>
                <a:gd name="T84" fmla="*/ 909891 w 1361803"/>
                <a:gd name="T85" fmla="*/ 379745 h 1281345"/>
                <a:gd name="T86" fmla="*/ 897047 w 1361803"/>
                <a:gd name="T87" fmla="*/ 313980 h 1281345"/>
                <a:gd name="T88" fmla="*/ 872348 w 1361803"/>
                <a:gd name="T89" fmla="*/ 135772 h 1281345"/>
                <a:gd name="T90" fmla="*/ 382329 w 1361803"/>
                <a:gd name="T91" fmla="*/ 135772 h 1281345"/>
                <a:gd name="T92" fmla="*/ 382329 w 1361803"/>
                <a:gd name="T93" fmla="*/ 313980 h 1281345"/>
                <a:gd name="T94" fmla="*/ 143255 w 1361803"/>
                <a:gd name="T95" fmla="*/ 409444 h 1281345"/>
                <a:gd name="T96" fmla="*/ 126454 w 1361803"/>
                <a:gd name="T97" fmla="*/ 428538 h 1281345"/>
                <a:gd name="T98" fmla="*/ 151153 w 1361803"/>
                <a:gd name="T99" fmla="*/ 1143476 h 1281345"/>
                <a:gd name="T100" fmla="*/ 897047 w 1361803"/>
                <a:gd name="T101" fmla="*/ 1115897 h 1281345"/>
                <a:gd name="T102" fmla="*/ 902973 w 1361803"/>
                <a:gd name="T103" fmla="*/ 902690 h 1281345"/>
                <a:gd name="T104" fmla="*/ 1022515 w 1361803"/>
                <a:gd name="T105" fmla="*/ 767972 h 1281345"/>
                <a:gd name="T106" fmla="*/ 1023501 w 1361803"/>
                <a:gd name="T107" fmla="*/ 1133931 h 1281345"/>
                <a:gd name="T108" fmla="*/ 131394 w 1361803"/>
                <a:gd name="T109" fmla="*/ 1279248 h 1281345"/>
                <a:gd name="T110" fmla="*/ 0 w 1361803"/>
                <a:gd name="T111" fmla="*/ 335193 h 1281345"/>
                <a:gd name="T112" fmla="*/ 261801 w 1361803"/>
                <a:gd name="T113" fmla="*/ 28642 h 1281345"/>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1361803" h="1281345">
                  <a:moveTo>
                    <a:pt x="340187" y="867542"/>
                  </a:moveTo>
                  <a:cubicBezTo>
                    <a:pt x="351512" y="867144"/>
                    <a:pt x="363575" y="872724"/>
                    <a:pt x="372930" y="883885"/>
                  </a:cubicBezTo>
                  <a:cubicBezTo>
                    <a:pt x="394595" y="907270"/>
                    <a:pt x="415275" y="931718"/>
                    <a:pt x="436940" y="957229"/>
                  </a:cubicBezTo>
                  <a:cubicBezTo>
                    <a:pt x="449742" y="946599"/>
                    <a:pt x="462543" y="935970"/>
                    <a:pt x="475345" y="925340"/>
                  </a:cubicBezTo>
                  <a:cubicBezTo>
                    <a:pt x="492086" y="911522"/>
                    <a:pt x="506857" y="910459"/>
                    <a:pt x="525568" y="923214"/>
                  </a:cubicBezTo>
                  <a:cubicBezTo>
                    <a:pt x="535415" y="929592"/>
                    <a:pt x="544278" y="935970"/>
                    <a:pt x="553141" y="942347"/>
                  </a:cubicBezTo>
                  <a:cubicBezTo>
                    <a:pt x="545263" y="967858"/>
                    <a:pt x="538370" y="993369"/>
                    <a:pt x="530492" y="1018880"/>
                  </a:cubicBezTo>
                  <a:cubicBezTo>
                    <a:pt x="528522" y="1018880"/>
                    <a:pt x="528522" y="1018880"/>
                    <a:pt x="527537" y="1018880"/>
                  </a:cubicBezTo>
                  <a:cubicBezTo>
                    <a:pt x="509812" y="1000810"/>
                    <a:pt x="494056" y="1007187"/>
                    <a:pt x="479284" y="1024195"/>
                  </a:cubicBezTo>
                  <a:cubicBezTo>
                    <a:pt x="473376" y="1030572"/>
                    <a:pt x="466482" y="1035887"/>
                    <a:pt x="459589" y="1041202"/>
                  </a:cubicBezTo>
                  <a:cubicBezTo>
                    <a:pt x="438909" y="1058209"/>
                    <a:pt x="420199" y="1056083"/>
                    <a:pt x="402473" y="1035887"/>
                  </a:cubicBezTo>
                  <a:cubicBezTo>
                    <a:pt x="385732" y="1017817"/>
                    <a:pt x="369976" y="998684"/>
                    <a:pt x="352251" y="978488"/>
                  </a:cubicBezTo>
                  <a:cubicBezTo>
                    <a:pt x="343388" y="995495"/>
                    <a:pt x="335510" y="1012502"/>
                    <a:pt x="327632" y="1028446"/>
                  </a:cubicBezTo>
                  <a:cubicBezTo>
                    <a:pt x="318769" y="1046517"/>
                    <a:pt x="303013" y="1053957"/>
                    <a:pt x="286272" y="1050768"/>
                  </a:cubicBezTo>
                  <a:cubicBezTo>
                    <a:pt x="262638" y="1046517"/>
                    <a:pt x="248851" y="1019943"/>
                    <a:pt x="259683" y="995495"/>
                  </a:cubicBezTo>
                  <a:cubicBezTo>
                    <a:pt x="276424" y="959355"/>
                    <a:pt x="293165" y="922151"/>
                    <a:pt x="311876" y="887074"/>
                  </a:cubicBezTo>
                  <a:cubicBezTo>
                    <a:pt x="318276" y="874318"/>
                    <a:pt x="328863" y="867941"/>
                    <a:pt x="340187" y="867542"/>
                  </a:cubicBezTo>
                  <a:close/>
                  <a:moveTo>
                    <a:pt x="274255" y="687365"/>
                  </a:moveTo>
                  <a:cubicBezTo>
                    <a:pt x="330459" y="687365"/>
                    <a:pt x="386662" y="687365"/>
                    <a:pt x="442866" y="687365"/>
                  </a:cubicBezTo>
                  <a:cubicBezTo>
                    <a:pt x="516819" y="687365"/>
                    <a:pt x="590771" y="687365"/>
                    <a:pt x="664723" y="687365"/>
                  </a:cubicBezTo>
                  <a:cubicBezTo>
                    <a:pt x="670640" y="687365"/>
                    <a:pt x="675570" y="687365"/>
                    <a:pt x="684444" y="687365"/>
                  </a:cubicBezTo>
                  <a:cubicBezTo>
                    <a:pt x="666695" y="718154"/>
                    <a:pt x="649933" y="745757"/>
                    <a:pt x="632184" y="772299"/>
                  </a:cubicBezTo>
                  <a:cubicBezTo>
                    <a:pt x="630212" y="775484"/>
                    <a:pt x="625282" y="776545"/>
                    <a:pt x="621338" y="776545"/>
                  </a:cubicBezTo>
                  <a:cubicBezTo>
                    <a:pt x="504000" y="777607"/>
                    <a:pt x="387648" y="776545"/>
                    <a:pt x="270311" y="777607"/>
                  </a:cubicBezTo>
                  <a:cubicBezTo>
                    <a:pt x="259464" y="777607"/>
                    <a:pt x="255520" y="772299"/>
                    <a:pt x="256506" y="760620"/>
                  </a:cubicBezTo>
                  <a:cubicBezTo>
                    <a:pt x="256506" y="742572"/>
                    <a:pt x="256506" y="724524"/>
                    <a:pt x="255520" y="706475"/>
                  </a:cubicBezTo>
                  <a:cubicBezTo>
                    <a:pt x="255520" y="691612"/>
                    <a:pt x="261436" y="687365"/>
                    <a:pt x="274255" y="687365"/>
                  </a:cubicBezTo>
                  <a:close/>
                  <a:moveTo>
                    <a:pt x="278054" y="504636"/>
                  </a:moveTo>
                  <a:cubicBezTo>
                    <a:pt x="354989" y="504636"/>
                    <a:pt x="432911" y="504636"/>
                    <a:pt x="509846" y="504636"/>
                  </a:cubicBezTo>
                  <a:cubicBezTo>
                    <a:pt x="588754" y="504636"/>
                    <a:pt x="666676" y="504636"/>
                    <a:pt x="745584" y="504636"/>
                  </a:cubicBezTo>
                  <a:cubicBezTo>
                    <a:pt x="764325" y="504636"/>
                    <a:pt x="765311" y="505700"/>
                    <a:pt x="765311" y="524845"/>
                  </a:cubicBezTo>
                  <a:cubicBezTo>
                    <a:pt x="765311" y="535481"/>
                    <a:pt x="765311" y="546117"/>
                    <a:pt x="765311" y="556753"/>
                  </a:cubicBezTo>
                  <a:cubicBezTo>
                    <a:pt x="765311" y="580153"/>
                    <a:pt x="752489" y="593980"/>
                    <a:pt x="730789" y="593980"/>
                  </a:cubicBezTo>
                  <a:cubicBezTo>
                    <a:pt x="580863" y="593980"/>
                    <a:pt x="429952" y="593980"/>
                    <a:pt x="279040" y="593980"/>
                  </a:cubicBezTo>
                  <a:cubicBezTo>
                    <a:pt x="256354" y="593980"/>
                    <a:pt x="256354" y="592917"/>
                    <a:pt x="256354" y="569517"/>
                  </a:cubicBezTo>
                  <a:cubicBezTo>
                    <a:pt x="256354" y="555690"/>
                    <a:pt x="256354" y="541863"/>
                    <a:pt x="256354" y="528036"/>
                  </a:cubicBezTo>
                  <a:cubicBezTo>
                    <a:pt x="256354" y="504636"/>
                    <a:pt x="256354" y="504636"/>
                    <a:pt x="278054" y="504636"/>
                  </a:cubicBezTo>
                  <a:close/>
                  <a:moveTo>
                    <a:pt x="942895" y="453454"/>
                  </a:moveTo>
                  <a:cubicBezTo>
                    <a:pt x="989224" y="494914"/>
                    <a:pt x="1033581" y="534249"/>
                    <a:pt x="1077938" y="574646"/>
                  </a:cubicBezTo>
                  <a:cubicBezTo>
                    <a:pt x="1059210" y="599097"/>
                    <a:pt x="1040481" y="622484"/>
                    <a:pt x="1021752" y="644809"/>
                  </a:cubicBezTo>
                  <a:cubicBezTo>
                    <a:pt x="928109" y="760685"/>
                    <a:pt x="831509" y="874435"/>
                    <a:pt x="722095" y="974365"/>
                  </a:cubicBezTo>
                  <a:cubicBezTo>
                    <a:pt x="695481" y="999879"/>
                    <a:pt x="664923" y="1021141"/>
                    <a:pt x="635352" y="1042403"/>
                  </a:cubicBezTo>
                  <a:cubicBezTo>
                    <a:pt x="626481" y="1048781"/>
                    <a:pt x="613666" y="1046655"/>
                    <a:pt x="601838" y="1048781"/>
                  </a:cubicBezTo>
                  <a:cubicBezTo>
                    <a:pt x="601838" y="1037087"/>
                    <a:pt x="596909" y="1023267"/>
                    <a:pt x="600852" y="1012636"/>
                  </a:cubicBezTo>
                  <a:cubicBezTo>
                    <a:pt x="619581" y="969050"/>
                    <a:pt x="637323" y="924400"/>
                    <a:pt x="659995" y="882940"/>
                  </a:cubicBezTo>
                  <a:cubicBezTo>
                    <a:pt x="741809" y="734108"/>
                    <a:pt x="838409" y="595907"/>
                    <a:pt x="938952" y="460896"/>
                  </a:cubicBezTo>
                  <a:cubicBezTo>
                    <a:pt x="939938" y="458770"/>
                    <a:pt x="940924" y="456643"/>
                    <a:pt x="942895" y="453454"/>
                  </a:cubicBezTo>
                  <a:close/>
                  <a:moveTo>
                    <a:pt x="1337162" y="323013"/>
                  </a:moveTo>
                  <a:cubicBezTo>
                    <a:pt x="1348990" y="326198"/>
                    <a:pt x="1361803" y="343189"/>
                    <a:pt x="1361803" y="358055"/>
                  </a:cubicBezTo>
                  <a:cubicBezTo>
                    <a:pt x="1359832" y="361241"/>
                    <a:pt x="1357861" y="367612"/>
                    <a:pt x="1353918" y="373984"/>
                  </a:cubicBezTo>
                  <a:cubicBezTo>
                    <a:pt x="1300693" y="447255"/>
                    <a:pt x="1247469" y="521588"/>
                    <a:pt x="1194244" y="594859"/>
                  </a:cubicBezTo>
                  <a:cubicBezTo>
                    <a:pt x="1175517" y="619282"/>
                    <a:pt x="1154818" y="642644"/>
                    <a:pt x="1134120" y="664944"/>
                  </a:cubicBezTo>
                  <a:cubicBezTo>
                    <a:pt x="1125249" y="673439"/>
                    <a:pt x="1113421" y="678749"/>
                    <a:pt x="1101594" y="682996"/>
                  </a:cubicBezTo>
                  <a:cubicBezTo>
                    <a:pt x="1095680" y="685120"/>
                    <a:pt x="1083852" y="682996"/>
                    <a:pt x="1080895" y="677687"/>
                  </a:cubicBezTo>
                  <a:cubicBezTo>
                    <a:pt x="1077938" y="671315"/>
                    <a:pt x="1077938" y="658573"/>
                    <a:pt x="1080895" y="652201"/>
                  </a:cubicBezTo>
                  <a:cubicBezTo>
                    <a:pt x="1092723" y="633087"/>
                    <a:pt x="1107507" y="615035"/>
                    <a:pt x="1121306" y="596983"/>
                  </a:cubicBezTo>
                  <a:cubicBezTo>
                    <a:pt x="1175517" y="522650"/>
                    <a:pt x="1229727" y="449379"/>
                    <a:pt x="1284923" y="375046"/>
                  </a:cubicBezTo>
                  <a:cubicBezTo>
                    <a:pt x="1293794" y="362303"/>
                    <a:pt x="1302665" y="348498"/>
                    <a:pt x="1310550" y="334694"/>
                  </a:cubicBezTo>
                  <a:cubicBezTo>
                    <a:pt x="1317449" y="324075"/>
                    <a:pt x="1325334" y="318765"/>
                    <a:pt x="1337162" y="323013"/>
                  </a:cubicBezTo>
                  <a:close/>
                  <a:moveTo>
                    <a:pt x="525824" y="229421"/>
                  </a:moveTo>
                  <a:cubicBezTo>
                    <a:pt x="600725" y="229421"/>
                    <a:pt x="675627" y="229421"/>
                    <a:pt x="750528" y="229421"/>
                  </a:cubicBezTo>
                  <a:cubicBezTo>
                    <a:pt x="761369" y="229421"/>
                    <a:pt x="765311" y="233676"/>
                    <a:pt x="765311" y="245375"/>
                  </a:cubicBezTo>
                  <a:cubicBezTo>
                    <a:pt x="764326" y="264521"/>
                    <a:pt x="764326" y="282602"/>
                    <a:pt x="765311" y="301747"/>
                  </a:cubicBezTo>
                  <a:cubicBezTo>
                    <a:pt x="765311" y="314511"/>
                    <a:pt x="760383" y="318765"/>
                    <a:pt x="748557" y="318765"/>
                  </a:cubicBezTo>
                  <a:cubicBezTo>
                    <a:pt x="711106" y="318765"/>
                    <a:pt x="674641" y="318765"/>
                    <a:pt x="638176" y="318765"/>
                  </a:cubicBezTo>
                  <a:cubicBezTo>
                    <a:pt x="601711" y="318765"/>
                    <a:pt x="565246" y="317702"/>
                    <a:pt x="528781" y="318765"/>
                  </a:cubicBezTo>
                  <a:cubicBezTo>
                    <a:pt x="515969" y="318765"/>
                    <a:pt x="511041" y="313447"/>
                    <a:pt x="511041" y="299620"/>
                  </a:cubicBezTo>
                  <a:cubicBezTo>
                    <a:pt x="512027" y="282602"/>
                    <a:pt x="512027" y="264521"/>
                    <a:pt x="511041" y="246439"/>
                  </a:cubicBezTo>
                  <a:cubicBezTo>
                    <a:pt x="511041" y="234739"/>
                    <a:pt x="514983" y="229421"/>
                    <a:pt x="525824" y="229421"/>
                  </a:cubicBezTo>
                  <a:close/>
                  <a:moveTo>
                    <a:pt x="1243182" y="137949"/>
                  </a:moveTo>
                  <a:cubicBezTo>
                    <a:pt x="1255260" y="139675"/>
                    <a:pt x="1267337" y="146577"/>
                    <a:pt x="1281140" y="158257"/>
                  </a:cubicBezTo>
                  <a:cubicBezTo>
                    <a:pt x="1308745" y="183741"/>
                    <a:pt x="1317618" y="208163"/>
                    <a:pt x="1306773" y="240018"/>
                  </a:cubicBezTo>
                  <a:cubicBezTo>
                    <a:pt x="1300858" y="257008"/>
                    <a:pt x="1294942" y="275059"/>
                    <a:pt x="1285083" y="289925"/>
                  </a:cubicBezTo>
                  <a:cubicBezTo>
                    <a:pt x="1228886" y="370624"/>
                    <a:pt x="1171704" y="450262"/>
                    <a:pt x="1114521" y="532023"/>
                  </a:cubicBezTo>
                  <a:cubicBezTo>
                    <a:pt x="1066212" y="489550"/>
                    <a:pt x="1022832" y="450262"/>
                    <a:pt x="977480" y="410974"/>
                  </a:cubicBezTo>
                  <a:cubicBezTo>
                    <a:pt x="984381" y="401417"/>
                    <a:pt x="990297" y="392923"/>
                    <a:pt x="996212" y="385490"/>
                  </a:cubicBezTo>
                  <a:cubicBezTo>
                    <a:pt x="1050437" y="319656"/>
                    <a:pt x="1103676" y="252760"/>
                    <a:pt x="1157901" y="187988"/>
                  </a:cubicBezTo>
                  <a:cubicBezTo>
                    <a:pt x="1170718" y="172061"/>
                    <a:pt x="1188464" y="159319"/>
                    <a:pt x="1205225" y="148700"/>
                  </a:cubicBezTo>
                  <a:cubicBezTo>
                    <a:pt x="1219027" y="139675"/>
                    <a:pt x="1231105" y="136224"/>
                    <a:pt x="1243182" y="137949"/>
                  </a:cubicBezTo>
                  <a:close/>
                  <a:moveTo>
                    <a:pt x="326420" y="0"/>
                  </a:moveTo>
                  <a:cubicBezTo>
                    <a:pt x="513791" y="0"/>
                    <a:pt x="702148" y="0"/>
                    <a:pt x="889519" y="0"/>
                  </a:cubicBezTo>
                  <a:cubicBezTo>
                    <a:pt x="964468" y="1063"/>
                    <a:pt x="1018707" y="56311"/>
                    <a:pt x="1021665" y="137059"/>
                  </a:cubicBezTo>
                  <a:cubicBezTo>
                    <a:pt x="1021665" y="164684"/>
                    <a:pt x="1021665" y="191246"/>
                    <a:pt x="1020679" y="218870"/>
                  </a:cubicBezTo>
                  <a:cubicBezTo>
                    <a:pt x="1020679" y="225245"/>
                    <a:pt x="1017721" y="232682"/>
                    <a:pt x="1013776" y="237995"/>
                  </a:cubicBezTo>
                  <a:cubicBezTo>
                    <a:pt x="985177" y="275181"/>
                    <a:pt x="956578" y="311305"/>
                    <a:pt x="928966" y="348492"/>
                  </a:cubicBezTo>
                  <a:cubicBezTo>
                    <a:pt x="921077" y="358054"/>
                    <a:pt x="915160" y="369741"/>
                    <a:pt x="908256" y="380366"/>
                  </a:cubicBezTo>
                  <a:cubicBezTo>
                    <a:pt x="905298" y="384616"/>
                    <a:pt x="901353" y="387804"/>
                    <a:pt x="895436" y="395241"/>
                  </a:cubicBezTo>
                  <a:cubicBezTo>
                    <a:pt x="895436" y="365492"/>
                    <a:pt x="895436" y="339992"/>
                    <a:pt x="895436" y="314493"/>
                  </a:cubicBezTo>
                  <a:cubicBezTo>
                    <a:pt x="895436" y="263494"/>
                    <a:pt x="895436" y="212495"/>
                    <a:pt x="895436" y="161496"/>
                  </a:cubicBezTo>
                  <a:cubicBezTo>
                    <a:pt x="895436" y="139184"/>
                    <a:pt x="892478" y="135997"/>
                    <a:pt x="870782" y="135997"/>
                  </a:cubicBezTo>
                  <a:cubicBezTo>
                    <a:pt x="713982" y="135997"/>
                    <a:pt x="557182" y="135997"/>
                    <a:pt x="399396" y="135997"/>
                  </a:cubicBezTo>
                  <a:cubicBezTo>
                    <a:pt x="394465" y="135997"/>
                    <a:pt x="388548" y="135997"/>
                    <a:pt x="381645" y="135997"/>
                  </a:cubicBezTo>
                  <a:cubicBezTo>
                    <a:pt x="381645" y="145559"/>
                    <a:pt x="381645" y="152997"/>
                    <a:pt x="381645" y="159371"/>
                  </a:cubicBezTo>
                  <a:cubicBezTo>
                    <a:pt x="381645" y="211433"/>
                    <a:pt x="381645" y="262431"/>
                    <a:pt x="381645" y="314493"/>
                  </a:cubicBezTo>
                  <a:cubicBezTo>
                    <a:pt x="380659" y="373991"/>
                    <a:pt x="346143" y="410116"/>
                    <a:pt x="290918" y="410116"/>
                  </a:cubicBezTo>
                  <a:cubicBezTo>
                    <a:pt x="241610" y="410116"/>
                    <a:pt x="192302" y="410116"/>
                    <a:pt x="142994" y="410116"/>
                  </a:cubicBezTo>
                  <a:cubicBezTo>
                    <a:pt x="138063" y="410116"/>
                    <a:pt x="133132" y="410116"/>
                    <a:pt x="126229" y="410116"/>
                  </a:cubicBezTo>
                  <a:cubicBezTo>
                    <a:pt x="126229" y="418615"/>
                    <a:pt x="126229" y="423928"/>
                    <a:pt x="126229" y="429240"/>
                  </a:cubicBezTo>
                  <a:cubicBezTo>
                    <a:pt x="126229" y="658735"/>
                    <a:pt x="126229" y="888229"/>
                    <a:pt x="126229" y="1117724"/>
                  </a:cubicBezTo>
                  <a:cubicBezTo>
                    <a:pt x="126229" y="1143223"/>
                    <a:pt x="128201" y="1145348"/>
                    <a:pt x="150883" y="1145348"/>
                  </a:cubicBezTo>
                  <a:cubicBezTo>
                    <a:pt x="390521" y="1145348"/>
                    <a:pt x="630158" y="1145348"/>
                    <a:pt x="869796" y="1145348"/>
                  </a:cubicBezTo>
                  <a:cubicBezTo>
                    <a:pt x="893464" y="1145348"/>
                    <a:pt x="895436" y="1143223"/>
                    <a:pt x="895436" y="1117724"/>
                  </a:cubicBezTo>
                  <a:cubicBezTo>
                    <a:pt x="895436" y="1052913"/>
                    <a:pt x="895436" y="988102"/>
                    <a:pt x="895436" y="923291"/>
                  </a:cubicBezTo>
                  <a:cubicBezTo>
                    <a:pt x="895436" y="916916"/>
                    <a:pt x="897409" y="908416"/>
                    <a:pt x="901353" y="904166"/>
                  </a:cubicBezTo>
                  <a:cubicBezTo>
                    <a:pt x="938827" y="860605"/>
                    <a:pt x="976302" y="818106"/>
                    <a:pt x="1013776" y="774545"/>
                  </a:cubicBezTo>
                  <a:cubicBezTo>
                    <a:pt x="1015748" y="773482"/>
                    <a:pt x="1016734" y="772420"/>
                    <a:pt x="1020679" y="769232"/>
                  </a:cubicBezTo>
                  <a:cubicBezTo>
                    <a:pt x="1020679" y="775607"/>
                    <a:pt x="1021665" y="779857"/>
                    <a:pt x="1021665" y="784107"/>
                  </a:cubicBezTo>
                  <a:cubicBezTo>
                    <a:pt x="1021665" y="902042"/>
                    <a:pt x="1021665" y="1018914"/>
                    <a:pt x="1021665" y="1135786"/>
                  </a:cubicBezTo>
                  <a:cubicBezTo>
                    <a:pt x="1020679" y="1222909"/>
                    <a:pt x="967426" y="1281345"/>
                    <a:pt x="886561" y="1281345"/>
                  </a:cubicBezTo>
                  <a:cubicBezTo>
                    <a:pt x="634103" y="1281345"/>
                    <a:pt x="382631" y="1281345"/>
                    <a:pt x="131160" y="1281345"/>
                  </a:cubicBezTo>
                  <a:cubicBezTo>
                    <a:pt x="55225" y="1281345"/>
                    <a:pt x="0" y="1221847"/>
                    <a:pt x="0" y="1140036"/>
                  </a:cubicBezTo>
                  <a:cubicBezTo>
                    <a:pt x="0" y="872292"/>
                    <a:pt x="0" y="603486"/>
                    <a:pt x="0" y="335742"/>
                  </a:cubicBezTo>
                  <a:cubicBezTo>
                    <a:pt x="0" y="315555"/>
                    <a:pt x="5917" y="298556"/>
                    <a:pt x="18737" y="283681"/>
                  </a:cubicBezTo>
                  <a:cubicBezTo>
                    <a:pt x="99603" y="198683"/>
                    <a:pt x="180468" y="113685"/>
                    <a:pt x="261333" y="28687"/>
                  </a:cubicBezTo>
                  <a:cubicBezTo>
                    <a:pt x="279084" y="9562"/>
                    <a:pt x="300780" y="0"/>
                    <a:pt x="32642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5" name="文本框 4"/>
          <p:cNvSpPr txBox="1"/>
          <p:nvPr/>
        </p:nvSpPr>
        <p:spPr>
          <a:xfrm>
            <a:off x="974526" y="321818"/>
            <a:ext cx="1980029" cy="523220"/>
          </a:xfrm>
          <a:prstGeom prst="rect">
            <a:avLst/>
          </a:prstGeom>
          <a:noFill/>
        </p:spPr>
        <p:txBody>
          <a:bodyPr wrap="none" rtlCol="0">
            <a:spAutoFit/>
          </a:bodyPr>
          <a:lstStyle/>
          <a:p>
            <a:r>
              <a:rPr lang="zh-CN" altLang="en-US" sz="2800" b="1">
                <a:solidFill>
                  <a:srgbClr val="3FB793"/>
                </a:solidFill>
                <a:latin typeface="思源黑体旧字形 Normal" panose="020b0400000000000000" pitchFamily="34" charset="-128"/>
                <a:ea typeface="思源黑体旧字形 Normal" panose="020b0400000000000000" pitchFamily="34" charset="-128"/>
              </a:rPr>
              <a:t>岗位的理解</a:t>
            </a:r>
          </a:p>
        </p:txBody>
      </p:sp>
      <p:grpSp>
        <p:nvGrpSpPr>
          <p:cNvPr id="44" name="组合 43">
            <a:extLst>
              <a:ext uri="{FF2B5EF4-FFF2-40B4-BE49-F238E27FC236}">
                <a16:creationId xmlns:a16="http://schemas.microsoft.com/office/drawing/2014/main" id="{649E6139-1B58-4D79-B13C-48E467E63AB0}"/>
              </a:ext>
            </a:extLst>
          </p:cNvPr>
          <p:cNvGrpSpPr/>
          <p:nvPr/>
        </p:nvGrpSpPr>
        <p:grpSpPr>
          <a:xfrm>
            <a:off x="8340755" y="4561244"/>
            <a:ext cx="2764020" cy="1143724"/>
            <a:chOff x="3106598" y="5073134"/>
            <a:chExt cx="2370017" cy="1143989"/>
          </a:xfrm>
        </p:grpSpPr>
        <p:sp>
          <p:nvSpPr>
            <p:cNvPr id="45" name="矩形 44">
              <a:extLst>
                <a:ext uri="{FF2B5EF4-FFF2-40B4-BE49-F238E27FC236}">
                  <a16:creationId xmlns:a16="http://schemas.microsoft.com/office/drawing/2014/main" id="{E87BDEFF-95DB-48B9-B5FF-80A772F77668}"/>
                </a:ext>
              </a:extLst>
            </p:cNvPr>
            <p:cNvSpPr/>
            <p:nvPr/>
          </p:nvSpPr>
          <p:spPr>
            <a:xfrm>
              <a:off x="3106598" y="5073134"/>
              <a:ext cx="1038022" cy="400203"/>
            </a:xfrm>
            <a:prstGeom prst="rect">
              <a:avLst/>
            </a:prstGeom>
          </p:spPr>
          <p:txBody>
            <a:bodyPr wrap="none">
              <a:spAutoFit/>
            </a:bodyPr>
            <a:lstStyle/>
            <a:p>
              <a:r>
                <a:rPr lang="zh-CN" altLang="en-US" sz="2000" b="1">
                  <a:solidFill>
                    <a:schemeClr val="tx1">
                      <a:lumMod val="75000"/>
                      <a:lumOff val="25000"/>
                    </a:schemeClr>
                  </a:solidFill>
                  <a:latin typeface="思源黑体旧字形 Normal" panose="020b0400000000000000" pitchFamily="34" charset="-128"/>
                  <a:ea typeface="思源黑体旧字形 Normal" panose="020b0400000000000000" pitchFamily="34" charset="-128"/>
                </a:rPr>
                <a:t>岗位理解</a:t>
              </a:r>
            </a:p>
          </p:txBody>
        </p:sp>
        <p:sp>
          <p:nvSpPr>
            <p:cNvPr id="46" name="矩形 45">
              <a:extLst>
                <a:ext uri="{FF2B5EF4-FFF2-40B4-BE49-F238E27FC236}">
                  <a16:creationId xmlns:a16="http://schemas.microsoft.com/office/drawing/2014/main" id="{E1528336-2411-4FC7-B0C7-E75D80440E7F}"/>
                </a:ext>
              </a:extLst>
            </p:cNvPr>
            <p:cNvSpPr/>
            <p:nvPr/>
          </p:nvSpPr>
          <p:spPr>
            <a:xfrm>
              <a:off x="3106598" y="5404404"/>
              <a:ext cx="2370017" cy="812719"/>
            </a:xfrm>
            <a:prstGeom prst="rect">
              <a:avLst/>
            </a:prstGeom>
          </p:spPr>
          <p:txBody>
            <a:bodyPr wrap="square">
              <a:spAutoFit/>
            </a:bodyPr>
            <a:lstStyle/>
            <a:p>
              <a:pPr>
                <a:lnSpc>
                  <a:spcPct val="130000"/>
                </a:lnSpc>
                <a:buNone/>
              </a:pPr>
              <a:r>
                <a:rPr lang="zh-CN" altLang="en-US" sz="1200">
                  <a:solidFill>
                    <a:schemeClr val="tx1">
                      <a:lumMod val="85000"/>
                      <a:lumOff val="15000"/>
                    </a:schemeClr>
                  </a:solidFill>
                  <a:latin typeface="思源黑体旧字形 Normal" panose="020b0400000000000000" pitchFamily="34" charset="-128"/>
                  <a:ea typeface="思源黑体旧字形 Normal" panose="020b0400000000000000" pitchFamily="34" charset="-128"/>
                </a:rPr>
                <a:t>详写内容</a:t>
              </a:r>
              <a:r>
                <a:rPr lang="en-US" altLang="zh-CN" sz="1200">
                  <a:solidFill>
                    <a:schemeClr val="tx1">
                      <a:lumMod val="85000"/>
                      <a:lumOff val="15000"/>
                    </a:schemeClr>
                  </a:solidFill>
                  <a:latin typeface="思源黑体旧字形 Normal" panose="020b0400000000000000" pitchFamily="34" charset="-128"/>
                  <a:ea typeface="思源黑体旧字形 Normal" panose="020b0400000000000000" pitchFamily="34" charset="-128"/>
                </a:rPr>
                <a:t>……</a:t>
              </a:r>
              <a:r>
                <a:rPr lang="zh-CN" altLang="en-US" sz="1200">
                  <a:solidFill>
                    <a:schemeClr val="tx1">
                      <a:lumMod val="85000"/>
                      <a:lumOff val="15000"/>
                    </a:schemeClr>
                  </a:solidFill>
                  <a:latin typeface="思源黑体旧字形 Normal" panose="020b0400000000000000" pitchFamily="34" charset="-128"/>
                  <a:ea typeface="思源黑体旧字形 Normal" panose="020b0400000000000000" pitchFamily="34" charset="-128"/>
                </a:rPr>
                <a:t>点击输入本栏的具体文字，简明扼要的说明分项内容，此为概念图解</a:t>
              </a:r>
            </a:p>
          </p:txBody>
        </p:sp>
      </p:grpSp>
      <p:grpSp>
        <p:nvGrpSpPr>
          <p:cNvPr id="47" name="组合 46">
            <a:extLst>
              <a:ext uri="{FF2B5EF4-FFF2-40B4-BE49-F238E27FC236}">
                <a16:creationId xmlns:a16="http://schemas.microsoft.com/office/drawing/2014/main" id="{E48105E6-5BEF-4EFB-A176-31D90C84C383}"/>
              </a:ext>
            </a:extLst>
          </p:cNvPr>
          <p:cNvGrpSpPr/>
          <p:nvPr/>
        </p:nvGrpSpPr>
        <p:grpSpPr>
          <a:xfrm>
            <a:off x="1121790" y="4561245"/>
            <a:ext cx="2731045" cy="1143724"/>
            <a:chOff x="1221767" y="2192338"/>
            <a:chExt cx="2370017" cy="1143989"/>
          </a:xfrm>
        </p:grpSpPr>
        <p:sp>
          <p:nvSpPr>
            <p:cNvPr id="48" name="矩形 47">
              <a:extLst>
                <a:ext uri="{FF2B5EF4-FFF2-40B4-BE49-F238E27FC236}">
                  <a16:creationId xmlns:a16="http://schemas.microsoft.com/office/drawing/2014/main" id="{FE5911E0-F171-47BD-A9B0-5B949C519618}"/>
                </a:ext>
              </a:extLst>
            </p:cNvPr>
            <p:cNvSpPr/>
            <p:nvPr/>
          </p:nvSpPr>
          <p:spPr>
            <a:xfrm>
              <a:off x="2541229" y="2192338"/>
              <a:ext cx="1050555" cy="400203"/>
            </a:xfrm>
            <a:prstGeom prst="rect">
              <a:avLst/>
            </a:prstGeom>
          </p:spPr>
          <p:txBody>
            <a:bodyPr wrap="none">
              <a:spAutoFit/>
            </a:bodyPr>
            <a:lstStyle/>
            <a:p>
              <a:pPr algn="r"/>
              <a:r>
                <a:rPr lang="zh-CN" altLang="en-US" sz="2000" b="1">
                  <a:solidFill>
                    <a:schemeClr val="tx1">
                      <a:lumMod val="75000"/>
                      <a:lumOff val="25000"/>
                    </a:schemeClr>
                  </a:solidFill>
                  <a:latin typeface="思源黑体旧字形 Normal" panose="020b0400000000000000" pitchFamily="34" charset="-128"/>
                  <a:ea typeface="思源黑体旧字形 Normal" panose="020b0400000000000000" pitchFamily="34" charset="-128"/>
                </a:rPr>
                <a:t>岗位理解</a:t>
              </a:r>
            </a:p>
          </p:txBody>
        </p:sp>
        <p:sp>
          <p:nvSpPr>
            <p:cNvPr id="49" name="矩形 48">
              <a:extLst>
                <a:ext uri="{FF2B5EF4-FFF2-40B4-BE49-F238E27FC236}">
                  <a16:creationId xmlns:a16="http://schemas.microsoft.com/office/drawing/2014/main" id="{A163F912-DB8F-4CE2-A3EB-DE932B4DB732}"/>
                </a:ext>
              </a:extLst>
            </p:cNvPr>
            <p:cNvSpPr/>
            <p:nvPr/>
          </p:nvSpPr>
          <p:spPr>
            <a:xfrm>
              <a:off x="1221767" y="2523608"/>
              <a:ext cx="2370017" cy="812719"/>
            </a:xfrm>
            <a:prstGeom prst="rect">
              <a:avLst/>
            </a:prstGeom>
          </p:spPr>
          <p:txBody>
            <a:bodyPr wrap="square">
              <a:spAutoFit/>
            </a:bodyPr>
            <a:lstStyle/>
            <a:p>
              <a:pPr algn="r">
                <a:lnSpc>
                  <a:spcPct val="130000"/>
                </a:lnSpc>
                <a:buNone/>
              </a:pPr>
              <a:r>
                <a:rPr lang="zh-CN" altLang="en-US" sz="1200">
                  <a:solidFill>
                    <a:schemeClr val="tx1">
                      <a:lumMod val="85000"/>
                      <a:lumOff val="15000"/>
                    </a:schemeClr>
                  </a:solidFill>
                  <a:latin typeface="思源黑体旧字形 Normal" panose="020b0400000000000000" pitchFamily="34" charset="-128"/>
                  <a:ea typeface="思源黑体旧字形 Normal" panose="020b0400000000000000" pitchFamily="34" charset="-128"/>
                </a:rPr>
                <a:t>详写内容</a:t>
              </a:r>
              <a:r>
                <a:rPr lang="en-US" altLang="zh-CN" sz="1200">
                  <a:solidFill>
                    <a:schemeClr val="tx1">
                      <a:lumMod val="85000"/>
                      <a:lumOff val="15000"/>
                    </a:schemeClr>
                  </a:solidFill>
                  <a:latin typeface="思源黑体旧字形 Normal" panose="020b0400000000000000" pitchFamily="34" charset="-128"/>
                  <a:ea typeface="思源黑体旧字形 Normal" panose="020b0400000000000000" pitchFamily="34" charset="-128"/>
                </a:rPr>
                <a:t>……</a:t>
              </a:r>
              <a:r>
                <a:rPr lang="zh-CN" altLang="en-US" sz="1200">
                  <a:solidFill>
                    <a:schemeClr val="tx1">
                      <a:lumMod val="85000"/>
                      <a:lumOff val="15000"/>
                    </a:schemeClr>
                  </a:solidFill>
                  <a:latin typeface="思源黑体旧字形 Normal" panose="020b0400000000000000" pitchFamily="34" charset="-128"/>
                  <a:ea typeface="思源黑体旧字形 Normal" panose="020b0400000000000000" pitchFamily="34" charset="-128"/>
                </a:rPr>
                <a:t>点击输入本栏的具体文字，简明扼要的说明分项内容，此为概念图解</a:t>
              </a:r>
            </a:p>
          </p:txBody>
        </p:sp>
      </p:grpSp>
      <p:grpSp>
        <p:nvGrpSpPr>
          <p:cNvPr id="50" name="组合 49">
            <a:extLst>
              <a:ext uri="{FF2B5EF4-FFF2-40B4-BE49-F238E27FC236}">
                <a16:creationId xmlns:a16="http://schemas.microsoft.com/office/drawing/2014/main" id="{7C10EEEE-0956-4A43-A2FD-5EA8B8BE806E}"/>
              </a:ext>
            </a:extLst>
          </p:cNvPr>
          <p:cNvGrpSpPr/>
          <p:nvPr/>
        </p:nvGrpSpPr>
        <p:grpSpPr>
          <a:xfrm>
            <a:off x="8340755" y="3355047"/>
            <a:ext cx="2764020" cy="1143724"/>
            <a:chOff x="3106598" y="5073134"/>
            <a:chExt cx="2370017" cy="1143989"/>
          </a:xfrm>
        </p:grpSpPr>
        <p:sp>
          <p:nvSpPr>
            <p:cNvPr id="51" name="矩形 50">
              <a:extLst>
                <a:ext uri="{FF2B5EF4-FFF2-40B4-BE49-F238E27FC236}">
                  <a16:creationId xmlns:a16="http://schemas.microsoft.com/office/drawing/2014/main" id="{A2279181-12CE-43B1-9016-EEBDF0D0C5B9}"/>
                </a:ext>
              </a:extLst>
            </p:cNvPr>
            <p:cNvSpPr/>
            <p:nvPr/>
          </p:nvSpPr>
          <p:spPr>
            <a:xfrm>
              <a:off x="3106598" y="5073134"/>
              <a:ext cx="1038022" cy="400203"/>
            </a:xfrm>
            <a:prstGeom prst="rect">
              <a:avLst/>
            </a:prstGeom>
          </p:spPr>
          <p:txBody>
            <a:bodyPr wrap="none">
              <a:spAutoFit/>
            </a:bodyPr>
            <a:lstStyle/>
            <a:p>
              <a:r>
                <a:rPr lang="zh-CN" altLang="en-US" sz="2000" b="1">
                  <a:solidFill>
                    <a:schemeClr val="tx1">
                      <a:lumMod val="75000"/>
                      <a:lumOff val="25000"/>
                    </a:schemeClr>
                  </a:solidFill>
                  <a:latin typeface="思源黑体旧字形 Normal" panose="020b0400000000000000" pitchFamily="34" charset="-128"/>
                  <a:ea typeface="思源黑体旧字形 Normal" panose="020b0400000000000000" pitchFamily="34" charset="-128"/>
                </a:rPr>
                <a:t>岗位理解</a:t>
              </a:r>
            </a:p>
          </p:txBody>
        </p:sp>
        <p:sp>
          <p:nvSpPr>
            <p:cNvPr id="52" name="矩形 51">
              <a:extLst>
                <a:ext uri="{FF2B5EF4-FFF2-40B4-BE49-F238E27FC236}">
                  <a16:creationId xmlns:a16="http://schemas.microsoft.com/office/drawing/2014/main" id="{05885527-7C49-4F40-9D2B-5290883557A1}"/>
                </a:ext>
              </a:extLst>
            </p:cNvPr>
            <p:cNvSpPr/>
            <p:nvPr/>
          </p:nvSpPr>
          <p:spPr>
            <a:xfrm>
              <a:off x="3106598" y="5404404"/>
              <a:ext cx="2370017" cy="812719"/>
            </a:xfrm>
            <a:prstGeom prst="rect">
              <a:avLst/>
            </a:prstGeom>
          </p:spPr>
          <p:txBody>
            <a:bodyPr wrap="square">
              <a:spAutoFit/>
            </a:bodyPr>
            <a:lstStyle/>
            <a:p>
              <a:pPr>
                <a:lnSpc>
                  <a:spcPct val="130000"/>
                </a:lnSpc>
                <a:buNone/>
              </a:pPr>
              <a:r>
                <a:rPr lang="zh-CN" altLang="en-US" sz="1200">
                  <a:solidFill>
                    <a:schemeClr val="tx1">
                      <a:lumMod val="85000"/>
                      <a:lumOff val="15000"/>
                    </a:schemeClr>
                  </a:solidFill>
                  <a:latin typeface="思源黑体旧字形 Normal" panose="020b0400000000000000" pitchFamily="34" charset="-128"/>
                  <a:ea typeface="思源黑体旧字形 Normal" panose="020b0400000000000000" pitchFamily="34" charset="-128"/>
                </a:rPr>
                <a:t>详写内容</a:t>
              </a:r>
              <a:r>
                <a:rPr lang="en-US" altLang="zh-CN" sz="1200">
                  <a:solidFill>
                    <a:schemeClr val="tx1">
                      <a:lumMod val="85000"/>
                      <a:lumOff val="15000"/>
                    </a:schemeClr>
                  </a:solidFill>
                  <a:latin typeface="思源黑体旧字形 Normal" panose="020b0400000000000000" pitchFamily="34" charset="-128"/>
                  <a:ea typeface="思源黑体旧字形 Normal" panose="020b0400000000000000" pitchFamily="34" charset="-128"/>
                </a:rPr>
                <a:t>……</a:t>
              </a:r>
              <a:r>
                <a:rPr lang="zh-CN" altLang="en-US" sz="1200">
                  <a:solidFill>
                    <a:schemeClr val="tx1">
                      <a:lumMod val="85000"/>
                      <a:lumOff val="15000"/>
                    </a:schemeClr>
                  </a:solidFill>
                  <a:latin typeface="思源黑体旧字形 Normal" panose="020b0400000000000000" pitchFamily="34" charset="-128"/>
                  <a:ea typeface="思源黑体旧字形 Normal" panose="020b0400000000000000" pitchFamily="34" charset="-128"/>
                </a:rPr>
                <a:t>点击输入本栏的具体文字，简明扼要的说明分项内容，此为概念图解</a:t>
              </a:r>
            </a:p>
          </p:txBody>
        </p:sp>
      </p:grpSp>
      <p:grpSp>
        <p:nvGrpSpPr>
          <p:cNvPr id="53" name="组合 52">
            <a:extLst>
              <a:ext uri="{FF2B5EF4-FFF2-40B4-BE49-F238E27FC236}">
                <a16:creationId xmlns:a16="http://schemas.microsoft.com/office/drawing/2014/main" id="{164648F7-2070-4C00-A030-21DC378931FD}"/>
              </a:ext>
            </a:extLst>
          </p:cNvPr>
          <p:cNvGrpSpPr/>
          <p:nvPr/>
        </p:nvGrpSpPr>
        <p:grpSpPr>
          <a:xfrm>
            <a:off x="1121790" y="3355048"/>
            <a:ext cx="2731045" cy="1143724"/>
            <a:chOff x="1221767" y="2192338"/>
            <a:chExt cx="2370017" cy="1143989"/>
          </a:xfrm>
        </p:grpSpPr>
        <p:sp>
          <p:nvSpPr>
            <p:cNvPr id="54" name="矩形 53">
              <a:extLst>
                <a:ext uri="{FF2B5EF4-FFF2-40B4-BE49-F238E27FC236}">
                  <a16:creationId xmlns:a16="http://schemas.microsoft.com/office/drawing/2014/main" id="{D5777D9C-8844-444E-A7EC-5CC46D03D12F}"/>
                </a:ext>
              </a:extLst>
            </p:cNvPr>
            <p:cNvSpPr/>
            <p:nvPr/>
          </p:nvSpPr>
          <p:spPr>
            <a:xfrm>
              <a:off x="2541229" y="2192338"/>
              <a:ext cx="1050555" cy="400203"/>
            </a:xfrm>
            <a:prstGeom prst="rect">
              <a:avLst/>
            </a:prstGeom>
          </p:spPr>
          <p:txBody>
            <a:bodyPr wrap="none">
              <a:spAutoFit/>
            </a:bodyPr>
            <a:lstStyle/>
            <a:p>
              <a:pPr algn="r"/>
              <a:r>
                <a:rPr lang="zh-CN" altLang="en-US" sz="2000" b="1">
                  <a:solidFill>
                    <a:schemeClr val="tx1">
                      <a:lumMod val="75000"/>
                      <a:lumOff val="25000"/>
                    </a:schemeClr>
                  </a:solidFill>
                  <a:latin typeface="思源黑体旧字形 Normal" panose="020b0400000000000000" pitchFamily="34" charset="-128"/>
                  <a:ea typeface="思源黑体旧字形 Normal" panose="020b0400000000000000" pitchFamily="34" charset="-128"/>
                </a:rPr>
                <a:t>岗位理解</a:t>
              </a:r>
            </a:p>
          </p:txBody>
        </p:sp>
        <p:sp>
          <p:nvSpPr>
            <p:cNvPr id="93" name="矩形 92">
              <a:extLst>
                <a:ext uri="{FF2B5EF4-FFF2-40B4-BE49-F238E27FC236}">
                  <a16:creationId xmlns:a16="http://schemas.microsoft.com/office/drawing/2014/main" id="{16155EE7-4250-49A9-BA8E-7EC7CC184EFA}"/>
                </a:ext>
              </a:extLst>
            </p:cNvPr>
            <p:cNvSpPr/>
            <p:nvPr/>
          </p:nvSpPr>
          <p:spPr>
            <a:xfrm>
              <a:off x="1221767" y="2523608"/>
              <a:ext cx="2370017" cy="812719"/>
            </a:xfrm>
            <a:prstGeom prst="rect">
              <a:avLst/>
            </a:prstGeom>
          </p:spPr>
          <p:txBody>
            <a:bodyPr wrap="square">
              <a:spAutoFit/>
            </a:bodyPr>
            <a:lstStyle/>
            <a:p>
              <a:pPr algn="r">
                <a:lnSpc>
                  <a:spcPct val="130000"/>
                </a:lnSpc>
                <a:buNone/>
              </a:pPr>
              <a:r>
                <a:rPr lang="zh-CN" altLang="en-US" sz="1200">
                  <a:solidFill>
                    <a:schemeClr val="tx1">
                      <a:lumMod val="85000"/>
                      <a:lumOff val="15000"/>
                    </a:schemeClr>
                  </a:solidFill>
                  <a:latin typeface="思源黑体旧字形 Normal" panose="020b0400000000000000" pitchFamily="34" charset="-128"/>
                  <a:ea typeface="思源黑体旧字形 Normal" panose="020b0400000000000000" pitchFamily="34" charset="-128"/>
                </a:rPr>
                <a:t>详写内容</a:t>
              </a:r>
              <a:r>
                <a:rPr lang="en-US" altLang="zh-CN" sz="1200">
                  <a:solidFill>
                    <a:schemeClr val="tx1">
                      <a:lumMod val="85000"/>
                      <a:lumOff val="15000"/>
                    </a:schemeClr>
                  </a:solidFill>
                  <a:latin typeface="思源黑体旧字形 Normal" panose="020b0400000000000000" pitchFamily="34" charset="-128"/>
                  <a:ea typeface="思源黑体旧字形 Normal" panose="020b0400000000000000" pitchFamily="34" charset="-128"/>
                </a:rPr>
                <a:t>……</a:t>
              </a:r>
              <a:r>
                <a:rPr lang="zh-CN" altLang="en-US" sz="1200">
                  <a:solidFill>
                    <a:schemeClr val="tx1">
                      <a:lumMod val="85000"/>
                      <a:lumOff val="15000"/>
                    </a:schemeClr>
                  </a:solidFill>
                  <a:latin typeface="思源黑体旧字形 Normal" panose="020b0400000000000000" pitchFamily="34" charset="-128"/>
                  <a:ea typeface="思源黑体旧字形 Normal" panose="020b0400000000000000" pitchFamily="34" charset="-128"/>
                </a:rPr>
                <a:t>点击输入本栏的具体文字，简明扼要的说明分项内容，此为概念图解</a:t>
              </a:r>
            </a:p>
          </p:txBody>
        </p:sp>
      </p:grpSp>
      <p:grpSp>
        <p:nvGrpSpPr>
          <p:cNvPr id="94" name="组合 93">
            <a:extLst>
              <a:ext uri="{FF2B5EF4-FFF2-40B4-BE49-F238E27FC236}">
                <a16:creationId xmlns:a16="http://schemas.microsoft.com/office/drawing/2014/main" id="{0AD2D35A-62DB-4BC0-A177-16BD862EE054}"/>
              </a:ext>
            </a:extLst>
          </p:cNvPr>
          <p:cNvGrpSpPr/>
          <p:nvPr/>
        </p:nvGrpSpPr>
        <p:grpSpPr>
          <a:xfrm>
            <a:off x="8340755" y="2148850"/>
            <a:ext cx="2764020" cy="1143724"/>
            <a:chOff x="3106598" y="5073134"/>
            <a:chExt cx="2370017" cy="1143989"/>
          </a:xfrm>
        </p:grpSpPr>
        <p:sp>
          <p:nvSpPr>
            <p:cNvPr id="95" name="矩形 94">
              <a:extLst>
                <a:ext uri="{FF2B5EF4-FFF2-40B4-BE49-F238E27FC236}">
                  <a16:creationId xmlns:a16="http://schemas.microsoft.com/office/drawing/2014/main" id="{2C81D152-0D7A-4971-B1AE-20580688823E}"/>
                </a:ext>
              </a:extLst>
            </p:cNvPr>
            <p:cNvSpPr/>
            <p:nvPr/>
          </p:nvSpPr>
          <p:spPr>
            <a:xfrm>
              <a:off x="3106598" y="5073134"/>
              <a:ext cx="1038022" cy="400203"/>
            </a:xfrm>
            <a:prstGeom prst="rect">
              <a:avLst/>
            </a:prstGeom>
          </p:spPr>
          <p:txBody>
            <a:bodyPr wrap="none">
              <a:spAutoFit/>
            </a:bodyPr>
            <a:lstStyle/>
            <a:p>
              <a:r>
                <a:rPr lang="zh-CN" altLang="en-US" sz="2000" b="1">
                  <a:solidFill>
                    <a:schemeClr val="tx1">
                      <a:lumMod val="75000"/>
                      <a:lumOff val="25000"/>
                    </a:schemeClr>
                  </a:solidFill>
                  <a:latin typeface="思源黑体旧字形 Normal" panose="020b0400000000000000" pitchFamily="34" charset="-128"/>
                  <a:ea typeface="思源黑体旧字形 Normal" panose="020b0400000000000000" pitchFamily="34" charset="-128"/>
                </a:rPr>
                <a:t>岗位理解</a:t>
              </a:r>
            </a:p>
          </p:txBody>
        </p:sp>
        <p:sp>
          <p:nvSpPr>
            <p:cNvPr id="96" name="矩形 95">
              <a:extLst>
                <a:ext uri="{FF2B5EF4-FFF2-40B4-BE49-F238E27FC236}">
                  <a16:creationId xmlns:a16="http://schemas.microsoft.com/office/drawing/2014/main" id="{D17A43D5-40C5-4064-8FBC-7430503F2B20}"/>
                </a:ext>
              </a:extLst>
            </p:cNvPr>
            <p:cNvSpPr/>
            <p:nvPr/>
          </p:nvSpPr>
          <p:spPr>
            <a:xfrm>
              <a:off x="3106598" y="5404404"/>
              <a:ext cx="2370017" cy="812719"/>
            </a:xfrm>
            <a:prstGeom prst="rect">
              <a:avLst/>
            </a:prstGeom>
          </p:spPr>
          <p:txBody>
            <a:bodyPr wrap="square">
              <a:spAutoFit/>
            </a:bodyPr>
            <a:lstStyle/>
            <a:p>
              <a:pPr>
                <a:lnSpc>
                  <a:spcPct val="130000"/>
                </a:lnSpc>
                <a:buNone/>
              </a:pPr>
              <a:r>
                <a:rPr lang="zh-CN" altLang="en-US" sz="1200">
                  <a:solidFill>
                    <a:schemeClr val="tx1">
                      <a:lumMod val="85000"/>
                      <a:lumOff val="15000"/>
                    </a:schemeClr>
                  </a:solidFill>
                  <a:latin typeface="思源黑体旧字形 Normal" panose="020b0400000000000000" pitchFamily="34" charset="-128"/>
                  <a:ea typeface="思源黑体旧字形 Normal" panose="020b0400000000000000" pitchFamily="34" charset="-128"/>
                </a:rPr>
                <a:t>详写内容</a:t>
              </a:r>
              <a:r>
                <a:rPr lang="en-US" altLang="zh-CN" sz="1200">
                  <a:solidFill>
                    <a:schemeClr val="tx1">
                      <a:lumMod val="85000"/>
                      <a:lumOff val="15000"/>
                    </a:schemeClr>
                  </a:solidFill>
                  <a:latin typeface="思源黑体旧字形 Normal" panose="020b0400000000000000" pitchFamily="34" charset="-128"/>
                  <a:ea typeface="思源黑体旧字形 Normal" panose="020b0400000000000000" pitchFamily="34" charset="-128"/>
                </a:rPr>
                <a:t>……</a:t>
              </a:r>
              <a:r>
                <a:rPr lang="zh-CN" altLang="en-US" sz="1200">
                  <a:solidFill>
                    <a:schemeClr val="tx1">
                      <a:lumMod val="85000"/>
                      <a:lumOff val="15000"/>
                    </a:schemeClr>
                  </a:solidFill>
                  <a:latin typeface="思源黑体旧字形 Normal" panose="020b0400000000000000" pitchFamily="34" charset="-128"/>
                  <a:ea typeface="思源黑体旧字形 Normal" panose="020b0400000000000000" pitchFamily="34" charset="-128"/>
                </a:rPr>
                <a:t>点击输入本栏的具体文字，简明扼要的说明分项内容，此为概念图解</a:t>
              </a:r>
            </a:p>
          </p:txBody>
        </p:sp>
      </p:grpSp>
      <p:grpSp>
        <p:nvGrpSpPr>
          <p:cNvPr id="97" name="组合 96">
            <a:extLst>
              <a:ext uri="{FF2B5EF4-FFF2-40B4-BE49-F238E27FC236}">
                <a16:creationId xmlns:a16="http://schemas.microsoft.com/office/drawing/2014/main" id="{582514C8-13F4-4BEC-9D0A-8027C6DC69A1}"/>
              </a:ext>
            </a:extLst>
          </p:cNvPr>
          <p:cNvGrpSpPr/>
          <p:nvPr/>
        </p:nvGrpSpPr>
        <p:grpSpPr>
          <a:xfrm>
            <a:off x="1121790" y="2148850"/>
            <a:ext cx="2731045" cy="1143725"/>
            <a:chOff x="1221767" y="2192337"/>
            <a:chExt cx="2370017" cy="1143990"/>
          </a:xfrm>
        </p:grpSpPr>
        <p:sp>
          <p:nvSpPr>
            <p:cNvPr id="98" name="矩形 97">
              <a:extLst>
                <a:ext uri="{FF2B5EF4-FFF2-40B4-BE49-F238E27FC236}">
                  <a16:creationId xmlns:a16="http://schemas.microsoft.com/office/drawing/2014/main" id="{C7C8E05A-3C9A-4E3F-ACB8-0D43A07E97AD}"/>
                </a:ext>
              </a:extLst>
            </p:cNvPr>
            <p:cNvSpPr/>
            <p:nvPr/>
          </p:nvSpPr>
          <p:spPr>
            <a:xfrm>
              <a:off x="2541227" y="2192337"/>
              <a:ext cx="1050555" cy="400203"/>
            </a:xfrm>
            <a:prstGeom prst="rect">
              <a:avLst/>
            </a:prstGeom>
          </p:spPr>
          <p:txBody>
            <a:bodyPr wrap="none">
              <a:spAutoFit/>
            </a:bodyPr>
            <a:lstStyle/>
            <a:p>
              <a:pPr algn="r"/>
              <a:r>
                <a:rPr lang="zh-CN" altLang="en-US" sz="2000" b="1">
                  <a:solidFill>
                    <a:schemeClr val="tx1">
                      <a:lumMod val="75000"/>
                      <a:lumOff val="25000"/>
                    </a:schemeClr>
                  </a:solidFill>
                  <a:latin typeface="思源黑体旧字形 Normal" panose="020b0400000000000000" pitchFamily="34" charset="-128"/>
                  <a:ea typeface="思源黑体旧字形 Normal" panose="020b0400000000000000" pitchFamily="34" charset="-128"/>
                </a:rPr>
                <a:t>岗位理解</a:t>
              </a:r>
            </a:p>
          </p:txBody>
        </p:sp>
        <p:sp>
          <p:nvSpPr>
            <p:cNvPr id="99" name="矩形 98">
              <a:extLst>
                <a:ext uri="{FF2B5EF4-FFF2-40B4-BE49-F238E27FC236}">
                  <a16:creationId xmlns:a16="http://schemas.microsoft.com/office/drawing/2014/main" id="{6ED1B085-D5D5-4897-8AA4-7D4CD40402A4}"/>
                </a:ext>
              </a:extLst>
            </p:cNvPr>
            <p:cNvSpPr/>
            <p:nvPr/>
          </p:nvSpPr>
          <p:spPr>
            <a:xfrm>
              <a:off x="1221767" y="2523608"/>
              <a:ext cx="2370017" cy="812719"/>
            </a:xfrm>
            <a:prstGeom prst="rect">
              <a:avLst/>
            </a:prstGeom>
          </p:spPr>
          <p:txBody>
            <a:bodyPr wrap="square">
              <a:spAutoFit/>
            </a:bodyPr>
            <a:lstStyle/>
            <a:p>
              <a:pPr algn="r">
                <a:lnSpc>
                  <a:spcPct val="130000"/>
                </a:lnSpc>
                <a:buNone/>
              </a:pPr>
              <a:r>
                <a:rPr lang="zh-CN" altLang="en-US" sz="1200">
                  <a:solidFill>
                    <a:schemeClr val="tx1">
                      <a:lumMod val="85000"/>
                      <a:lumOff val="15000"/>
                    </a:schemeClr>
                  </a:solidFill>
                  <a:latin typeface="思源黑体旧字形 Normal" panose="020b0400000000000000" pitchFamily="34" charset="-128"/>
                  <a:ea typeface="思源黑体旧字形 Normal" panose="020b0400000000000000" pitchFamily="34" charset="-128"/>
                </a:rPr>
                <a:t>详写内容</a:t>
              </a:r>
              <a:r>
                <a:rPr lang="en-US" altLang="zh-CN" sz="1200">
                  <a:solidFill>
                    <a:schemeClr val="tx1">
                      <a:lumMod val="85000"/>
                      <a:lumOff val="15000"/>
                    </a:schemeClr>
                  </a:solidFill>
                  <a:latin typeface="思源黑体旧字形 Normal" panose="020b0400000000000000" pitchFamily="34" charset="-128"/>
                  <a:ea typeface="思源黑体旧字形 Normal" panose="020b0400000000000000" pitchFamily="34" charset="-128"/>
                </a:rPr>
                <a:t>……</a:t>
              </a:r>
              <a:r>
                <a:rPr lang="zh-CN" altLang="en-US" sz="1200">
                  <a:solidFill>
                    <a:schemeClr val="tx1">
                      <a:lumMod val="85000"/>
                      <a:lumOff val="15000"/>
                    </a:schemeClr>
                  </a:solidFill>
                  <a:latin typeface="思源黑体旧字形 Normal" panose="020b0400000000000000" pitchFamily="34" charset="-128"/>
                  <a:ea typeface="思源黑体旧字形 Normal" panose="020b0400000000000000" pitchFamily="34" charset="-128"/>
                </a:rPr>
                <a:t>点击输入本栏的具体文字，简明扼要的说明分项内容，此为概念图解</a:t>
              </a:r>
            </a:p>
          </p:txBody>
        </p:sp>
      </p:grpSp>
      <p:grpSp>
        <p:nvGrpSpPr>
          <p:cNvPr id="100" name="组合 99">
            <a:extLst>
              <a:ext uri="{FF2B5EF4-FFF2-40B4-BE49-F238E27FC236}">
                <a16:creationId xmlns:a16="http://schemas.microsoft.com/office/drawing/2014/main" id="{3E70E078-A8AB-4362-82B6-8C5A1B3BC03D}"/>
              </a:ext>
            </a:extLst>
          </p:cNvPr>
          <p:cNvGrpSpPr/>
          <p:nvPr/>
        </p:nvGrpSpPr>
        <p:grpSpPr>
          <a:xfrm>
            <a:off x="6091869" y="3284967"/>
            <a:ext cx="1881491" cy="1943877"/>
            <a:chOff x="6091073" y="3285727"/>
            <a:chExt cx="1881927" cy="1944327"/>
          </a:xfrm>
        </p:grpSpPr>
        <p:sp>
          <p:nvSpPr>
            <p:cNvPr id="101" name="Freeform 8">
              <a:extLst>
                <a:ext uri="{FF2B5EF4-FFF2-40B4-BE49-F238E27FC236}">
                  <a16:creationId xmlns:a16="http://schemas.microsoft.com/office/drawing/2014/main" id="{2FCCDA63-7F0B-4433-8247-7086BDC891D0}"/>
                </a:ext>
              </a:extLst>
            </p:cNvPr>
            <p:cNvSpPr/>
            <p:nvPr/>
          </p:nvSpPr>
          <p:spPr bwMode="auto">
            <a:xfrm>
              <a:off x="6091073" y="3285727"/>
              <a:ext cx="1881927" cy="1944327"/>
            </a:xfrm>
            <a:custGeom>
              <a:gdLst>
                <a:gd name="T0" fmla="*/ 14 w 304"/>
                <a:gd name="T1" fmla="*/ 314 h 314"/>
                <a:gd name="T2" fmla="*/ 264 w 304"/>
                <a:gd name="T3" fmla="*/ 2 h 314"/>
                <a:gd name="T4" fmla="*/ 296 w 304"/>
                <a:gd name="T5" fmla="*/ 31 h 314"/>
                <a:gd name="T6" fmla="*/ 291 w 304"/>
                <a:gd name="T7" fmla="*/ 114 h 314"/>
                <a:gd name="T8" fmla="*/ 220 w 304"/>
                <a:gd name="T9" fmla="*/ 139 h 314"/>
                <a:gd name="T10" fmla="*/ 30 w 304"/>
                <a:gd name="T11" fmla="*/ 287 h 314"/>
                <a:gd name="T12" fmla="*/ 14 w 304"/>
                <a:gd name="T13" fmla="*/ 314 h 314"/>
              </a:gdLst>
              <a:cxnLst>
                <a:cxn ang="0">
                  <a:pos x="T0" y="T1"/>
                </a:cxn>
                <a:cxn ang="0">
                  <a:pos x="T2" y="T3"/>
                </a:cxn>
                <a:cxn ang="0">
                  <a:pos x="T4" y="T5"/>
                </a:cxn>
                <a:cxn ang="0">
                  <a:pos x="T6" y="T7"/>
                </a:cxn>
                <a:cxn ang="0">
                  <a:pos x="T8" y="T9"/>
                </a:cxn>
                <a:cxn ang="0">
                  <a:pos x="T10" y="T11"/>
                </a:cxn>
                <a:cxn ang="0">
                  <a:pos x="T12" y="T13"/>
                </a:cxn>
              </a:cxnLst>
              <a:rect l="0" t="0" r="r" b="b"/>
              <a:pathLst>
                <a:path w="304" h="314">
                  <a:moveTo>
                    <a:pt x="14" y="314"/>
                  </a:moveTo>
                  <a:cubicBezTo>
                    <a:pt x="0" y="164"/>
                    <a:pt x="123" y="16"/>
                    <a:pt x="264" y="2"/>
                  </a:cubicBezTo>
                  <a:cubicBezTo>
                    <a:pt x="287" y="0"/>
                    <a:pt x="297" y="6"/>
                    <a:pt x="296" y="31"/>
                  </a:cubicBezTo>
                  <a:cubicBezTo>
                    <a:pt x="294" y="59"/>
                    <a:pt x="304" y="93"/>
                    <a:pt x="291" y="114"/>
                  </a:cubicBezTo>
                  <a:cubicBezTo>
                    <a:pt x="281" y="131"/>
                    <a:pt x="244" y="131"/>
                    <a:pt x="220" y="139"/>
                  </a:cubicBezTo>
                  <a:cubicBezTo>
                    <a:pt x="138" y="164"/>
                    <a:pt x="74" y="213"/>
                    <a:pt x="30" y="287"/>
                  </a:cubicBezTo>
                  <a:cubicBezTo>
                    <a:pt x="26" y="294"/>
                    <a:pt x="21" y="301"/>
                    <a:pt x="14" y="314"/>
                  </a:cubicBezTo>
                  <a:close/>
                </a:path>
              </a:pathLst>
            </a:custGeom>
            <a:solidFill>
              <a:srgbClr val="545D79"/>
            </a:solidFill>
            <a:ln>
              <a:noFill/>
            </a:ln>
            <a:effectLst>
              <a:outerShdw blurRad="63500" algn="ctr" rotWithShape="0">
                <a:prstClr val="black">
                  <a:alpha val="40000"/>
                </a:prstClr>
              </a:outerShdw>
            </a:effectLst>
          </p:spPr>
          <p:txBody>
            <a:bodyPr vert="horz" wrap="square" lIns="91440" tIns="45720" rIns="91440" bIns="45720" numCol="1" anchor="ctr" anchorCtr="0" compatLnSpc="1">
              <a:prstTxWarp prst="textNoShape">
                <a:avLst/>
              </a:prstTxWarp>
            </a:bodyPr>
            <a:lstStyle/>
            <a:p>
              <a:pPr algn="ctr"/>
              <a:endParaRPr lang="zh-CN" altLang="en-US" sz="4800">
                <a:solidFill>
                  <a:prstClr val="white"/>
                </a:solidFill>
                <a:latin typeface="思源黑体旧字形 Normal" panose="020b0400000000000000" pitchFamily="34" charset="-128"/>
                <a:ea typeface="思源黑体旧字形 Normal" panose="020b0400000000000000" pitchFamily="34" charset="-128"/>
              </a:endParaRPr>
            </a:p>
          </p:txBody>
        </p:sp>
        <p:sp>
          <p:nvSpPr>
            <p:cNvPr id="102" name="Freeform 172">
              <a:extLst>
                <a:ext uri="{FF2B5EF4-FFF2-40B4-BE49-F238E27FC236}">
                  <a16:creationId xmlns:a16="http://schemas.microsoft.com/office/drawing/2014/main" id="{2E34FA59-0051-49B2-A241-2FA503CAA749}"/>
                </a:ext>
              </a:extLst>
            </p:cNvPr>
            <p:cNvSpPr>
              <a:spLocks noChangeAspect="1" noEditPoints="1"/>
            </p:cNvSpPr>
            <p:nvPr/>
          </p:nvSpPr>
          <p:spPr bwMode="auto">
            <a:xfrm>
              <a:off x="7519061" y="3571692"/>
              <a:ext cx="240570" cy="255605"/>
            </a:xfrm>
            <a:custGeom>
              <a:gdLst>
                <a:gd name="T0" fmla="*/ 75 w 89"/>
                <a:gd name="T1" fmla="*/ 22 h 95"/>
                <a:gd name="T2" fmla="*/ 89 w 89"/>
                <a:gd name="T3" fmla="*/ 53 h 95"/>
                <a:gd name="T4" fmla="*/ 78 w 89"/>
                <a:gd name="T5" fmla="*/ 80 h 95"/>
                <a:gd name="T6" fmla="*/ 47 w 89"/>
                <a:gd name="T7" fmla="*/ 53 h 95"/>
                <a:gd name="T8" fmla="*/ 75 w 89"/>
                <a:gd name="T9" fmla="*/ 22 h 95"/>
                <a:gd name="T10" fmla="*/ 76 w 89"/>
                <a:gd name="T11" fmla="*/ 83 h 95"/>
                <a:gd name="T12" fmla="*/ 69 w 89"/>
                <a:gd name="T13" fmla="*/ 88 h 95"/>
                <a:gd name="T14" fmla="*/ 74 w 89"/>
                <a:gd name="T15" fmla="*/ 81 h 95"/>
                <a:gd name="T16" fmla="*/ 76 w 89"/>
                <a:gd name="T17" fmla="*/ 83 h 95"/>
                <a:gd name="T18" fmla="*/ 64 w 89"/>
                <a:gd name="T19" fmla="*/ 92 h 95"/>
                <a:gd name="T20" fmla="*/ 72 w 89"/>
                <a:gd name="T21" fmla="*/ 79 h 95"/>
                <a:gd name="T22" fmla="*/ 70 w 89"/>
                <a:gd name="T23" fmla="*/ 77 h 95"/>
                <a:gd name="T24" fmla="*/ 60 w 89"/>
                <a:gd name="T25" fmla="*/ 94 h 95"/>
                <a:gd name="T26" fmla="*/ 64 w 89"/>
                <a:gd name="T27" fmla="*/ 92 h 95"/>
                <a:gd name="T28" fmla="*/ 58 w 89"/>
                <a:gd name="T29" fmla="*/ 91 h 95"/>
                <a:gd name="T30" fmla="*/ 67 w 89"/>
                <a:gd name="T31" fmla="*/ 75 h 95"/>
                <a:gd name="T32" fmla="*/ 65 w 89"/>
                <a:gd name="T33" fmla="*/ 74 h 95"/>
                <a:gd name="T34" fmla="*/ 57 w 89"/>
                <a:gd name="T35" fmla="*/ 88 h 95"/>
                <a:gd name="T36" fmla="*/ 58 w 89"/>
                <a:gd name="T37" fmla="*/ 91 h 95"/>
                <a:gd name="T38" fmla="*/ 56 w 89"/>
                <a:gd name="T39" fmla="*/ 84 h 95"/>
                <a:gd name="T40" fmla="*/ 63 w 89"/>
                <a:gd name="T41" fmla="*/ 72 h 95"/>
                <a:gd name="T42" fmla="*/ 61 w 89"/>
                <a:gd name="T43" fmla="*/ 70 h 95"/>
                <a:gd name="T44" fmla="*/ 55 w 89"/>
                <a:gd name="T45" fmla="*/ 81 h 95"/>
                <a:gd name="T46" fmla="*/ 56 w 89"/>
                <a:gd name="T47" fmla="*/ 84 h 95"/>
                <a:gd name="T48" fmla="*/ 53 w 89"/>
                <a:gd name="T49" fmla="*/ 78 h 95"/>
                <a:gd name="T50" fmla="*/ 59 w 89"/>
                <a:gd name="T51" fmla="*/ 68 h 95"/>
                <a:gd name="T52" fmla="*/ 57 w 89"/>
                <a:gd name="T53" fmla="*/ 66 h 95"/>
                <a:gd name="T54" fmla="*/ 52 w 89"/>
                <a:gd name="T55" fmla="*/ 75 h 95"/>
                <a:gd name="T56" fmla="*/ 53 w 89"/>
                <a:gd name="T57" fmla="*/ 78 h 95"/>
                <a:gd name="T58" fmla="*/ 51 w 89"/>
                <a:gd name="T59" fmla="*/ 71 h 95"/>
                <a:gd name="T60" fmla="*/ 55 w 89"/>
                <a:gd name="T61" fmla="*/ 64 h 95"/>
                <a:gd name="T62" fmla="*/ 53 w 89"/>
                <a:gd name="T63" fmla="*/ 62 h 95"/>
                <a:gd name="T64" fmla="*/ 50 w 89"/>
                <a:gd name="T65" fmla="*/ 68 h 95"/>
                <a:gd name="T66" fmla="*/ 51 w 89"/>
                <a:gd name="T67" fmla="*/ 71 h 95"/>
                <a:gd name="T68" fmla="*/ 48 w 89"/>
                <a:gd name="T69" fmla="*/ 65 h 95"/>
                <a:gd name="T70" fmla="*/ 51 w 89"/>
                <a:gd name="T71" fmla="*/ 61 h 95"/>
                <a:gd name="T72" fmla="*/ 49 w 89"/>
                <a:gd name="T73" fmla="*/ 59 h 95"/>
                <a:gd name="T74" fmla="*/ 47 w 89"/>
                <a:gd name="T75" fmla="*/ 61 h 95"/>
                <a:gd name="T76" fmla="*/ 48 w 89"/>
                <a:gd name="T77" fmla="*/ 65 h 95"/>
                <a:gd name="T78" fmla="*/ 46 w 89"/>
                <a:gd name="T79" fmla="*/ 58 h 95"/>
                <a:gd name="T80" fmla="*/ 45 w 89"/>
                <a:gd name="T81" fmla="*/ 55 h 95"/>
                <a:gd name="T82" fmla="*/ 47 w 89"/>
                <a:gd name="T83" fmla="*/ 57 h 95"/>
                <a:gd name="T84" fmla="*/ 46 w 89"/>
                <a:gd name="T85" fmla="*/ 58 h 95"/>
                <a:gd name="T86" fmla="*/ 59 w 89"/>
                <a:gd name="T87" fmla="*/ 17 h 95"/>
                <a:gd name="T88" fmla="*/ 41 w 89"/>
                <a:gd name="T89" fmla="*/ 54 h 95"/>
                <a:gd name="T90" fmla="*/ 36 w 89"/>
                <a:gd name="T91" fmla="*/ 13 h 95"/>
                <a:gd name="T92" fmla="*/ 0 w 89"/>
                <a:gd name="T93" fmla="*/ 54 h 95"/>
                <a:gd name="T94" fmla="*/ 41 w 89"/>
                <a:gd name="T95" fmla="*/ 95 h 95"/>
                <a:gd name="T96" fmla="*/ 55 w 89"/>
                <a:gd name="T97" fmla="*/ 93 h 95"/>
                <a:gd name="T98" fmla="*/ 41 w 89"/>
                <a:gd name="T99" fmla="*/ 54 h 95"/>
                <a:gd name="T100" fmla="*/ 68 w 89"/>
                <a:gd name="T101" fmla="*/ 23 h 95"/>
                <a:gd name="T102" fmla="*/ 59 w 89"/>
                <a:gd name="T103" fmla="*/ 17 h 95"/>
                <a:gd name="T104" fmla="*/ 43 w 89"/>
                <a:gd name="T105" fmla="*/ 0 h 95"/>
                <a:gd name="T106" fmla="*/ 38 w 89"/>
                <a:gd name="T107" fmla="*/ 0 h 95"/>
                <a:gd name="T108" fmla="*/ 43 w 89"/>
                <a:gd name="T109" fmla="*/ 41 h 95"/>
                <a:gd name="T110" fmla="*/ 61 w 89"/>
                <a:gd name="T111" fmla="*/ 4 h 95"/>
                <a:gd name="T112" fmla="*/ 43 w 89"/>
                <a:gd name="T113" fmla="*/ 0 h 95"/>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89" h="95">
                  <a:moveTo>
                    <a:pt x="75" y="22"/>
                  </a:moveTo>
                  <a:cubicBezTo>
                    <a:pt x="83" y="29"/>
                    <a:pt x="89" y="40"/>
                    <a:pt x="89" y="53"/>
                  </a:cubicBezTo>
                  <a:cubicBezTo>
                    <a:pt x="89" y="63"/>
                    <a:pt x="85" y="73"/>
                    <a:pt x="78" y="80"/>
                  </a:cubicBezTo>
                  <a:cubicBezTo>
                    <a:pt x="47" y="53"/>
                    <a:pt x="47" y="53"/>
                    <a:pt x="47" y="53"/>
                  </a:cubicBezTo>
                  <a:cubicBezTo>
                    <a:pt x="75" y="22"/>
                    <a:pt x="75" y="22"/>
                    <a:pt x="75" y="22"/>
                  </a:cubicBezTo>
                  <a:close/>
                  <a:moveTo>
                    <a:pt x="76" y="83"/>
                  </a:moveTo>
                  <a:cubicBezTo>
                    <a:pt x="74" y="85"/>
                    <a:pt x="72" y="87"/>
                    <a:pt x="69" y="88"/>
                  </a:cubicBezTo>
                  <a:cubicBezTo>
                    <a:pt x="74" y="81"/>
                    <a:pt x="74" y="81"/>
                    <a:pt x="74" y="81"/>
                  </a:cubicBezTo>
                  <a:cubicBezTo>
                    <a:pt x="76" y="83"/>
                    <a:pt x="76" y="83"/>
                    <a:pt x="76" y="83"/>
                  </a:cubicBezTo>
                  <a:close/>
                  <a:moveTo>
                    <a:pt x="64" y="92"/>
                  </a:moveTo>
                  <a:cubicBezTo>
                    <a:pt x="72" y="79"/>
                    <a:pt x="72" y="79"/>
                    <a:pt x="72" y="79"/>
                  </a:cubicBezTo>
                  <a:cubicBezTo>
                    <a:pt x="70" y="77"/>
                    <a:pt x="70" y="77"/>
                    <a:pt x="70" y="77"/>
                  </a:cubicBezTo>
                  <a:cubicBezTo>
                    <a:pt x="60" y="94"/>
                    <a:pt x="60" y="94"/>
                    <a:pt x="60" y="94"/>
                  </a:cubicBezTo>
                  <a:cubicBezTo>
                    <a:pt x="61" y="93"/>
                    <a:pt x="63" y="92"/>
                    <a:pt x="64" y="92"/>
                  </a:cubicBezTo>
                  <a:close/>
                  <a:moveTo>
                    <a:pt x="58" y="91"/>
                  </a:moveTo>
                  <a:cubicBezTo>
                    <a:pt x="67" y="75"/>
                    <a:pt x="67" y="75"/>
                    <a:pt x="67" y="75"/>
                  </a:cubicBezTo>
                  <a:cubicBezTo>
                    <a:pt x="65" y="74"/>
                    <a:pt x="65" y="74"/>
                    <a:pt x="65" y="74"/>
                  </a:cubicBezTo>
                  <a:cubicBezTo>
                    <a:pt x="57" y="88"/>
                    <a:pt x="57" y="88"/>
                    <a:pt x="57" y="88"/>
                  </a:cubicBezTo>
                  <a:cubicBezTo>
                    <a:pt x="58" y="91"/>
                    <a:pt x="58" y="91"/>
                    <a:pt x="58" y="91"/>
                  </a:cubicBezTo>
                  <a:close/>
                  <a:moveTo>
                    <a:pt x="56" y="84"/>
                  </a:moveTo>
                  <a:cubicBezTo>
                    <a:pt x="63" y="72"/>
                    <a:pt x="63" y="72"/>
                    <a:pt x="63" y="72"/>
                  </a:cubicBezTo>
                  <a:cubicBezTo>
                    <a:pt x="61" y="70"/>
                    <a:pt x="61" y="70"/>
                    <a:pt x="61" y="70"/>
                  </a:cubicBezTo>
                  <a:cubicBezTo>
                    <a:pt x="55" y="81"/>
                    <a:pt x="55" y="81"/>
                    <a:pt x="55" y="81"/>
                  </a:cubicBezTo>
                  <a:cubicBezTo>
                    <a:pt x="56" y="84"/>
                    <a:pt x="56" y="84"/>
                    <a:pt x="56" y="84"/>
                  </a:cubicBezTo>
                  <a:close/>
                  <a:moveTo>
                    <a:pt x="53" y="78"/>
                  </a:moveTo>
                  <a:cubicBezTo>
                    <a:pt x="59" y="68"/>
                    <a:pt x="59" y="68"/>
                    <a:pt x="59" y="68"/>
                  </a:cubicBezTo>
                  <a:cubicBezTo>
                    <a:pt x="57" y="66"/>
                    <a:pt x="57" y="66"/>
                    <a:pt x="57" y="66"/>
                  </a:cubicBezTo>
                  <a:cubicBezTo>
                    <a:pt x="52" y="75"/>
                    <a:pt x="52" y="75"/>
                    <a:pt x="52" y="75"/>
                  </a:cubicBezTo>
                  <a:cubicBezTo>
                    <a:pt x="53" y="78"/>
                    <a:pt x="53" y="78"/>
                    <a:pt x="53" y="78"/>
                  </a:cubicBezTo>
                  <a:close/>
                  <a:moveTo>
                    <a:pt x="51" y="71"/>
                  </a:moveTo>
                  <a:cubicBezTo>
                    <a:pt x="55" y="64"/>
                    <a:pt x="55" y="64"/>
                    <a:pt x="55" y="64"/>
                  </a:cubicBezTo>
                  <a:cubicBezTo>
                    <a:pt x="53" y="62"/>
                    <a:pt x="53" y="62"/>
                    <a:pt x="53" y="62"/>
                  </a:cubicBezTo>
                  <a:cubicBezTo>
                    <a:pt x="50" y="68"/>
                    <a:pt x="50" y="68"/>
                    <a:pt x="50" y="68"/>
                  </a:cubicBezTo>
                  <a:cubicBezTo>
                    <a:pt x="51" y="71"/>
                    <a:pt x="51" y="71"/>
                    <a:pt x="51" y="71"/>
                  </a:cubicBezTo>
                  <a:close/>
                  <a:moveTo>
                    <a:pt x="48" y="65"/>
                  </a:moveTo>
                  <a:cubicBezTo>
                    <a:pt x="51" y="61"/>
                    <a:pt x="51" y="61"/>
                    <a:pt x="51" y="61"/>
                  </a:cubicBezTo>
                  <a:cubicBezTo>
                    <a:pt x="49" y="59"/>
                    <a:pt x="49" y="59"/>
                    <a:pt x="49" y="59"/>
                  </a:cubicBezTo>
                  <a:cubicBezTo>
                    <a:pt x="47" y="61"/>
                    <a:pt x="47" y="61"/>
                    <a:pt x="47" y="61"/>
                  </a:cubicBezTo>
                  <a:cubicBezTo>
                    <a:pt x="48" y="65"/>
                    <a:pt x="48" y="65"/>
                    <a:pt x="48" y="65"/>
                  </a:cubicBezTo>
                  <a:close/>
                  <a:moveTo>
                    <a:pt x="46" y="58"/>
                  </a:moveTo>
                  <a:cubicBezTo>
                    <a:pt x="45" y="55"/>
                    <a:pt x="45" y="55"/>
                    <a:pt x="45" y="55"/>
                  </a:cubicBezTo>
                  <a:cubicBezTo>
                    <a:pt x="47" y="57"/>
                    <a:pt x="47" y="57"/>
                    <a:pt x="47" y="57"/>
                  </a:cubicBezTo>
                  <a:cubicBezTo>
                    <a:pt x="46" y="58"/>
                    <a:pt x="46" y="58"/>
                    <a:pt x="46" y="58"/>
                  </a:cubicBezTo>
                  <a:close/>
                  <a:moveTo>
                    <a:pt x="59" y="17"/>
                  </a:moveTo>
                  <a:cubicBezTo>
                    <a:pt x="41" y="54"/>
                    <a:pt x="41" y="54"/>
                    <a:pt x="41" y="54"/>
                  </a:cubicBezTo>
                  <a:cubicBezTo>
                    <a:pt x="41" y="54"/>
                    <a:pt x="38" y="28"/>
                    <a:pt x="36" y="13"/>
                  </a:cubicBezTo>
                  <a:cubicBezTo>
                    <a:pt x="16" y="15"/>
                    <a:pt x="0" y="33"/>
                    <a:pt x="0" y="54"/>
                  </a:cubicBezTo>
                  <a:cubicBezTo>
                    <a:pt x="0" y="77"/>
                    <a:pt x="18" y="95"/>
                    <a:pt x="41" y="95"/>
                  </a:cubicBezTo>
                  <a:cubicBezTo>
                    <a:pt x="46" y="95"/>
                    <a:pt x="51" y="94"/>
                    <a:pt x="55" y="93"/>
                  </a:cubicBezTo>
                  <a:cubicBezTo>
                    <a:pt x="41" y="54"/>
                    <a:pt x="41" y="54"/>
                    <a:pt x="41" y="54"/>
                  </a:cubicBezTo>
                  <a:cubicBezTo>
                    <a:pt x="68" y="23"/>
                    <a:pt x="68" y="23"/>
                    <a:pt x="68" y="23"/>
                  </a:cubicBezTo>
                  <a:cubicBezTo>
                    <a:pt x="66" y="20"/>
                    <a:pt x="63" y="18"/>
                    <a:pt x="59" y="17"/>
                  </a:cubicBezTo>
                  <a:close/>
                  <a:moveTo>
                    <a:pt x="43" y="0"/>
                  </a:moveTo>
                  <a:cubicBezTo>
                    <a:pt x="41" y="0"/>
                    <a:pt x="40" y="0"/>
                    <a:pt x="38" y="0"/>
                  </a:cubicBezTo>
                  <a:cubicBezTo>
                    <a:pt x="40" y="15"/>
                    <a:pt x="43" y="41"/>
                    <a:pt x="43" y="41"/>
                  </a:cubicBezTo>
                  <a:cubicBezTo>
                    <a:pt x="61" y="4"/>
                    <a:pt x="61" y="4"/>
                    <a:pt x="61" y="4"/>
                  </a:cubicBezTo>
                  <a:cubicBezTo>
                    <a:pt x="56" y="1"/>
                    <a:pt x="49" y="0"/>
                    <a:pt x="43" y="0"/>
                  </a:cubicBezTo>
                  <a:close/>
                </a:path>
              </a:pathLst>
            </a:custGeom>
            <a:solidFill>
              <a:schemeClr val="bg1"/>
            </a:solidFill>
            <a:ln>
              <a:noFill/>
            </a:ln>
            <a:effectLst/>
            <a:extLst/>
          </p:spPr>
          <p:txBody>
            <a:bodyPr vert="horz" wrap="square" lIns="91419" tIns="45709" rIns="91419" bIns="45709" numCol="1" anchor="t" anchorCtr="0" compatLnSpc="1">
              <a:prstTxWarp prst="textNoShape">
                <a:avLst/>
              </a:prstTxWarp>
            </a:bodyPr>
            <a:lstStyle/>
            <a:p>
              <a:endParaRPr lang="zh-CN" altLang="en-US"/>
            </a:p>
          </p:txBody>
        </p:sp>
      </p:grpSp>
      <p:grpSp>
        <p:nvGrpSpPr>
          <p:cNvPr id="103" name="组合 102">
            <a:extLst>
              <a:ext uri="{FF2B5EF4-FFF2-40B4-BE49-F238E27FC236}">
                <a16:creationId xmlns:a16="http://schemas.microsoft.com/office/drawing/2014/main" id="{5B9D82B4-33B8-4F10-82AC-1E53BA5B54F1}"/>
              </a:ext>
            </a:extLst>
          </p:cNvPr>
          <p:cNvGrpSpPr/>
          <p:nvPr/>
        </p:nvGrpSpPr>
        <p:grpSpPr>
          <a:xfrm>
            <a:off x="4213661" y="4293023"/>
            <a:ext cx="1796119" cy="1914326"/>
            <a:chOff x="4212431" y="4294017"/>
            <a:chExt cx="1796535" cy="1914769"/>
          </a:xfrm>
        </p:grpSpPr>
        <p:sp>
          <p:nvSpPr>
            <p:cNvPr id="104" name="Freeform 5">
              <a:extLst>
                <a:ext uri="{FF2B5EF4-FFF2-40B4-BE49-F238E27FC236}">
                  <a16:creationId xmlns:a16="http://schemas.microsoft.com/office/drawing/2014/main" id="{9766CC96-59BE-49B0-AD53-8292A4CE3842}"/>
                </a:ext>
              </a:extLst>
            </p:cNvPr>
            <p:cNvSpPr/>
            <p:nvPr/>
          </p:nvSpPr>
          <p:spPr bwMode="auto">
            <a:xfrm>
              <a:off x="4212431" y="4294017"/>
              <a:ext cx="1796535" cy="1914769"/>
            </a:xfrm>
            <a:custGeom>
              <a:gdLst>
                <a:gd name="T0" fmla="*/ 284 w 290"/>
                <a:gd name="T1" fmla="*/ 309 h 309"/>
                <a:gd name="T2" fmla="*/ 93 w 290"/>
                <a:gd name="T3" fmla="*/ 146 h 309"/>
                <a:gd name="T4" fmla="*/ 35 w 290"/>
                <a:gd name="T5" fmla="*/ 132 h 309"/>
                <a:gd name="T6" fmla="*/ 2 w 290"/>
                <a:gd name="T7" fmla="*/ 94 h 309"/>
                <a:gd name="T8" fmla="*/ 2 w 290"/>
                <a:gd name="T9" fmla="*/ 35 h 309"/>
                <a:gd name="T10" fmla="*/ 38 w 290"/>
                <a:gd name="T11" fmla="*/ 5 h 309"/>
                <a:gd name="T12" fmla="*/ 222 w 290"/>
                <a:gd name="T13" fmla="*/ 112 h 309"/>
                <a:gd name="T14" fmla="*/ 284 w 290"/>
                <a:gd name="T15" fmla="*/ 309 h 309"/>
              </a:gd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90" h="309">
                  <a:moveTo>
                    <a:pt x="284" y="309"/>
                  </a:moveTo>
                  <a:cubicBezTo>
                    <a:pt x="239" y="232"/>
                    <a:pt x="178" y="174"/>
                    <a:pt x="93" y="146"/>
                  </a:cubicBezTo>
                  <a:cubicBezTo>
                    <a:pt x="75" y="139"/>
                    <a:pt x="55" y="133"/>
                    <a:pt x="35" y="132"/>
                  </a:cubicBezTo>
                  <a:cubicBezTo>
                    <a:pt x="10" y="130"/>
                    <a:pt x="0" y="120"/>
                    <a:pt x="2" y="94"/>
                  </a:cubicBezTo>
                  <a:cubicBezTo>
                    <a:pt x="4" y="75"/>
                    <a:pt x="4" y="54"/>
                    <a:pt x="2" y="35"/>
                  </a:cubicBezTo>
                  <a:cubicBezTo>
                    <a:pt x="0" y="6"/>
                    <a:pt x="14" y="0"/>
                    <a:pt x="38" y="5"/>
                  </a:cubicBezTo>
                  <a:cubicBezTo>
                    <a:pt x="113" y="18"/>
                    <a:pt x="175" y="53"/>
                    <a:pt x="222" y="112"/>
                  </a:cubicBezTo>
                  <a:cubicBezTo>
                    <a:pt x="267" y="169"/>
                    <a:pt x="290" y="234"/>
                    <a:pt x="284" y="309"/>
                  </a:cubicBezTo>
                  <a:close/>
                </a:path>
              </a:pathLst>
            </a:custGeom>
            <a:solidFill>
              <a:srgbClr val="545D79"/>
            </a:solidFill>
            <a:ln>
              <a:noFill/>
            </a:ln>
            <a:effectLst>
              <a:outerShdw blurRad="63500" algn="ctr" rotWithShape="0">
                <a:prstClr val="black">
                  <a:alpha val="40000"/>
                </a:prstClr>
              </a:outerShdw>
            </a:effectLst>
          </p:spPr>
          <p:txBody>
            <a:bodyPr vert="horz" wrap="square" lIns="91440" tIns="45720" rIns="91440" bIns="45720" numCol="1" anchor="ctr" anchorCtr="0" compatLnSpc="1">
              <a:prstTxWarp prst="textNoShape">
                <a:avLst/>
              </a:prstTxWarp>
            </a:bodyPr>
            <a:lstStyle/>
            <a:p>
              <a:pPr algn="ctr"/>
              <a:endParaRPr lang="zh-CN" altLang="en-US" sz="4800">
                <a:solidFill>
                  <a:prstClr val="white"/>
                </a:solidFill>
                <a:latin typeface="思源黑体旧字形 Normal" panose="020b0400000000000000" pitchFamily="34" charset="-128"/>
                <a:ea typeface="思源黑体旧字形 Normal" panose="020b0400000000000000" pitchFamily="34" charset="-128"/>
              </a:endParaRPr>
            </a:p>
          </p:txBody>
        </p:sp>
        <p:sp>
          <p:nvSpPr>
            <p:cNvPr id="105" name="Freeform 157">
              <a:extLst>
                <a:ext uri="{FF2B5EF4-FFF2-40B4-BE49-F238E27FC236}">
                  <a16:creationId xmlns:a16="http://schemas.microsoft.com/office/drawing/2014/main" id="{146DE655-BC13-4634-B42E-249908555917}"/>
                </a:ext>
              </a:extLst>
            </p:cNvPr>
            <p:cNvSpPr>
              <a:spLocks noChangeAspect="1" noEditPoints="1"/>
            </p:cNvSpPr>
            <p:nvPr/>
          </p:nvSpPr>
          <p:spPr bwMode="auto">
            <a:xfrm>
              <a:off x="4440566" y="4632909"/>
              <a:ext cx="270757" cy="298723"/>
            </a:xfrm>
            <a:custGeom>
              <a:gdLst>
                <a:gd name="T0" fmla="*/ 25 w 99"/>
                <a:gd name="T1" fmla="*/ 58 h 109"/>
                <a:gd name="T2" fmla="*/ 15 w 99"/>
                <a:gd name="T3" fmla="*/ 61 h 109"/>
                <a:gd name="T4" fmla="*/ 51 w 99"/>
                <a:gd name="T5" fmla="*/ 55 h 109"/>
                <a:gd name="T6" fmla="*/ 63 w 99"/>
                <a:gd name="T7" fmla="*/ 46 h 109"/>
                <a:gd name="T8" fmla="*/ 56 w 99"/>
                <a:gd name="T9" fmla="*/ 59 h 109"/>
                <a:gd name="T10" fmla="*/ 51 w 99"/>
                <a:gd name="T11" fmla="*/ 67 h 109"/>
                <a:gd name="T12" fmla="*/ 46 w 99"/>
                <a:gd name="T13" fmla="*/ 57 h 109"/>
                <a:gd name="T14" fmla="*/ 38 w 99"/>
                <a:gd name="T15" fmla="*/ 37 h 109"/>
                <a:gd name="T16" fmla="*/ 51 w 99"/>
                <a:gd name="T17" fmla="*/ 55 h 109"/>
                <a:gd name="T18" fmla="*/ 42 w 99"/>
                <a:gd name="T19" fmla="*/ 33 h 109"/>
                <a:gd name="T20" fmla="*/ 42 w 99"/>
                <a:gd name="T21" fmla="*/ 0 h 109"/>
                <a:gd name="T22" fmla="*/ 15 w 99"/>
                <a:gd name="T23" fmla="*/ 25 h 109"/>
                <a:gd name="T24" fmla="*/ 15 w 99"/>
                <a:gd name="T25" fmla="*/ 94 h 109"/>
                <a:gd name="T26" fmla="*/ 84 w 99"/>
                <a:gd name="T27" fmla="*/ 94 h 109"/>
                <a:gd name="T28" fmla="*/ 97 w 99"/>
                <a:gd name="T29" fmla="*/ 73 h 109"/>
                <a:gd name="T30" fmla="*/ 85 w 99"/>
                <a:gd name="T31" fmla="*/ 71 h 109"/>
                <a:gd name="T32" fmla="*/ 49 w 99"/>
                <a:gd name="T33" fmla="*/ 97 h 109"/>
                <a:gd name="T34" fmla="*/ 12 w 99"/>
                <a:gd name="T35" fmla="*/ 60 h 109"/>
                <a:gd name="T36" fmla="*/ 42 w 99"/>
                <a:gd name="T37" fmla="*/ 22 h 109"/>
                <a:gd name="T38" fmla="*/ 85 w 99"/>
                <a:gd name="T39" fmla="*/ 47 h 109"/>
                <a:gd name="T40" fmla="*/ 95 w 99"/>
                <a:gd name="T41" fmla="*/ 41 h 109"/>
                <a:gd name="T42" fmla="*/ 98 w 99"/>
                <a:gd name="T43" fmla="*/ 53 h 109"/>
                <a:gd name="T44" fmla="*/ 87 w 99"/>
                <a:gd name="T45" fmla="*/ 56 h 109"/>
                <a:gd name="T46" fmla="*/ 87 w 99"/>
                <a:gd name="T47" fmla="*/ 67 h 109"/>
                <a:gd name="T48" fmla="*/ 87 w 99"/>
                <a:gd name="T49" fmla="*/ 59 h 109"/>
                <a:gd name="T50" fmla="*/ 99 w 99"/>
                <a:gd name="T51" fmla="*/ 57 h 109"/>
                <a:gd name="T52" fmla="*/ 99 w 99"/>
                <a:gd name="T53" fmla="*/ 60 h 109"/>
                <a:gd name="T54" fmla="*/ 97 w 99"/>
                <a:gd name="T55" fmla="*/ 71 h 109"/>
                <a:gd name="T56" fmla="*/ 87 w 99"/>
                <a:gd name="T57" fmla="*/ 67 h 109"/>
                <a:gd name="T58" fmla="*/ 80 w 99"/>
                <a:gd name="T59" fmla="*/ 37 h 109"/>
                <a:gd name="T60" fmla="*/ 88 w 99"/>
                <a:gd name="T61" fmla="*/ 28 h 109"/>
                <a:gd name="T62" fmla="*/ 94 w 99"/>
                <a:gd name="T63" fmla="*/ 38 h 109"/>
                <a:gd name="T64" fmla="*/ 84 w 99"/>
                <a:gd name="T65" fmla="*/ 44 h 109"/>
                <a:gd name="T66" fmla="*/ 77 w 99"/>
                <a:gd name="T67" fmla="*/ 34 h 109"/>
                <a:gd name="T68" fmla="*/ 71 w 99"/>
                <a:gd name="T69" fmla="*/ 28 h 109"/>
                <a:gd name="T70" fmla="*/ 76 w 99"/>
                <a:gd name="T71" fmla="*/ 18 h 109"/>
                <a:gd name="T72" fmla="*/ 84 w 99"/>
                <a:gd name="T73" fmla="*/ 25 h 109"/>
                <a:gd name="T74" fmla="*/ 86 w 99"/>
                <a:gd name="T75" fmla="*/ 27 h 109"/>
                <a:gd name="T76" fmla="*/ 50 w 99"/>
                <a:gd name="T77" fmla="*/ 93 h 109"/>
                <a:gd name="T78" fmla="*/ 53 w 99"/>
                <a:gd name="T79" fmla="*/ 83 h 109"/>
                <a:gd name="T80" fmla="*/ 50 w 99"/>
                <a:gd name="T81" fmla="*/ 93 h 109"/>
                <a:gd name="T82" fmla="*/ 67 w 99"/>
                <a:gd name="T83" fmla="*/ 76 h 109"/>
                <a:gd name="T84" fmla="*/ 77 w 99"/>
                <a:gd name="T85" fmla="*/ 81 h 109"/>
                <a:gd name="T86" fmla="*/ 25 w 99"/>
                <a:gd name="T87" fmla="*/ 83 h 109"/>
                <a:gd name="T88" fmla="*/ 34 w 99"/>
                <a:gd name="T89" fmla="*/ 78 h 109"/>
                <a:gd name="T90" fmla="*/ 25 w 99"/>
                <a:gd name="T91" fmla="*/ 83 h 109"/>
                <a:gd name="T92" fmla="*/ 33 w 99"/>
                <a:gd name="T93" fmla="*/ 40 h 109"/>
                <a:gd name="T94" fmla="*/ 23 w 99"/>
                <a:gd name="T95" fmla="*/ 36 h 109"/>
                <a:gd name="T96" fmla="*/ 75 w 99"/>
                <a:gd name="T97" fmla="*/ 34 h 109"/>
                <a:gd name="T98" fmla="*/ 66 w 99"/>
                <a:gd name="T99" fmla="*/ 39 h 109"/>
                <a:gd name="T100" fmla="*/ 75 w 99"/>
                <a:gd name="T101" fmla="*/ 34 h 109"/>
                <a:gd name="T102" fmla="*/ 75 w 99"/>
                <a:gd name="T103" fmla="*/ 59 h 109"/>
                <a:gd name="T104" fmla="*/ 85 w 99"/>
                <a:gd name="T105" fmla="*/ 56 h 109"/>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99" h="109">
                  <a:moveTo>
                    <a:pt x="15" y="58"/>
                  </a:moveTo>
                  <a:cubicBezTo>
                    <a:pt x="25" y="58"/>
                    <a:pt x="25" y="58"/>
                    <a:pt x="25" y="58"/>
                  </a:cubicBezTo>
                  <a:cubicBezTo>
                    <a:pt x="25" y="61"/>
                    <a:pt x="25" y="61"/>
                    <a:pt x="25" y="61"/>
                  </a:cubicBezTo>
                  <a:cubicBezTo>
                    <a:pt x="15" y="61"/>
                    <a:pt x="15" y="61"/>
                    <a:pt x="15" y="61"/>
                  </a:cubicBezTo>
                  <a:cubicBezTo>
                    <a:pt x="15" y="58"/>
                    <a:pt x="15" y="58"/>
                    <a:pt x="15" y="58"/>
                  </a:cubicBezTo>
                  <a:close/>
                  <a:moveTo>
                    <a:pt x="51" y="55"/>
                  </a:moveTo>
                  <a:cubicBezTo>
                    <a:pt x="52" y="55"/>
                    <a:pt x="52" y="55"/>
                    <a:pt x="53" y="55"/>
                  </a:cubicBezTo>
                  <a:cubicBezTo>
                    <a:pt x="56" y="52"/>
                    <a:pt x="60" y="48"/>
                    <a:pt x="63" y="46"/>
                  </a:cubicBezTo>
                  <a:cubicBezTo>
                    <a:pt x="64" y="46"/>
                    <a:pt x="65" y="47"/>
                    <a:pt x="66" y="48"/>
                  </a:cubicBezTo>
                  <a:cubicBezTo>
                    <a:pt x="63" y="53"/>
                    <a:pt x="60" y="56"/>
                    <a:pt x="56" y="59"/>
                  </a:cubicBezTo>
                  <a:cubicBezTo>
                    <a:pt x="57" y="60"/>
                    <a:pt x="57" y="60"/>
                    <a:pt x="57" y="61"/>
                  </a:cubicBezTo>
                  <a:cubicBezTo>
                    <a:pt x="57" y="64"/>
                    <a:pt x="54" y="67"/>
                    <a:pt x="51" y="67"/>
                  </a:cubicBezTo>
                  <a:cubicBezTo>
                    <a:pt x="47" y="67"/>
                    <a:pt x="45" y="64"/>
                    <a:pt x="45" y="61"/>
                  </a:cubicBezTo>
                  <a:cubicBezTo>
                    <a:pt x="45" y="59"/>
                    <a:pt x="45" y="58"/>
                    <a:pt x="46" y="57"/>
                  </a:cubicBezTo>
                  <a:cubicBezTo>
                    <a:pt x="41" y="51"/>
                    <a:pt x="38" y="45"/>
                    <a:pt x="35" y="38"/>
                  </a:cubicBezTo>
                  <a:cubicBezTo>
                    <a:pt x="36" y="38"/>
                    <a:pt x="37" y="37"/>
                    <a:pt x="38" y="37"/>
                  </a:cubicBezTo>
                  <a:cubicBezTo>
                    <a:pt x="42" y="42"/>
                    <a:pt x="46" y="49"/>
                    <a:pt x="49" y="55"/>
                  </a:cubicBezTo>
                  <a:cubicBezTo>
                    <a:pt x="49" y="55"/>
                    <a:pt x="50" y="55"/>
                    <a:pt x="51" y="55"/>
                  </a:cubicBezTo>
                  <a:close/>
                  <a:moveTo>
                    <a:pt x="42" y="22"/>
                  </a:moveTo>
                  <a:cubicBezTo>
                    <a:pt x="42" y="33"/>
                    <a:pt x="42" y="33"/>
                    <a:pt x="42" y="33"/>
                  </a:cubicBezTo>
                  <a:cubicBezTo>
                    <a:pt x="70" y="17"/>
                    <a:pt x="70" y="17"/>
                    <a:pt x="70" y="17"/>
                  </a:cubicBezTo>
                  <a:cubicBezTo>
                    <a:pt x="42" y="0"/>
                    <a:pt x="42" y="0"/>
                    <a:pt x="42" y="0"/>
                  </a:cubicBezTo>
                  <a:cubicBezTo>
                    <a:pt x="42" y="11"/>
                    <a:pt x="42" y="11"/>
                    <a:pt x="42" y="11"/>
                  </a:cubicBezTo>
                  <a:cubicBezTo>
                    <a:pt x="32" y="12"/>
                    <a:pt x="22" y="17"/>
                    <a:pt x="15" y="25"/>
                  </a:cubicBezTo>
                  <a:cubicBezTo>
                    <a:pt x="5" y="34"/>
                    <a:pt x="0" y="46"/>
                    <a:pt x="0" y="60"/>
                  </a:cubicBezTo>
                  <a:cubicBezTo>
                    <a:pt x="0" y="73"/>
                    <a:pt x="5" y="85"/>
                    <a:pt x="15" y="94"/>
                  </a:cubicBezTo>
                  <a:cubicBezTo>
                    <a:pt x="24" y="104"/>
                    <a:pt x="36" y="109"/>
                    <a:pt x="49" y="109"/>
                  </a:cubicBezTo>
                  <a:cubicBezTo>
                    <a:pt x="63" y="109"/>
                    <a:pt x="75" y="104"/>
                    <a:pt x="84" y="94"/>
                  </a:cubicBezTo>
                  <a:cubicBezTo>
                    <a:pt x="90" y="89"/>
                    <a:pt x="94" y="82"/>
                    <a:pt x="96" y="75"/>
                  </a:cubicBezTo>
                  <a:cubicBezTo>
                    <a:pt x="97" y="73"/>
                    <a:pt x="97" y="73"/>
                    <a:pt x="97" y="73"/>
                  </a:cubicBezTo>
                  <a:cubicBezTo>
                    <a:pt x="86" y="70"/>
                    <a:pt x="86" y="70"/>
                    <a:pt x="86" y="70"/>
                  </a:cubicBezTo>
                  <a:cubicBezTo>
                    <a:pt x="85" y="71"/>
                    <a:pt x="85" y="71"/>
                    <a:pt x="85" y="71"/>
                  </a:cubicBezTo>
                  <a:cubicBezTo>
                    <a:pt x="84" y="77"/>
                    <a:pt x="80" y="82"/>
                    <a:pt x="76" y="86"/>
                  </a:cubicBezTo>
                  <a:cubicBezTo>
                    <a:pt x="69" y="93"/>
                    <a:pt x="60" y="97"/>
                    <a:pt x="49" y="97"/>
                  </a:cubicBezTo>
                  <a:cubicBezTo>
                    <a:pt x="39" y="97"/>
                    <a:pt x="30" y="93"/>
                    <a:pt x="23" y="86"/>
                  </a:cubicBezTo>
                  <a:cubicBezTo>
                    <a:pt x="16" y="79"/>
                    <a:pt x="12" y="70"/>
                    <a:pt x="12" y="60"/>
                  </a:cubicBezTo>
                  <a:cubicBezTo>
                    <a:pt x="12" y="50"/>
                    <a:pt x="16" y="40"/>
                    <a:pt x="23" y="33"/>
                  </a:cubicBezTo>
                  <a:cubicBezTo>
                    <a:pt x="28" y="28"/>
                    <a:pt x="35" y="24"/>
                    <a:pt x="42" y="22"/>
                  </a:cubicBezTo>
                  <a:close/>
                  <a:moveTo>
                    <a:pt x="87" y="54"/>
                  </a:moveTo>
                  <a:cubicBezTo>
                    <a:pt x="87" y="52"/>
                    <a:pt x="86" y="49"/>
                    <a:pt x="85" y="47"/>
                  </a:cubicBezTo>
                  <a:cubicBezTo>
                    <a:pt x="84" y="45"/>
                    <a:pt x="84" y="45"/>
                    <a:pt x="84" y="45"/>
                  </a:cubicBezTo>
                  <a:cubicBezTo>
                    <a:pt x="95" y="41"/>
                    <a:pt x="95" y="41"/>
                    <a:pt x="95" y="41"/>
                  </a:cubicBezTo>
                  <a:cubicBezTo>
                    <a:pt x="96" y="43"/>
                    <a:pt x="96" y="43"/>
                    <a:pt x="96" y="43"/>
                  </a:cubicBezTo>
                  <a:cubicBezTo>
                    <a:pt x="97" y="46"/>
                    <a:pt x="98" y="50"/>
                    <a:pt x="98" y="53"/>
                  </a:cubicBezTo>
                  <a:cubicBezTo>
                    <a:pt x="99" y="55"/>
                    <a:pt x="99" y="55"/>
                    <a:pt x="99" y="55"/>
                  </a:cubicBezTo>
                  <a:cubicBezTo>
                    <a:pt x="87" y="56"/>
                    <a:pt x="87" y="56"/>
                    <a:pt x="87" y="56"/>
                  </a:cubicBezTo>
                  <a:cubicBezTo>
                    <a:pt x="87" y="54"/>
                    <a:pt x="87" y="54"/>
                    <a:pt x="87" y="54"/>
                  </a:cubicBezTo>
                  <a:close/>
                  <a:moveTo>
                    <a:pt x="87" y="67"/>
                  </a:moveTo>
                  <a:cubicBezTo>
                    <a:pt x="87" y="64"/>
                    <a:pt x="87" y="62"/>
                    <a:pt x="87" y="60"/>
                  </a:cubicBezTo>
                  <a:cubicBezTo>
                    <a:pt x="87" y="59"/>
                    <a:pt x="87" y="59"/>
                    <a:pt x="87" y="59"/>
                  </a:cubicBezTo>
                  <a:cubicBezTo>
                    <a:pt x="87" y="57"/>
                    <a:pt x="87" y="57"/>
                    <a:pt x="87" y="57"/>
                  </a:cubicBezTo>
                  <a:cubicBezTo>
                    <a:pt x="99" y="57"/>
                    <a:pt x="99" y="57"/>
                    <a:pt x="99" y="57"/>
                  </a:cubicBezTo>
                  <a:cubicBezTo>
                    <a:pt x="99" y="59"/>
                    <a:pt x="99" y="59"/>
                    <a:pt x="99" y="59"/>
                  </a:cubicBezTo>
                  <a:cubicBezTo>
                    <a:pt x="99" y="59"/>
                    <a:pt x="99" y="59"/>
                    <a:pt x="99" y="60"/>
                  </a:cubicBezTo>
                  <a:cubicBezTo>
                    <a:pt x="99" y="63"/>
                    <a:pt x="99" y="66"/>
                    <a:pt x="98" y="69"/>
                  </a:cubicBezTo>
                  <a:cubicBezTo>
                    <a:pt x="97" y="71"/>
                    <a:pt x="97" y="71"/>
                    <a:pt x="97" y="71"/>
                  </a:cubicBezTo>
                  <a:cubicBezTo>
                    <a:pt x="86" y="68"/>
                    <a:pt x="86" y="68"/>
                    <a:pt x="86" y="68"/>
                  </a:cubicBezTo>
                  <a:cubicBezTo>
                    <a:pt x="87" y="67"/>
                    <a:pt x="87" y="67"/>
                    <a:pt x="87" y="67"/>
                  </a:cubicBezTo>
                  <a:close/>
                  <a:moveTo>
                    <a:pt x="83" y="42"/>
                  </a:moveTo>
                  <a:cubicBezTo>
                    <a:pt x="82" y="40"/>
                    <a:pt x="81" y="38"/>
                    <a:pt x="80" y="37"/>
                  </a:cubicBezTo>
                  <a:cubicBezTo>
                    <a:pt x="78" y="35"/>
                    <a:pt x="78" y="35"/>
                    <a:pt x="78" y="35"/>
                  </a:cubicBezTo>
                  <a:cubicBezTo>
                    <a:pt x="88" y="28"/>
                    <a:pt x="88" y="28"/>
                    <a:pt x="88" y="28"/>
                  </a:cubicBezTo>
                  <a:cubicBezTo>
                    <a:pt x="89" y="30"/>
                    <a:pt x="89" y="30"/>
                    <a:pt x="89" y="30"/>
                  </a:cubicBezTo>
                  <a:cubicBezTo>
                    <a:pt x="91" y="32"/>
                    <a:pt x="92" y="35"/>
                    <a:pt x="94" y="38"/>
                  </a:cubicBezTo>
                  <a:cubicBezTo>
                    <a:pt x="95" y="40"/>
                    <a:pt x="95" y="40"/>
                    <a:pt x="95" y="40"/>
                  </a:cubicBezTo>
                  <a:cubicBezTo>
                    <a:pt x="84" y="44"/>
                    <a:pt x="84" y="44"/>
                    <a:pt x="84" y="44"/>
                  </a:cubicBezTo>
                  <a:cubicBezTo>
                    <a:pt x="83" y="42"/>
                    <a:pt x="83" y="42"/>
                    <a:pt x="83" y="42"/>
                  </a:cubicBezTo>
                  <a:close/>
                  <a:moveTo>
                    <a:pt x="77" y="34"/>
                  </a:moveTo>
                  <a:cubicBezTo>
                    <a:pt x="76" y="33"/>
                    <a:pt x="76" y="33"/>
                    <a:pt x="76" y="33"/>
                  </a:cubicBezTo>
                  <a:cubicBezTo>
                    <a:pt x="75" y="31"/>
                    <a:pt x="73" y="30"/>
                    <a:pt x="71" y="28"/>
                  </a:cubicBezTo>
                  <a:cubicBezTo>
                    <a:pt x="69" y="27"/>
                    <a:pt x="69" y="27"/>
                    <a:pt x="69" y="27"/>
                  </a:cubicBezTo>
                  <a:cubicBezTo>
                    <a:pt x="76" y="18"/>
                    <a:pt x="76" y="18"/>
                    <a:pt x="76" y="18"/>
                  </a:cubicBezTo>
                  <a:cubicBezTo>
                    <a:pt x="78" y="19"/>
                    <a:pt x="78" y="19"/>
                    <a:pt x="78" y="19"/>
                  </a:cubicBezTo>
                  <a:cubicBezTo>
                    <a:pt x="80" y="21"/>
                    <a:pt x="82" y="23"/>
                    <a:pt x="84" y="25"/>
                  </a:cubicBezTo>
                  <a:cubicBezTo>
                    <a:pt x="85" y="25"/>
                    <a:pt x="85" y="25"/>
                    <a:pt x="85" y="25"/>
                  </a:cubicBezTo>
                  <a:cubicBezTo>
                    <a:pt x="86" y="27"/>
                    <a:pt x="86" y="27"/>
                    <a:pt x="86" y="27"/>
                  </a:cubicBezTo>
                  <a:cubicBezTo>
                    <a:pt x="77" y="34"/>
                    <a:pt x="77" y="34"/>
                    <a:pt x="77" y="34"/>
                  </a:cubicBezTo>
                  <a:close/>
                  <a:moveTo>
                    <a:pt x="50" y="93"/>
                  </a:moveTo>
                  <a:cubicBezTo>
                    <a:pt x="50" y="83"/>
                    <a:pt x="50" y="83"/>
                    <a:pt x="50" y="83"/>
                  </a:cubicBezTo>
                  <a:cubicBezTo>
                    <a:pt x="53" y="83"/>
                    <a:pt x="53" y="83"/>
                    <a:pt x="53" y="83"/>
                  </a:cubicBezTo>
                  <a:cubicBezTo>
                    <a:pt x="53" y="93"/>
                    <a:pt x="53" y="93"/>
                    <a:pt x="53" y="93"/>
                  </a:cubicBezTo>
                  <a:cubicBezTo>
                    <a:pt x="50" y="93"/>
                    <a:pt x="50" y="93"/>
                    <a:pt x="50" y="93"/>
                  </a:cubicBezTo>
                  <a:close/>
                  <a:moveTo>
                    <a:pt x="74" y="83"/>
                  </a:moveTo>
                  <a:cubicBezTo>
                    <a:pt x="67" y="76"/>
                    <a:pt x="67" y="76"/>
                    <a:pt x="67" y="76"/>
                  </a:cubicBezTo>
                  <a:cubicBezTo>
                    <a:pt x="70" y="74"/>
                    <a:pt x="70" y="74"/>
                    <a:pt x="70" y="74"/>
                  </a:cubicBezTo>
                  <a:cubicBezTo>
                    <a:pt x="77" y="81"/>
                    <a:pt x="77" y="81"/>
                    <a:pt x="77" y="81"/>
                  </a:cubicBezTo>
                  <a:cubicBezTo>
                    <a:pt x="74" y="83"/>
                    <a:pt x="74" y="83"/>
                    <a:pt x="74" y="83"/>
                  </a:cubicBezTo>
                  <a:close/>
                  <a:moveTo>
                    <a:pt x="25" y="83"/>
                  </a:moveTo>
                  <a:cubicBezTo>
                    <a:pt x="32" y="76"/>
                    <a:pt x="32" y="76"/>
                    <a:pt x="32" y="76"/>
                  </a:cubicBezTo>
                  <a:cubicBezTo>
                    <a:pt x="34" y="78"/>
                    <a:pt x="34" y="78"/>
                    <a:pt x="34" y="78"/>
                  </a:cubicBezTo>
                  <a:cubicBezTo>
                    <a:pt x="27" y="85"/>
                    <a:pt x="27" y="85"/>
                    <a:pt x="27" y="85"/>
                  </a:cubicBezTo>
                  <a:cubicBezTo>
                    <a:pt x="25" y="83"/>
                    <a:pt x="25" y="83"/>
                    <a:pt x="25" y="83"/>
                  </a:cubicBezTo>
                  <a:close/>
                  <a:moveTo>
                    <a:pt x="26" y="33"/>
                  </a:moveTo>
                  <a:cubicBezTo>
                    <a:pt x="33" y="40"/>
                    <a:pt x="33" y="40"/>
                    <a:pt x="33" y="40"/>
                  </a:cubicBezTo>
                  <a:cubicBezTo>
                    <a:pt x="30" y="43"/>
                    <a:pt x="30" y="43"/>
                    <a:pt x="30" y="43"/>
                  </a:cubicBezTo>
                  <a:cubicBezTo>
                    <a:pt x="23" y="36"/>
                    <a:pt x="23" y="36"/>
                    <a:pt x="23" y="36"/>
                  </a:cubicBezTo>
                  <a:cubicBezTo>
                    <a:pt x="26" y="33"/>
                    <a:pt x="26" y="33"/>
                    <a:pt x="26" y="33"/>
                  </a:cubicBezTo>
                  <a:close/>
                  <a:moveTo>
                    <a:pt x="75" y="34"/>
                  </a:moveTo>
                  <a:cubicBezTo>
                    <a:pt x="73" y="32"/>
                    <a:pt x="73" y="32"/>
                    <a:pt x="73" y="32"/>
                  </a:cubicBezTo>
                  <a:cubicBezTo>
                    <a:pt x="66" y="39"/>
                    <a:pt x="66" y="39"/>
                    <a:pt x="66" y="39"/>
                  </a:cubicBezTo>
                  <a:cubicBezTo>
                    <a:pt x="68" y="41"/>
                    <a:pt x="68" y="41"/>
                    <a:pt x="68" y="41"/>
                  </a:cubicBezTo>
                  <a:cubicBezTo>
                    <a:pt x="75" y="34"/>
                    <a:pt x="75" y="34"/>
                    <a:pt x="75" y="34"/>
                  </a:cubicBezTo>
                  <a:close/>
                  <a:moveTo>
                    <a:pt x="85" y="59"/>
                  </a:moveTo>
                  <a:cubicBezTo>
                    <a:pt x="75" y="59"/>
                    <a:pt x="75" y="59"/>
                    <a:pt x="75" y="59"/>
                  </a:cubicBezTo>
                  <a:cubicBezTo>
                    <a:pt x="75" y="56"/>
                    <a:pt x="75" y="56"/>
                    <a:pt x="75" y="56"/>
                  </a:cubicBezTo>
                  <a:cubicBezTo>
                    <a:pt x="85" y="56"/>
                    <a:pt x="85" y="56"/>
                    <a:pt x="85" y="56"/>
                  </a:cubicBezTo>
                  <a:lnTo>
                    <a:pt x="85" y="59"/>
                  </a:lnTo>
                  <a:close/>
                </a:path>
              </a:pathLst>
            </a:custGeom>
            <a:solidFill>
              <a:schemeClr val="bg1"/>
            </a:solidFill>
            <a:ln>
              <a:noFill/>
            </a:ln>
            <a:extLst/>
          </p:spPr>
          <p:txBody>
            <a:bodyPr vert="horz" wrap="square" lIns="91419" tIns="45709" rIns="91419" bIns="45709"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106" name="组合 105">
            <a:extLst>
              <a:ext uri="{FF2B5EF4-FFF2-40B4-BE49-F238E27FC236}">
                <a16:creationId xmlns:a16="http://schemas.microsoft.com/office/drawing/2014/main" id="{742245A6-671C-460C-B494-39BDD34BDA29}"/>
              </a:ext>
            </a:extLst>
          </p:cNvPr>
          <p:cNvGrpSpPr/>
          <p:nvPr/>
        </p:nvGrpSpPr>
        <p:grpSpPr>
          <a:xfrm>
            <a:off x="6141123" y="4289741"/>
            <a:ext cx="1832237" cy="1966863"/>
            <a:chOff x="6140339" y="4290734"/>
            <a:chExt cx="1832661" cy="1967318"/>
          </a:xfrm>
        </p:grpSpPr>
        <p:sp>
          <p:nvSpPr>
            <p:cNvPr id="107" name="Freeform 6">
              <a:extLst>
                <a:ext uri="{FF2B5EF4-FFF2-40B4-BE49-F238E27FC236}">
                  <a16:creationId xmlns:a16="http://schemas.microsoft.com/office/drawing/2014/main" id="{9D63D06F-9865-48C0-8CB6-AFE1C92ABE42}"/>
                </a:ext>
              </a:extLst>
            </p:cNvPr>
            <p:cNvSpPr/>
            <p:nvPr/>
          </p:nvSpPr>
          <p:spPr bwMode="auto">
            <a:xfrm>
              <a:off x="6140339" y="4290734"/>
              <a:ext cx="1832661" cy="1967318"/>
            </a:xfrm>
            <a:custGeom>
              <a:gdLst>
                <a:gd name="T0" fmla="*/ 4 w 296"/>
                <a:gd name="T1" fmla="*/ 318 h 318"/>
                <a:gd name="T2" fmla="*/ 41 w 296"/>
                <a:gd name="T3" fmla="*/ 154 h 318"/>
                <a:gd name="T4" fmla="*/ 251 w 296"/>
                <a:gd name="T5" fmla="*/ 6 h 318"/>
                <a:gd name="T6" fmla="*/ 288 w 296"/>
                <a:gd name="T7" fmla="*/ 38 h 318"/>
                <a:gd name="T8" fmla="*/ 283 w 296"/>
                <a:gd name="T9" fmla="*/ 118 h 318"/>
                <a:gd name="T10" fmla="*/ 210 w 296"/>
                <a:gd name="T11" fmla="*/ 142 h 318"/>
                <a:gd name="T12" fmla="*/ 23 w 296"/>
                <a:gd name="T13" fmla="*/ 288 h 318"/>
                <a:gd name="T14" fmla="*/ 4 w 296"/>
                <a:gd name="T15" fmla="*/ 318 h 318"/>
              </a:gd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96" h="318">
                  <a:moveTo>
                    <a:pt x="4" y="318"/>
                  </a:moveTo>
                  <a:cubicBezTo>
                    <a:pt x="0" y="253"/>
                    <a:pt x="14" y="202"/>
                    <a:pt x="41" y="154"/>
                  </a:cubicBezTo>
                  <a:cubicBezTo>
                    <a:pt x="88" y="72"/>
                    <a:pt x="159" y="23"/>
                    <a:pt x="251" y="6"/>
                  </a:cubicBezTo>
                  <a:cubicBezTo>
                    <a:pt x="278" y="0"/>
                    <a:pt x="291" y="8"/>
                    <a:pt x="288" y="38"/>
                  </a:cubicBezTo>
                  <a:cubicBezTo>
                    <a:pt x="285" y="65"/>
                    <a:pt x="296" y="99"/>
                    <a:pt x="283" y="118"/>
                  </a:cubicBezTo>
                  <a:cubicBezTo>
                    <a:pt x="271" y="135"/>
                    <a:pt x="235" y="135"/>
                    <a:pt x="210" y="142"/>
                  </a:cubicBezTo>
                  <a:cubicBezTo>
                    <a:pt x="129" y="167"/>
                    <a:pt x="67" y="216"/>
                    <a:pt x="23" y="288"/>
                  </a:cubicBezTo>
                  <a:cubicBezTo>
                    <a:pt x="18" y="296"/>
                    <a:pt x="13" y="303"/>
                    <a:pt x="4" y="318"/>
                  </a:cubicBezTo>
                  <a:close/>
                </a:path>
              </a:pathLst>
            </a:custGeom>
            <a:solidFill>
              <a:srgbClr val="3FB793"/>
            </a:solidFill>
            <a:ln>
              <a:noFill/>
            </a:ln>
            <a:effectLst>
              <a:outerShdw blurRad="63500" algn="ctr"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a:solidFill>
                  <a:schemeClr val="tx1"/>
                </a:solidFill>
              </a:endParaRPr>
            </a:p>
          </p:txBody>
        </p:sp>
        <p:grpSp>
          <p:nvGrpSpPr>
            <p:cNvPr id="108" name="组合 107">
              <a:extLst>
                <a:ext uri="{FF2B5EF4-FFF2-40B4-BE49-F238E27FC236}">
                  <a16:creationId xmlns:a16="http://schemas.microsoft.com/office/drawing/2014/main" id="{359AE9C7-1B1D-4088-8FDB-F856AF7DC812}"/>
                </a:ext>
              </a:extLst>
            </p:cNvPr>
            <p:cNvGrpSpPr>
              <a:grpSpLocks noChangeAspect="1"/>
            </p:cNvGrpSpPr>
            <p:nvPr/>
          </p:nvGrpSpPr>
          <p:grpSpPr>
            <a:xfrm>
              <a:off x="7482903" y="4619881"/>
              <a:ext cx="312886" cy="311751"/>
              <a:chOff x="3618897" y="2279040"/>
              <a:chExt cx="706229" cy="703668"/>
            </a:xfrm>
            <a:solidFill>
              <a:schemeClr val="bg1"/>
            </a:solidFill>
          </p:grpSpPr>
          <p:sp>
            <p:nvSpPr>
              <p:cNvPr id="109" name="Freeform 9">
                <a:extLst>
                  <a:ext uri="{FF2B5EF4-FFF2-40B4-BE49-F238E27FC236}">
                    <a16:creationId xmlns:a16="http://schemas.microsoft.com/office/drawing/2014/main" id="{0599C601-F83E-4C6A-BD67-01D1C9591537}"/>
                  </a:ext>
                </a:extLst>
              </p:cNvPr>
              <p:cNvSpPr>
                <a:spLocks noEditPoints="1"/>
              </p:cNvSpPr>
              <p:nvPr/>
            </p:nvSpPr>
            <p:spPr bwMode="auto">
              <a:xfrm>
                <a:off x="3713987" y="2279040"/>
                <a:ext cx="516048" cy="703668"/>
              </a:xfrm>
              <a:custGeom>
                <a:gdLst>
                  <a:gd name="T0" fmla="*/ 222 w 597"/>
                  <a:gd name="T1" fmla="*/ 575 h 814"/>
                  <a:gd name="T2" fmla="*/ 253 w 597"/>
                  <a:gd name="T3" fmla="*/ 598 h 814"/>
                  <a:gd name="T4" fmla="*/ 344 w 597"/>
                  <a:gd name="T5" fmla="*/ 598 h 814"/>
                  <a:gd name="T6" fmla="*/ 375 w 597"/>
                  <a:gd name="T7" fmla="*/ 575 h 814"/>
                  <a:gd name="T8" fmla="*/ 414 w 597"/>
                  <a:gd name="T9" fmla="*/ 509 h 814"/>
                  <a:gd name="T10" fmla="*/ 539 w 597"/>
                  <a:gd name="T11" fmla="*/ 298 h 814"/>
                  <a:gd name="T12" fmla="*/ 298 w 597"/>
                  <a:gd name="T13" fmla="*/ 57 h 814"/>
                  <a:gd name="T14" fmla="*/ 57 w 597"/>
                  <a:gd name="T15" fmla="*/ 298 h 814"/>
                  <a:gd name="T16" fmla="*/ 183 w 597"/>
                  <a:gd name="T17" fmla="*/ 509 h 814"/>
                  <a:gd name="T18" fmla="*/ 222 w 597"/>
                  <a:gd name="T19" fmla="*/ 575 h 814"/>
                  <a:gd name="T20" fmla="*/ 354 w 597"/>
                  <a:gd name="T21" fmla="*/ 782 h 814"/>
                  <a:gd name="T22" fmla="*/ 314 w 597"/>
                  <a:gd name="T23" fmla="*/ 814 h 814"/>
                  <a:gd name="T24" fmla="*/ 282 w 597"/>
                  <a:gd name="T25" fmla="*/ 814 h 814"/>
                  <a:gd name="T26" fmla="*/ 242 w 597"/>
                  <a:gd name="T27" fmla="*/ 782 h 814"/>
                  <a:gd name="T28" fmla="*/ 226 w 597"/>
                  <a:gd name="T29" fmla="*/ 782 h 814"/>
                  <a:gd name="T30" fmla="*/ 165 w 597"/>
                  <a:gd name="T31" fmla="*/ 722 h 814"/>
                  <a:gd name="T32" fmla="*/ 165 w 597"/>
                  <a:gd name="T33" fmla="*/ 576 h 814"/>
                  <a:gd name="T34" fmla="*/ 155 w 597"/>
                  <a:gd name="T35" fmla="*/ 559 h 814"/>
                  <a:gd name="T36" fmla="*/ 0 w 597"/>
                  <a:gd name="T37" fmla="*/ 298 h 814"/>
                  <a:gd name="T38" fmla="*/ 298 w 597"/>
                  <a:gd name="T39" fmla="*/ 0 h 814"/>
                  <a:gd name="T40" fmla="*/ 597 w 597"/>
                  <a:gd name="T41" fmla="*/ 298 h 814"/>
                  <a:gd name="T42" fmla="*/ 441 w 597"/>
                  <a:gd name="T43" fmla="*/ 559 h 814"/>
                  <a:gd name="T44" fmla="*/ 431 w 597"/>
                  <a:gd name="T45" fmla="*/ 576 h 814"/>
                  <a:gd name="T46" fmla="*/ 432 w 597"/>
                  <a:gd name="T47" fmla="*/ 722 h 814"/>
                  <a:gd name="T48" fmla="*/ 371 w 597"/>
                  <a:gd name="T49" fmla="*/ 782 h 814"/>
                  <a:gd name="T50" fmla="*/ 354 w 597"/>
                  <a:gd name="T51" fmla="*/ 782 h 814"/>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97" h="814">
                    <a:moveTo>
                      <a:pt x="222" y="575"/>
                    </a:moveTo>
                    <a:cubicBezTo>
                      <a:pt x="224" y="589"/>
                      <a:pt x="238" y="598"/>
                      <a:pt x="253" y="598"/>
                    </a:cubicBezTo>
                    <a:cubicBezTo>
                      <a:pt x="344" y="598"/>
                      <a:pt x="344" y="598"/>
                      <a:pt x="344" y="598"/>
                    </a:cubicBezTo>
                    <a:cubicBezTo>
                      <a:pt x="358" y="598"/>
                      <a:pt x="373" y="589"/>
                      <a:pt x="375" y="575"/>
                    </a:cubicBezTo>
                    <a:cubicBezTo>
                      <a:pt x="377" y="547"/>
                      <a:pt x="390" y="523"/>
                      <a:pt x="414" y="509"/>
                    </a:cubicBezTo>
                    <a:cubicBezTo>
                      <a:pt x="491" y="467"/>
                      <a:pt x="539" y="386"/>
                      <a:pt x="539" y="298"/>
                    </a:cubicBezTo>
                    <a:cubicBezTo>
                      <a:pt x="539" y="165"/>
                      <a:pt x="431" y="57"/>
                      <a:pt x="298" y="57"/>
                    </a:cubicBezTo>
                    <a:cubicBezTo>
                      <a:pt x="165" y="57"/>
                      <a:pt x="57" y="165"/>
                      <a:pt x="57" y="298"/>
                    </a:cubicBezTo>
                    <a:cubicBezTo>
                      <a:pt x="57" y="386"/>
                      <a:pt x="105" y="467"/>
                      <a:pt x="183" y="509"/>
                    </a:cubicBezTo>
                    <a:cubicBezTo>
                      <a:pt x="207" y="523"/>
                      <a:pt x="219" y="547"/>
                      <a:pt x="222" y="575"/>
                    </a:cubicBezTo>
                    <a:close/>
                    <a:moveTo>
                      <a:pt x="354" y="782"/>
                    </a:moveTo>
                    <a:cubicBezTo>
                      <a:pt x="350" y="800"/>
                      <a:pt x="334" y="814"/>
                      <a:pt x="314" y="814"/>
                    </a:cubicBezTo>
                    <a:cubicBezTo>
                      <a:pt x="282" y="814"/>
                      <a:pt x="282" y="814"/>
                      <a:pt x="282" y="814"/>
                    </a:cubicBezTo>
                    <a:cubicBezTo>
                      <a:pt x="263" y="814"/>
                      <a:pt x="247" y="800"/>
                      <a:pt x="242" y="782"/>
                    </a:cubicBezTo>
                    <a:cubicBezTo>
                      <a:pt x="226" y="782"/>
                      <a:pt x="226" y="782"/>
                      <a:pt x="226" y="782"/>
                    </a:cubicBezTo>
                    <a:cubicBezTo>
                      <a:pt x="193" y="782"/>
                      <a:pt x="165" y="755"/>
                      <a:pt x="165" y="722"/>
                    </a:cubicBezTo>
                    <a:cubicBezTo>
                      <a:pt x="165" y="576"/>
                      <a:pt x="165" y="576"/>
                      <a:pt x="165" y="576"/>
                    </a:cubicBezTo>
                    <a:cubicBezTo>
                      <a:pt x="165" y="569"/>
                      <a:pt x="162" y="563"/>
                      <a:pt x="155" y="559"/>
                    </a:cubicBezTo>
                    <a:cubicBezTo>
                      <a:pt x="60" y="507"/>
                      <a:pt x="0" y="407"/>
                      <a:pt x="0" y="298"/>
                    </a:cubicBezTo>
                    <a:cubicBezTo>
                      <a:pt x="0" y="133"/>
                      <a:pt x="134" y="0"/>
                      <a:pt x="298" y="0"/>
                    </a:cubicBezTo>
                    <a:cubicBezTo>
                      <a:pt x="463" y="0"/>
                      <a:pt x="597" y="133"/>
                      <a:pt x="597" y="298"/>
                    </a:cubicBezTo>
                    <a:cubicBezTo>
                      <a:pt x="597" y="407"/>
                      <a:pt x="537" y="507"/>
                      <a:pt x="441" y="559"/>
                    </a:cubicBezTo>
                    <a:cubicBezTo>
                      <a:pt x="435" y="563"/>
                      <a:pt x="431" y="569"/>
                      <a:pt x="431" y="576"/>
                    </a:cubicBezTo>
                    <a:cubicBezTo>
                      <a:pt x="432" y="722"/>
                      <a:pt x="432" y="722"/>
                      <a:pt x="432" y="722"/>
                    </a:cubicBezTo>
                    <a:cubicBezTo>
                      <a:pt x="432" y="755"/>
                      <a:pt x="404" y="782"/>
                      <a:pt x="371" y="782"/>
                    </a:cubicBezTo>
                    <a:cubicBezTo>
                      <a:pt x="354" y="782"/>
                      <a:pt x="354" y="782"/>
                      <a:pt x="354" y="78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zh-CN" altLang="en-US"/>
              </a:p>
            </p:txBody>
          </p:sp>
          <p:sp>
            <p:nvSpPr>
              <p:cNvPr id="110" name="Freeform 10">
                <a:extLst>
                  <a:ext uri="{FF2B5EF4-FFF2-40B4-BE49-F238E27FC236}">
                    <a16:creationId xmlns:a16="http://schemas.microsoft.com/office/drawing/2014/main" id="{D45F9FE6-DF37-460E-A856-B8FA9B0857EA}"/>
                  </a:ext>
                </a:extLst>
              </p:cNvPr>
              <p:cNvSpPr>
                <a:spLocks noEditPoints="1"/>
              </p:cNvSpPr>
              <p:nvPr/>
            </p:nvSpPr>
            <p:spPr bwMode="auto">
              <a:xfrm>
                <a:off x="3618897" y="2347432"/>
                <a:ext cx="706229" cy="373412"/>
              </a:xfrm>
              <a:custGeom>
                <a:gdLst>
                  <a:gd name="T0" fmla="*/ 699 w 817"/>
                  <a:gd name="T1" fmla="*/ 406 h 432"/>
                  <a:gd name="T2" fmla="*/ 692 w 817"/>
                  <a:gd name="T3" fmla="*/ 380 h 432"/>
                  <a:gd name="T4" fmla="*/ 718 w 817"/>
                  <a:gd name="T5" fmla="*/ 373 h 432"/>
                  <a:gd name="T6" fmla="*/ 755 w 817"/>
                  <a:gd name="T7" fmla="*/ 394 h 432"/>
                  <a:gd name="T8" fmla="*/ 762 w 817"/>
                  <a:gd name="T9" fmla="*/ 420 h 432"/>
                  <a:gd name="T10" fmla="*/ 736 w 817"/>
                  <a:gd name="T11" fmla="*/ 427 h 432"/>
                  <a:gd name="T12" fmla="*/ 699 w 817"/>
                  <a:gd name="T13" fmla="*/ 406 h 432"/>
                  <a:gd name="T14" fmla="*/ 718 w 817"/>
                  <a:gd name="T15" fmla="*/ 59 h 432"/>
                  <a:gd name="T16" fmla="*/ 692 w 817"/>
                  <a:gd name="T17" fmla="*/ 52 h 432"/>
                  <a:gd name="T18" fmla="*/ 699 w 817"/>
                  <a:gd name="T19" fmla="*/ 26 h 432"/>
                  <a:gd name="T20" fmla="*/ 736 w 817"/>
                  <a:gd name="T21" fmla="*/ 5 h 432"/>
                  <a:gd name="T22" fmla="*/ 762 w 817"/>
                  <a:gd name="T23" fmla="*/ 12 h 432"/>
                  <a:gd name="T24" fmla="*/ 755 w 817"/>
                  <a:gd name="T25" fmla="*/ 38 h 432"/>
                  <a:gd name="T26" fmla="*/ 718 w 817"/>
                  <a:gd name="T27" fmla="*/ 59 h 432"/>
                  <a:gd name="T28" fmla="*/ 755 w 817"/>
                  <a:gd name="T29" fmla="*/ 235 h 432"/>
                  <a:gd name="T30" fmla="*/ 736 w 817"/>
                  <a:gd name="T31" fmla="*/ 216 h 432"/>
                  <a:gd name="T32" fmla="*/ 755 w 817"/>
                  <a:gd name="T33" fmla="*/ 197 h 432"/>
                  <a:gd name="T34" fmla="*/ 798 w 817"/>
                  <a:gd name="T35" fmla="*/ 197 h 432"/>
                  <a:gd name="T36" fmla="*/ 817 w 817"/>
                  <a:gd name="T37" fmla="*/ 216 h 432"/>
                  <a:gd name="T38" fmla="*/ 798 w 817"/>
                  <a:gd name="T39" fmla="*/ 235 h 432"/>
                  <a:gd name="T40" fmla="*/ 755 w 817"/>
                  <a:gd name="T41" fmla="*/ 235 h 432"/>
                  <a:gd name="T42" fmla="*/ 118 w 817"/>
                  <a:gd name="T43" fmla="*/ 26 h 432"/>
                  <a:gd name="T44" fmla="*/ 124 w 817"/>
                  <a:gd name="T45" fmla="*/ 52 h 432"/>
                  <a:gd name="T46" fmla="*/ 98 w 817"/>
                  <a:gd name="T47" fmla="*/ 59 h 432"/>
                  <a:gd name="T48" fmla="*/ 62 w 817"/>
                  <a:gd name="T49" fmla="*/ 38 h 432"/>
                  <a:gd name="T50" fmla="*/ 55 w 817"/>
                  <a:gd name="T51" fmla="*/ 12 h 432"/>
                  <a:gd name="T52" fmla="*/ 81 w 817"/>
                  <a:gd name="T53" fmla="*/ 5 h 432"/>
                  <a:gd name="T54" fmla="*/ 118 w 817"/>
                  <a:gd name="T55" fmla="*/ 26 h 432"/>
                  <a:gd name="T56" fmla="*/ 98 w 817"/>
                  <a:gd name="T57" fmla="*/ 373 h 432"/>
                  <a:gd name="T58" fmla="*/ 124 w 817"/>
                  <a:gd name="T59" fmla="*/ 380 h 432"/>
                  <a:gd name="T60" fmla="*/ 118 w 817"/>
                  <a:gd name="T61" fmla="*/ 406 h 432"/>
                  <a:gd name="T62" fmla="*/ 81 w 817"/>
                  <a:gd name="T63" fmla="*/ 427 h 432"/>
                  <a:gd name="T64" fmla="*/ 55 w 817"/>
                  <a:gd name="T65" fmla="*/ 420 h 432"/>
                  <a:gd name="T66" fmla="*/ 62 w 817"/>
                  <a:gd name="T67" fmla="*/ 394 h 432"/>
                  <a:gd name="T68" fmla="*/ 98 w 817"/>
                  <a:gd name="T69" fmla="*/ 373 h 432"/>
                  <a:gd name="T70" fmla="*/ 62 w 817"/>
                  <a:gd name="T71" fmla="*/ 197 h 432"/>
                  <a:gd name="T72" fmla="*/ 81 w 817"/>
                  <a:gd name="T73" fmla="*/ 216 h 432"/>
                  <a:gd name="T74" fmla="*/ 62 w 817"/>
                  <a:gd name="T75" fmla="*/ 235 h 432"/>
                  <a:gd name="T76" fmla="*/ 19 w 817"/>
                  <a:gd name="T77" fmla="*/ 235 h 432"/>
                  <a:gd name="T78" fmla="*/ 0 w 817"/>
                  <a:gd name="T79" fmla="*/ 216 h 432"/>
                  <a:gd name="T80" fmla="*/ 19 w 817"/>
                  <a:gd name="T81" fmla="*/ 197 h 432"/>
                  <a:gd name="T82" fmla="*/ 62 w 817"/>
                  <a:gd name="T83" fmla="*/ 197 h 432"/>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17" h="432">
                    <a:moveTo>
                      <a:pt x="699" y="406"/>
                    </a:moveTo>
                    <a:cubicBezTo>
                      <a:pt x="690" y="401"/>
                      <a:pt x="687" y="389"/>
                      <a:pt x="692" y="380"/>
                    </a:cubicBezTo>
                    <a:cubicBezTo>
                      <a:pt x="698" y="371"/>
                      <a:pt x="709" y="368"/>
                      <a:pt x="718" y="373"/>
                    </a:cubicBezTo>
                    <a:cubicBezTo>
                      <a:pt x="755" y="394"/>
                      <a:pt x="755" y="394"/>
                      <a:pt x="755" y="394"/>
                    </a:cubicBezTo>
                    <a:cubicBezTo>
                      <a:pt x="764" y="399"/>
                      <a:pt x="767" y="411"/>
                      <a:pt x="762" y="420"/>
                    </a:cubicBezTo>
                    <a:cubicBezTo>
                      <a:pt x="757" y="429"/>
                      <a:pt x="745" y="432"/>
                      <a:pt x="736" y="427"/>
                    </a:cubicBezTo>
                    <a:cubicBezTo>
                      <a:pt x="699" y="406"/>
                      <a:pt x="699" y="406"/>
                      <a:pt x="699" y="406"/>
                    </a:cubicBezTo>
                    <a:close/>
                    <a:moveTo>
                      <a:pt x="718" y="59"/>
                    </a:moveTo>
                    <a:cubicBezTo>
                      <a:pt x="709" y="64"/>
                      <a:pt x="698" y="61"/>
                      <a:pt x="692" y="52"/>
                    </a:cubicBezTo>
                    <a:cubicBezTo>
                      <a:pt x="687" y="43"/>
                      <a:pt x="690" y="31"/>
                      <a:pt x="699" y="26"/>
                    </a:cubicBezTo>
                    <a:cubicBezTo>
                      <a:pt x="736" y="5"/>
                      <a:pt x="736" y="5"/>
                      <a:pt x="736" y="5"/>
                    </a:cubicBezTo>
                    <a:cubicBezTo>
                      <a:pt x="745" y="0"/>
                      <a:pt x="757" y="3"/>
                      <a:pt x="762" y="12"/>
                    </a:cubicBezTo>
                    <a:cubicBezTo>
                      <a:pt x="767" y="21"/>
                      <a:pt x="764" y="32"/>
                      <a:pt x="755" y="38"/>
                    </a:cubicBezTo>
                    <a:cubicBezTo>
                      <a:pt x="718" y="59"/>
                      <a:pt x="718" y="59"/>
                      <a:pt x="718" y="59"/>
                    </a:cubicBezTo>
                    <a:close/>
                    <a:moveTo>
                      <a:pt x="755" y="235"/>
                    </a:moveTo>
                    <a:cubicBezTo>
                      <a:pt x="745" y="235"/>
                      <a:pt x="736" y="226"/>
                      <a:pt x="736" y="216"/>
                    </a:cubicBezTo>
                    <a:cubicBezTo>
                      <a:pt x="736" y="205"/>
                      <a:pt x="745" y="197"/>
                      <a:pt x="755" y="197"/>
                    </a:cubicBezTo>
                    <a:cubicBezTo>
                      <a:pt x="798" y="197"/>
                      <a:pt x="798" y="197"/>
                      <a:pt x="798" y="197"/>
                    </a:cubicBezTo>
                    <a:cubicBezTo>
                      <a:pt x="808" y="197"/>
                      <a:pt x="817" y="205"/>
                      <a:pt x="817" y="216"/>
                    </a:cubicBezTo>
                    <a:cubicBezTo>
                      <a:pt x="817" y="226"/>
                      <a:pt x="808" y="235"/>
                      <a:pt x="798" y="235"/>
                    </a:cubicBezTo>
                    <a:cubicBezTo>
                      <a:pt x="755" y="235"/>
                      <a:pt x="755" y="235"/>
                      <a:pt x="755" y="235"/>
                    </a:cubicBezTo>
                    <a:close/>
                    <a:moveTo>
                      <a:pt x="118" y="26"/>
                    </a:moveTo>
                    <a:cubicBezTo>
                      <a:pt x="127" y="31"/>
                      <a:pt x="130" y="43"/>
                      <a:pt x="124" y="52"/>
                    </a:cubicBezTo>
                    <a:cubicBezTo>
                      <a:pt x="119" y="61"/>
                      <a:pt x="108" y="64"/>
                      <a:pt x="98" y="59"/>
                    </a:cubicBezTo>
                    <a:cubicBezTo>
                      <a:pt x="62" y="38"/>
                      <a:pt x="62" y="38"/>
                      <a:pt x="62" y="38"/>
                    </a:cubicBezTo>
                    <a:cubicBezTo>
                      <a:pt x="53" y="32"/>
                      <a:pt x="49" y="21"/>
                      <a:pt x="55" y="12"/>
                    </a:cubicBezTo>
                    <a:cubicBezTo>
                      <a:pt x="60" y="3"/>
                      <a:pt x="72" y="0"/>
                      <a:pt x="81" y="5"/>
                    </a:cubicBezTo>
                    <a:cubicBezTo>
                      <a:pt x="118" y="26"/>
                      <a:pt x="118" y="26"/>
                      <a:pt x="118" y="26"/>
                    </a:cubicBezTo>
                    <a:close/>
                    <a:moveTo>
                      <a:pt x="98" y="373"/>
                    </a:moveTo>
                    <a:cubicBezTo>
                      <a:pt x="108" y="368"/>
                      <a:pt x="119" y="371"/>
                      <a:pt x="124" y="380"/>
                    </a:cubicBezTo>
                    <a:cubicBezTo>
                      <a:pt x="130" y="389"/>
                      <a:pt x="127" y="401"/>
                      <a:pt x="118" y="406"/>
                    </a:cubicBezTo>
                    <a:cubicBezTo>
                      <a:pt x="81" y="427"/>
                      <a:pt x="81" y="427"/>
                      <a:pt x="81" y="427"/>
                    </a:cubicBezTo>
                    <a:cubicBezTo>
                      <a:pt x="72" y="432"/>
                      <a:pt x="60" y="429"/>
                      <a:pt x="55" y="420"/>
                    </a:cubicBezTo>
                    <a:cubicBezTo>
                      <a:pt x="49" y="411"/>
                      <a:pt x="53" y="399"/>
                      <a:pt x="62" y="394"/>
                    </a:cubicBezTo>
                    <a:cubicBezTo>
                      <a:pt x="98" y="373"/>
                      <a:pt x="98" y="373"/>
                      <a:pt x="98" y="373"/>
                    </a:cubicBezTo>
                    <a:close/>
                    <a:moveTo>
                      <a:pt x="62" y="197"/>
                    </a:moveTo>
                    <a:cubicBezTo>
                      <a:pt x="72" y="197"/>
                      <a:pt x="81" y="205"/>
                      <a:pt x="81" y="216"/>
                    </a:cubicBezTo>
                    <a:cubicBezTo>
                      <a:pt x="81" y="226"/>
                      <a:pt x="72" y="235"/>
                      <a:pt x="62" y="235"/>
                    </a:cubicBezTo>
                    <a:cubicBezTo>
                      <a:pt x="19" y="235"/>
                      <a:pt x="19" y="235"/>
                      <a:pt x="19" y="235"/>
                    </a:cubicBezTo>
                    <a:cubicBezTo>
                      <a:pt x="9" y="235"/>
                      <a:pt x="0" y="226"/>
                      <a:pt x="0" y="216"/>
                    </a:cubicBezTo>
                    <a:cubicBezTo>
                      <a:pt x="0" y="205"/>
                      <a:pt x="9" y="197"/>
                      <a:pt x="19" y="197"/>
                    </a:cubicBezTo>
                    <a:cubicBezTo>
                      <a:pt x="62" y="197"/>
                      <a:pt x="62" y="197"/>
                      <a:pt x="62" y="19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zh-CN" altLang="en-US"/>
              </a:p>
            </p:txBody>
          </p:sp>
          <p:sp>
            <p:nvSpPr>
              <p:cNvPr id="111" name="Freeform 11">
                <a:extLst>
                  <a:ext uri="{FF2B5EF4-FFF2-40B4-BE49-F238E27FC236}">
                    <a16:creationId xmlns:a16="http://schemas.microsoft.com/office/drawing/2014/main" id="{EDC22471-2D7B-4BE0-A9C3-3733EE8BFCAB}"/>
                  </a:ext>
                </a:extLst>
              </p:cNvPr>
              <p:cNvSpPr/>
              <p:nvPr/>
            </p:nvSpPr>
            <p:spPr bwMode="auto">
              <a:xfrm>
                <a:off x="3845651" y="2427528"/>
                <a:ext cx="253087" cy="253452"/>
              </a:xfrm>
              <a:custGeom>
                <a:gdLst>
                  <a:gd name="T0" fmla="*/ 3 w 293"/>
                  <a:gd name="T1" fmla="*/ 38 h 293"/>
                  <a:gd name="T2" fmla="*/ 16 w 293"/>
                  <a:gd name="T3" fmla="*/ 15 h 293"/>
                  <a:gd name="T4" fmla="*/ 39 w 293"/>
                  <a:gd name="T5" fmla="*/ 28 h 293"/>
                  <a:gd name="T6" fmla="*/ 50 w 293"/>
                  <a:gd name="T7" fmla="*/ 65 h 293"/>
                  <a:gd name="T8" fmla="*/ 91 w 293"/>
                  <a:gd name="T9" fmla="*/ 53 h 293"/>
                  <a:gd name="T10" fmla="*/ 91 w 293"/>
                  <a:gd name="T11" fmla="*/ 53 h 293"/>
                  <a:gd name="T12" fmla="*/ 127 w 293"/>
                  <a:gd name="T13" fmla="*/ 48 h 293"/>
                  <a:gd name="T14" fmla="*/ 127 w 293"/>
                  <a:gd name="T15" fmla="*/ 19 h 293"/>
                  <a:gd name="T16" fmla="*/ 146 w 293"/>
                  <a:gd name="T17" fmla="*/ 0 h 293"/>
                  <a:gd name="T18" fmla="*/ 165 w 293"/>
                  <a:gd name="T19" fmla="*/ 19 h 293"/>
                  <a:gd name="T20" fmla="*/ 165 w 293"/>
                  <a:gd name="T21" fmla="*/ 48 h 293"/>
                  <a:gd name="T22" fmla="*/ 202 w 293"/>
                  <a:gd name="T23" fmla="*/ 53 h 293"/>
                  <a:gd name="T24" fmla="*/ 202 w 293"/>
                  <a:gd name="T25" fmla="*/ 53 h 293"/>
                  <a:gd name="T26" fmla="*/ 202 w 293"/>
                  <a:gd name="T27" fmla="*/ 53 h 293"/>
                  <a:gd name="T28" fmla="*/ 242 w 293"/>
                  <a:gd name="T29" fmla="*/ 65 h 293"/>
                  <a:gd name="T30" fmla="*/ 253 w 293"/>
                  <a:gd name="T31" fmla="*/ 28 h 293"/>
                  <a:gd name="T32" fmla="*/ 277 w 293"/>
                  <a:gd name="T33" fmla="*/ 15 h 293"/>
                  <a:gd name="T34" fmla="*/ 290 w 293"/>
                  <a:gd name="T35" fmla="*/ 38 h 293"/>
                  <a:gd name="T36" fmla="*/ 220 w 293"/>
                  <a:gd name="T37" fmla="*/ 278 h 293"/>
                  <a:gd name="T38" fmla="*/ 196 w 293"/>
                  <a:gd name="T39" fmla="*/ 290 h 293"/>
                  <a:gd name="T40" fmla="*/ 183 w 293"/>
                  <a:gd name="T41" fmla="*/ 267 h 293"/>
                  <a:gd name="T42" fmla="*/ 232 w 293"/>
                  <a:gd name="T43" fmla="*/ 102 h 293"/>
                  <a:gd name="T44" fmla="*/ 194 w 293"/>
                  <a:gd name="T45" fmla="*/ 90 h 293"/>
                  <a:gd name="T46" fmla="*/ 194 w 293"/>
                  <a:gd name="T47" fmla="*/ 90 h 293"/>
                  <a:gd name="T48" fmla="*/ 165 w 293"/>
                  <a:gd name="T49" fmla="*/ 86 h 293"/>
                  <a:gd name="T50" fmla="*/ 165 w 293"/>
                  <a:gd name="T51" fmla="*/ 132 h 293"/>
                  <a:gd name="T52" fmla="*/ 146 w 293"/>
                  <a:gd name="T53" fmla="*/ 151 h 293"/>
                  <a:gd name="T54" fmla="*/ 127 w 293"/>
                  <a:gd name="T55" fmla="*/ 132 h 293"/>
                  <a:gd name="T56" fmla="*/ 127 w 293"/>
                  <a:gd name="T57" fmla="*/ 86 h 293"/>
                  <a:gd name="T58" fmla="*/ 99 w 293"/>
                  <a:gd name="T59" fmla="*/ 90 h 293"/>
                  <a:gd name="T60" fmla="*/ 99 w 293"/>
                  <a:gd name="T61" fmla="*/ 90 h 293"/>
                  <a:gd name="T62" fmla="*/ 61 w 293"/>
                  <a:gd name="T63" fmla="*/ 102 h 293"/>
                  <a:gd name="T64" fmla="*/ 109 w 293"/>
                  <a:gd name="T65" fmla="*/ 267 h 293"/>
                  <a:gd name="T66" fmla="*/ 96 w 293"/>
                  <a:gd name="T67" fmla="*/ 290 h 293"/>
                  <a:gd name="T68" fmla="*/ 73 w 293"/>
                  <a:gd name="T69" fmla="*/ 278 h 293"/>
                  <a:gd name="T70" fmla="*/ 3 w 293"/>
                  <a:gd name="T71" fmla="*/ 38 h 293"/>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93" h="293">
                    <a:moveTo>
                      <a:pt x="3" y="38"/>
                    </a:moveTo>
                    <a:cubicBezTo>
                      <a:pt x="0" y="28"/>
                      <a:pt x="6" y="18"/>
                      <a:pt x="16" y="15"/>
                    </a:cubicBezTo>
                    <a:cubicBezTo>
                      <a:pt x="26" y="12"/>
                      <a:pt x="37" y="18"/>
                      <a:pt x="39" y="28"/>
                    </a:cubicBezTo>
                    <a:cubicBezTo>
                      <a:pt x="50" y="65"/>
                      <a:pt x="50" y="65"/>
                      <a:pt x="50" y="65"/>
                    </a:cubicBezTo>
                    <a:cubicBezTo>
                      <a:pt x="63" y="60"/>
                      <a:pt x="77" y="56"/>
                      <a:pt x="91" y="53"/>
                    </a:cubicBezTo>
                    <a:cubicBezTo>
                      <a:pt x="91" y="53"/>
                      <a:pt x="91" y="53"/>
                      <a:pt x="91" y="53"/>
                    </a:cubicBezTo>
                    <a:cubicBezTo>
                      <a:pt x="103" y="50"/>
                      <a:pt x="115" y="49"/>
                      <a:pt x="127" y="48"/>
                    </a:cubicBezTo>
                    <a:cubicBezTo>
                      <a:pt x="127" y="19"/>
                      <a:pt x="127" y="19"/>
                      <a:pt x="127" y="19"/>
                    </a:cubicBezTo>
                    <a:cubicBezTo>
                      <a:pt x="127" y="8"/>
                      <a:pt x="136" y="0"/>
                      <a:pt x="146" y="0"/>
                    </a:cubicBezTo>
                    <a:cubicBezTo>
                      <a:pt x="157" y="0"/>
                      <a:pt x="165" y="8"/>
                      <a:pt x="165" y="19"/>
                    </a:cubicBezTo>
                    <a:cubicBezTo>
                      <a:pt x="165" y="48"/>
                      <a:pt x="165" y="48"/>
                      <a:pt x="165" y="48"/>
                    </a:cubicBezTo>
                    <a:cubicBezTo>
                      <a:pt x="178" y="49"/>
                      <a:pt x="190" y="50"/>
                      <a:pt x="202" y="53"/>
                    </a:cubicBezTo>
                    <a:cubicBezTo>
                      <a:pt x="202" y="53"/>
                      <a:pt x="202" y="53"/>
                      <a:pt x="202" y="53"/>
                    </a:cubicBezTo>
                    <a:cubicBezTo>
                      <a:pt x="202" y="53"/>
                      <a:pt x="202" y="53"/>
                      <a:pt x="202" y="53"/>
                    </a:cubicBezTo>
                    <a:cubicBezTo>
                      <a:pt x="216" y="56"/>
                      <a:pt x="229" y="60"/>
                      <a:pt x="242" y="65"/>
                    </a:cubicBezTo>
                    <a:cubicBezTo>
                      <a:pt x="253" y="28"/>
                      <a:pt x="253" y="28"/>
                      <a:pt x="253" y="28"/>
                    </a:cubicBezTo>
                    <a:cubicBezTo>
                      <a:pt x="256" y="18"/>
                      <a:pt x="267" y="12"/>
                      <a:pt x="277" y="15"/>
                    </a:cubicBezTo>
                    <a:cubicBezTo>
                      <a:pt x="287" y="18"/>
                      <a:pt x="293" y="28"/>
                      <a:pt x="290" y="38"/>
                    </a:cubicBezTo>
                    <a:cubicBezTo>
                      <a:pt x="220" y="278"/>
                      <a:pt x="220" y="278"/>
                      <a:pt x="220" y="278"/>
                    </a:cubicBezTo>
                    <a:cubicBezTo>
                      <a:pt x="217" y="288"/>
                      <a:pt x="206" y="293"/>
                      <a:pt x="196" y="290"/>
                    </a:cubicBezTo>
                    <a:cubicBezTo>
                      <a:pt x="186" y="288"/>
                      <a:pt x="180" y="277"/>
                      <a:pt x="183" y="267"/>
                    </a:cubicBezTo>
                    <a:cubicBezTo>
                      <a:pt x="232" y="102"/>
                      <a:pt x="232" y="102"/>
                      <a:pt x="232" y="102"/>
                    </a:cubicBezTo>
                    <a:cubicBezTo>
                      <a:pt x="220" y="97"/>
                      <a:pt x="207" y="93"/>
                      <a:pt x="194" y="90"/>
                    </a:cubicBezTo>
                    <a:cubicBezTo>
                      <a:pt x="194" y="90"/>
                      <a:pt x="194" y="90"/>
                      <a:pt x="194" y="90"/>
                    </a:cubicBezTo>
                    <a:cubicBezTo>
                      <a:pt x="185" y="88"/>
                      <a:pt x="175" y="87"/>
                      <a:pt x="165" y="86"/>
                    </a:cubicBezTo>
                    <a:cubicBezTo>
                      <a:pt x="165" y="132"/>
                      <a:pt x="165" y="132"/>
                      <a:pt x="165" y="132"/>
                    </a:cubicBezTo>
                    <a:cubicBezTo>
                      <a:pt x="165" y="143"/>
                      <a:pt x="157" y="151"/>
                      <a:pt x="146" y="151"/>
                    </a:cubicBezTo>
                    <a:cubicBezTo>
                      <a:pt x="136" y="151"/>
                      <a:pt x="127" y="143"/>
                      <a:pt x="127" y="132"/>
                    </a:cubicBezTo>
                    <a:cubicBezTo>
                      <a:pt x="127" y="86"/>
                      <a:pt x="127" y="86"/>
                      <a:pt x="127" y="86"/>
                    </a:cubicBezTo>
                    <a:cubicBezTo>
                      <a:pt x="118" y="87"/>
                      <a:pt x="108" y="88"/>
                      <a:pt x="99" y="90"/>
                    </a:cubicBezTo>
                    <a:cubicBezTo>
                      <a:pt x="99" y="90"/>
                      <a:pt x="99" y="90"/>
                      <a:pt x="99" y="90"/>
                    </a:cubicBezTo>
                    <a:cubicBezTo>
                      <a:pt x="85" y="93"/>
                      <a:pt x="73" y="97"/>
                      <a:pt x="61" y="102"/>
                    </a:cubicBezTo>
                    <a:cubicBezTo>
                      <a:pt x="109" y="267"/>
                      <a:pt x="109" y="267"/>
                      <a:pt x="109" y="267"/>
                    </a:cubicBezTo>
                    <a:cubicBezTo>
                      <a:pt x="112" y="277"/>
                      <a:pt x="106" y="288"/>
                      <a:pt x="96" y="290"/>
                    </a:cubicBezTo>
                    <a:cubicBezTo>
                      <a:pt x="86" y="293"/>
                      <a:pt x="76" y="288"/>
                      <a:pt x="73" y="278"/>
                    </a:cubicBezTo>
                    <a:cubicBezTo>
                      <a:pt x="3" y="38"/>
                      <a:pt x="3" y="38"/>
                      <a:pt x="3" y="3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zh-CN" altLang="en-US"/>
              </a:p>
            </p:txBody>
          </p:sp>
        </p:grpSp>
      </p:grpSp>
      <p:grpSp>
        <p:nvGrpSpPr>
          <p:cNvPr id="112" name="组合 111">
            <a:extLst>
              <a:ext uri="{FF2B5EF4-FFF2-40B4-BE49-F238E27FC236}">
                <a16:creationId xmlns:a16="http://schemas.microsoft.com/office/drawing/2014/main" id="{0C28EC1A-EA6D-4053-9957-205067C850BF}"/>
              </a:ext>
            </a:extLst>
          </p:cNvPr>
          <p:cNvGrpSpPr/>
          <p:nvPr/>
        </p:nvGrpSpPr>
        <p:grpSpPr>
          <a:xfrm>
            <a:off x="4220229" y="3278400"/>
            <a:ext cx="1782984" cy="1907758"/>
            <a:chOff x="4219000" y="3279159"/>
            <a:chExt cx="1783397" cy="1908200"/>
          </a:xfrm>
        </p:grpSpPr>
        <p:sp>
          <p:nvSpPr>
            <p:cNvPr id="113" name="Freeform 7">
              <a:extLst>
                <a:ext uri="{FF2B5EF4-FFF2-40B4-BE49-F238E27FC236}">
                  <a16:creationId xmlns:a16="http://schemas.microsoft.com/office/drawing/2014/main" id="{A5309993-4AFF-48C6-82C4-4A987C2608AA}"/>
                </a:ext>
              </a:extLst>
            </p:cNvPr>
            <p:cNvSpPr/>
            <p:nvPr/>
          </p:nvSpPr>
          <p:spPr bwMode="auto">
            <a:xfrm>
              <a:off x="4219000" y="3279159"/>
              <a:ext cx="1783397" cy="1908200"/>
            </a:xfrm>
            <a:custGeom>
              <a:gdLst>
                <a:gd name="T0" fmla="*/ 283 w 288"/>
                <a:gd name="T1" fmla="*/ 308 h 308"/>
                <a:gd name="T2" fmla="*/ 107 w 288"/>
                <a:gd name="T3" fmla="*/ 150 h 308"/>
                <a:gd name="T4" fmla="*/ 24 w 288"/>
                <a:gd name="T5" fmla="*/ 130 h 308"/>
                <a:gd name="T6" fmla="*/ 2 w 288"/>
                <a:gd name="T7" fmla="*/ 103 h 308"/>
                <a:gd name="T8" fmla="*/ 1 w 288"/>
                <a:gd name="T9" fmla="*/ 31 h 308"/>
                <a:gd name="T10" fmla="*/ 34 w 288"/>
                <a:gd name="T11" fmla="*/ 4 h 308"/>
                <a:gd name="T12" fmla="*/ 241 w 288"/>
                <a:gd name="T13" fmla="*/ 140 h 308"/>
                <a:gd name="T14" fmla="*/ 283 w 288"/>
                <a:gd name="T15" fmla="*/ 308 h 308"/>
              </a:gd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88" h="308">
                  <a:moveTo>
                    <a:pt x="283" y="308"/>
                  </a:moveTo>
                  <a:cubicBezTo>
                    <a:pt x="240" y="236"/>
                    <a:pt x="185" y="180"/>
                    <a:pt x="107" y="150"/>
                  </a:cubicBezTo>
                  <a:cubicBezTo>
                    <a:pt x="80" y="140"/>
                    <a:pt x="52" y="134"/>
                    <a:pt x="24" y="130"/>
                  </a:cubicBezTo>
                  <a:cubicBezTo>
                    <a:pt x="6" y="127"/>
                    <a:pt x="1" y="120"/>
                    <a:pt x="2" y="103"/>
                  </a:cubicBezTo>
                  <a:cubicBezTo>
                    <a:pt x="2" y="79"/>
                    <a:pt x="3" y="55"/>
                    <a:pt x="1" y="31"/>
                  </a:cubicBezTo>
                  <a:cubicBezTo>
                    <a:pt x="0" y="5"/>
                    <a:pt x="13" y="0"/>
                    <a:pt x="34" y="4"/>
                  </a:cubicBezTo>
                  <a:cubicBezTo>
                    <a:pt x="123" y="19"/>
                    <a:pt x="193" y="64"/>
                    <a:pt x="241" y="140"/>
                  </a:cubicBezTo>
                  <a:cubicBezTo>
                    <a:pt x="274" y="191"/>
                    <a:pt x="288" y="247"/>
                    <a:pt x="283" y="308"/>
                  </a:cubicBezTo>
                  <a:close/>
                </a:path>
              </a:pathLst>
            </a:custGeom>
            <a:solidFill>
              <a:srgbClr val="3FB793"/>
            </a:solidFill>
            <a:ln>
              <a:noFill/>
            </a:ln>
            <a:effectLst>
              <a:outerShdw blurRad="63500" algn="ctr" rotWithShape="0">
                <a:prstClr val="black">
                  <a:alpha val="40000"/>
                </a:prstClr>
              </a:outerShdw>
            </a:effectLst>
          </p:spPr>
          <p:txBody>
            <a:bodyPr vert="horz" wrap="square" lIns="91440" tIns="45720" rIns="91440" bIns="45720" numCol="1" anchor="ctr" anchorCtr="0" compatLnSpc="1">
              <a:prstTxWarp prst="textNoShape">
                <a:avLst/>
              </a:prstTxWarp>
            </a:bodyPr>
            <a:lstStyle/>
            <a:p>
              <a:pPr algn="ctr"/>
              <a:endParaRPr lang="zh-CN" altLang="en-US" sz="4800">
                <a:solidFill>
                  <a:prstClr val="white"/>
                </a:solidFill>
                <a:latin typeface="思源黑体旧字形 Normal" panose="020b0400000000000000" pitchFamily="34" charset="-128"/>
                <a:ea typeface="思源黑体旧字形 Normal" panose="020b0400000000000000" pitchFamily="34" charset="-128"/>
              </a:endParaRPr>
            </a:p>
          </p:txBody>
        </p:sp>
        <p:grpSp>
          <p:nvGrpSpPr>
            <p:cNvPr id="114" name="组合 113">
              <a:extLst>
                <a:ext uri="{FF2B5EF4-FFF2-40B4-BE49-F238E27FC236}">
                  <a16:creationId xmlns:a16="http://schemas.microsoft.com/office/drawing/2014/main" id="{FD485DA3-00CA-4AC9-AB12-BCB8A06889C3}"/>
                </a:ext>
              </a:extLst>
            </p:cNvPr>
            <p:cNvGrpSpPr>
              <a:grpSpLocks noChangeAspect="1"/>
            </p:cNvGrpSpPr>
            <p:nvPr/>
          </p:nvGrpSpPr>
          <p:grpSpPr>
            <a:xfrm>
              <a:off x="4455659" y="3580467"/>
              <a:ext cx="240570" cy="324277"/>
              <a:chOff x="3722033" y="3714538"/>
              <a:chExt cx="500321" cy="674410"/>
            </a:xfrm>
            <a:solidFill>
              <a:schemeClr val="bg1"/>
            </a:solidFill>
          </p:grpSpPr>
          <p:sp>
            <p:nvSpPr>
              <p:cNvPr id="115" name="Freeform 27">
                <a:extLst>
                  <a:ext uri="{FF2B5EF4-FFF2-40B4-BE49-F238E27FC236}">
                    <a16:creationId xmlns:a16="http://schemas.microsoft.com/office/drawing/2014/main" id="{F8E5DF4E-9201-44D4-9DD7-519C0ECD811D}"/>
                  </a:ext>
                </a:extLst>
              </p:cNvPr>
              <p:cNvSpPr>
                <a:spLocks noEditPoints="1"/>
              </p:cNvSpPr>
              <p:nvPr/>
            </p:nvSpPr>
            <p:spPr bwMode="auto">
              <a:xfrm>
                <a:off x="3818586" y="4203888"/>
                <a:ext cx="306118" cy="185060"/>
              </a:xfrm>
              <a:custGeom>
                <a:gdLst>
                  <a:gd name="T0" fmla="*/ 317 w 354"/>
                  <a:gd name="T1" fmla="*/ 5 h 214"/>
                  <a:gd name="T2" fmla="*/ 354 w 354"/>
                  <a:gd name="T3" fmla="*/ 186 h 214"/>
                  <a:gd name="T4" fmla="*/ 294 w 354"/>
                  <a:gd name="T5" fmla="*/ 171 h 214"/>
                  <a:gd name="T6" fmla="*/ 250 w 354"/>
                  <a:gd name="T7" fmla="*/ 214 h 214"/>
                  <a:gd name="T8" fmla="*/ 215 w 354"/>
                  <a:gd name="T9" fmla="*/ 44 h 214"/>
                  <a:gd name="T10" fmla="*/ 230 w 354"/>
                  <a:gd name="T11" fmla="*/ 46 h 214"/>
                  <a:gd name="T12" fmla="*/ 241 w 354"/>
                  <a:gd name="T13" fmla="*/ 45 h 214"/>
                  <a:gd name="T14" fmla="*/ 287 w 354"/>
                  <a:gd name="T15" fmla="*/ 7 h 214"/>
                  <a:gd name="T16" fmla="*/ 292 w 354"/>
                  <a:gd name="T17" fmla="*/ 0 h 214"/>
                  <a:gd name="T18" fmla="*/ 300 w 354"/>
                  <a:gd name="T19" fmla="*/ 2 h 214"/>
                  <a:gd name="T20" fmla="*/ 317 w 354"/>
                  <a:gd name="T21" fmla="*/ 5 h 214"/>
                  <a:gd name="T22" fmla="*/ 140 w 354"/>
                  <a:gd name="T23" fmla="*/ 44 h 214"/>
                  <a:gd name="T24" fmla="*/ 105 w 354"/>
                  <a:gd name="T25" fmla="*/ 214 h 214"/>
                  <a:gd name="T26" fmla="*/ 60 w 354"/>
                  <a:gd name="T27" fmla="*/ 171 h 214"/>
                  <a:gd name="T28" fmla="*/ 0 w 354"/>
                  <a:gd name="T29" fmla="*/ 186 h 214"/>
                  <a:gd name="T30" fmla="*/ 38 w 354"/>
                  <a:gd name="T31" fmla="*/ 5 h 214"/>
                  <a:gd name="T32" fmla="*/ 55 w 354"/>
                  <a:gd name="T33" fmla="*/ 2 h 214"/>
                  <a:gd name="T34" fmla="*/ 63 w 354"/>
                  <a:gd name="T35" fmla="*/ 0 h 214"/>
                  <a:gd name="T36" fmla="*/ 67 w 354"/>
                  <a:gd name="T37" fmla="*/ 7 h 214"/>
                  <a:gd name="T38" fmla="*/ 103 w 354"/>
                  <a:gd name="T39" fmla="*/ 42 h 214"/>
                  <a:gd name="T40" fmla="*/ 114 w 354"/>
                  <a:gd name="T41" fmla="*/ 45 h 214"/>
                  <a:gd name="T42" fmla="*/ 140 w 354"/>
                  <a:gd name="T43" fmla="*/ 44 h 214"/>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54" h="214">
                    <a:moveTo>
                      <a:pt x="317" y="5"/>
                    </a:moveTo>
                    <a:cubicBezTo>
                      <a:pt x="354" y="186"/>
                      <a:pt x="354" y="186"/>
                      <a:pt x="354" y="186"/>
                    </a:cubicBezTo>
                    <a:cubicBezTo>
                      <a:pt x="294" y="171"/>
                      <a:pt x="294" y="171"/>
                      <a:pt x="294" y="171"/>
                    </a:cubicBezTo>
                    <a:cubicBezTo>
                      <a:pt x="250" y="214"/>
                      <a:pt x="250" y="214"/>
                      <a:pt x="250" y="214"/>
                    </a:cubicBezTo>
                    <a:cubicBezTo>
                      <a:pt x="215" y="44"/>
                      <a:pt x="215" y="44"/>
                      <a:pt x="215" y="44"/>
                    </a:cubicBezTo>
                    <a:cubicBezTo>
                      <a:pt x="220" y="45"/>
                      <a:pt x="225" y="46"/>
                      <a:pt x="230" y="46"/>
                    </a:cubicBezTo>
                    <a:cubicBezTo>
                      <a:pt x="234" y="46"/>
                      <a:pt x="238" y="46"/>
                      <a:pt x="241" y="45"/>
                    </a:cubicBezTo>
                    <a:cubicBezTo>
                      <a:pt x="264" y="40"/>
                      <a:pt x="276" y="25"/>
                      <a:pt x="287" y="7"/>
                    </a:cubicBezTo>
                    <a:cubicBezTo>
                      <a:pt x="289" y="5"/>
                      <a:pt x="290" y="2"/>
                      <a:pt x="292" y="0"/>
                    </a:cubicBezTo>
                    <a:cubicBezTo>
                      <a:pt x="295" y="0"/>
                      <a:pt x="298" y="1"/>
                      <a:pt x="300" y="2"/>
                    </a:cubicBezTo>
                    <a:cubicBezTo>
                      <a:pt x="306" y="3"/>
                      <a:pt x="311" y="4"/>
                      <a:pt x="317" y="5"/>
                    </a:cubicBezTo>
                    <a:close/>
                    <a:moveTo>
                      <a:pt x="140" y="44"/>
                    </a:moveTo>
                    <a:cubicBezTo>
                      <a:pt x="105" y="214"/>
                      <a:pt x="105" y="214"/>
                      <a:pt x="105" y="214"/>
                    </a:cubicBezTo>
                    <a:cubicBezTo>
                      <a:pt x="60" y="171"/>
                      <a:pt x="60" y="171"/>
                      <a:pt x="60" y="171"/>
                    </a:cubicBezTo>
                    <a:cubicBezTo>
                      <a:pt x="0" y="186"/>
                      <a:pt x="0" y="186"/>
                      <a:pt x="0" y="186"/>
                    </a:cubicBezTo>
                    <a:cubicBezTo>
                      <a:pt x="38" y="5"/>
                      <a:pt x="38" y="5"/>
                      <a:pt x="38" y="5"/>
                    </a:cubicBezTo>
                    <a:cubicBezTo>
                      <a:pt x="43" y="4"/>
                      <a:pt x="49" y="3"/>
                      <a:pt x="55" y="2"/>
                    </a:cubicBezTo>
                    <a:cubicBezTo>
                      <a:pt x="57" y="1"/>
                      <a:pt x="60" y="1"/>
                      <a:pt x="63" y="0"/>
                    </a:cubicBezTo>
                    <a:cubicBezTo>
                      <a:pt x="65" y="2"/>
                      <a:pt x="66" y="5"/>
                      <a:pt x="67" y="7"/>
                    </a:cubicBezTo>
                    <a:cubicBezTo>
                      <a:pt x="77" y="21"/>
                      <a:pt x="86" y="35"/>
                      <a:pt x="103" y="42"/>
                    </a:cubicBezTo>
                    <a:cubicBezTo>
                      <a:pt x="106" y="43"/>
                      <a:pt x="110" y="44"/>
                      <a:pt x="114" y="45"/>
                    </a:cubicBezTo>
                    <a:cubicBezTo>
                      <a:pt x="123" y="47"/>
                      <a:pt x="131" y="46"/>
                      <a:pt x="140" y="4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zh-CN" altLang="en-US"/>
              </a:p>
            </p:txBody>
          </p:sp>
          <p:sp>
            <p:nvSpPr>
              <p:cNvPr id="116" name="Freeform 28">
                <a:extLst>
                  <a:ext uri="{FF2B5EF4-FFF2-40B4-BE49-F238E27FC236}">
                    <a16:creationId xmlns:a16="http://schemas.microsoft.com/office/drawing/2014/main" id="{B7D59F48-0233-40C3-9C1B-FDB7481E7387}"/>
                  </a:ext>
                </a:extLst>
              </p:cNvPr>
              <p:cNvSpPr>
                <a:spLocks noEditPoints="1"/>
              </p:cNvSpPr>
              <p:nvPr/>
            </p:nvSpPr>
            <p:spPr bwMode="auto">
              <a:xfrm>
                <a:off x="3722033" y="3714538"/>
                <a:ext cx="500321" cy="500687"/>
              </a:xfrm>
              <a:custGeom>
                <a:gdLst>
                  <a:gd name="T0" fmla="*/ 289 w 579"/>
                  <a:gd name="T1" fmla="*/ 28 h 579"/>
                  <a:gd name="T2" fmla="*/ 346 w 579"/>
                  <a:gd name="T3" fmla="*/ 4 h 579"/>
                  <a:gd name="T4" fmla="*/ 390 w 579"/>
                  <a:gd name="T5" fmla="*/ 48 h 579"/>
                  <a:gd name="T6" fmla="*/ 451 w 579"/>
                  <a:gd name="T7" fmla="*/ 48 h 579"/>
                  <a:gd name="T8" fmla="*/ 475 w 579"/>
                  <a:gd name="T9" fmla="*/ 105 h 579"/>
                  <a:gd name="T10" fmla="*/ 532 w 579"/>
                  <a:gd name="T11" fmla="*/ 128 h 579"/>
                  <a:gd name="T12" fmla="*/ 531 w 579"/>
                  <a:gd name="T13" fmla="*/ 190 h 579"/>
                  <a:gd name="T14" fmla="*/ 575 w 579"/>
                  <a:gd name="T15" fmla="*/ 233 h 579"/>
                  <a:gd name="T16" fmla="*/ 551 w 579"/>
                  <a:gd name="T17" fmla="*/ 290 h 579"/>
                  <a:gd name="T18" fmla="*/ 575 w 579"/>
                  <a:gd name="T19" fmla="*/ 347 h 579"/>
                  <a:gd name="T20" fmla="*/ 531 w 579"/>
                  <a:gd name="T21" fmla="*/ 390 h 579"/>
                  <a:gd name="T22" fmla="*/ 532 w 579"/>
                  <a:gd name="T23" fmla="*/ 452 h 579"/>
                  <a:gd name="T24" fmla="*/ 475 w 579"/>
                  <a:gd name="T25" fmla="*/ 475 h 579"/>
                  <a:gd name="T26" fmla="*/ 451 w 579"/>
                  <a:gd name="T27" fmla="*/ 532 h 579"/>
                  <a:gd name="T28" fmla="*/ 390 w 579"/>
                  <a:gd name="T29" fmla="*/ 532 h 579"/>
                  <a:gd name="T30" fmla="*/ 346 w 579"/>
                  <a:gd name="T31" fmla="*/ 575 h 579"/>
                  <a:gd name="T32" fmla="*/ 289 w 579"/>
                  <a:gd name="T33" fmla="*/ 552 h 579"/>
                  <a:gd name="T34" fmla="*/ 233 w 579"/>
                  <a:gd name="T35" fmla="*/ 575 h 579"/>
                  <a:gd name="T36" fmla="*/ 189 w 579"/>
                  <a:gd name="T37" fmla="*/ 532 h 579"/>
                  <a:gd name="T38" fmla="*/ 128 w 579"/>
                  <a:gd name="T39" fmla="*/ 532 h 579"/>
                  <a:gd name="T40" fmla="*/ 104 w 579"/>
                  <a:gd name="T41" fmla="*/ 475 h 579"/>
                  <a:gd name="T42" fmla="*/ 47 w 579"/>
                  <a:gd name="T43" fmla="*/ 452 h 579"/>
                  <a:gd name="T44" fmla="*/ 47 w 579"/>
                  <a:gd name="T45" fmla="*/ 390 h 579"/>
                  <a:gd name="T46" fmla="*/ 4 w 579"/>
                  <a:gd name="T47" fmla="*/ 347 h 579"/>
                  <a:gd name="T48" fmla="*/ 27 w 579"/>
                  <a:gd name="T49" fmla="*/ 290 h 579"/>
                  <a:gd name="T50" fmla="*/ 4 w 579"/>
                  <a:gd name="T51" fmla="*/ 233 h 579"/>
                  <a:gd name="T52" fmla="*/ 47 w 579"/>
                  <a:gd name="T53" fmla="*/ 190 h 579"/>
                  <a:gd name="T54" fmla="*/ 47 w 579"/>
                  <a:gd name="T55" fmla="*/ 128 h 579"/>
                  <a:gd name="T56" fmla="*/ 104 w 579"/>
                  <a:gd name="T57" fmla="*/ 105 h 579"/>
                  <a:gd name="T58" fmla="*/ 128 w 579"/>
                  <a:gd name="T59" fmla="*/ 48 h 579"/>
                  <a:gd name="T60" fmla="*/ 189 w 579"/>
                  <a:gd name="T61" fmla="*/ 48 h 579"/>
                  <a:gd name="T62" fmla="*/ 233 w 579"/>
                  <a:gd name="T63" fmla="*/ 4 h 579"/>
                  <a:gd name="T64" fmla="*/ 289 w 579"/>
                  <a:gd name="T65" fmla="*/ 28 h 579"/>
                  <a:gd name="T66" fmla="*/ 367 w 579"/>
                  <a:gd name="T67" fmla="*/ 103 h 579"/>
                  <a:gd name="T68" fmla="*/ 87 w 579"/>
                  <a:gd name="T69" fmla="*/ 288 h 579"/>
                  <a:gd name="T70" fmla="*/ 367 w 579"/>
                  <a:gd name="T71" fmla="*/ 477 h 579"/>
                  <a:gd name="T72" fmla="*/ 431 w 579"/>
                  <a:gd name="T73" fmla="*/ 146 h 579"/>
                  <a:gd name="T74" fmla="*/ 367 w 579"/>
                  <a:gd name="T75" fmla="*/ 103 h 579"/>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579" h="579">
                    <a:moveTo>
                      <a:pt x="289" y="28"/>
                    </a:moveTo>
                    <a:cubicBezTo>
                      <a:pt x="308" y="29"/>
                      <a:pt x="327" y="0"/>
                      <a:pt x="346" y="4"/>
                    </a:cubicBezTo>
                    <a:cubicBezTo>
                      <a:pt x="365" y="8"/>
                      <a:pt x="371" y="42"/>
                      <a:pt x="390" y="48"/>
                    </a:cubicBezTo>
                    <a:cubicBezTo>
                      <a:pt x="407" y="56"/>
                      <a:pt x="435" y="37"/>
                      <a:pt x="451" y="48"/>
                    </a:cubicBezTo>
                    <a:cubicBezTo>
                      <a:pt x="467" y="58"/>
                      <a:pt x="460" y="92"/>
                      <a:pt x="475" y="105"/>
                    </a:cubicBezTo>
                    <a:cubicBezTo>
                      <a:pt x="487" y="119"/>
                      <a:pt x="521" y="112"/>
                      <a:pt x="532" y="128"/>
                    </a:cubicBezTo>
                    <a:cubicBezTo>
                      <a:pt x="542" y="144"/>
                      <a:pt x="523" y="172"/>
                      <a:pt x="531" y="190"/>
                    </a:cubicBezTo>
                    <a:cubicBezTo>
                      <a:pt x="537" y="208"/>
                      <a:pt x="571" y="214"/>
                      <a:pt x="575" y="233"/>
                    </a:cubicBezTo>
                    <a:cubicBezTo>
                      <a:pt x="579" y="252"/>
                      <a:pt x="550" y="271"/>
                      <a:pt x="551" y="290"/>
                    </a:cubicBezTo>
                    <a:cubicBezTo>
                      <a:pt x="550" y="309"/>
                      <a:pt x="579" y="328"/>
                      <a:pt x="575" y="347"/>
                    </a:cubicBezTo>
                    <a:cubicBezTo>
                      <a:pt x="571" y="366"/>
                      <a:pt x="538" y="372"/>
                      <a:pt x="531" y="390"/>
                    </a:cubicBezTo>
                    <a:cubicBezTo>
                      <a:pt x="523" y="407"/>
                      <a:pt x="542" y="436"/>
                      <a:pt x="532" y="452"/>
                    </a:cubicBezTo>
                    <a:cubicBezTo>
                      <a:pt x="521" y="468"/>
                      <a:pt x="487" y="461"/>
                      <a:pt x="475" y="475"/>
                    </a:cubicBezTo>
                    <a:cubicBezTo>
                      <a:pt x="460" y="488"/>
                      <a:pt x="467" y="521"/>
                      <a:pt x="451" y="532"/>
                    </a:cubicBezTo>
                    <a:cubicBezTo>
                      <a:pt x="435" y="543"/>
                      <a:pt x="407" y="523"/>
                      <a:pt x="390" y="532"/>
                    </a:cubicBezTo>
                    <a:cubicBezTo>
                      <a:pt x="372" y="538"/>
                      <a:pt x="365" y="572"/>
                      <a:pt x="346" y="575"/>
                    </a:cubicBezTo>
                    <a:cubicBezTo>
                      <a:pt x="327" y="579"/>
                      <a:pt x="309" y="550"/>
                      <a:pt x="289" y="552"/>
                    </a:cubicBezTo>
                    <a:cubicBezTo>
                      <a:pt x="270" y="550"/>
                      <a:pt x="252" y="579"/>
                      <a:pt x="233" y="575"/>
                    </a:cubicBezTo>
                    <a:cubicBezTo>
                      <a:pt x="214" y="572"/>
                      <a:pt x="207" y="538"/>
                      <a:pt x="189" y="532"/>
                    </a:cubicBezTo>
                    <a:cubicBezTo>
                      <a:pt x="172" y="523"/>
                      <a:pt x="144" y="543"/>
                      <a:pt x="128" y="532"/>
                    </a:cubicBezTo>
                    <a:cubicBezTo>
                      <a:pt x="112" y="521"/>
                      <a:pt x="119" y="488"/>
                      <a:pt x="104" y="475"/>
                    </a:cubicBezTo>
                    <a:cubicBezTo>
                      <a:pt x="92" y="461"/>
                      <a:pt x="58" y="468"/>
                      <a:pt x="47" y="452"/>
                    </a:cubicBezTo>
                    <a:cubicBezTo>
                      <a:pt x="36" y="436"/>
                      <a:pt x="56" y="407"/>
                      <a:pt x="47" y="390"/>
                    </a:cubicBezTo>
                    <a:cubicBezTo>
                      <a:pt x="41" y="372"/>
                      <a:pt x="8" y="366"/>
                      <a:pt x="4" y="347"/>
                    </a:cubicBezTo>
                    <a:cubicBezTo>
                      <a:pt x="0" y="328"/>
                      <a:pt x="29" y="309"/>
                      <a:pt x="27" y="290"/>
                    </a:cubicBezTo>
                    <a:cubicBezTo>
                      <a:pt x="29" y="271"/>
                      <a:pt x="0" y="252"/>
                      <a:pt x="4" y="233"/>
                    </a:cubicBezTo>
                    <a:cubicBezTo>
                      <a:pt x="8" y="214"/>
                      <a:pt x="41" y="208"/>
                      <a:pt x="47" y="190"/>
                    </a:cubicBezTo>
                    <a:cubicBezTo>
                      <a:pt x="56" y="172"/>
                      <a:pt x="36" y="144"/>
                      <a:pt x="47" y="128"/>
                    </a:cubicBezTo>
                    <a:cubicBezTo>
                      <a:pt x="58" y="112"/>
                      <a:pt x="92" y="119"/>
                      <a:pt x="104" y="105"/>
                    </a:cubicBezTo>
                    <a:cubicBezTo>
                      <a:pt x="119" y="92"/>
                      <a:pt x="112" y="58"/>
                      <a:pt x="128" y="48"/>
                    </a:cubicBezTo>
                    <a:cubicBezTo>
                      <a:pt x="144" y="37"/>
                      <a:pt x="172" y="56"/>
                      <a:pt x="189" y="48"/>
                    </a:cubicBezTo>
                    <a:cubicBezTo>
                      <a:pt x="207" y="42"/>
                      <a:pt x="214" y="8"/>
                      <a:pt x="233" y="4"/>
                    </a:cubicBezTo>
                    <a:cubicBezTo>
                      <a:pt x="252" y="0"/>
                      <a:pt x="270" y="29"/>
                      <a:pt x="289" y="28"/>
                    </a:cubicBezTo>
                    <a:close/>
                    <a:moveTo>
                      <a:pt x="367" y="103"/>
                    </a:moveTo>
                    <a:cubicBezTo>
                      <a:pt x="234" y="48"/>
                      <a:pt x="88" y="145"/>
                      <a:pt x="87" y="288"/>
                    </a:cubicBezTo>
                    <a:cubicBezTo>
                      <a:pt x="86" y="433"/>
                      <a:pt x="233" y="532"/>
                      <a:pt x="367" y="477"/>
                    </a:cubicBezTo>
                    <a:cubicBezTo>
                      <a:pt x="501" y="421"/>
                      <a:pt x="534" y="247"/>
                      <a:pt x="431" y="146"/>
                    </a:cubicBezTo>
                    <a:cubicBezTo>
                      <a:pt x="413" y="127"/>
                      <a:pt x="391" y="113"/>
                      <a:pt x="367" y="10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zh-CN" altLang="en-US"/>
              </a:p>
            </p:txBody>
          </p:sp>
          <p:sp>
            <p:nvSpPr>
              <p:cNvPr id="117" name="Freeform 29">
                <a:extLst>
                  <a:ext uri="{FF2B5EF4-FFF2-40B4-BE49-F238E27FC236}">
                    <a16:creationId xmlns:a16="http://schemas.microsoft.com/office/drawing/2014/main" id="{7F6F2DF0-9795-4274-9169-11C9DAE27764}"/>
                  </a:ext>
                </a:extLst>
              </p:cNvPr>
              <p:cNvSpPr>
                <a:spLocks noEditPoints="1"/>
              </p:cNvSpPr>
              <p:nvPr/>
            </p:nvSpPr>
            <p:spPr bwMode="auto">
              <a:xfrm>
                <a:off x="3829192" y="3821698"/>
                <a:ext cx="286002" cy="287100"/>
              </a:xfrm>
              <a:custGeom>
                <a:gdLst>
                  <a:gd name="T0" fmla="*/ 165 w 331"/>
                  <a:gd name="T1" fmla="*/ 0 h 332"/>
                  <a:gd name="T2" fmla="*/ 331 w 331"/>
                  <a:gd name="T3" fmla="*/ 166 h 332"/>
                  <a:gd name="T4" fmla="*/ 165 w 331"/>
                  <a:gd name="T5" fmla="*/ 332 h 332"/>
                  <a:gd name="T6" fmla="*/ 0 w 331"/>
                  <a:gd name="T7" fmla="*/ 166 h 332"/>
                  <a:gd name="T8" fmla="*/ 165 w 331"/>
                  <a:gd name="T9" fmla="*/ 0 h 332"/>
                  <a:gd name="T10" fmla="*/ 176 w 331"/>
                  <a:gd name="T11" fmla="*/ 50 h 332"/>
                  <a:gd name="T12" fmla="*/ 205 w 331"/>
                  <a:gd name="T13" fmla="*/ 111 h 332"/>
                  <a:gd name="T14" fmla="*/ 272 w 331"/>
                  <a:gd name="T15" fmla="*/ 119 h 332"/>
                  <a:gd name="T16" fmla="*/ 282 w 331"/>
                  <a:gd name="T17" fmla="*/ 127 h 332"/>
                  <a:gd name="T18" fmla="*/ 279 w 331"/>
                  <a:gd name="T19" fmla="*/ 140 h 332"/>
                  <a:gd name="T20" fmla="*/ 229 w 331"/>
                  <a:gd name="T21" fmla="*/ 186 h 332"/>
                  <a:gd name="T22" fmla="*/ 242 w 331"/>
                  <a:gd name="T23" fmla="*/ 252 h 332"/>
                  <a:gd name="T24" fmla="*/ 237 w 331"/>
                  <a:gd name="T25" fmla="*/ 265 h 332"/>
                  <a:gd name="T26" fmla="*/ 224 w 331"/>
                  <a:gd name="T27" fmla="*/ 265 h 332"/>
                  <a:gd name="T28" fmla="*/ 165 w 331"/>
                  <a:gd name="T29" fmla="*/ 232 h 332"/>
                  <a:gd name="T30" fmla="*/ 106 w 331"/>
                  <a:gd name="T31" fmla="*/ 265 h 332"/>
                  <a:gd name="T32" fmla="*/ 93 w 331"/>
                  <a:gd name="T33" fmla="*/ 265 h 332"/>
                  <a:gd name="T34" fmla="*/ 89 w 331"/>
                  <a:gd name="T35" fmla="*/ 252 h 332"/>
                  <a:gd name="T36" fmla="*/ 102 w 331"/>
                  <a:gd name="T37" fmla="*/ 186 h 332"/>
                  <a:gd name="T38" fmla="*/ 52 w 331"/>
                  <a:gd name="T39" fmla="*/ 140 h 332"/>
                  <a:gd name="T40" fmla="*/ 49 w 331"/>
                  <a:gd name="T41" fmla="*/ 127 h 332"/>
                  <a:gd name="T42" fmla="*/ 59 w 331"/>
                  <a:gd name="T43" fmla="*/ 119 h 332"/>
                  <a:gd name="T44" fmla="*/ 126 w 331"/>
                  <a:gd name="T45" fmla="*/ 111 h 332"/>
                  <a:gd name="T46" fmla="*/ 154 w 331"/>
                  <a:gd name="T47" fmla="*/ 50 h 332"/>
                  <a:gd name="T48" fmla="*/ 165 w 331"/>
                  <a:gd name="T49" fmla="*/ 43 h 332"/>
                  <a:gd name="T50" fmla="*/ 176 w 331"/>
                  <a:gd name="T51" fmla="*/ 50 h 332"/>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31" h="332">
                    <a:moveTo>
                      <a:pt x="165" y="0"/>
                    </a:moveTo>
                    <a:cubicBezTo>
                      <a:pt x="257" y="0"/>
                      <a:pt x="331" y="74"/>
                      <a:pt x="331" y="166"/>
                    </a:cubicBezTo>
                    <a:cubicBezTo>
                      <a:pt x="331" y="257"/>
                      <a:pt x="257" y="332"/>
                      <a:pt x="165" y="332"/>
                    </a:cubicBezTo>
                    <a:cubicBezTo>
                      <a:pt x="74" y="332"/>
                      <a:pt x="0" y="257"/>
                      <a:pt x="0" y="166"/>
                    </a:cubicBezTo>
                    <a:cubicBezTo>
                      <a:pt x="0" y="74"/>
                      <a:pt x="74" y="0"/>
                      <a:pt x="165" y="0"/>
                    </a:cubicBezTo>
                    <a:close/>
                    <a:moveTo>
                      <a:pt x="176" y="50"/>
                    </a:moveTo>
                    <a:cubicBezTo>
                      <a:pt x="205" y="111"/>
                      <a:pt x="205" y="111"/>
                      <a:pt x="205" y="111"/>
                    </a:cubicBezTo>
                    <a:cubicBezTo>
                      <a:pt x="272" y="119"/>
                      <a:pt x="272" y="119"/>
                      <a:pt x="272" y="119"/>
                    </a:cubicBezTo>
                    <a:cubicBezTo>
                      <a:pt x="277" y="120"/>
                      <a:pt x="281" y="123"/>
                      <a:pt x="282" y="127"/>
                    </a:cubicBezTo>
                    <a:cubicBezTo>
                      <a:pt x="284" y="132"/>
                      <a:pt x="282" y="137"/>
                      <a:pt x="279" y="140"/>
                    </a:cubicBezTo>
                    <a:cubicBezTo>
                      <a:pt x="229" y="186"/>
                      <a:pt x="229" y="186"/>
                      <a:pt x="229" y="186"/>
                    </a:cubicBezTo>
                    <a:cubicBezTo>
                      <a:pt x="242" y="252"/>
                      <a:pt x="242" y="252"/>
                      <a:pt x="242" y="252"/>
                    </a:cubicBezTo>
                    <a:cubicBezTo>
                      <a:pt x="243" y="257"/>
                      <a:pt x="241" y="262"/>
                      <a:pt x="237" y="265"/>
                    </a:cubicBezTo>
                    <a:cubicBezTo>
                      <a:pt x="234" y="267"/>
                      <a:pt x="229" y="268"/>
                      <a:pt x="224" y="265"/>
                    </a:cubicBezTo>
                    <a:cubicBezTo>
                      <a:pt x="165" y="232"/>
                      <a:pt x="165" y="232"/>
                      <a:pt x="165" y="232"/>
                    </a:cubicBezTo>
                    <a:cubicBezTo>
                      <a:pt x="106" y="265"/>
                      <a:pt x="106" y="265"/>
                      <a:pt x="106" y="265"/>
                    </a:cubicBezTo>
                    <a:cubicBezTo>
                      <a:pt x="102" y="268"/>
                      <a:pt x="97" y="267"/>
                      <a:pt x="93" y="265"/>
                    </a:cubicBezTo>
                    <a:cubicBezTo>
                      <a:pt x="89" y="262"/>
                      <a:pt x="88" y="257"/>
                      <a:pt x="89" y="252"/>
                    </a:cubicBezTo>
                    <a:cubicBezTo>
                      <a:pt x="102" y="186"/>
                      <a:pt x="102" y="186"/>
                      <a:pt x="102" y="186"/>
                    </a:cubicBezTo>
                    <a:cubicBezTo>
                      <a:pt x="52" y="140"/>
                      <a:pt x="52" y="140"/>
                      <a:pt x="52" y="140"/>
                    </a:cubicBezTo>
                    <a:cubicBezTo>
                      <a:pt x="48" y="137"/>
                      <a:pt x="47" y="132"/>
                      <a:pt x="49" y="127"/>
                    </a:cubicBezTo>
                    <a:cubicBezTo>
                      <a:pt x="50" y="123"/>
                      <a:pt x="54" y="120"/>
                      <a:pt x="59" y="119"/>
                    </a:cubicBezTo>
                    <a:cubicBezTo>
                      <a:pt x="126" y="111"/>
                      <a:pt x="126" y="111"/>
                      <a:pt x="126" y="111"/>
                    </a:cubicBezTo>
                    <a:cubicBezTo>
                      <a:pt x="154" y="50"/>
                      <a:pt x="154" y="50"/>
                      <a:pt x="154" y="50"/>
                    </a:cubicBezTo>
                    <a:cubicBezTo>
                      <a:pt x="156" y="45"/>
                      <a:pt x="161" y="43"/>
                      <a:pt x="165" y="43"/>
                    </a:cubicBezTo>
                    <a:cubicBezTo>
                      <a:pt x="170" y="43"/>
                      <a:pt x="174" y="45"/>
                      <a:pt x="176" y="5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zh-CN" altLang="en-US"/>
              </a:p>
            </p:txBody>
          </p:sp>
        </p:grpSp>
      </p:grpSp>
      <p:grpSp>
        <p:nvGrpSpPr>
          <p:cNvPr id="118" name="组合 117">
            <a:extLst>
              <a:ext uri="{FF2B5EF4-FFF2-40B4-BE49-F238E27FC236}">
                <a16:creationId xmlns:a16="http://schemas.microsoft.com/office/drawing/2014/main" id="{19042104-33C5-42EB-9EE0-E87A8A2CB4CA}"/>
              </a:ext>
            </a:extLst>
          </p:cNvPr>
          <p:cNvGrpSpPr/>
          <p:nvPr/>
        </p:nvGrpSpPr>
        <p:grpSpPr>
          <a:xfrm>
            <a:off x="6072167" y="2270341"/>
            <a:ext cx="1907760" cy="1937310"/>
            <a:chOff x="6071367" y="2270867"/>
            <a:chExt cx="1908202" cy="1937758"/>
          </a:xfrm>
        </p:grpSpPr>
        <p:sp>
          <p:nvSpPr>
            <p:cNvPr id="119" name="Freeform 10">
              <a:extLst>
                <a:ext uri="{FF2B5EF4-FFF2-40B4-BE49-F238E27FC236}">
                  <a16:creationId xmlns:a16="http://schemas.microsoft.com/office/drawing/2014/main" id="{13DDAA14-CDA5-4B50-A15B-77D787E61F02}"/>
                </a:ext>
              </a:extLst>
            </p:cNvPr>
            <p:cNvSpPr/>
            <p:nvPr/>
          </p:nvSpPr>
          <p:spPr bwMode="auto">
            <a:xfrm>
              <a:off x="6071367" y="2270867"/>
              <a:ext cx="1908202" cy="1937758"/>
            </a:xfrm>
            <a:custGeom>
              <a:gdLst>
                <a:gd name="T0" fmla="*/ 17 w 308"/>
                <a:gd name="T1" fmla="*/ 313 h 313"/>
                <a:gd name="T2" fmla="*/ 269 w 308"/>
                <a:gd name="T3" fmla="*/ 1 h 313"/>
                <a:gd name="T4" fmla="*/ 299 w 308"/>
                <a:gd name="T5" fmla="*/ 29 h 313"/>
                <a:gd name="T6" fmla="*/ 295 w 308"/>
                <a:gd name="T7" fmla="*/ 112 h 313"/>
                <a:gd name="T8" fmla="*/ 220 w 308"/>
                <a:gd name="T9" fmla="*/ 139 h 313"/>
                <a:gd name="T10" fmla="*/ 17 w 308"/>
                <a:gd name="T11" fmla="*/ 313 h 313"/>
              </a:gdLst>
              <a:cxnLst>
                <a:cxn ang="0">
                  <a:pos x="T0" y="T1"/>
                </a:cxn>
                <a:cxn ang="0">
                  <a:pos x="T2" y="T3"/>
                </a:cxn>
                <a:cxn ang="0">
                  <a:pos x="T4" y="T5"/>
                </a:cxn>
                <a:cxn ang="0">
                  <a:pos x="T6" y="T7"/>
                </a:cxn>
                <a:cxn ang="0">
                  <a:pos x="T8" y="T9"/>
                </a:cxn>
                <a:cxn ang="0">
                  <a:pos x="T10" y="T11"/>
                </a:cxn>
              </a:cxnLst>
              <a:rect l="0" t="0" r="r" b="b"/>
              <a:pathLst>
                <a:path w="308" h="313">
                  <a:moveTo>
                    <a:pt x="17" y="313"/>
                  </a:moveTo>
                  <a:cubicBezTo>
                    <a:pt x="0" y="166"/>
                    <a:pt x="129" y="11"/>
                    <a:pt x="269" y="1"/>
                  </a:cubicBezTo>
                  <a:cubicBezTo>
                    <a:pt x="291" y="0"/>
                    <a:pt x="300" y="6"/>
                    <a:pt x="299" y="29"/>
                  </a:cubicBezTo>
                  <a:cubicBezTo>
                    <a:pt x="297" y="57"/>
                    <a:pt x="308" y="92"/>
                    <a:pt x="295" y="112"/>
                  </a:cubicBezTo>
                  <a:cubicBezTo>
                    <a:pt x="283" y="130"/>
                    <a:pt x="246" y="131"/>
                    <a:pt x="220" y="139"/>
                  </a:cubicBezTo>
                  <a:cubicBezTo>
                    <a:pt x="130" y="167"/>
                    <a:pt x="65" y="224"/>
                    <a:pt x="17" y="313"/>
                  </a:cubicBezTo>
                  <a:close/>
                </a:path>
              </a:pathLst>
            </a:custGeom>
            <a:solidFill>
              <a:srgbClr val="3FB793"/>
            </a:solidFill>
            <a:ln>
              <a:noFill/>
            </a:ln>
            <a:effectLst>
              <a:outerShdw blurRad="63500" algn="ctr"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zh-CN" altLang="en-US">
                <a:solidFill>
                  <a:schemeClr val="tx1"/>
                </a:solidFill>
              </a:endParaRPr>
            </a:p>
          </p:txBody>
        </p:sp>
        <p:grpSp>
          <p:nvGrpSpPr>
            <p:cNvPr id="120" name="组合 119">
              <a:extLst>
                <a:ext uri="{FF2B5EF4-FFF2-40B4-BE49-F238E27FC236}">
                  <a16:creationId xmlns:a16="http://schemas.microsoft.com/office/drawing/2014/main" id="{340C7F11-B373-48B7-8D36-EC52CE8D12ED}"/>
                </a:ext>
              </a:extLst>
            </p:cNvPr>
            <p:cNvGrpSpPr>
              <a:grpSpLocks noChangeAspect="1"/>
            </p:cNvGrpSpPr>
            <p:nvPr/>
          </p:nvGrpSpPr>
          <p:grpSpPr>
            <a:xfrm>
              <a:off x="7482903" y="2532040"/>
              <a:ext cx="312886" cy="266228"/>
              <a:chOff x="7909299" y="3772690"/>
              <a:chExt cx="667095" cy="567616"/>
            </a:xfrm>
            <a:solidFill>
              <a:schemeClr val="bg1"/>
            </a:solidFill>
          </p:grpSpPr>
          <p:sp>
            <p:nvSpPr>
              <p:cNvPr id="121" name="Freeform 16">
                <a:extLst>
                  <a:ext uri="{FF2B5EF4-FFF2-40B4-BE49-F238E27FC236}">
                    <a16:creationId xmlns:a16="http://schemas.microsoft.com/office/drawing/2014/main" id="{97B3B38C-3B77-4B13-84E0-A2CCE6F9D265}"/>
                  </a:ext>
                </a:extLst>
              </p:cNvPr>
              <p:cNvSpPr>
                <a:spLocks noEditPoints="1"/>
              </p:cNvSpPr>
              <p:nvPr/>
            </p:nvSpPr>
            <p:spPr bwMode="auto">
              <a:xfrm>
                <a:off x="7909299" y="3772690"/>
                <a:ext cx="623207" cy="567616"/>
              </a:xfrm>
              <a:custGeom>
                <a:gdLst>
                  <a:gd name="T0" fmla="*/ 499 w 721"/>
                  <a:gd name="T1" fmla="*/ 196 h 657"/>
                  <a:gd name="T2" fmla="*/ 637 w 721"/>
                  <a:gd name="T3" fmla="*/ 322 h 657"/>
                  <a:gd name="T4" fmla="*/ 646 w 721"/>
                  <a:gd name="T5" fmla="*/ 329 h 657"/>
                  <a:gd name="T6" fmla="*/ 672 w 721"/>
                  <a:gd name="T7" fmla="*/ 353 h 657"/>
                  <a:gd name="T8" fmla="*/ 686 w 721"/>
                  <a:gd name="T9" fmla="*/ 367 h 657"/>
                  <a:gd name="T10" fmla="*/ 669 w 721"/>
                  <a:gd name="T11" fmla="*/ 472 h 657"/>
                  <a:gd name="T12" fmla="*/ 611 w 721"/>
                  <a:gd name="T13" fmla="*/ 550 h 657"/>
                  <a:gd name="T14" fmla="*/ 539 w 721"/>
                  <a:gd name="T15" fmla="*/ 598 h 657"/>
                  <a:gd name="T16" fmla="*/ 439 w 721"/>
                  <a:gd name="T17" fmla="*/ 633 h 657"/>
                  <a:gd name="T18" fmla="*/ 433 w 721"/>
                  <a:gd name="T19" fmla="*/ 629 h 657"/>
                  <a:gd name="T20" fmla="*/ 449 w 721"/>
                  <a:gd name="T21" fmla="*/ 594 h 657"/>
                  <a:gd name="T22" fmla="*/ 481 w 721"/>
                  <a:gd name="T23" fmla="*/ 606 h 657"/>
                  <a:gd name="T24" fmla="*/ 501 w 721"/>
                  <a:gd name="T25" fmla="*/ 591 h 657"/>
                  <a:gd name="T26" fmla="*/ 501 w 721"/>
                  <a:gd name="T27" fmla="*/ 577 h 657"/>
                  <a:gd name="T28" fmla="*/ 452 w 721"/>
                  <a:gd name="T29" fmla="*/ 538 h 657"/>
                  <a:gd name="T30" fmla="*/ 449 w 721"/>
                  <a:gd name="T31" fmla="*/ 511 h 657"/>
                  <a:gd name="T32" fmla="*/ 475 w 721"/>
                  <a:gd name="T33" fmla="*/ 508 h 657"/>
                  <a:gd name="T34" fmla="*/ 530 w 721"/>
                  <a:gd name="T35" fmla="*/ 551 h 657"/>
                  <a:gd name="T36" fmla="*/ 567 w 721"/>
                  <a:gd name="T37" fmla="*/ 557 h 657"/>
                  <a:gd name="T38" fmla="*/ 572 w 721"/>
                  <a:gd name="T39" fmla="*/ 549 h 657"/>
                  <a:gd name="T40" fmla="*/ 570 w 721"/>
                  <a:gd name="T41" fmla="*/ 532 h 657"/>
                  <a:gd name="T42" fmla="*/ 506 w 721"/>
                  <a:gd name="T43" fmla="*/ 481 h 657"/>
                  <a:gd name="T44" fmla="*/ 503 w 721"/>
                  <a:gd name="T45" fmla="*/ 455 h 657"/>
                  <a:gd name="T46" fmla="*/ 529 w 721"/>
                  <a:gd name="T47" fmla="*/ 451 h 657"/>
                  <a:gd name="T48" fmla="*/ 596 w 721"/>
                  <a:gd name="T49" fmla="*/ 504 h 657"/>
                  <a:gd name="T50" fmla="*/ 598 w 721"/>
                  <a:gd name="T51" fmla="*/ 505 h 657"/>
                  <a:gd name="T52" fmla="*/ 620 w 721"/>
                  <a:gd name="T53" fmla="*/ 467 h 657"/>
                  <a:gd name="T54" fmla="*/ 549 w 721"/>
                  <a:gd name="T55" fmla="*/ 414 h 657"/>
                  <a:gd name="T56" fmla="*/ 546 w 721"/>
                  <a:gd name="T57" fmla="*/ 388 h 657"/>
                  <a:gd name="T58" fmla="*/ 572 w 721"/>
                  <a:gd name="T59" fmla="*/ 384 h 657"/>
                  <a:gd name="T60" fmla="*/ 642 w 721"/>
                  <a:gd name="T61" fmla="*/ 437 h 657"/>
                  <a:gd name="T62" fmla="*/ 663 w 721"/>
                  <a:gd name="T63" fmla="*/ 429 h 657"/>
                  <a:gd name="T64" fmla="*/ 659 w 721"/>
                  <a:gd name="T65" fmla="*/ 394 h 657"/>
                  <a:gd name="T66" fmla="*/ 645 w 721"/>
                  <a:gd name="T67" fmla="*/ 379 h 657"/>
                  <a:gd name="T68" fmla="*/ 457 w 721"/>
                  <a:gd name="T69" fmla="*/ 209 h 657"/>
                  <a:gd name="T70" fmla="*/ 462 w 721"/>
                  <a:gd name="T71" fmla="*/ 198 h 657"/>
                  <a:gd name="T72" fmla="*/ 496 w 721"/>
                  <a:gd name="T73" fmla="*/ 196 h 657"/>
                  <a:gd name="T74" fmla="*/ 499 w 721"/>
                  <a:gd name="T75" fmla="*/ 196 h 657"/>
                  <a:gd name="T76" fmla="*/ 86 w 721"/>
                  <a:gd name="T77" fmla="*/ 355 h 657"/>
                  <a:gd name="T78" fmla="*/ 59 w 721"/>
                  <a:gd name="T79" fmla="*/ 262 h 657"/>
                  <a:gd name="T80" fmla="*/ 35 w 721"/>
                  <a:gd name="T81" fmla="*/ 239 h 657"/>
                  <a:gd name="T82" fmla="*/ 0 w 721"/>
                  <a:gd name="T83" fmla="*/ 176 h 657"/>
                  <a:gd name="T84" fmla="*/ 16 w 721"/>
                  <a:gd name="T85" fmla="*/ 135 h 657"/>
                  <a:gd name="T86" fmla="*/ 116 w 721"/>
                  <a:gd name="T87" fmla="*/ 27 h 657"/>
                  <a:gd name="T88" fmla="*/ 199 w 721"/>
                  <a:gd name="T89" fmla="*/ 20 h 657"/>
                  <a:gd name="T90" fmla="*/ 242 w 721"/>
                  <a:gd name="T91" fmla="*/ 46 h 657"/>
                  <a:gd name="T92" fmla="*/ 254 w 721"/>
                  <a:gd name="T93" fmla="*/ 50 h 657"/>
                  <a:gd name="T94" fmla="*/ 350 w 721"/>
                  <a:gd name="T95" fmla="*/ 33 h 657"/>
                  <a:gd name="T96" fmla="*/ 284 w 721"/>
                  <a:gd name="T97" fmla="*/ 82 h 657"/>
                  <a:gd name="T98" fmla="*/ 260 w 721"/>
                  <a:gd name="T99" fmla="*/ 87 h 657"/>
                  <a:gd name="T100" fmla="*/ 195 w 721"/>
                  <a:gd name="T101" fmla="*/ 64 h 657"/>
                  <a:gd name="T102" fmla="*/ 176 w 721"/>
                  <a:gd name="T103" fmla="*/ 50 h 657"/>
                  <a:gd name="T104" fmla="*/ 144 w 721"/>
                  <a:gd name="T105" fmla="*/ 53 h 657"/>
                  <a:gd name="T106" fmla="*/ 44 w 721"/>
                  <a:gd name="T107" fmla="*/ 161 h 657"/>
                  <a:gd name="T108" fmla="*/ 44 w 721"/>
                  <a:gd name="T109" fmla="*/ 193 h 657"/>
                  <a:gd name="T110" fmla="*/ 69 w 721"/>
                  <a:gd name="T111" fmla="*/ 220 h 657"/>
                  <a:gd name="T112" fmla="*/ 97 w 721"/>
                  <a:gd name="T113" fmla="*/ 257 h 657"/>
                  <a:gd name="T114" fmla="*/ 115 w 721"/>
                  <a:gd name="T115" fmla="*/ 330 h 657"/>
                  <a:gd name="T116" fmla="*/ 86 w 721"/>
                  <a:gd name="T117" fmla="*/ 355 h 657"/>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721" h="657">
                    <a:moveTo>
                      <a:pt x="499" y="196"/>
                    </a:moveTo>
                    <a:cubicBezTo>
                      <a:pt x="545" y="237"/>
                      <a:pt x="592" y="279"/>
                      <a:pt x="637" y="322"/>
                    </a:cubicBezTo>
                    <a:cubicBezTo>
                      <a:pt x="640" y="325"/>
                      <a:pt x="643" y="327"/>
                      <a:pt x="646" y="329"/>
                    </a:cubicBezTo>
                    <a:cubicBezTo>
                      <a:pt x="672" y="353"/>
                      <a:pt x="672" y="353"/>
                      <a:pt x="672" y="353"/>
                    </a:cubicBezTo>
                    <a:cubicBezTo>
                      <a:pt x="686" y="367"/>
                      <a:pt x="686" y="367"/>
                      <a:pt x="686" y="367"/>
                    </a:cubicBezTo>
                    <a:cubicBezTo>
                      <a:pt x="721" y="403"/>
                      <a:pt x="707" y="456"/>
                      <a:pt x="669" y="472"/>
                    </a:cubicBezTo>
                    <a:cubicBezTo>
                      <a:pt x="685" y="513"/>
                      <a:pt x="652" y="552"/>
                      <a:pt x="611" y="550"/>
                    </a:cubicBezTo>
                    <a:cubicBezTo>
                      <a:pt x="606" y="584"/>
                      <a:pt x="574" y="607"/>
                      <a:pt x="539" y="598"/>
                    </a:cubicBezTo>
                    <a:cubicBezTo>
                      <a:pt x="529" y="641"/>
                      <a:pt x="479" y="657"/>
                      <a:pt x="439" y="633"/>
                    </a:cubicBezTo>
                    <a:cubicBezTo>
                      <a:pt x="433" y="629"/>
                      <a:pt x="433" y="629"/>
                      <a:pt x="433" y="629"/>
                    </a:cubicBezTo>
                    <a:cubicBezTo>
                      <a:pt x="441" y="619"/>
                      <a:pt x="446" y="607"/>
                      <a:pt x="449" y="594"/>
                    </a:cubicBezTo>
                    <a:cubicBezTo>
                      <a:pt x="460" y="601"/>
                      <a:pt x="468" y="607"/>
                      <a:pt x="481" y="606"/>
                    </a:cubicBezTo>
                    <a:cubicBezTo>
                      <a:pt x="490" y="605"/>
                      <a:pt x="499" y="600"/>
                      <a:pt x="501" y="591"/>
                    </a:cubicBezTo>
                    <a:cubicBezTo>
                      <a:pt x="502" y="587"/>
                      <a:pt x="502" y="583"/>
                      <a:pt x="501" y="577"/>
                    </a:cubicBezTo>
                    <a:cubicBezTo>
                      <a:pt x="452" y="538"/>
                      <a:pt x="452" y="538"/>
                      <a:pt x="452" y="538"/>
                    </a:cubicBezTo>
                    <a:cubicBezTo>
                      <a:pt x="444" y="531"/>
                      <a:pt x="442" y="519"/>
                      <a:pt x="449" y="511"/>
                    </a:cubicBezTo>
                    <a:cubicBezTo>
                      <a:pt x="455" y="503"/>
                      <a:pt x="467" y="502"/>
                      <a:pt x="475" y="508"/>
                    </a:cubicBezTo>
                    <a:cubicBezTo>
                      <a:pt x="530" y="551"/>
                      <a:pt x="530" y="551"/>
                      <a:pt x="530" y="551"/>
                    </a:cubicBezTo>
                    <a:cubicBezTo>
                      <a:pt x="543" y="562"/>
                      <a:pt x="556" y="566"/>
                      <a:pt x="567" y="557"/>
                    </a:cubicBezTo>
                    <a:cubicBezTo>
                      <a:pt x="569" y="555"/>
                      <a:pt x="571" y="552"/>
                      <a:pt x="572" y="549"/>
                    </a:cubicBezTo>
                    <a:cubicBezTo>
                      <a:pt x="574" y="544"/>
                      <a:pt x="576" y="536"/>
                      <a:pt x="570" y="532"/>
                    </a:cubicBezTo>
                    <a:cubicBezTo>
                      <a:pt x="506" y="481"/>
                      <a:pt x="506" y="481"/>
                      <a:pt x="506" y="481"/>
                    </a:cubicBezTo>
                    <a:cubicBezTo>
                      <a:pt x="498" y="475"/>
                      <a:pt x="496" y="463"/>
                      <a:pt x="503" y="455"/>
                    </a:cubicBezTo>
                    <a:cubicBezTo>
                      <a:pt x="509" y="446"/>
                      <a:pt x="521" y="445"/>
                      <a:pt x="529" y="451"/>
                    </a:cubicBezTo>
                    <a:cubicBezTo>
                      <a:pt x="596" y="504"/>
                      <a:pt x="596" y="504"/>
                      <a:pt x="596" y="504"/>
                    </a:cubicBezTo>
                    <a:cubicBezTo>
                      <a:pt x="597" y="504"/>
                      <a:pt x="597" y="505"/>
                      <a:pt x="598" y="505"/>
                    </a:cubicBezTo>
                    <a:cubicBezTo>
                      <a:pt x="620" y="525"/>
                      <a:pt x="656" y="496"/>
                      <a:pt x="620" y="467"/>
                    </a:cubicBezTo>
                    <a:cubicBezTo>
                      <a:pt x="549" y="414"/>
                      <a:pt x="549" y="414"/>
                      <a:pt x="549" y="414"/>
                    </a:cubicBezTo>
                    <a:cubicBezTo>
                      <a:pt x="541" y="408"/>
                      <a:pt x="539" y="396"/>
                      <a:pt x="546" y="388"/>
                    </a:cubicBezTo>
                    <a:cubicBezTo>
                      <a:pt x="552" y="379"/>
                      <a:pt x="564" y="378"/>
                      <a:pt x="572" y="384"/>
                    </a:cubicBezTo>
                    <a:cubicBezTo>
                      <a:pt x="642" y="437"/>
                      <a:pt x="642" y="437"/>
                      <a:pt x="642" y="437"/>
                    </a:cubicBezTo>
                    <a:cubicBezTo>
                      <a:pt x="649" y="441"/>
                      <a:pt x="659" y="436"/>
                      <a:pt x="663" y="429"/>
                    </a:cubicBezTo>
                    <a:cubicBezTo>
                      <a:pt x="671" y="419"/>
                      <a:pt x="670" y="405"/>
                      <a:pt x="659" y="394"/>
                    </a:cubicBezTo>
                    <a:cubicBezTo>
                      <a:pt x="645" y="379"/>
                      <a:pt x="645" y="379"/>
                      <a:pt x="645" y="379"/>
                    </a:cubicBezTo>
                    <a:cubicBezTo>
                      <a:pt x="457" y="209"/>
                      <a:pt x="457" y="209"/>
                      <a:pt x="457" y="209"/>
                    </a:cubicBezTo>
                    <a:cubicBezTo>
                      <a:pt x="453" y="205"/>
                      <a:pt x="456" y="198"/>
                      <a:pt x="462" y="198"/>
                    </a:cubicBezTo>
                    <a:cubicBezTo>
                      <a:pt x="473" y="198"/>
                      <a:pt x="485" y="198"/>
                      <a:pt x="496" y="196"/>
                    </a:cubicBezTo>
                    <a:cubicBezTo>
                      <a:pt x="497" y="196"/>
                      <a:pt x="498" y="196"/>
                      <a:pt x="499" y="196"/>
                    </a:cubicBezTo>
                    <a:close/>
                    <a:moveTo>
                      <a:pt x="86" y="355"/>
                    </a:moveTo>
                    <a:cubicBezTo>
                      <a:pt x="66" y="330"/>
                      <a:pt x="64" y="295"/>
                      <a:pt x="59" y="262"/>
                    </a:cubicBezTo>
                    <a:cubicBezTo>
                      <a:pt x="35" y="239"/>
                      <a:pt x="35" y="239"/>
                      <a:pt x="35" y="239"/>
                    </a:cubicBezTo>
                    <a:cubicBezTo>
                      <a:pt x="17" y="219"/>
                      <a:pt x="0" y="205"/>
                      <a:pt x="0" y="176"/>
                    </a:cubicBezTo>
                    <a:cubicBezTo>
                      <a:pt x="0" y="161"/>
                      <a:pt x="6" y="147"/>
                      <a:pt x="16" y="135"/>
                    </a:cubicBezTo>
                    <a:cubicBezTo>
                      <a:pt x="116" y="27"/>
                      <a:pt x="116" y="27"/>
                      <a:pt x="116" y="27"/>
                    </a:cubicBezTo>
                    <a:cubicBezTo>
                      <a:pt x="138" y="3"/>
                      <a:pt x="174" y="0"/>
                      <a:pt x="199" y="20"/>
                    </a:cubicBezTo>
                    <a:cubicBezTo>
                      <a:pt x="215" y="31"/>
                      <a:pt x="221" y="38"/>
                      <a:pt x="242" y="46"/>
                    </a:cubicBezTo>
                    <a:cubicBezTo>
                      <a:pt x="248" y="48"/>
                      <a:pt x="253" y="50"/>
                      <a:pt x="254" y="50"/>
                    </a:cubicBezTo>
                    <a:cubicBezTo>
                      <a:pt x="284" y="46"/>
                      <a:pt x="316" y="32"/>
                      <a:pt x="350" y="33"/>
                    </a:cubicBezTo>
                    <a:cubicBezTo>
                      <a:pt x="337" y="42"/>
                      <a:pt x="286" y="82"/>
                      <a:pt x="284" y="82"/>
                    </a:cubicBezTo>
                    <a:cubicBezTo>
                      <a:pt x="276" y="84"/>
                      <a:pt x="268" y="86"/>
                      <a:pt x="260" y="87"/>
                    </a:cubicBezTo>
                    <a:cubicBezTo>
                      <a:pt x="241" y="90"/>
                      <a:pt x="208" y="74"/>
                      <a:pt x="195" y="64"/>
                    </a:cubicBezTo>
                    <a:cubicBezTo>
                      <a:pt x="176" y="50"/>
                      <a:pt x="176" y="50"/>
                      <a:pt x="176" y="50"/>
                    </a:cubicBezTo>
                    <a:cubicBezTo>
                      <a:pt x="166" y="42"/>
                      <a:pt x="152" y="44"/>
                      <a:pt x="144" y="53"/>
                    </a:cubicBezTo>
                    <a:cubicBezTo>
                      <a:pt x="44" y="161"/>
                      <a:pt x="44" y="161"/>
                      <a:pt x="44" y="161"/>
                    </a:cubicBezTo>
                    <a:cubicBezTo>
                      <a:pt x="36" y="170"/>
                      <a:pt x="36" y="184"/>
                      <a:pt x="44" y="193"/>
                    </a:cubicBezTo>
                    <a:cubicBezTo>
                      <a:pt x="53" y="203"/>
                      <a:pt x="59" y="210"/>
                      <a:pt x="69" y="220"/>
                    </a:cubicBezTo>
                    <a:cubicBezTo>
                      <a:pt x="80" y="230"/>
                      <a:pt x="95" y="244"/>
                      <a:pt x="97" y="257"/>
                    </a:cubicBezTo>
                    <a:cubicBezTo>
                      <a:pt x="100" y="280"/>
                      <a:pt x="102" y="313"/>
                      <a:pt x="115" y="330"/>
                    </a:cubicBezTo>
                    <a:cubicBezTo>
                      <a:pt x="102" y="337"/>
                      <a:pt x="95" y="344"/>
                      <a:pt x="86" y="3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zh-CN" altLang="en-US"/>
              </a:p>
            </p:txBody>
          </p:sp>
          <p:sp>
            <p:nvSpPr>
              <p:cNvPr id="122" name="Freeform 17">
                <a:extLst>
                  <a:ext uri="{FF2B5EF4-FFF2-40B4-BE49-F238E27FC236}">
                    <a16:creationId xmlns:a16="http://schemas.microsoft.com/office/drawing/2014/main" id="{79D0FD9A-1AC2-47EF-960E-54D7C058ECFC}"/>
                  </a:ext>
                </a:extLst>
              </p:cNvPr>
              <p:cNvSpPr>
                <a:spLocks noEditPoints="1"/>
              </p:cNvSpPr>
              <p:nvPr/>
            </p:nvSpPr>
            <p:spPr bwMode="auto">
              <a:xfrm>
                <a:off x="7980982" y="3772690"/>
                <a:ext cx="595412" cy="551158"/>
              </a:xfrm>
              <a:custGeom>
                <a:gdLst>
                  <a:gd name="T0" fmla="*/ 319 w 689"/>
                  <a:gd name="T1" fmla="*/ 543 h 638"/>
                  <a:gd name="T2" fmla="*/ 262 w 689"/>
                  <a:gd name="T3" fmla="*/ 538 h 638"/>
                  <a:gd name="T4" fmla="*/ 258 w 689"/>
                  <a:gd name="T5" fmla="*/ 538 h 638"/>
                  <a:gd name="T6" fmla="*/ 257 w 689"/>
                  <a:gd name="T7" fmla="*/ 535 h 638"/>
                  <a:gd name="T8" fmla="*/ 241 w 689"/>
                  <a:gd name="T9" fmla="*/ 489 h 638"/>
                  <a:gd name="T10" fmla="*/ 241 w 689"/>
                  <a:gd name="T11" fmla="*/ 489 h 638"/>
                  <a:gd name="T12" fmla="*/ 185 w 689"/>
                  <a:gd name="T13" fmla="*/ 484 h 638"/>
                  <a:gd name="T14" fmla="*/ 181 w 689"/>
                  <a:gd name="T15" fmla="*/ 484 h 638"/>
                  <a:gd name="T16" fmla="*/ 180 w 689"/>
                  <a:gd name="T17" fmla="*/ 481 h 638"/>
                  <a:gd name="T18" fmla="*/ 164 w 689"/>
                  <a:gd name="T19" fmla="*/ 435 h 638"/>
                  <a:gd name="T20" fmla="*/ 164 w 689"/>
                  <a:gd name="T21" fmla="*/ 435 h 638"/>
                  <a:gd name="T22" fmla="*/ 117 w 689"/>
                  <a:gd name="T23" fmla="*/ 425 h 638"/>
                  <a:gd name="T24" fmla="*/ 113 w 689"/>
                  <a:gd name="T25" fmla="*/ 425 h 638"/>
                  <a:gd name="T26" fmla="*/ 113 w 689"/>
                  <a:gd name="T27" fmla="*/ 421 h 638"/>
                  <a:gd name="T28" fmla="*/ 100 w 689"/>
                  <a:gd name="T29" fmla="*/ 365 h 638"/>
                  <a:gd name="T30" fmla="*/ 100 w 689"/>
                  <a:gd name="T31" fmla="*/ 365 h 638"/>
                  <a:gd name="T32" fmla="*/ 32 w 689"/>
                  <a:gd name="T33" fmla="*/ 370 h 638"/>
                  <a:gd name="T34" fmla="*/ 18 w 689"/>
                  <a:gd name="T35" fmla="*/ 386 h 638"/>
                  <a:gd name="T36" fmla="*/ 23 w 689"/>
                  <a:gd name="T37" fmla="*/ 455 h 638"/>
                  <a:gd name="T38" fmla="*/ 23 w 689"/>
                  <a:gd name="T39" fmla="*/ 455 h 638"/>
                  <a:gd name="T40" fmla="*/ 66 w 689"/>
                  <a:gd name="T41" fmla="*/ 465 h 638"/>
                  <a:gd name="T42" fmla="*/ 70 w 689"/>
                  <a:gd name="T43" fmla="*/ 466 h 638"/>
                  <a:gd name="T44" fmla="*/ 69 w 689"/>
                  <a:gd name="T45" fmla="*/ 470 h 638"/>
                  <a:gd name="T46" fmla="*/ 76 w 689"/>
                  <a:gd name="T47" fmla="*/ 536 h 638"/>
                  <a:gd name="T48" fmla="*/ 76 w 689"/>
                  <a:gd name="T49" fmla="*/ 536 h 638"/>
                  <a:gd name="T50" fmla="*/ 142 w 689"/>
                  <a:gd name="T51" fmla="*/ 534 h 638"/>
                  <a:gd name="T52" fmla="*/ 145 w 689"/>
                  <a:gd name="T53" fmla="*/ 534 h 638"/>
                  <a:gd name="T54" fmla="*/ 147 w 689"/>
                  <a:gd name="T55" fmla="*/ 537 h 638"/>
                  <a:gd name="T56" fmla="*/ 164 w 689"/>
                  <a:gd name="T57" fmla="*/ 578 h 638"/>
                  <a:gd name="T58" fmla="*/ 164 w 689"/>
                  <a:gd name="T59" fmla="*/ 578 h 638"/>
                  <a:gd name="T60" fmla="*/ 230 w 689"/>
                  <a:gd name="T61" fmla="*/ 576 h 638"/>
                  <a:gd name="T62" fmla="*/ 233 w 689"/>
                  <a:gd name="T63" fmla="*/ 576 h 638"/>
                  <a:gd name="T64" fmla="*/ 235 w 689"/>
                  <a:gd name="T65" fmla="*/ 579 h 638"/>
                  <a:gd name="T66" fmla="*/ 252 w 689"/>
                  <a:gd name="T67" fmla="*/ 621 h 638"/>
                  <a:gd name="T68" fmla="*/ 320 w 689"/>
                  <a:gd name="T69" fmla="*/ 615 h 638"/>
                  <a:gd name="T70" fmla="*/ 324 w 689"/>
                  <a:gd name="T71" fmla="*/ 611 h 638"/>
                  <a:gd name="T72" fmla="*/ 319 w 689"/>
                  <a:gd name="T73" fmla="*/ 543 h 638"/>
                  <a:gd name="T74" fmla="*/ 449 w 689"/>
                  <a:gd name="T75" fmla="*/ 177 h 638"/>
                  <a:gd name="T76" fmla="*/ 576 w 689"/>
                  <a:gd name="T77" fmla="*/ 299 h 638"/>
                  <a:gd name="T78" fmla="*/ 597 w 689"/>
                  <a:gd name="T79" fmla="*/ 306 h 638"/>
                  <a:gd name="T80" fmla="*/ 616 w 689"/>
                  <a:gd name="T81" fmla="*/ 293 h 638"/>
                  <a:gd name="T82" fmla="*/ 636 w 689"/>
                  <a:gd name="T83" fmla="*/ 234 h 638"/>
                  <a:gd name="T84" fmla="*/ 649 w 689"/>
                  <a:gd name="T85" fmla="*/ 209 h 638"/>
                  <a:gd name="T86" fmla="*/ 671 w 689"/>
                  <a:gd name="T87" fmla="*/ 186 h 638"/>
                  <a:gd name="T88" fmla="*/ 672 w 689"/>
                  <a:gd name="T89" fmla="*/ 121 h 638"/>
                  <a:gd name="T90" fmla="*/ 580 w 689"/>
                  <a:gd name="T91" fmla="*/ 21 h 638"/>
                  <a:gd name="T92" fmla="*/ 515 w 689"/>
                  <a:gd name="T93" fmla="*/ 16 h 638"/>
                  <a:gd name="T94" fmla="*/ 493 w 689"/>
                  <a:gd name="T95" fmla="*/ 34 h 638"/>
                  <a:gd name="T96" fmla="*/ 457 w 689"/>
                  <a:gd name="T97" fmla="*/ 44 h 638"/>
                  <a:gd name="T98" fmla="*/ 390 w 689"/>
                  <a:gd name="T99" fmla="*/ 36 h 638"/>
                  <a:gd name="T100" fmla="*/ 274 w 689"/>
                  <a:gd name="T101" fmla="*/ 67 h 638"/>
                  <a:gd name="T102" fmla="*/ 139 w 689"/>
                  <a:gd name="T103" fmla="*/ 171 h 638"/>
                  <a:gd name="T104" fmla="*/ 203 w 689"/>
                  <a:gd name="T105" fmla="*/ 222 h 638"/>
                  <a:gd name="T106" fmla="*/ 301 w 689"/>
                  <a:gd name="T107" fmla="*/ 161 h 638"/>
                  <a:gd name="T108" fmla="*/ 346 w 689"/>
                  <a:gd name="T109" fmla="*/ 158 h 638"/>
                  <a:gd name="T110" fmla="*/ 408 w 689"/>
                  <a:gd name="T111" fmla="*/ 165 h 638"/>
                  <a:gd name="T112" fmla="*/ 449 w 689"/>
                  <a:gd name="T113" fmla="*/ 177 h 638"/>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689" h="638">
                    <a:moveTo>
                      <a:pt x="319" y="543"/>
                    </a:moveTo>
                    <a:cubicBezTo>
                      <a:pt x="302" y="529"/>
                      <a:pt x="279" y="528"/>
                      <a:pt x="262" y="538"/>
                    </a:cubicBezTo>
                    <a:cubicBezTo>
                      <a:pt x="261" y="539"/>
                      <a:pt x="259" y="539"/>
                      <a:pt x="258" y="538"/>
                    </a:cubicBezTo>
                    <a:cubicBezTo>
                      <a:pt x="257" y="537"/>
                      <a:pt x="257" y="536"/>
                      <a:pt x="257" y="535"/>
                    </a:cubicBezTo>
                    <a:cubicBezTo>
                      <a:pt x="260" y="518"/>
                      <a:pt x="255" y="500"/>
                      <a:pt x="241" y="489"/>
                    </a:cubicBezTo>
                    <a:cubicBezTo>
                      <a:pt x="241" y="489"/>
                      <a:pt x="241" y="489"/>
                      <a:pt x="241" y="489"/>
                    </a:cubicBezTo>
                    <a:cubicBezTo>
                      <a:pt x="225" y="475"/>
                      <a:pt x="202" y="473"/>
                      <a:pt x="185" y="484"/>
                    </a:cubicBezTo>
                    <a:cubicBezTo>
                      <a:pt x="183" y="485"/>
                      <a:pt x="182" y="484"/>
                      <a:pt x="181" y="484"/>
                    </a:cubicBezTo>
                    <a:cubicBezTo>
                      <a:pt x="180" y="483"/>
                      <a:pt x="180" y="482"/>
                      <a:pt x="180" y="481"/>
                    </a:cubicBezTo>
                    <a:cubicBezTo>
                      <a:pt x="183" y="464"/>
                      <a:pt x="177" y="446"/>
                      <a:pt x="164" y="435"/>
                    </a:cubicBezTo>
                    <a:cubicBezTo>
                      <a:pt x="164" y="435"/>
                      <a:pt x="164" y="435"/>
                      <a:pt x="164" y="435"/>
                    </a:cubicBezTo>
                    <a:cubicBezTo>
                      <a:pt x="150" y="423"/>
                      <a:pt x="132" y="420"/>
                      <a:pt x="117" y="425"/>
                    </a:cubicBezTo>
                    <a:cubicBezTo>
                      <a:pt x="115" y="426"/>
                      <a:pt x="114" y="425"/>
                      <a:pt x="113" y="425"/>
                    </a:cubicBezTo>
                    <a:cubicBezTo>
                      <a:pt x="112" y="424"/>
                      <a:pt x="112" y="422"/>
                      <a:pt x="113" y="421"/>
                    </a:cubicBezTo>
                    <a:cubicBezTo>
                      <a:pt x="121" y="402"/>
                      <a:pt x="116" y="379"/>
                      <a:pt x="100" y="365"/>
                    </a:cubicBezTo>
                    <a:cubicBezTo>
                      <a:pt x="100" y="365"/>
                      <a:pt x="100" y="365"/>
                      <a:pt x="100" y="365"/>
                    </a:cubicBezTo>
                    <a:cubicBezTo>
                      <a:pt x="80" y="347"/>
                      <a:pt x="49" y="350"/>
                      <a:pt x="32" y="370"/>
                    </a:cubicBezTo>
                    <a:cubicBezTo>
                      <a:pt x="18" y="386"/>
                      <a:pt x="18" y="386"/>
                      <a:pt x="18" y="386"/>
                    </a:cubicBezTo>
                    <a:cubicBezTo>
                      <a:pt x="0" y="406"/>
                      <a:pt x="2" y="437"/>
                      <a:pt x="23" y="455"/>
                    </a:cubicBezTo>
                    <a:cubicBezTo>
                      <a:pt x="23" y="455"/>
                      <a:pt x="23" y="455"/>
                      <a:pt x="23" y="455"/>
                    </a:cubicBezTo>
                    <a:cubicBezTo>
                      <a:pt x="35" y="465"/>
                      <a:pt x="51" y="469"/>
                      <a:pt x="66" y="465"/>
                    </a:cubicBezTo>
                    <a:cubicBezTo>
                      <a:pt x="68" y="465"/>
                      <a:pt x="69" y="465"/>
                      <a:pt x="70" y="466"/>
                    </a:cubicBezTo>
                    <a:cubicBezTo>
                      <a:pt x="70" y="467"/>
                      <a:pt x="70" y="469"/>
                      <a:pt x="69" y="470"/>
                    </a:cubicBezTo>
                    <a:cubicBezTo>
                      <a:pt x="54" y="490"/>
                      <a:pt x="57" y="519"/>
                      <a:pt x="76" y="536"/>
                    </a:cubicBezTo>
                    <a:cubicBezTo>
                      <a:pt x="76" y="536"/>
                      <a:pt x="76" y="536"/>
                      <a:pt x="76" y="536"/>
                    </a:cubicBezTo>
                    <a:cubicBezTo>
                      <a:pt x="95" y="553"/>
                      <a:pt x="124" y="552"/>
                      <a:pt x="142" y="534"/>
                    </a:cubicBezTo>
                    <a:cubicBezTo>
                      <a:pt x="143" y="533"/>
                      <a:pt x="144" y="533"/>
                      <a:pt x="145" y="534"/>
                    </a:cubicBezTo>
                    <a:cubicBezTo>
                      <a:pt x="147" y="534"/>
                      <a:pt x="147" y="535"/>
                      <a:pt x="147" y="537"/>
                    </a:cubicBezTo>
                    <a:cubicBezTo>
                      <a:pt x="146" y="552"/>
                      <a:pt x="151" y="568"/>
                      <a:pt x="164" y="578"/>
                    </a:cubicBezTo>
                    <a:cubicBezTo>
                      <a:pt x="164" y="578"/>
                      <a:pt x="164" y="578"/>
                      <a:pt x="164" y="578"/>
                    </a:cubicBezTo>
                    <a:cubicBezTo>
                      <a:pt x="183" y="595"/>
                      <a:pt x="212" y="594"/>
                      <a:pt x="230" y="576"/>
                    </a:cubicBezTo>
                    <a:cubicBezTo>
                      <a:pt x="231" y="575"/>
                      <a:pt x="232" y="575"/>
                      <a:pt x="233" y="576"/>
                    </a:cubicBezTo>
                    <a:cubicBezTo>
                      <a:pt x="234" y="576"/>
                      <a:pt x="235" y="577"/>
                      <a:pt x="235" y="579"/>
                    </a:cubicBezTo>
                    <a:cubicBezTo>
                      <a:pt x="233" y="594"/>
                      <a:pt x="239" y="610"/>
                      <a:pt x="252" y="621"/>
                    </a:cubicBezTo>
                    <a:cubicBezTo>
                      <a:pt x="272" y="638"/>
                      <a:pt x="303" y="636"/>
                      <a:pt x="320" y="615"/>
                    </a:cubicBezTo>
                    <a:cubicBezTo>
                      <a:pt x="324" y="611"/>
                      <a:pt x="324" y="611"/>
                      <a:pt x="324" y="611"/>
                    </a:cubicBezTo>
                    <a:cubicBezTo>
                      <a:pt x="341" y="591"/>
                      <a:pt x="339" y="560"/>
                      <a:pt x="319" y="543"/>
                    </a:cubicBezTo>
                    <a:close/>
                    <a:moveTo>
                      <a:pt x="449" y="177"/>
                    </a:moveTo>
                    <a:cubicBezTo>
                      <a:pt x="489" y="216"/>
                      <a:pt x="535" y="260"/>
                      <a:pt x="576" y="299"/>
                    </a:cubicBezTo>
                    <a:cubicBezTo>
                      <a:pt x="582" y="305"/>
                      <a:pt x="589" y="307"/>
                      <a:pt x="597" y="306"/>
                    </a:cubicBezTo>
                    <a:cubicBezTo>
                      <a:pt x="605" y="305"/>
                      <a:pt x="612" y="300"/>
                      <a:pt x="616" y="293"/>
                    </a:cubicBezTo>
                    <a:cubicBezTo>
                      <a:pt x="626" y="275"/>
                      <a:pt x="632" y="256"/>
                      <a:pt x="636" y="234"/>
                    </a:cubicBezTo>
                    <a:cubicBezTo>
                      <a:pt x="638" y="224"/>
                      <a:pt x="642" y="216"/>
                      <a:pt x="649" y="209"/>
                    </a:cubicBezTo>
                    <a:cubicBezTo>
                      <a:pt x="671" y="186"/>
                      <a:pt x="671" y="186"/>
                      <a:pt x="671" y="186"/>
                    </a:cubicBezTo>
                    <a:cubicBezTo>
                      <a:pt x="688" y="168"/>
                      <a:pt x="689" y="139"/>
                      <a:pt x="672" y="121"/>
                    </a:cubicBezTo>
                    <a:cubicBezTo>
                      <a:pt x="580" y="21"/>
                      <a:pt x="580" y="21"/>
                      <a:pt x="580" y="21"/>
                    </a:cubicBezTo>
                    <a:cubicBezTo>
                      <a:pt x="563" y="3"/>
                      <a:pt x="534" y="0"/>
                      <a:pt x="515" y="16"/>
                    </a:cubicBezTo>
                    <a:cubicBezTo>
                      <a:pt x="493" y="34"/>
                      <a:pt x="493" y="34"/>
                      <a:pt x="493" y="34"/>
                    </a:cubicBezTo>
                    <a:cubicBezTo>
                      <a:pt x="483" y="42"/>
                      <a:pt x="471" y="45"/>
                      <a:pt x="457" y="44"/>
                    </a:cubicBezTo>
                    <a:cubicBezTo>
                      <a:pt x="435" y="41"/>
                      <a:pt x="412" y="38"/>
                      <a:pt x="390" y="36"/>
                    </a:cubicBezTo>
                    <a:cubicBezTo>
                      <a:pt x="347" y="30"/>
                      <a:pt x="308" y="41"/>
                      <a:pt x="274" y="67"/>
                    </a:cubicBezTo>
                    <a:cubicBezTo>
                      <a:pt x="229" y="101"/>
                      <a:pt x="184" y="136"/>
                      <a:pt x="139" y="171"/>
                    </a:cubicBezTo>
                    <a:cubicBezTo>
                      <a:pt x="95" y="207"/>
                      <a:pt x="151" y="255"/>
                      <a:pt x="203" y="222"/>
                    </a:cubicBezTo>
                    <a:cubicBezTo>
                      <a:pt x="301" y="161"/>
                      <a:pt x="301" y="161"/>
                      <a:pt x="301" y="161"/>
                    </a:cubicBezTo>
                    <a:cubicBezTo>
                      <a:pt x="315" y="153"/>
                      <a:pt x="331" y="152"/>
                      <a:pt x="346" y="158"/>
                    </a:cubicBezTo>
                    <a:cubicBezTo>
                      <a:pt x="364" y="167"/>
                      <a:pt x="388" y="168"/>
                      <a:pt x="408" y="165"/>
                    </a:cubicBezTo>
                    <a:cubicBezTo>
                      <a:pt x="423" y="162"/>
                      <a:pt x="437" y="166"/>
                      <a:pt x="449" y="17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zh-CN" altLang="en-US"/>
              </a:p>
            </p:txBody>
          </p:sp>
        </p:grpSp>
      </p:grpSp>
      <p:grpSp>
        <p:nvGrpSpPr>
          <p:cNvPr id="123" name="组合 122">
            <a:extLst>
              <a:ext uri="{FF2B5EF4-FFF2-40B4-BE49-F238E27FC236}">
                <a16:creationId xmlns:a16="http://schemas.microsoft.com/office/drawing/2014/main" id="{A6102669-CF27-45CB-BC5F-7DCACAA1F3DC}"/>
              </a:ext>
            </a:extLst>
          </p:cNvPr>
          <p:cNvGrpSpPr/>
          <p:nvPr/>
        </p:nvGrpSpPr>
        <p:grpSpPr>
          <a:xfrm>
            <a:off x="4213661" y="2263774"/>
            <a:ext cx="1822387" cy="1914326"/>
            <a:chOff x="4212431" y="2264298"/>
            <a:chExt cx="1822809" cy="1914769"/>
          </a:xfrm>
        </p:grpSpPr>
        <p:sp>
          <p:nvSpPr>
            <p:cNvPr id="124" name="Freeform 9">
              <a:extLst>
                <a:ext uri="{FF2B5EF4-FFF2-40B4-BE49-F238E27FC236}">
                  <a16:creationId xmlns:a16="http://schemas.microsoft.com/office/drawing/2014/main" id="{4124C531-6235-4547-8FCA-FBF02F922EE4}"/>
                </a:ext>
              </a:extLst>
            </p:cNvPr>
            <p:cNvSpPr/>
            <p:nvPr/>
          </p:nvSpPr>
          <p:spPr bwMode="auto">
            <a:xfrm>
              <a:off x="4212431" y="2264298"/>
              <a:ext cx="1822809" cy="1914769"/>
            </a:xfrm>
            <a:custGeom>
              <a:gdLst>
                <a:gd name="T0" fmla="*/ 286 w 294"/>
                <a:gd name="T1" fmla="*/ 309 h 309"/>
                <a:gd name="T2" fmla="*/ 219 w 294"/>
                <a:gd name="T3" fmla="*/ 223 h 309"/>
                <a:gd name="T4" fmla="*/ 30 w 294"/>
                <a:gd name="T5" fmla="*/ 130 h 309"/>
                <a:gd name="T6" fmla="*/ 3 w 294"/>
                <a:gd name="T7" fmla="*/ 98 h 309"/>
                <a:gd name="T8" fmla="*/ 2 w 294"/>
                <a:gd name="T9" fmla="*/ 31 h 309"/>
                <a:gd name="T10" fmla="*/ 37 w 294"/>
                <a:gd name="T11" fmla="*/ 3 h 309"/>
                <a:gd name="T12" fmla="*/ 286 w 294"/>
                <a:gd name="T13" fmla="*/ 309 h 309"/>
              </a:gdLst>
              <a:cxnLst>
                <a:cxn ang="0">
                  <a:pos x="T0" y="T1"/>
                </a:cxn>
                <a:cxn ang="0">
                  <a:pos x="T2" y="T3"/>
                </a:cxn>
                <a:cxn ang="0">
                  <a:pos x="T4" y="T5"/>
                </a:cxn>
                <a:cxn ang="0">
                  <a:pos x="T6" y="T7"/>
                </a:cxn>
                <a:cxn ang="0">
                  <a:pos x="T8" y="T9"/>
                </a:cxn>
                <a:cxn ang="0">
                  <a:pos x="T10" y="T11"/>
                </a:cxn>
                <a:cxn ang="0">
                  <a:pos x="T12" y="T13"/>
                </a:cxn>
              </a:cxnLst>
              <a:rect l="0" t="0" r="r" b="b"/>
              <a:pathLst>
                <a:path w="294" h="309">
                  <a:moveTo>
                    <a:pt x="286" y="309"/>
                  </a:moveTo>
                  <a:cubicBezTo>
                    <a:pt x="262" y="279"/>
                    <a:pt x="243" y="249"/>
                    <a:pt x="219" y="223"/>
                  </a:cubicBezTo>
                  <a:cubicBezTo>
                    <a:pt x="168" y="169"/>
                    <a:pt x="104" y="139"/>
                    <a:pt x="30" y="130"/>
                  </a:cubicBezTo>
                  <a:cubicBezTo>
                    <a:pt x="9" y="127"/>
                    <a:pt x="1" y="119"/>
                    <a:pt x="3" y="98"/>
                  </a:cubicBezTo>
                  <a:cubicBezTo>
                    <a:pt x="4" y="76"/>
                    <a:pt x="4" y="53"/>
                    <a:pt x="2" y="31"/>
                  </a:cubicBezTo>
                  <a:cubicBezTo>
                    <a:pt x="0" y="4"/>
                    <a:pt x="14" y="0"/>
                    <a:pt x="37" y="3"/>
                  </a:cubicBezTo>
                  <a:cubicBezTo>
                    <a:pt x="180" y="22"/>
                    <a:pt x="294" y="160"/>
                    <a:pt x="286" y="309"/>
                  </a:cubicBezTo>
                  <a:close/>
                </a:path>
              </a:pathLst>
            </a:custGeom>
            <a:solidFill>
              <a:srgbClr val="545D79"/>
            </a:solidFill>
            <a:ln>
              <a:noFill/>
            </a:ln>
            <a:effectLst>
              <a:outerShdw blurRad="63500" algn="ctr" rotWithShape="0">
                <a:prstClr val="black">
                  <a:alpha val="40000"/>
                </a:prstClr>
              </a:outerShdw>
            </a:effectLst>
          </p:spPr>
          <p:txBody>
            <a:bodyPr vert="horz" wrap="square" lIns="91440" tIns="45720" rIns="91440" bIns="45720" numCol="1" anchor="ctr" anchorCtr="0" compatLnSpc="1">
              <a:prstTxWarp prst="textNoShape">
                <a:avLst/>
              </a:prstTxWarp>
            </a:bodyPr>
            <a:lstStyle/>
            <a:p>
              <a:pPr algn="ctr"/>
              <a:endParaRPr lang="zh-CN" altLang="en-US" sz="4800">
                <a:solidFill>
                  <a:prstClr val="white"/>
                </a:solidFill>
                <a:latin typeface="思源黑体旧字形 Normal" panose="020b0400000000000000" pitchFamily="34" charset="-128"/>
                <a:ea typeface="思源黑体旧字形 Normal" panose="020b0400000000000000" pitchFamily="34" charset="-128"/>
              </a:endParaRPr>
            </a:p>
          </p:txBody>
        </p:sp>
        <p:grpSp>
          <p:nvGrpSpPr>
            <p:cNvPr id="125" name="组合 124">
              <a:extLst>
                <a:ext uri="{FF2B5EF4-FFF2-40B4-BE49-F238E27FC236}">
                  <a16:creationId xmlns:a16="http://schemas.microsoft.com/office/drawing/2014/main" id="{F7948321-04E5-4BA2-8310-A1795C6C9D59}"/>
                </a:ext>
              </a:extLst>
            </p:cNvPr>
            <p:cNvGrpSpPr/>
            <p:nvPr/>
          </p:nvGrpSpPr>
          <p:grpSpPr>
            <a:xfrm>
              <a:off x="4428132" y="2573456"/>
              <a:ext cx="295624" cy="295912"/>
              <a:chOff x="5240338" y="2657475"/>
              <a:chExt cx="1630363" cy="1631951"/>
            </a:xfrm>
            <a:solidFill>
              <a:schemeClr val="bg1"/>
            </a:solidFill>
          </p:grpSpPr>
          <p:sp>
            <p:nvSpPr>
              <p:cNvPr id="126" name="Freeform 5">
                <a:extLst>
                  <a:ext uri="{FF2B5EF4-FFF2-40B4-BE49-F238E27FC236}">
                    <a16:creationId xmlns:a16="http://schemas.microsoft.com/office/drawing/2014/main" id="{B22FAC78-0145-48C2-A3F7-B08AEBD5CEC3}"/>
                  </a:ext>
                </a:extLst>
              </p:cNvPr>
              <p:cNvSpPr/>
              <p:nvPr/>
            </p:nvSpPr>
            <p:spPr bwMode="auto">
              <a:xfrm>
                <a:off x="5240338" y="2735263"/>
                <a:ext cx="1552575" cy="1554163"/>
              </a:xfrm>
              <a:custGeom>
                <a:gdLst>
                  <a:gd name="T0" fmla="*/ 391 w 517"/>
                  <a:gd name="T1" fmla="*/ 73 h 519"/>
                  <a:gd name="T2" fmla="*/ 346 w 517"/>
                  <a:gd name="T3" fmla="*/ 101 h 519"/>
                  <a:gd name="T4" fmla="*/ 325 w 517"/>
                  <a:gd name="T5" fmla="*/ 98 h 519"/>
                  <a:gd name="T6" fmla="*/ 122 w 517"/>
                  <a:gd name="T7" fmla="*/ 151 h 519"/>
                  <a:gd name="T8" fmla="*/ 125 w 517"/>
                  <a:gd name="T9" fmla="*/ 369 h 519"/>
                  <a:gd name="T10" fmla="*/ 332 w 517"/>
                  <a:gd name="T11" fmla="*/ 416 h 519"/>
                  <a:gd name="T12" fmla="*/ 421 w 517"/>
                  <a:gd name="T13" fmla="*/ 197 h 519"/>
                  <a:gd name="T14" fmla="*/ 425 w 517"/>
                  <a:gd name="T15" fmla="*/ 155 h 519"/>
                  <a:gd name="T16" fmla="*/ 443 w 517"/>
                  <a:gd name="T17" fmla="*/ 127 h 519"/>
                  <a:gd name="T18" fmla="*/ 444 w 517"/>
                  <a:gd name="T19" fmla="*/ 398 h 519"/>
                  <a:gd name="T20" fmla="*/ 113 w 517"/>
                  <a:gd name="T21" fmla="*/ 438 h 519"/>
                  <a:gd name="T22" fmla="*/ 88 w 517"/>
                  <a:gd name="T23" fmla="*/ 101 h 519"/>
                  <a:gd name="T24" fmla="*/ 391 w 517"/>
                  <a:gd name="T25" fmla="*/ 73 h 519"/>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17" h="519">
                    <a:moveTo>
                      <a:pt x="391" y="73"/>
                    </a:moveTo>
                    <a:cubicBezTo>
                      <a:pt x="376" y="83"/>
                      <a:pt x="361" y="93"/>
                      <a:pt x="346" y="101"/>
                    </a:cubicBezTo>
                    <a:cubicBezTo>
                      <a:pt x="340" y="103"/>
                      <a:pt x="331" y="100"/>
                      <a:pt x="325" y="98"/>
                    </a:cubicBezTo>
                    <a:cubicBezTo>
                      <a:pt x="252" y="68"/>
                      <a:pt x="166" y="91"/>
                      <a:pt x="122" y="151"/>
                    </a:cubicBezTo>
                    <a:cubicBezTo>
                      <a:pt x="72" y="219"/>
                      <a:pt x="73" y="305"/>
                      <a:pt x="125" y="369"/>
                    </a:cubicBezTo>
                    <a:cubicBezTo>
                      <a:pt x="174" y="429"/>
                      <a:pt x="261" y="449"/>
                      <a:pt x="332" y="416"/>
                    </a:cubicBezTo>
                    <a:cubicBezTo>
                      <a:pt x="413" y="379"/>
                      <a:pt x="454" y="279"/>
                      <a:pt x="421" y="197"/>
                    </a:cubicBezTo>
                    <a:cubicBezTo>
                      <a:pt x="414" y="181"/>
                      <a:pt x="415" y="169"/>
                      <a:pt x="425" y="155"/>
                    </a:cubicBezTo>
                    <a:cubicBezTo>
                      <a:pt x="432" y="146"/>
                      <a:pt x="437" y="136"/>
                      <a:pt x="443" y="127"/>
                    </a:cubicBezTo>
                    <a:cubicBezTo>
                      <a:pt x="491" y="165"/>
                      <a:pt x="517" y="302"/>
                      <a:pt x="444" y="398"/>
                    </a:cubicBezTo>
                    <a:cubicBezTo>
                      <a:pt x="366" y="501"/>
                      <a:pt x="209" y="519"/>
                      <a:pt x="113" y="438"/>
                    </a:cubicBezTo>
                    <a:cubicBezTo>
                      <a:pt x="0" y="343"/>
                      <a:pt x="9" y="187"/>
                      <a:pt x="88" y="101"/>
                    </a:cubicBezTo>
                    <a:cubicBezTo>
                      <a:pt x="181" y="0"/>
                      <a:pt x="336" y="17"/>
                      <a:pt x="391"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zh-CN" altLang="en-US"/>
              </a:p>
            </p:txBody>
          </p:sp>
          <p:sp>
            <p:nvSpPr>
              <p:cNvPr id="127" name="Freeform 6">
                <a:extLst>
                  <a:ext uri="{FF2B5EF4-FFF2-40B4-BE49-F238E27FC236}">
                    <a16:creationId xmlns:a16="http://schemas.microsoft.com/office/drawing/2014/main" id="{17968B92-9DD4-4F59-886E-268B994760DF}"/>
                  </a:ext>
                </a:extLst>
              </p:cNvPr>
              <p:cNvSpPr/>
              <p:nvPr/>
            </p:nvSpPr>
            <p:spPr bwMode="auto">
              <a:xfrm>
                <a:off x="5618163" y="3103563"/>
                <a:ext cx="793750" cy="793750"/>
              </a:xfrm>
              <a:custGeom>
                <a:gdLst>
                  <a:gd name="T0" fmla="*/ 132 w 264"/>
                  <a:gd name="T1" fmla="*/ 265 h 265"/>
                  <a:gd name="T2" fmla="*/ 3 w 264"/>
                  <a:gd name="T3" fmla="*/ 128 h 265"/>
                  <a:gd name="T4" fmla="*/ 141 w 264"/>
                  <a:gd name="T5" fmla="*/ 5 h 265"/>
                  <a:gd name="T6" fmla="*/ 161 w 264"/>
                  <a:gd name="T7" fmla="*/ 8 h 265"/>
                  <a:gd name="T8" fmla="*/ 168 w 264"/>
                  <a:gd name="T9" fmla="*/ 27 h 265"/>
                  <a:gd name="T10" fmla="*/ 156 w 264"/>
                  <a:gd name="T11" fmla="*/ 50 h 265"/>
                  <a:gd name="T12" fmla="*/ 135 w 264"/>
                  <a:gd name="T13" fmla="*/ 63 h 265"/>
                  <a:gd name="T14" fmla="*/ 60 w 264"/>
                  <a:gd name="T15" fmla="*/ 131 h 265"/>
                  <a:gd name="T16" fmla="*/ 124 w 264"/>
                  <a:gd name="T17" fmla="*/ 207 h 265"/>
                  <a:gd name="T18" fmla="*/ 205 w 264"/>
                  <a:gd name="T19" fmla="*/ 136 h 265"/>
                  <a:gd name="T20" fmla="*/ 224 w 264"/>
                  <a:gd name="T21" fmla="*/ 110 h 265"/>
                  <a:gd name="T22" fmla="*/ 226 w 264"/>
                  <a:gd name="T23" fmla="*/ 109 h 265"/>
                  <a:gd name="T24" fmla="*/ 254 w 264"/>
                  <a:gd name="T25" fmla="*/ 97 h 265"/>
                  <a:gd name="T26" fmla="*/ 263 w 264"/>
                  <a:gd name="T27" fmla="*/ 135 h 265"/>
                  <a:gd name="T28" fmla="*/ 132 w 264"/>
                  <a:gd name="T29" fmla="*/ 265 h 265"/>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64" h="265">
                    <a:moveTo>
                      <a:pt x="132" y="265"/>
                    </a:moveTo>
                    <a:cubicBezTo>
                      <a:pt x="57" y="265"/>
                      <a:pt x="0" y="205"/>
                      <a:pt x="3" y="128"/>
                    </a:cubicBezTo>
                    <a:cubicBezTo>
                      <a:pt x="5" y="58"/>
                      <a:pt x="70" y="0"/>
                      <a:pt x="141" y="5"/>
                    </a:cubicBezTo>
                    <a:cubicBezTo>
                      <a:pt x="148" y="6"/>
                      <a:pt x="155" y="7"/>
                      <a:pt x="161" y="8"/>
                    </a:cubicBezTo>
                    <a:cubicBezTo>
                      <a:pt x="173" y="11"/>
                      <a:pt x="175" y="17"/>
                      <a:pt x="168" y="27"/>
                    </a:cubicBezTo>
                    <a:cubicBezTo>
                      <a:pt x="164" y="34"/>
                      <a:pt x="159" y="42"/>
                      <a:pt x="156" y="50"/>
                    </a:cubicBezTo>
                    <a:cubicBezTo>
                      <a:pt x="152" y="60"/>
                      <a:pt x="147" y="63"/>
                      <a:pt x="135" y="63"/>
                    </a:cubicBezTo>
                    <a:cubicBezTo>
                      <a:pt x="94" y="63"/>
                      <a:pt x="63" y="92"/>
                      <a:pt x="60" y="131"/>
                    </a:cubicBezTo>
                    <a:cubicBezTo>
                      <a:pt x="57" y="167"/>
                      <a:pt x="85" y="200"/>
                      <a:pt x="124" y="207"/>
                    </a:cubicBezTo>
                    <a:cubicBezTo>
                      <a:pt x="164" y="214"/>
                      <a:pt x="204" y="180"/>
                      <a:pt x="205" y="136"/>
                    </a:cubicBezTo>
                    <a:cubicBezTo>
                      <a:pt x="205" y="120"/>
                      <a:pt x="209" y="113"/>
                      <a:pt x="224" y="110"/>
                    </a:cubicBezTo>
                    <a:cubicBezTo>
                      <a:pt x="225" y="110"/>
                      <a:pt x="225" y="109"/>
                      <a:pt x="226" y="109"/>
                    </a:cubicBezTo>
                    <a:cubicBezTo>
                      <a:pt x="235" y="105"/>
                      <a:pt x="244" y="101"/>
                      <a:pt x="254" y="97"/>
                    </a:cubicBezTo>
                    <a:cubicBezTo>
                      <a:pt x="257" y="109"/>
                      <a:pt x="263" y="122"/>
                      <a:pt x="263" y="135"/>
                    </a:cubicBezTo>
                    <a:cubicBezTo>
                      <a:pt x="264" y="207"/>
                      <a:pt x="205" y="265"/>
                      <a:pt x="132" y="26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zh-CN" altLang="en-US"/>
              </a:p>
            </p:txBody>
          </p:sp>
          <p:sp>
            <p:nvSpPr>
              <p:cNvPr id="128" name="Freeform 7">
                <a:extLst>
                  <a:ext uri="{FF2B5EF4-FFF2-40B4-BE49-F238E27FC236}">
                    <a16:creationId xmlns:a16="http://schemas.microsoft.com/office/drawing/2014/main" id="{9A910B2F-796A-46C5-8AD2-FFD105048378}"/>
                  </a:ext>
                </a:extLst>
              </p:cNvPr>
              <p:cNvSpPr/>
              <p:nvPr/>
            </p:nvSpPr>
            <p:spPr bwMode="auto">
              <a:xfrm>
                <a:off x="6018213" y="2657475"/>
                <a:ext cx="852488" cy="850900"/>
              </a:xfrm>
              <a:custGeom>
                <a:gdLst>
                  <a:gd name="T0" fmla="*/ 0 w 284"/>
                  <a:gd name="T1" fmla="*/ 280 h 284"/>
                  <a:gd name="T2" fmla="*/ 10 w 284"/>
                  <a:gd name="T3" fmla="*/ 266 h 284"/>
                  <a:gd name="T4" fmla="*/ 31 w 284"/>
                  <a:gd name="T5" fmla="*/ 214 h 284"/>
                  <a:gd name="T6" fmla="*/ 68 w 284"/>
                  <a:gd name="T7" fmla="*/ 156 h 284"/>
                  <a:gd name="T8" fmla="*/ 165 w 284"/>
                  <a:gd name="T9" fmla="*/ 97 h 284"/>
                  <a:gd name="T10" fmla="*/ 186 w 284"/>
                  <a:gd name="T11" fmla="*/ 62 h 284"/>
                  <a:gd name="T12" fmla="*/ 186 w 284"/>
                  <a:gd name="T13" fmla="*/ 41 h 284"/>
                  <a:gd name="T14" fmla="*/ 216 w 284"/>
                  <a:gd name="T15" fmla="*/ 2 h 284"/>
                  <a:gd name="T16" fmla="*/ 249 w 284"/>
                  <a:gd name="T17" fmla="*/ 34 h 284"/>
                  <a:gd name="T18" fmla="*/ 282 w 284"/>
                  <a:gd name="T19" fmla="*/ 68 h 284"/>
                  <a:gd name="T20" fmla="*/ 243 w 284"/>
                  <a:gd name="T21" fmla="*/ 97 h 284"/>
                  <a:gd name="T22" fmla="*/ 175 w 284"/>
                  <a:gd name="T23" fmla="*/ 142 h 284"/>
                  <a:gd name="T24" fmla="*/ 102 w 284"/>
                  <a:gd name="T25" fmla="*/ 240 h 284"/>
                  <a:gd name="T26" fmla="*/ 69 w 284"/>
                  <a:gd name="T27" fmla="*/ 253 h 284"/>
                  <a:gd name="T28" fmla="*/ 19 w 284"/>
                  <a:gd name="T29" fmla="*/ 273 h 284"/>
                  <a:gd name="T30" fmla="*/ 4 w 284"/>
                  <a:gd name="T31" fmla="*/ 284 h 284"/>
                  <a:gd name="T32" fmla="*/ 0 w 284"/>
                  <a:gd name="T33" fmla="*/ 280 h 284"/>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84" h="284">
                    <a:moveTo>
                      <a:pt x="0" y="280"/>
                    </a:moveTo>
                    <a:cubicBezTo>
                      <a:pt x="4" y="275"/>
                      <a:pt x="6" y="270"/>
                      <a:pt x="10" y="266"/>
                    </a:cubicBezTo>
                    <a:cubicBezTo>
                      <a:pt x="23" y="251"/>
                      <a:pt x="31" y="236"/>
                      <a:pt x="31" y="214"/>
                    </a:cubicBezTo>
                    <a:cubicBezTo>
                      <a:pt x="31" y="189"/>
                      <a:pt x="48" y="169"/>
                      <a:pt x="68" y="156"/>
                    </a:cubicBezTo>
                    <a:cubicBezTo>
                      <a:pt x="100" y="134"/>
                      <a:pt x="132" y="115"/>
                      <a:pt x="165" y="97"/>
                    </a:cubicBezTo>
                    <a:cubicBezTo>
                      <a:pt x="180" y="89"/>
                      <a:pt x="188" y="79"/>
                      <a:pt x="186" y="62"/>
                    </a:cubicBezTo>
                    <a:cubicBezTo>
                      <a:pt x="185" y="55"/>
                      <a:pt x="185" y="48"/>
                      <a:pt x="186" y="41"/>
                    </a:cubicBezTo>
                    <a:cubicBezTo>
                      <a:pt x="187" y="17"/>
                      <a:pt x="198" y="4"/>
                      <a:pt x="216" y="2"/>
                    </a:cubicBezTo>
                    <a:cubicBezTo>
                      <a:pt x="234" y="0"/>
                      <a:pt x="243" y="9"/>
                      <a:pt x="249" y="34"/>
                    </a:cubicBezTo>
                    <a:cubicBezTo>
                      <a:pt x="274" y="40"/>
                      <a:pt x="284" y="50"/>
                      <a:pt x="282" y="68"/>
                    </a:cubicBezTo>
                    <a:cubicBezTo>
                      <a:pt x="280" y="86"/>
                      <a:pt x="266" y="100"/>
                      <a:pt x="243" y="97"/>
                    </a:cubicBezTo>
                    <a:cubicBezTo>
                      <a:pt x="205" y="92"/>
                      <a:pt x="189" y="111"/>
                      <a:pt x="175" y="142"/>
                    </a:cubicBezTo>
                    <a:cubicBezTo>
                      <a:pt x="159" y="181"/>
                      <a:pt x="137" y="215"/>
                      <a:pt x="102" y="240"/>
                    </a:cubicBezTo>
                    <a:cubicBezTo>
                      <a:pt x="92" y="246"/>
                      <a:pt x="80" y="253"/>
                      <a:pt x="69" y="253"/>
                    </a:cubicBezTo>
                    <a:cubicBezTo>
                      <a:pt x="49" y="252"/>
                      <a:pt x="33" y="259"/>
                      <a:pt x="19" y="273"/>
                    </a:cubicBezTo>
                    <a:cubicBezTo>
                      <a:pt x="15" y="277"/>
                      <a:pt x="9" y="280"/>
                      <a:pt x="4" y="284"/>
                    </a:cubicBezTo>
                    <a:cubicBezTo>
                      <a:pt x="3" y="283"/>
                      <a:pt x="1" y="281"/>
                      <a:pt x="0" y="28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zh-CN" altLang="en-US"/>
              </a:p>
            </p:txBody>
          </p:sp>
          <p:sp>
            <p:nvSpPr>
              <p:cNvPr id="129" name="Freeform 8">
                <a:extLst>
                  <a:ext uri="{FF2B5EF4-FFF2-40B4-BE49-F238E27FC236}">
                    <a16:creationId xmlns:a16="http://schemas.microsoft.com/office/drawing/2014/main" id="{AB614AEC-7459-4A3D-B167-6557A549CD8F}"/>
                  </a:ext>
                </a:extLst>
              </p:cNvPr>
              <p:cNvSpPr/>
              <p:nvPr/>
            </p:nvSpPr>
            <p:spPr bwMode="auto">
              <a:xfrm>
                <a:off x="5907088" y="3403600"/>
                <a:ext cx="222250" cy="219075"/>
              </a:xfrm>
              <a:custGeom>
                <a:gdLst>
                  <a:gd name="T0" fmla="*/ 39 w 74"/>
                  <a:gd name="T1" fmla="*/ 3 h 73"/>
                  <a:gd name="T2" fmla="*/ 30 w 74"/>
                  <a:gd name="T3" fmla="*/ 43 h 73"/>
                  <a:gd name="T4" fmla="*/ 69 w 74"/>
                  <a:gd name="T5" fmla="*/ 35 h 73"/>
                  <a:gd name="T6" fmla="*/ 58 w 74"/>
                  <a:gd name="T7" fmla="*/ 62 h 73"/>
                  <a:gd name="T8" fmla="*/ 15 w 74"/>
                  <a:gd name="T9" fmla="*/ 63 h 73"/>
                  <a:gd name="T10" fmla="*/ 6 w 74"/>
                  <a:gd name="T11" fmla="*/ 21 h 73"/>
                  <a:gd name="T12" fmla="*/ 39 w 74"/>
                  <a:gd name="T13" fmla="*/ 3 h 73"/>
                </a:gdLst>
                <a:cxnLst>
                  <a:cxn ang="0">
                    <a:pos x="T0" y="T1"/>
                  </a:cxn>
                  <a:cxn ang="0">
                    <a:pos x="T2" y="T3"/>
                  </a:cxn>
                  <a:cxn ang="0">
                    <a:pos x="T4" y="T5"/>
                  </a:cxn>
                  <a:cxn ang="0">
                    <a:pos x="T6" y="T7"/>
                  </a:cxn>
                  <a:cxn ang="0">
                    <a:pos x="T8" y="T9"/>
                  </a:cxn>
                  <a:cxn ang="0">
                    <a:pos x="T10" y="T11"/>
                  </a:cxn>
                  <a:cxn ang="0">
                    <a:pos x="T12" y="T13"/>
                  </a:cxn>
                </a:cxnLst>
                <a:rect l="0" t="0" r="r" b="b"/>
                <a:pathLst>
                  <a:path w="74" h="73">
                    <a:moveTo>
                      <a:pt x="39" y="3"/>
                    </a:moveTo>
                    <a:cubicBezTo>
                      <a:pt x="40" y="19"/>
                      <a:pt x="14" y="29"/>
                      <a:pt x="30" y="43"/>
                    </a:cubicBezTo>
                    <a:cubicBezTo>
                      <a:pt x="37" y="48"/>
                      <a:pt x="54" y="38"/>
                      <a:pt x="69" y="35"/>
                    </a:cubicBezTo>
                    <a:cubicBezTo>
                      <a:pt x="74" y="46"/>
                      <a:pt x="68" y="56"/>
                      <a:pt x="58" y="62"/>
                    </a:cubicBezTo>
                    <a:cubicBezTo>
                      <a:pt x="44" y="72"/>
                      <a:pt x="29" y="73"/>
                      <a:pt x="15" y="63"/>
                    </a:cubicBezTo>
                    <a:cubicBezTo>
                      <a:pt x="1" y="52"/>
                      <a:pt x="0" y="36"/>
                      <a:pt x="6" y="21"/>
                    </a:cubicBezTo>
                    <a:cubicBezTo>
                      <a:pt x="11" y="7"/>
                      <a:pt x="22" y="0"/>
                      <a:pt x="39"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zh-CN" altLang="en-US"/>
              </a:p>
            </p:txBody>
          </p:sp>
        </p:grpSp>
      </p:grpSp>
    </p:spTree>
    <p:extLst>
      <p:ext uri="{BB962C8B-B14F-4D97-AF65-F5344CB8AC3E}">
        <p14:creationId val="1271109153"/>
      </p:ext>
    </p:extLst>
  </p:cSld>
  <p:clrMapOvr>
    <a:masterClrMapping/>
  </p:clrMapOvr>
  <mc:AlternateContent>
    <mc:Choice xmlns:p14="http://schemas.microsoft.com/office/powerpoint/2010/main" Requires="p14">
      <p:transition spd="slow" advClick="0" advTm="0" p14:dur="1250">
        <p14:switch dir="r"/>
      </p:transition>
    </mc:Choice>
    <mc:Fallback>
      <p:transition spd="slow" advClick="0" advTm="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49" presetClass="entr" presetSubtype="0" decel="10000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 calcmode="lin" valueType="num">
                                      <p:cBhvr>
                                        <p:cTn id="9" dur="500" fill="hold"/>
                                        <p:tgtEl>
                                          <p:spTgt spid="2"/>
                                        </p:tgtEl>
                                        <p:attrNameLst>
                                          <p:attrName>style.rotation</p:attrName>
                                        </p:attrNameLst>
                                      </p:cBhvr>
                                      <p:tavLst>
                                        <p:tav tm="0">
                                          <p:val>
                                            <p:fltVal val="360"/>
                                          </p:val>
                                        </p:tav>
                                        <p:tav tm="100000">
                                          <p:val>
                                            <p:fltVal val="0"/>
                                          </p:val>
                                        </p:tav>
                                      </p:tavLst>
                                    </p:anim>
                                    <p:animEffect transition="in" filter="fade">
                                      <p:cBhvr>
                                        <p:cTn id="10" dur="500"/>
                                        <p:tgtEl>
                                          <p:spTgt spid="2"/>
                                        </p:tgtEl>
                                      </p:cBhvr>
                                    </p:animEffect>
                                  </p:childTnLst>
                                </p:cTn>
                              </p:par>
                              <p:par>
                                <p:cTn id="11" presetID="41" presetClass="entr" presetSubtype="0" fill="hold" grpId="0" nodeType="withEffect">
                                  <p:stCondLst>
                                    <p:cond delay="0"/>
                                  </p:stCondLst>
                                  <p:iterate type="lt">
                                    <p:tmPct val="10000"/>
                                  </p:iterate>
                                  <p:childTnLst>
                                    <p:set>
                                      <p:cBhvr>
                                        <p:cTn id="12" dur="1" fill="hold">
                                          <p:stCondLst>
                                            <p:cond delay="0"/>
                                          </p:stCondLst>
                                        </p:cTn>
                                        <p:tgtEl>
                                          <p:spTgt spid="5"/>
                                        </p:tgtEl>
                                        <p:attrNameLst>
                                          <p:attrName>style.visibility</p:attrName>
                                        </p:attrNameLst>
                                      </p:cBhvr>
                                      <p:to>
                                        <p:strVal val="visible"/>
                                      </p:to>
                                    </p:set>
                                    <p:anim calcmode="lin" valueType="num">
                                      <p:cBhvr>
                                        <p:cTn id="13" dur="500" fill="hold"/>
                                        <p:tgtEl>
                                          <p:spTgt spid="5"/>
                                        </p:tgtEl>
                                        <p:attrNameLst>
                                          <p:attrName>ppt_x</p:attrName>
                                        </p:attrNameLst>
                                      </p:cBhvr>
                                      <p:tavLst>
                                        <p:tav tm="0">
                                          <p:val>
                                            <p:strVal val="#ppt_x"/>
                                          </p:val>
                                        </p:tav>
                                        <p:tav tm="50000">
                                          <p:val>
                                            <p:strVal val="#ppt_x+.1"/>
                                          </p:val>
                                        </p:tav>
                                        <p:tav tm="100000">
                                          <p:val>
                                            <p:strVal val="#ppt_x"/>
                                          </p:val>
                                        </p:tav>
                                      </p:tavLst>
                                    </p:anim>
                                    <p:anim calcmode="lin" valueType="num">
                                      <p:cBhvr>
                                        <p:cTn id="14" dur="500" fill="hold"/>
                                        <p:tgtEl>
                                          <p:spTgt spid="5"/>
                                        </p:tgtEl>
                                        <p:attrNameLst>
                                          <p:attrName>ppt_y</p:attrName>
                                        </p:attrNameLst>
                                      </p:cBhvr>
                                      <p:tavLst>
                                        <p:tav tm="0">
                                          <p:val>
                                            <p:strVal val="#ppt_y"/>
                                          </p:val>
                                        </p:tav>
                                        <p:tav tm="100000">
                                          <p:val>
                                            <p:strVal val="#ppt_y"/>
                                          </p:val>
                                        </p:tav>
                                      </p:tavLst>
                                    </p:anim>
                                    <p:anim calcmode="lin" valueType="num">
                                      <p:cBhvr>
                                        <p:cTn id="15" dur="500" fill="hold"/>
                                        <p:tgtEl>
                                          <p:spTgt spid="5"/>
                                        </p:tgtEl>
                                        <p:attrNameLst>
                                          <p:attrName>ppt_h</p:attrName>
                                        </p:attrNameLst>
                                      </p:cBhvr>
                                      <p:tavLst>
                                        <p:tav tm="0">
                                          <p:val>
                                            <p:strVal val="#ppt_h/10"/>
                                          </p:val>
                                        </p:tav>
                                        <p:tav tm="50000">
                                          <p:val>
                                            <p:strVal val="#ppt_h+.01"/>
                                          </p:val>
                                        </p:tav>
                                        <p:tav tm="100000">
                                          <p:val>
                                            <p:strVal val="#ppt_h"/>
                                          </p:val>
                                        </p:tav>
                                      </p:tavLst>
                                    </p:anim>
                                    <p:anim calcmode="lin" valueType="num">
                                      <p:cBhvr>
                                        <p:cTn id="16" dur="500" fill="hold"/>
                                        <p:tgtEl>
                                          <p:spTgt spid="5"/>
                                        </p:tgtEl>
                                        <p:attrNameLst>
                                          <p:attrName>ppt_w</p:attrName>
                                        </p:attrNameLst>
                                      </p:cBhvr>
                                      <p:tavLst>
                                        <p:tav tm="0">
                                          <p:val>
                                            <p:strVal val="#ppt_w/10"/>
                                          </p:val>
                                        </p:tav>
                                        <p:tav tm="50000">
                                          <p:val>
                                            <p:strVal val="#ppt_w+.01"/>
                                          </p:val>
                                        </p:tav>
                                        <p:tav tm="100000">
                                          <p:val>
                                            <p:strVal val="#ppt_w"/>
                                          </p:val>
                                        </p:tav>
                                      </p:tavLst>
                                    </p:anim>
                                    <p:animEffect transition="in" filter="fade">
                                      <p:cBhvr>
                                        <p:cTn id="17" dur="500" tmFilter="0,0; .5, 1; 1, 1"/>
                                        <p:tgtEl>
                                          <p:spTgt spid="5"/>
                                        </p:tgtEl>
                                      </p:cBhvr>
                                    </p:animEffect>
                                  </p:childTnLst>
                                </p:cTn>
                              </p:par>
                              <p:par>
                                <p:cTn id="18" presetID="2" presetClass="entr" presetSubtype="4" accel="12000" fill="hold" nodeType="withEffect">
                                  <p:stCondLst>
                                    <p:cond delay="0"/>
                                  </p:stCondLst>
                                  <p:childTnLst>
                                    <p:set>
                                      <p:cBhvr>
                                        <p:cTn id="19" dur="1" fill="hold">
                                          <p:stCondLst>
                                            <p:cond delay="0"/>
                                          </p:stCondLst>
                                        </p:cTn>
                                        <p:tgtEl>
                                          <p:spTgt spid="106"/>
                                        </p:tgtEl>
                                        <p:attrNameLst>
                                          <p:attrName>style.visibility</p:attrName>
                                        </p:attrNameLst>
                                      </p:cBhvr>
                                      <p:to>
                                        <p:strVal val="visible"/>
                                      </p:to>
                                    </p:set>
                                    <p:anim calcmode="lin" valueType="num">
                                      <p:cBhvr additive="base">
                                        <p:cTn id="20" dur="500" fill="hold"/>
                                        <p:tgtEl>
                                          <p:spTgt spid="106"/>
                                        </p:tgtEl>
                                        <p:attrNameLst>
                                          <p:attrName>ppt_x</p:attrName>
                                        </p:attrNameLst>
                                      </p:cBhvr>
                                      <p:tavLst>
                                        <p:tav tm="0">
                                          <p:val>
                                            <p:strVal val="#ppt_x"/>
                                          </p:val>
                                        </p:tav>
                                        <p:tav tm="100000">
                                          <p:val>
                                            <p:strVal val="#ppt_x"/>
                                          </p:val>
                                        </p:tav>
                                      </p:tavLst>
                                    </p:anim>
                                    <p:anim calcmode="lin" valueType="num">
                                      <p:cBhvr additive="base">
                                        <p:cTn id="21" dur="500" fill="hold"/>
                                        <p:tgtEl>
                                          <p:spTgt spid="106"/>
                                        </p:tgtEl>
                                        <p:attrNameLst>
                                          <p:attrName>ppt_y</p:attrName>
                                        </p:attrNameLst>
                                      </p:cBhvr>
                                      <p:tavLst>
                                        <p:tav tm="0">
                                          <p:val>
                                            <p:strVal val="1+#ppt_h/2"/>
                                          </p:val>
                                        </p:tav>
                                        <p:tav tm="100000">
                                          <p:val>
                                            <p:strVal val="#ppt_y"/>
                                          </p:val>
                                        </p:tav>
                                      </p:tavLst>
                                    </p:anim>
                                  </p:childTnLst>
                                </p:cTn>
                              </p:par>
                              <p:par>
                                <p:cTn id="22" presetID="2" presetClass="entr" presetSubtype="4" accel="12000" fill="hold" nodeType="withEffect">
                                  <p:stCondLst>
                                    <p:cond delay="200"/>
                                  </p:stCondLst>
                                  <p:childTnLst>
                                    <p:set>
                                      <p:cBhvr>
                                        <p:cTn id="23" dur="1" fill="hold">
                                          <p:stCondLst>
                                            <p:cond delay="0"/>
                                          </p:stCondLst>
                                        </p:cTn>
                                        <p:tgtEl>
                                          <p:spTgt spid="103"/>
                                        </p:tgtEl>
                                        <p:attrNameLst>
                                          <p:attrName>style.visibility</p:attrName>
                                        </p:attrNameLst>
                                      </p:cBhvr>
                                      <p:to>
                                        <p:strVal val="visible"/>
                                      </p:to>
                                    </p:set>
                                    <p:anim calcmode="lin" valueType="num">
                                      <p:cBhvr additive="base">
                                        <p:cTn id="24" dur="500" fill="hold"/>
                                        <p:tgtEl>
                                          <p:spTgt spid="103"/>
                                        </p:tgtEl>
                                        <p:attrNameLst>
                                          <p:attrName>ppt_x</p:attrName>
                                        </p:attrNameLst>
                                      </p:cBhvr>
                                      <p:tavLst>
                                        <p:tav tm="0">
                                          <p:val>
                                            <p:strVal val="#ppt_x"/>
                                          </p:val>
                                        </p:tav>
                                        <p:tav tm="100000">
                                          <p:val>
                                            <p:strVal val="#ppt_x"/>
                                          </p:val>
                                        </p:tav>
                                      </p:tavLst>
                                    </p:anim>
                                    <p:anim calcmode="lin" valueType="num">
                                      <p:cBhvr additive="base">
                                        <p:cTn id="25" dur="500" fill="hold"/>
                                        <p:tgtEl>
                                          <p:spTgt spid="103"/>
                                        </p:tgtEl>
                                        <p:attrNameLst>
                                          <p:attrName>ppt_y</p:attrName>
                                        </p:attrNameLst>
                                      </p:cBhvr>
                                      <p:tavLst>
                                        <p:tav tm="0">
                                          <p:val>
                                            <p:strVal val="1+#ppt_h/2"/>
                                          </p:val>
                                        </p:tav>
                                        <p:tav tm="100000">
                                          <p:val>
                                            <p:strVal val="#ppt_y"/>
                                          </p:val>
                                        </p:tav>
                                      </p:tavLst>
                                    </p:anim>
                                  </p:childTnLst>
                                </p:cTn>
                              </p:par>
                              <p:par>
                                <p:cTn id="26" presetID="2" presetClass="entr" presetSubtype="4" accel="12000" fill="hold" nodeType="withEffect">
                                  <p:stCondLst>
                                    <p:cond delay="300"/>
                                  </p:stCondLst>
                                  <p:childTnLst>
                                    <p:set>
                                      <p:cBhvr>
                                        <p:cTn id="27" dur="1" fill="hold">
                                          <p:stCondLst>
                                            <p:cond delay="0"/>
                                          </p:stCondLst>
                                        </p:cTn>
                                        <p:tgtEl>
                                          <p:spTgt spid="100"/>
                                        </p:tgtEl>
                                        <p:attrNameLst>
                                          <p:attrName>style.visibility</p:attrName>
                                        </p:attrNameLst>
                                      </p:cBhvr>
                                      <p:to>
                                        <p:strVal val="visible"/>
                                      </p:to>
                                    </p:set>
                                    <p:anim calcmode="lin" valueType="num">
                                      <p:cBhvr additive="base">
                                        <p:cTn id="28" dur="500" fill="hold"/>
                                        <p:tgtEl>
                                          <p:spTgt spid="100"/>
                                        </p:tgtEl>
                                        <p:attrNameLst>
                                          <p:attrName>ppt_x</p:attrName>
                                        </p:attrNameLst>
                                      </p:cBhvr>
                                      <p:tavLst>
                                        <p:tav tm="0">
                                          <p:val>
                                            <p:strVal val="#ppt_x"/>
                                          </p:val>
                                        </p:tav>
                                        <p:tav tm="100000">
                                          <p:val>
                                            <p:strVal val="#ppt_x"/>
                                          </p:val>
                                        </p:tav>
                                      </p:tavLst>
                                    </p:anim>
                                    <p:anim calcmode="lin" valueType="num">
                                      <p:cBhvr additive="base">
                                        <p:cTn id="29" dur="500" fill="hold"/>
                                        <p:tgtEl>
                                          <p:spTgt spid="100"/>
                                        </p:tgtEl>
                                        <p:attrNameLst>
                                          <p:attrName>ppt_y</p:attrName>
                                        </p:attrNameLst>
                                      </p:cBhvr>
                                      <p:tavLst>
                                        <p:tav tm="0">
                                          <p:val>
                                            <p:strVal val="1+#ppt_h/2"/>
                                          </p:val>
                                        </p:tav>
                                        <p:tav tm="100000">
                                          <p:val>
                                            <p:strVal val="#ppt_y"/>
                                          </p:val>
                                        </p:tav>
                                      </p:tavLst>
                                    </p:anim>
                                  </p:childTnLst>
                                </p:cTn>
                              </p:par>
                              <p:par>
                                <p:cTn id="30" presetID="2" presetClass="entr" presetSubtype="4" accel="12000" fill="hold" nodeType="withEffect">
                                  <p:stCondLst>
                                    <p:cond delay="500"/>
                                  </p:stCondLst>
                                  <p:childTnLst>
                                    <p:set>
                                      <p:cBhvr>
                                        <p:cTn id="31" dur="1" fill="hold">
                                          <p:stCondLst>
                                            <p:cond delay="0"/>
                                          </p:stCondLst>
                                        </p:cTn>
                                        <p:tgtEl>
                                          <p:spTgt spid="112"/>
                                        </p:tgtEl>
                                        <p:attrNameLst>
                                          <p:attrName>style.visibility</p:attrName>
                                        </p:attrNameLst>
                                      </p:cBhvr>
                                      <p:to>
                                        <p:strVal val="visible"/>
                                      </p:to>
                                    </p:set>
                                    <p:anim calcmode="lin" valueType="num">
                                      <p:cBhvr additive="base">
                                        <p:cTn id="32" dur="500" fill="hold"/>
                                        <p:tgtEl>
                                          <p:spTgt spid="112"/>
                                        </p:tgtEl>
                                        <p:attrNameLst>
                                          <p:attrName>ppt_x</p:attrName>
                                        </p:attrNameLst>
                                      </p:cBhvr>
                                      <p:tavLst>
                                        <p:tav tm="0">
                                          <p:val>
                                            <p:strVal val="#ppt_x"/>
                                          </p:val>
                                        </p:tav>
                                        <p:tav tm="100000">
                                          <p:val>
                                            <p:strVal val="#ppt_x"/>
                                          </p:val>
                                        </p:tav>
                                      </p:tavLst>
                                    </p:anim>
                                    <p:anim calcmode="lin" valueType="num">
                                      <p:cBhvr additive="base">
                                        <p:cTn id="33" dur="500" fill="hold"/>
                                        <p:tgtEl>
                                          <p:spTgt spid="112"/>
                                        </p:tgtEl>
                                        <p:attrNameLst>
                                          <p:attrName>ppt_y</p:attrName>
                                        </p:attrNameLst>
                                      </p:cBhvr>
                                      <p:tavLst>
                                        <p:tav tm="0">
                                          <p:val>
                                            <p:strVal val="1+#ppt_h/2"/>
                                          </p:val>
                                        </p:tav>
                                        <p:tav tm="100000">
                                          <p:val>
                                            <p:strVal val="#ppt_y"/>
                                          </p:val>
                                        </p:tav>
                                      </p:tavLst>
                                    </p:anim>
                                  </p:childTnLst>
                                </p:cTn>
                              </p:par>
                              <p:par>
                                <p:cTn id="34" presetID="2" presetClass="entr" presetSubtype="4" accel="12000" fill="hold" nodeType="withEffect">
                                  <p:stCondLst>
                                    <p:cond delay="600"/>
                                  </p:stCondLst>
                                  <p:childTnLst>
                                    <p:set>
                                      <p:cBhvr>
                                        <p:cTn id="35" dur="1" fill="hold">
                                          <p:stCondLst>
                                            <p:cond delay="0"/>
                                          </p:stCondLst>
                                        </p:cTn>
                                        <p:tgtEl>
                                          <p:spTgt spid="118"/>
                                        </p:tgtEl>
                                        <p:attrNameLst>
                                          <p:attrName>style.visibility</p:attrName>
                                        </p:attrNameLst>
                                      </p:cBhvr>
                                      <p:to>
                                        <p:strVal val="visible"/>
                                      </p:to>
                                    </p:set>
                                    <p:anim calcmode="lin" valueType="num">
                                      <p:cBhvr additive="base">
                                        <p:cTn id="36" dur="500" fill="hold"/>
                                        <p:tgtEl>
                                          <p:spTgt spid="118"/>
                                        </p:tgtEl>
                                        <p:attrNameLst>
                                          <p:attrName>ppt_x</p:attrName>
                                        </p:attrNameLst>
                                      </p:cBhvr>
                                      <p:tavLst>
                                        <p:tav tm="0">
                                          <p:val>
                                            <p:strVal val="#ppt_x"/>
                                          </p:val>
                                        </p:tav>
                                        <p:tav tm="100000">
                                          <p:val>
                                            <p:strVal val="#ppt_x"/>
                                          </p:val>
                                        </p:tav>
                                      </p:tavLst>
                                    </p:anim>
                                    <p:anim calcmode="lin" valueType="num">
                                      <p:cBhvr additive="base">
                                        <p:cTn id="37" dur="500" fill="hold"/>
                                        <p:tgtEl>
                                          <p:spTgt spid="118"/>
                                        </p:tgtEl>
                                        <p:attrNameLst>
                                          <p:attrName>ppt_y</p:attrName>
                                        </p:attrNameLst>
                                      </p:cBhvr>
                                      <p:tavLst>
                                        <p:tav tm="0">
                                          <p:val>
                                            <p:strVal val="1+#ppt_h/2"/>
                                          </p:val>
                                        </p:tav>
                                        <p:tav tm="100000">
                                          <p:val>
                                            <p:strVal val="#ppt_y"/>
                                          </p:val>
                                        </p:tav>
                                      </p:tavLst>
                                    </p:anim>
                                  </p:childTnLst>
                                </p:cTn>
                              </p:par>
                              <p:par>
                                <p:cTn id="38" presetID="2" presetClass="entr" presetSubtype="4" accel="12000" fill="hold" nodeType="withEffect">
                                  <p:stCondLst>
                                    <p:cond delay="800"/>
                                  </p:stCondLst>
                                  <p:childTnLst>
                                    <p:set>
                                      <p:cBhvr>
                                        <p:cTn id="39" dur="1" fill="hold">
                                          <p:stCondLst>
                                            <p:cond delay="0"/>
                                          </p:stCondLst>
                                        </p:cTn>
                                        <p:tgtEl>
                                          <p:spTgt spid="123"/>
                                        </p:tgtEl>
                                        <p:attrNameLst>
                                          <p:attrName>style.visibility</p:attrName>
                                        </p:attrNameLst>
                                      </p:cBhvr>
                                      <p:to>
                                        <p:strVal val="visible"/>
                                      </p:to>
                                    </p:set>
                                    <p:anim calcmode="lin" valueType="num">
                                      <p:cBhvr additive="base">
                                        <p:cTn id="40" dur="500" fill="hold"/>
                                        <p:tgtEl>
                                          <p:spTgt spid="123"/>
                                        </p:tgtEl>
                                        <p:attrNameLst>
                                          <p:attrName>ppt_x</p:attrName>
                                        </p:attrNameLst>
                                      </p:cBhvr>
                                      <p:tavLst>
                                        <p:tav tm="0">
                                          <p:val>
                                            <p:strVal val="#ppt_x"/>
                                          </p:val>
                                        </p:tav>
                                        <p:tav tm="100000">
                                          <p:val>
                                            <p:strVal val="#ppt_x"/>
                                          </p:val>
                                        </p:tav>
                                      </p:tavLst>
                                    </p:anim>
                                    <p:anim calcmode="lin" valueType="num">
                                      <p:cBhvr additive="base">
                                        <p:cTn id="41" dur="500" fill="hold"/>
                                        <p:tgtEl>
                                          <p:spTgt spid="123"/>
                                        </p:tgtEl>
                                        <p:attrNameLst>
                                          <p:attrName>ppt_y</p:attrName>
                                        </p:attrNameLst>
                                      </p:cBhvr>
                                      <p:tavLst>
                                        <p:tav tm="0">
                                          <p:val>
                                            <p:strVal val="1+#ppt_h/2"/>
                                          </p:val>
                                        </p:tav>
                                        <p:tav tm="100000">
                                          <p:val>
                                            <p:strVal val="#ppt_y"/>
                                          </p:val>
                                        </p:tav>
                                      </p:tavLst>
                                    </p:anim>
                                  </p:childTnLst>
                                </p:cTn>
                              </p:par>
                            </p:childTnLst>
                          </p:cTn>
                        </p:par>
                        <p:par>
                          <p:cTn id="42" fill="hold" nodeType="afterGroup">
                            <p:stCondLst>
                              <p:cond delay="1300"/>
                            </p:stCondLst>
                            <p:childTnLst>
                              <p:par>
                                <p:cTn id="43" presetID="10" presetClass="entr" presetSubtype="0" fill="hold" nodeType="afterEffect">
                                  <p:stCondLst>
                                    <p:cond delay="0"/>
                                  </p:stCondLst>
                                  <p:childTnLst>
                                    <p:set>
                                      <p:cBhvr>
                                        <p:cTn id="44" dur="1" fill="hold">
                                          <p:stCondLst>
                                            <p:cond delay="0"/>
                                          </p:stCondLst>
                                        </p:cTn>
                                        <p:tgtEl>
                                          <p:spTgt spid="97"/>
                                        </p:tgtEl>
                                        <p:attrNameLst>
                                          <p:attrName>style.visibility</p:attrName>
                                        </p:attrNameLst>
                                      </p:cBhvr>
                                      <p:to>
                                        <p:strVal val="visible"/>
                                      </p:to>
                                    </p:set>
                                    <p:animEffect transition="in" filter="fade">
                                      <p:cBhvr>
                                        <p:cTn id="45" dur="250"/>
                                        <p:tgtEl>
                                          <p:spTgt spid="97"/>
                                        </p:tgtEl>
                                      </p:cBhvr>
                                    </p:animEffect>
                                  </p:childTnLst>
                                </p:cTn>
                              </p:par>
                            </p:childTnLst>
                          </p:cTn>
                        </p:par>
                        <p:par>
                          <p:cTn id="46" fill="hold" nodeType="afterGroup">
                            <p:stCondLst>
                              <p:cond delay="1550"/>
                            </p:stCondLst>
                            <p:childTnLst>
                              <p:par>
                                <p:cTn id="47" presetID="10" presetClass="entr" presetSubtype="0" fill="hold" nodeType="afterEffect">
                                  <p:stCondLst>
                                    <p:cond delay="0"/>
                                  </p:stCondLst>
                                  <p:childTnLst>
                                    <p:set>
                                      <p:cBhvr>
                                        <p:cTn id="48" dur="1" fill="hold">
                                          <p:stCondLst>
                                            <p:cond delay="0"/>
                                          </p:stCondLst>
                                        </p:cTn>
                                        <p:tgtEl>
                                          <p:spTgt spid="94"/>
                                        </p:tgtEl>
                                        <p:attrNameLst>
                                          <p:attrName>style.visibility</p:attrName>
                                        </p:attrNameLst>
                                      </p:cBhvr>
                                      <p:to>
                                        <p:strVal val="visible"/>
                                      </p:to>
                                    </p:set>
                                    <p:animEffect transition="in" filter="fade">
                                      <p:cBhvr>
                                        <p:cTn id="49" dur="250"/>
                                        <p:tgtEl>
                                          <p:spTgt spid="94"/>
                                        </p:tgtEl>
                                      </p:cBhvr>
                                    </p:animEffect>
                                  </p:childTnLst>
                                </p:cTn>
                              </p:par>
                            </p:childTnLst>
                          </p:cTn>
                        </p:par>
                        <p:par>
                          <p:cTn id="50" fill="hold" nodeType="afterGroup">
                            <p:stCondLst>
                              <p:cond delay="1800"/>
                            </p:stCondLst>
                            <p:childTnLst>
                              <p:par>
                                <p:cTn id="51" presetID="10" presetClass="entr" presetSubtype="0" fill="hold" nodeType="afterEffect">
                                  <p:stCondLst>
                                    <p:cond delay="0"/>
                                  </p:stCondLst>
                                  <p:childTnLst>
                                    <p:set>
                                      <p:cBhvr>
                                        <p:cTn id="52" dur="1" fill="hold">
                                          <p:stCondLst>
                                            <p:cond delay="0"/>
                                          </p:stCondLst>
                                        </p:cTn>
                                        <p:tgtEl>
                                          <p:spTgt spid="53"/>
                                        </p:tgtEl>
                                        <p:attrNameLst>
                                          <p:attrName>style.visibility</p:attrName>
                                        </p:attrNameLst>
                                      </p:cBhvr>
                                      <p:to>
                                        <p:strVal val="visible"/>
                                      </p:to>
                                    </p:set>
                                    <p:animEffect transition="in" filter="fade">
                                      <p:cBhvr>
                                        <p:cTn id="53" dur="250"/>
                                        <p:tgtEl>
                                          <p:spTgt spid="53"/>
                                        </p:tgtEl>
                                      </p:cBhvr>
                                    </p:animEffect>
                                  </p:childTnLst>
                                </p:cTn>
                              </p:par>
                            </p:childTnLst>
                          </p:cTn>
                        </p:par>
                        <p:par>
                          <p:cTn id="54" fill="hold" nodeType="afterGroup">
                            <p:stCondLst>
                              <p:cond delay="2050"/>
                            </p:stCondLst>
                            <p:childTnLst>
                              <p:par>
                                <p:cTn id="55" presetID="10" presetClass="entr" presetSubtype="0" fill="hold" nodeType="afterEffect">
                                  <p:stCondLst>
                                    <p:cond delay="0"/>
                                  </p:stCondLst>
                                  <p:childTnLst>
                                    <p:set>
                                      <p:cBhvr>
                                        <p:cTn id="56" dur="1" fill="hold">
                                          <p:stCondLst>
                                            <p:cond delay="0"/>
                                          </p:stCondLst>
                                        </p:cTn>
                                        <p:tgtEl>
                                          <p:spTgt spid="50"/>
                                        </p:tgtEl>
                                        <p:attrNameLst>
                                          <p:attrName>style.visibility</p:attrName>
                                        </p:attrNameLst>
                                      </p:cBhvr>
                                      <p:to>
                                        <p:strVal val="visible"/>
                                      </p:to>
                                    </p:set>
                                    <p:animEffect transition="in" filter="fade">
                                      <p:cBhvr>
                                        <p:cTn id="57" dur="250"/>
                                        <p:tgtEl>
                                          <p:spTgt spid="50"/>
                                        </p:tgtEl>
                                      </p:cBhvr>
                                    </p:animEffect>
                                  </p:childTnLst>
                                </p:cTn>
                              </p:par>
                            </p:childTnLst>
                          </p:cTn>
                        </p:par>
                        <p:par>
                          <p:cTn id="58" fill="hold" nodeType="afterGroup">
                            <p:stCondLst>
                              <p:cond delay="2300"/>
                            </p:stCondLst>
                            <p:childTnLst>
                              <p:par>
                                <p:cTn id="59" presetID="10" presetClass="entr" presetSubtype="0" fill="hold" nodeType="afterEffect">
                                  <p:stCondLst>
                                    <p:cond delay="0"/>
                                  </p:stCondLst>
                                  <p:childTnLst>
                                    <p:set>
                                      <p:cBhvr>
                                        <p:cTn id="60" dur="1" fill="hold">
                                          <p:stCondLst>
                                            <p:cond delay="0"/>
                                          </p:stCondLst>
                                        </p:cTn>
                                        <p:tgtEl>
                                          <p:spTgt spid="47"/>
                                        </p:tgtEl>
                                        <p:attrNameLst>
                                          <p:attrName>style.visibility</p:attrName>
                                        </p:attrNameLst>
                                      </p:cBhvr>
                                      <p:to>
                                        <p:strVal val="visible"/>
                                      </p:to>
                                    </p:set>
                                    <p:animEffect transition="in" filter="fade">
                                      <p:cBhvr>
                                        <p:cTn id="61" dur="250"/>
                                        <p:tgtEl>
                                          <p:spTgt spid="47"/>
                                        </p:tgtEl>
                                      </p:cBhvr>
                                    </p:animEffect>
                                  </p:childTnLst>
                                </p:cTn>
                              </p:par>
                            </p:childTnLst>
                          </p:cTn>
                        </p:par>
                        <p:par>
                          <p:cTn id="62" fill="hold" nodeType="afterGroup">
                            <p:stCondLst>
                              <p:cond delay="2550"/>
                            </p:stCondLst>
                            <p:childTnLst>
                              <p:par>
                                <p:cTn id="63" presetID="10" presetClass="entr" presetSubtype="0" fill="hold" nodeType="afterEffect">
                                  <p:stCondLst>
                                    <p:cond delay="0"/>
                                  </p:stCondLst>
                                  <p:childTnLst>
                                    <p:set>
                                      <p:cBhvr>
                                        <p:cTn id="64" dur="1" fill="hold">
                                          <p:stCondLst>
                                            <p:cond delay="0"/>
                                          </p:stCondLst>
                                        </p:cTn>
                                        <p:tgtEl>
                                          <p:spTgt spid="44"/>
                                        </p:tgtEl>
                                        <p:attrNameLst>
                                          <p:attrName>style.visibility</p:attrName>
                                        </p:attrNameLst>
                                      </p:cBhvr>
                                      <p:to>
                                        <p:strVal val="visible"/>
                                      </p:to>
                                    </p:set>
                                    <p:animEffect transition="in" filter="fade">
                                      <p:cBhvr>
                                        <p:cTn id="65" dur="25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0.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grpSp>
        <p:nvGrpSpPr>
          <p:cNvPr id="2" name="组合 1"/>
          <p:cNvGrpSpPr/>
          <p:nvPr/>
        </p:nvGrpSpPr>
        <p:grpSpPr>
          <a:xfrm>
            <a:off x="327153" y="318911"/>
            <a:ext cx="529037" cy="529037"/>
            <a:chOff x="327153" y="318911"/>
            <a:chExt cx="529037" cy="529037"/>
          </a:xfrm>
        </p:grpSpPr>
        <p:sp>
          <p:nvSpPr>
            <p:cNvPr id="3" name="圆角矩形 2"/>
            <p:cNvSpPr/>
            <p:nvPr/>
          </p:nvSpPr>
          <p:spPr>
            <a:xfrm rot="18926424">
              <a:off x="327153" y="318911"/>
              <a:ext cx="529037" cy="529037"/>
            </a:xfrm>
            <a:prstGeom prst="roundRect">
              <a:avLst/>
            </a:prstGeom>
            <a:solidFill>
              <a:srgbClr val="545D79"/>
            </a:solidFill>
            <a:ln>
              <a:noFill/>
            </a:ln>
            <a:effectLst>
              <a:outerShdw blurRad="63500" algn="ctr" rotWithShape="0">
                <a:prstClr val="black">
                  <a:alpha val="40000"/>
                </a:prstClr>
              </a:outerShdw>
            </a:effectLst>
          </p:spPr>
          <p:txBody>
            <a:bodyPr vert="horz" wrap="square" lIns="91440" tIns="45720" rIns="91440" bIns="45720" numCol="1" anchor="ctr" anchorCtr="0" compatLnSpc="1">
              <a:prstTxWarp prst="textNoShape">
                <a:avLst/>
              </a:prstTxWarp>
            </a:bodyPr>
            <a:lstStyle/>
            <a:p>
              <a:pPr algn="ctr"/>
              <a:endParaRPr lang="zh-CN" altLang="en-US" sz="4800">
                <a:solidFill>
                  <a:prstClr val="white"/>
                </a:solidFill>
                <a:latin typeface="思源黑体旧字形 Normal" panose="020b0400000000000000" pitchFamily="34" charset="-128"/>
                <a:ea typeface="思源黑体旧字形 Normal" panose="020b0400000000000000" pitchFamily="34" charset="-128"/>
              </a:endParaRPr>
            </a:p>
          </p:txBody>
        </p:sp>
        <p:sp>
          <p:nvSpPr>
            <p:cNvPr id="4" name="MH_Other_2"/>
            <p:cNvSpPr/>
            <p:nvPr>
              <p:custDataLst>
                <p:tags r:id="rId3"/>
              </p:custDataLst>
            </p:nvPr>
          </p:nvSpPr>
          <p:spPr bwMode="auto">
            <a:xfrm>
              <a:off x="440450" y="441196"/>
              <a:ext cx="302442" cy="284465"/>
            </a:xfrm>
            <a:custGeom>
              <a:gdLst>
                <a:gd name="T0" fmla="*/ 373604 w 1361803"/>
                <a:gd name="T1" fmla="*/ 882437 h 1281345"/>
                <a:gd name="T2" fmla="*/ 476200 w 1361803"/>
                <a:gd name="T3" fmla="*/ 923828 h 1281345"/>
                <a:gd name="T4" fmla="*/ 554139 w 1361803"/>
                <a:gd name="T5" fmla="*/ 940808 h 1281345"/>
                <a:gd name="T6" fmla="*/ 528484 w 1361803"/>
                <a:gd name="T7" fmla="*/ 1017215 h 1281345"/>
                <a:gd name="T8" fmla="*/ 460417 w 1361803"/>
                <a:gd name="T9" fmla="*/ 1039501 h 1281345"/>
                <a:gd name="T10" fmla="*/ 352881 w 1361803"/>
                <a:gd name="T11" fmla="*/ 976886 h 1281345"/>
                <a:gd name="T12" fmla="*/ 286785 w 1361803"/>
                <a:gd name="T13" fmla="*/ 1049049 h 1281345"/>
                <a:gd name="T14" fmla="*/ 312434 w 1361803"/>
                <a:gd name="T15" fmla="*/ 885625 h 1281345"/>
                <a:gd name="T16" fmla="*/ 274750 w 1361803"/>
                <a:gd name="T17" fmla="*/ 686240 h 1281345"/>
                <a:gd name="T18" fmla="*/ 665920 w 1361803"/>
                <a:gd name="T19" fmla="*/ 686240 h 1281345"/>
                <a:gd name="T20" fmla="*/ 633318 w 1361803"/>
                <a:gd name="T21" fmla="*/ 771039 h 1281345"/>
                <a:gd name="T22" fmla="*/ 270797 w 1361803"/>
                <a:gd name="T23" fmla="*/ 776338 h 1281345"/>
                <a:gd name="T24" fmla="*/ 255979 w 1361803"/>
                <a:gd name="T25" fmla="*/ 705323 h 1281345"/>
                <a:gd name="T26" fmla="*/ 278558 w 1361803"/>
                <a:gd name="T27" fmla="*/ 503808 h 1281345"/>
                <a:gd name="T28" fmla="*/ 746925 w 1361803"/>
                <a:gd name="T29" fmla="*/ 503808 h 1281345"/>
                <a:gd name="T30" fmla="*/ 766688 w 1361803"/>
                <a:gd name="T31" fmla="*/ 555844 h 1281345"/>
                <a:gd name="T32" fmla="*/ 279544 w 1361803"/>
                <a:gd name="T33" fmla="*/ 593008 h 1281345"/>
                <a:gd name="T34" fmla="*/ 256813 w 1361803"/>
                <a:gd name="T35" fmla="*/ 527172 h 1281345"/>
                <a:gd name="T36" fmla="*/ 944591 w 1361803"/>
                <a:gd name="T37" fmla="*/ 452716 h 1281345"/>
                <a:gd name="T38" fmla="*/ 1023588 w 1361803"/>
                <a:gd name="T39" fmla="*/ 643756 h 1281345"/>
                <a:gd name="T40" fmla="*/ 636495 w 1361803"/>
                <a:gd name="T41" fmla="*/ 1040700 h 1281345"/>
                <a:gd name="T42" fmla="*/ 601932 w 1361803"/>
                <a:gd name="T43" fmla="*/ 1010980 h 1281345"/>
                <a:gd name="T44" fmla="*/ 940644 w 1361803"/>
                <a:gd name="T45" fmla="*/ 460140 h 1281345"/>
                <a:gd name="T46" fmla="*/ 1339566 w 1361803"/>
                <a:gd name="T47" fmla="*/ 322482 h 1281345"/>
                <a:gd name="T48" fmla="*/ 1356355 w 1361803"/>
                <a:gd name="T49" fmla="*/ 373372 h 1281345"/>
                <a:gd name="T50" fmla="*/ 1136163 w 1361803"/>
                <a:gd name="T51" fmla="*/ 663855 h 1281345"/>
                <a:gd name="T52" fmla="*/ 1082839 w 1361803"/>
                <a:gd name="T53" fmla="*/ 676580 h 1281345"/>
                <a:gd name="T54" fmla="*/ 1123322 w 1361803"/>
                <a:gd name="T55" fmla="*/ 596008 h 1281345"/>
                <a:gd name="T56" fmla="*/ 1312908 w 1361803"/>
                <a:gd name="T57" fmla="*/ 334145 h 1281345"/>
                <a:gd name="T58" fmla="*/ 526769 w 1361803"/>
                <a:gd name="T59" fmla="*/ 229043 h 1281345"/>
                <a:gd name="T60" fmla="*/ 766688 w 1361803"/>
                <a:gd name="T61" fmla="*/ 244970 h 1281345"/>
                <a:gd name="T62" fmla="*/ 749907 w 1361803"/>
                <a:gd name="T63" fmla="*/ 318243 h 1281345"/>
                <a:gd name="T64" fmla="*/ 529735 w 1361803"/>
                <a:gd name="T65" fmla="*/ 318243 h 1281345"/>
                <a:gd name="T66" fmla="*/ 511959 w 1361803"/>
                <a:gd name="T67" fmla="*/ 246034 h 1281345"/>
                <a:gd name="T68" fmla="*/ 1245419 w 1361803"/>
                <a:gd name="T69" fmla="*/ 137724 h 1281345"/>
                <a:gd name="T70" fmla="*/ 1309122 w 1361803"/>
                <a:gd name="T71" fmla="*/ 239622 h 1281345"/>
                <a:gd name="T72" fmla="*/ 1116528 w 1361803"/>
                <a:gd name="T73" fmla="*/ 531150 h 1281345"/>
                <a:gd name="T74" fmla="*/ 998003 w 1361803"/>
                <a:gd name="T75" fmla="*/ 384860 h 1281345"/>
                <a:gd name="T76" fmla="*/ 1207394 w 1361803"/>
                <a:gd name="T77" fmla="*/ 148457 h 1281345"/>
                <a:gd name="T78" fmla="*/ 327005 w 1361803"/>
                <a:gd name="T79" fmla="*/ 0 h 1281345"/>
                <a:gd name="T80" fmla="*/ 1023501 w 1361803"/>
                <a:gd name="T81" fmla="*/ 136834 h 1281345"/>
                <a:gd name="T82" fmla="*/ 1015602 w 1361803"/>
                <a:gd name="T83" fmla="*/ 237608 h 1281345"/>
                <a:gd name="T84" fmla="*/ 909891 w 1361803"/>
                <a:gd name="T85" fmla="*/ 379745 h 1281345"/>
                <a:gd name="T86" fmla="*/ 897047 w 1361803"/>
                <a:gd name="T87" fmla="*/ 313980 h 1281345"/>
                <a:gd name="T88" fmla="*/ 872348 w 1361803"/>
                <a:gd name="T89" fmla="*/ 135772 h 1281345"/>
                <a:gd name="T90" fmla="*/ 382329 w 1361803"/>
                <a:gd name="T91" fmla="*/ 135772 h 1281345"/>
                <a:gd name="T92" fmla="*/ 382329 w 1361803"/>
                <a:gd name="T93" fmla="*/ 313980 h 1281345"/>
                <a:gd name="T94" fmla="*/ 143255 w 1361803"/>
                <a:gd name="T95" fmla="*/ 409444 h 1281345"/>
                <a:gd name="T96" fmla="*/ 126454 w 1361803"/>
                <a:gd name="T97" fmla="*/ 428538 h 1281345"/>
                <a:gd name="T98" fmla="*/ 151153 w 1361803"/>
                <a:gd name="T99" fmla="*/ 1143476 h 1281345"/>
                <a:gd name="T100" fmla="*/ 897047 w 1361803"/>
                <a:gd name="T101" fmla="*/ 1115897 h 1281345"/>
                <a:gd name="T102" fmla="*/ 902973 w 1361803"/>
                <a:gd name="T103" fmla="*/ 902690 h 1281345"/>
                <a:gd name="T104" fmla="*/ 1022515 w 1361803"/>
                <a:gd name="T105" fmla="*/ 767972 h 1281345"/>
                <a:gd name="T106" fmla="*/ 1023501 w 1361803"/>
                <a:gd name="T107" fmla="*/ 1133931 h 1281345"/>
                <a:gd name="T108" fmla="*/ 131394 w 1361803"/>
                <a:gd name="T109" fmla="*/ 1279248 h 1281345"/>
                <a:gd name="T110" fmla="*/ 0 w 1361803"/>
                <a:gd name="T111" fmla="*/ 335193 h 1281345"/>
                <a:gd name="T112" fmla="*/ 261801 w 1361803"/>
                <a:gd name="T113" fmla="*/ 28642 h 1281345"/>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1361803" h="1281345">
                  <a:moveTo>
                    <a:pt x="340187" y="867542"/>
                  </a:moveTo>
                  <a:cubicBezTo>
                    <a:pt x="351512" y="867144"/>
                    <a:pt x="363575" y="872724"/>
                    <a:pt x="372930" y="883885"/>
                  </a:cubicBezTo>
                  <a:cubicBezTo>
                    <a:pt x="394595" y="907270"/>
                    <a:pt x="415275" y="931718"/>
                    <a:pt x="436940" y="957229"/>
                  </a:cubicBezTo>
                  <a:cubicBezTo>
                    <a:pt x="449742" y="946599"/>
                    <a:pt x="462543" y="935970"/>
                    <a:pt x="475345" y="925340"/>
                  </a:cubicBezTo>
                  <a:cubicBezTo>
                    <a:pt x="492086" y="911522"/>
                    <a:pt x="506857" y="910459"/>
                    <a:pt x="525568" y="923214"/>
                  </a:cubicBezTo>
                  <a:cubicBezTo>
                    <a:pt x="535415" y="929592"/>
                    <a:pt x="544278" y="935970"/>
                    <a:pt x="553141" y="942347"/>
                  </a:cubicBezTo>
                  <a:cubicBezTo>
                    <a:pt x="545263" y="967858"/>
                    <a:pt x="538370" y="993369"/>
                    <a:pt x="530492" y="1018880"/>
                  </a:cubicBezTo>
                  <a:cubicBezTo>
                    <a:pt x="528522" y="1018880"/>
                    <a:pt x="528522" y="1018880"/>
                    <a:pt x="527537" y="1018880"/>
                  </a:cubicBezTo>
                  <a:cubicBezTo>
                    <a:pt x="509812" y="1000810"/>
                    <a:pt x="494056" y="1007187"/>
                    <a:pt x="479284" y="1024195"/>
                  </a:cubicBezTo>
                  <a:cubicBezTo>
                    <a:pt x="473376" y="1030572"/>
                    <a:pt x="466482" y="1035887"/>
                    <a:pt x="459589" y="1041202"/>
                  </a:cubicBezTo>
                  <a:cubicBezTo>
                    <a:pt x="438909" y="1058209"/>
                    <a:pt x="420199" y="1056083"/>
                    <a:pt x="402473" y="1035887"/>
                  </a:cubicBezTo>
                  <a:cubicBezTo>
                    <a:pt x="385732" y="1017817"/>
                    <a:pt x="369976" y="998684"/>
                    <a:pt x="352251" y="978488"/>
                  </a:cubicBezTo>
                  <a:cubicBezTo>
                    <a:pt x="343388" y="995495"/>
                    <a:pt x="335510" y="1012502"/>
                    <a:pt x="327632" y="1028446"/>
                  </a:cubicBezTo>
                  <a:cubicBezTo>
                    <a:pt x="318769" y="1046517"/>
                    <a:pt x="303013" y="1053957"/>
                    <a:pt x="286272" y="1050768"/>
                  </a:cubicBezTo>
                  <a:cubicBezTo>
                    <a:pt x="262638" y="1046517"/>
                    <a:pt x="248851" y="1019943"/>
                    <a:pt x="259683" y="995495"/>
                  </a:cubicBezTo>
                  <a:cubicBezTo>
                    <a:pt x="276424" y="959355"/>
                    <a:pt x="293165" y="922151"/>
                    <a:pt x="311876" y="887074"/>
                  </a:cubicBezTo>
                  <a:cubicBezTo>
                    <a:pt x="318276" y="874318"/>
                    <a:pt x="328863" y="867941"/>
                    <a:pt x="340187" y="867542"/>
                  </a:cubicBezTo>
                  <a:close/>
                  <a:moveTo>
                    <a:pt x="274255" y="687365"/>
                  </a:moveTo>
                  <a:cubicBezTo>
                    <a:pt x="330459" y="687365"/>
                    <a:pt x="386662" y="687365"/>
                    <a:pt x="442866" y="687365"/>
                  </a:cubicBezTo>
                  <a:cubicBezTo>
                    <a:pt x="516819" y="687365"/>
                    <a:pt x="590771" y="687365"/>
                    <a:pt x="664723" y="687365"/>
                  </a:cubicBezTo>
                  <a:cubicBezTo>
                    <a:pt x="670640" y="687365"/>
                    <a:pt x="675570" y="687365"/>
                    <a:pt x="684444" y="687365"/>
                  </a:cubicBezTo>
                  <a:cubicBezTo>
                    <a:pt x="666695" y="718154"/>
                    <a:pt x="649933" y="745757"/>
                    <a:pt x="632184" y="772299"/>
                  </a:cubicBezTo>
                  <a:cubicBezTo>
                    <a:pt x="630212" y="775484"/>
                    <a:pt x="625282" y="776545"/>
                    <a:pt x="621338" y="776545"/>
                  </a:cubicBezTo>
                  <a:cubicBezTo>
                    <a:pt x="504000" y="777607"/>
                    <a:pt x="387648" y="776545"/>
                    <a:pt x="270311" y="777607"/>
                  </a:cubicBezTo>
                  <a:cubicBezTo>
                    <a:pt x="259464" y="777607"/>
                    <a:pt x="255520" y="772299"/>
                    <a:pt x="256506" y="760620"/>
                  </a:cubicBezTo>
                  <a:cubicBezTo>
                    <a:pt x="256506" y="742572"/>
                    <a:pt x="256506" y="724524"/>
                    <a:pt x="255520" y="706475"/>
                  </a:cubicBezTo>
                  <a:cubicBezTo>
                    <a:pt x="255520" y="691612"/>
                    <a:pt x="261436" y="687365"/>
                    <a:pt x="274255" y="687365"/>
                  </a:cubicBezTo>
                  <a:close/>
                  <a:moveTo>
                    <a:pt x="278054" y="504636"/>
                  </a:moveTo>
                  <a:cubicBezTo>
                    <a:pt x="354989" y="504636"/>
                    <a:pt x="432911" y="504636"/>
                    <a:pt x="509846" y="504636"/>
                  </a:cubicBezTo>
                  <a:cubicBezTo>
                    <a:pt x="588754" y="504636"/>
                    <a:pt x="666676" y="504636"/>
                    <a:pt x="745584" y="504636"/>
                  </a:cubicBezTo>
                  <a:cubicBezTo>
                    <a:pt x="764325" y="504636"/>
                    <a:pt x="765311" y="505700"/>
                    <a:pt x="765311" y="524845"/>
                  </a:cubicBezTo>
                  <a:cubicBezTo>
                    <a:pt x="765311" y="535481"/>
                    <a:pt x="765311" y="546117"/>
                    <a:pt x="765311" y="556753"/>
                  </a:cubicBezTo>
                  <a:cubicBezTo>
                    <a:pt x="765311" y="580153"/>
                    <a:pt x="752489" y="593980"/>
                    <a:pt x="730789" y="593980"/>
                  </a:cubicBezTo>
                  <a:cubicBezTo>
                    <a:pt x="580863" y="593980"/>
                    <a:pt x="429952" y="593980"/>
                    <a:pt x="279040" y="593980"/>
                  </a:cubicBezTo>
                  <a:cubicBezTo>
                    <a:pt x="256354" y="593980"/>
                    <a:pt x="256354" y="592917"/>
                    <a:pt x="256354" y="569517"/>
                  </a:cubicBezTo>
                  <a:cubicBezTo>
                    <a:pt x="256354" y="555690"/>
                    <a:pt x="256354" y="541863"/>
                    <a:pt x="256354" y="528036"/>
                  </a:cubicBezTo>
                  <a:cubicBezTo>
                    <a:pt x="256354" y="504636"/>
                    <a:pt x="256354" y="504636"/>
                    <a:pt x="278054" y="504636"/>
                  </a:cubicBezTo>
                  <a:close/>
                  <a:moveTo>
                    <a:pt x="942895" y="453454"/>
                  </a:moveTo>
                  <a:cubicBezTo>
                    <a:pt x="989224" y="494914"/>
                    <a:pt x="1033581" y="534249"/>
                    <a:pt x="1077938" y="574646"/>
                  </a:cubicBezTo>
                  <a:cubicBezTo>
                    <a:pt x="1059210" y="599097"/>
                    <a:pt x="1040481" y="622484"/>
                    <a:pt x="1021752" y="644809"/>
                  </a:cubicBezTo>
                  <a:cubicBezTo>
                    <a:pt x="928109" y="760685"/>
                    <a:pt x="831509" y="874435"/>
                    <a:pt x="722095" y="974365"/>
                  </a:cubicBezTo>
                  <a:cubicBezTo>
                    <a:pt x="695481" y="999879"/>
                    <a:pt x="664923" y="1021141"/>
                    <a:pt x="635352" y="1042403"/>
                  </a:cubicBezTo>
                  <a:cubicBezTo>
                    <a:pt x="626481" y="1048781"/>
                    <a:pt x="613666" y="1046655"/>
                    <a:pt x="601838" y="1048781"/>
                  </a:cubicBezTo>
                  <a:cubicBezTo>
                    <a:pt x="601838" y="1037087"/>
                    <a:pt x="596909" y="1023267"/>
                    <a:pt x="600852" y="1012636"/>
                  </a:cubicBezTo>
                  <a:cubicBezTo>
                    <a:pt x="619581" y="969050"/>
                    <a:pt x="637323" y="924400"/>
                    <a:pt x="659995" y="882940"/>
                  </a:cubicBezTo>
                  <a:cubicBezTo>
                    <a:pt x="741809" y="734108"/>
                    <a:pt x="838409" y="595907"/>
                    <a:pt x="938952" y="460896"/>
                  </a:cubicBezTo>
                  <a:cubicBezTo>
                    <a:pt x="939938" y="458770"/>
                    <a:pt x="940924" y="456643"/>
                    <a:pt x="942895" y="453454"/>
                  </a:cubicBezTo>
                  <a:close/>
                  <a:moveTo>
                    <a:pt x="1337162" y="323013"/>
                  </a:moveTo>
                  <a:cubicBezTo>
                    <a:pt x="1348990" y="326198"/>
                    <a:pt x="1361803" y="343189"/>
                    <a:pt x="1361803" y="358055"/>
                  </a:cubicBezTo>
                  <a:cubicBezTo>
                    <a:pt x="1359832" y="361241"/>
                    <a:pt x="1357861" y="367612"/>
                    <a:pt x="1353918" y="373984"/>
                  </a:cubicBezTo>
                  <a:cubicBezTo>
                    <a:pt x="1300693" y="447255"/>
                    <a:pt x="1247469" y="521588"/>
                    <a:pt x="1194244" y="594859"/>
                  </a:cubicBezTo>
                  <a:cubicBezTo>
                    <a:pt x="1175517" y="619282"/>
                    <a:pt x="1154818" y="642644"/>
                    <a:pt x="1134120" y="664944"/>
                  </a:cubicBezTo>
                  <a:cubicBezTo>
                    <a:pt x="1125249" y="673439"/>
                    <a:pt x="1113421" y="678749"/>
                    <a:pt x="1101594" y="682996"/>
                  </a:cubicBezTo>
                  <a:cubicBezTo>
                    <a:pt x="1095680" y="685120"/>
                    <a:pt x="1083852" y="682996"/>
                    <a:pt x="1080895" y="677687"/>
                  </a:cubicBezTo>
                  <a:cubicBezTo>
                    <a:pt x="1077938" y="671315"/>
                    <a:pt x="1077938" y="658573"/>
                    <a:pt x="1080895" y="652201"/>
                  </a:cubicBezTo>
                  <a:cubicBezTo>
                    <a:pt x="1092723" y="633087"/>
                    <a:pt x="1107507" y="615035"/>
                    <a:pt x="1121306" y="596983"/>
                  </a:cubicBezTo>
                  <a:cubicBezTo>
                    <a:pt x="1175517" y="522650"/>
                    <a:pt x="1229727" y="449379"/>
                    <a:pt x="1284923" y="375046"/>
                  </a:cubicBezTo>
                  <a:cubicBezTo>
                    <a:pt x="1293794" y="362303"/>
                    <a:pt x="1302665" y="348498"/>
                    <a:pt x="1310550" y="334694"/>
                  </a:cubicBezTo>
                  <a:cubicBezTo>
                    <a:pt x="1317449" y="324075"/>
                    <a:pt x="1325334" y="318765"/>
                    <a:pt x="1337162" y="323013"/>
                  </a:cubicBezTo>
                  <a:close/>
                  <a:moveTo>
                    <a:pt x="525824" y="229421"/>
                  </a:moveTo>
                  <a:cubicBezTo>
                    <a:pt x="600725" y="229421"/>
                    <a:pt x="675627" y="229421"/>
                    <a:pt x="750528" y="229421"/>
                  </a:cubicBezTo>
                  <a:cubicBezTo>
                    <a:pt x="761369" y="229421"/>
                    <a:pt x="765311" y="233676"/>
                    <a:pt x="765311" y="245375"/>
                  </a:cubicBezTo>
                  <a:cubicBezTo>
                    <a:pt x="764326" y="264521"/>
                    <a:pt x="764326" y="282602"/>
                    <a:pt x="765311" y="301747"/>
                  </a:cubicBezTo>
                  <a:cubicBezTo>
                    <a:pt x="765311" y="314511"/>
                    <a:pt x="760383" y="318765"/>
                    <a:pt x="748557" y="318765"/>
                  </a:cubicBezTo>
                  <a:cubicBezTo>
                    <a:pt x="711106" y="318765"/>
                    <a:pt x="674641" y="318765"/>
                    <a:pt x="638176" y="318765"/>
                  </a:cubicBezTo>
                  <a:cubicBezTo>
                    <a:pt x="601711" y="318765"/>
                    <a:pt x="565246" y="317702"/>
                    <a:pt x="528781" y="318765"/>
                  </a:cubicBezTo>
                  <a:cubicBezTo>
                    <a:pt x="515969" y="318765"/>
                    <a:pt x="511041" y="313447"/>
                    <a:pt x="511041" y="299620"/>
                  </a:cubicBezTo>
                  <a:cubicBezTo>
                    <a:pt x="512027" y="282602"/>
                    <a:pt x="512027" y="264521"/>
                    <a:pt x="511041" y="246439"/>
                  </a:cubicBezTo>
                  <a:cubicBezTo>
                    <a:pt x="511041" y="234739"/>
                    <a:pt x="514983" y="229421"/>
                    <a:pt x="525824" y="229421"/>
                  </a:cubicBezTo>
                  <a:close/>
                  <a:moveTo>
                    <a:pt x="1243182" y="137949"/>
                  </a:moveTo>
                  <a:cubicBezTo>
                    <a:pt x="1255260" y="139675"/>
                    <a:pt x="1267337" y="146577"/>
                    <a:pt x="1281140" y="158257"/>
                  </a:cubicBezTo>
                  <a:cubicBezTo>
                    <a:pt x="1308745" y="183741"/>
                    <a:pt x="1317618" y="208163"/>
                    <a:pt x="1306773" y="240018"/>
                  </a:cubicBezTo>
                  <a:cubicBezTo>
                    <a:pt x="1300858" y="257008"/>
                    <a:pt x="1294942" y="275059"/>
                    <a:pt x="1285083" y="289925"/>
                  </a:cubicBezTo>
                  <a:cubicBezTo>
                    <a:pt x="1228886" y="370624"/>
                    <a:pt x="1171704" y="450262"/>
                    <a:pt x="1114521" y="532023"/>
                  </a:cubicBezTo>
                  <a:cubicBezTo>
                    <a:pt x="1066212" y="489550"/>
                    <a:pt x="1022832" y="450262"/>
                    <a:pt x="977480" y="410974"/>
                  </a:cubicBezTo>
                  <a:cubicBezTo>
                    <a:pt x="984381" y="401417"/>
                    <a:pt x="990297" y="392923"/>
                    <a:pt x="996212" y="385490"/>
                  </a:cubicBezTo>
                  <a:cubicBezTo>
                    <a:pt x="1050437" y="319656"/>
                    <a:pt x="1103676" y="252760"/>
                    <a:pt x="1157901" y="187988"/>
                  </a:cubicBezTo>
                  <a:cubicBezTo>
                    <a:pt x="1170718" y="172061"/>
                    <a:pt x="1188464" y="159319"/>
                    <a:pt x="1205225" y="148700"/>
                  </a:cubicBezTo>
                  <a:cubicBezTo>
                    <a:pt x="1219027" y="139675"/>
                    <a:pt x="1231105" y="136224"/>
                    <a:pt x="1243182" y="137949"/>
                  </a:cubicBezTo>
                  <a:close/>
                  <a:moveTo>
                    <a:pt x="326420" y="0"/>
                  </a:moveTo>
                  <a:cubicBezTo>
                    <a:pt x="513791" y="0"/>
                    <a:pt x="702148" y="0"/>
                    <a:pt x="889519" y="0"/>
                  </a:cubicBezTo>
                  <a:cubicBezTo>
                    <a:pt x="964468" y="1063"/>
                    <a:pt x="1018707" y="56311"/>
                    <a:pt x="1021665" y="137059"/>
                  </a:cubicBezTo>
                  <a:cubicBezTo>
                    <a:pt x="1021665" y="164684"/>
                    <a:pt x="1021665" y="191246"/>
                    <a:pt x="1020679" y="218870"/>
                  </a:cubicBezTo>
                  <a:cubicBezTo>
                    <a:pt x="1020679" y="225245"/>
                    <a:pt x="1017721" y="232682"/>
                    <a:pt x="1013776" y="237995"/>
                  </a:cubicBezTo>
                  <a:cubicBezTo>
                    <a:pt x="985177" y="275181"/>
                    <a:pt x="956578" y="311305"/>
                    <a:pt x="928966" y="348492"/>
                  </a:cubicBezTo>
                  <a:cubicBezTo>
                    <a:pt x="921077" y="358054"/>
                    <a:pt x="915160" y="369741"/>
                    <a:pt x="908256" y="380366"/>
                  </a:cubicBezTo>
                  <a:cubicBezTo>
                    <a:pt x="905298" y="384616"/>
                    <a:pt x="901353" y="387804"/>
                    <a:pt x="895436" y="395241"/>
                  </a:cubicBezTo>
                  <a:cubicBezTo>
                    <a:pt x="895436" y="365492"/>
                    <a:pt x="895436" y="339992"/>
                    <a:pt x="895436" y="314493"/>
                  </a:cubicBezTo>
                  <a:cubicBezTo>
                    <a:pt x="895436" y="263494"/>
                    <a:pt x="895436" y="212495"/>
                    <a:pt x="895436" y="161496"/>
                  </a:cubicBezTo>
                  <a:cubicBezTo>
                    <a:pt x="895436" y="139184"/>
                    <a:pt x="892478" y="135997"/>
                    <a:pt x="870782" y="135997"/>
                  </a:cubicBezTo>
                  <a:cubicBezTo>
                    <a:pt x="713982" y="135997"/>
                    <a:pt x="557182" y="135997"/>
                    <a:pt x="399396" y="135997"/>
                  </a:cubicBezTo>
                  <a:cubicBezTo>
                    <a:pt x="394465" y="135997"/>
                    <a:pt x="388548" y="135997"/>
                    <a:pt x="381645" y="135997"/>
                  </a:cubicBezTo>
                  <a:cubicBezTo>
                    <a:pt x="381645" y="145559"/>
                    <a:pt x="381645" y="152997"/>
                    <a:pt x="381645" y="159371"/>
                  </a:cubicBezTo>
                  <a:cubicBezTo>
                    <a:pt x="381645" y="211433"/>
                    <a:pt x="381645" y="262431"/>
                    <a:pt x="381645" y="314493"/>
                  </a:cubicBezTo>
                  <a:cubicBezTo>
                    <a:pt x="380659" y="373991"/>
                    <a:pt x="346143" y="410116"/>
                    <a:pt x="290918" y="410116"/>
                  </a:cubicBezTo>
                  <a:cubicBezTo>
                    <a:pt x="241610" y="410116"/>
                    <a:pt x="192302" y="410116"/>
                    <a:pt x="142994" y="410116"/>
                  </a:cubicBezTo>
                  <a:cubicBezTo>
                    <a:pt x="138063" y="410116"/>
                    <a:pt x="133132" y="410116"/>
                    <a:pt x="126229" y="410116"/>
                  </a:cubicBezTo>
                  <a:cubicBezTo>
                    <a:pt x="126229" y="418615"/>
                    <a:pt x="126229" y="423928"/>
                    <a:pt x="126229" y="429240"/>
                  </a:cubicBezTo>
                  <a:cubicBezTo>
                    <a:pt x="126229" y="658735"/>
                    <a:pt x="126229" y="888229"/>
                    <a:pt x="126229" y="1117724"/>
                  </a:cubicBezTo>
                  <a:cubicBezTo>
                    <a:pt x="126229" y="1143223"/>
                    <a:pt x="128201" y="1145348"/>
                    <a:pt x="150883" y="1145348"/>
                  </a:cubicBezTo>
                  <a:cubicBezTo>
                    <a:pt x="390521" y="1145348"/>
                    <a:pt x="630158" y="1145348"/>
                    <a:pt x="869796" y="1145348"/>
                  </a:cubicBezTo>
                  <a:cubicBezTo>
                    <a:pt x="893464" y="1145348"/>
                    <a:pt x="895436" y="1143223"/>
                    <a:pt x="895436" y="1117724"/>
                  </a:cubicBezTo>
                  <a:cubicBezTo>
                    <a:pt x="895436" y="1052913"/>
                    <a:pt x="895436" y="988102"/>
                    <a:pt x="895436" y="923291"/>
                  </a:cubicBezTo>
                  <a:cubicBezTo>
                    <a:pt x="895436" y="916916"/>
                    <a:pt x="897409" y="908416"/>
                    <a:pt x="901353" y="904166"/>
                  </a:cubicBezTo>
                  <a:cubicBezTo>
                    <a:pt x="938827" y="860605"/>
                    <a:pt x="976302" y="818106"/>
                    <a:pt x="1013776" y="774545"/>
                  </a:cubicBezTo>
                  <a:cubicBezTo>
                    <a:pt x="1015748" y="773482"/>
                    <a:pt x="1016734" y="772420"/>
                    <a:pt x="1020679" y="769232"/>
                  </a:cubicBezTo>
                  <a:cubicBezTo>
                    <a:pt x="1020679" y="775607"/>
                    <a:pt x="1021665" y="779857"/>
                    <a:pt x="1021665" y="784107"/>
                  </a:cubicBezTo>
                  <a:cubicBezTo>
                    <a:pt x="1021665" y="902042"/>
                    <a:pt x="1021665" y="1018914"/>
                    <a:pt x="1021665" y="1135786"/>
                  </a:cubicBezTo>
                  <a:cubicBezTo>
                    <a:pt x="1020679" y="1222909"/>
                    <a:pt x="967426" y="1281345"/>
                    <a:pt x="886561" y="1281345"/>
                  </a:cubicBezTo>
                  <a:cubicBezTo>
                    <a:pt x="634103" y="1281345"/>
                    <a:pt x="382631" y="1281345"/>
                    <a:pt x="131160" y="1281345"/>
                  </a:cubicBezTo>
                  <a:cubicBezTo>
                    <a:pt x="55225" y="1281345"/>
                    <a:pt x="0" y="1221847"/>
                    <a:pt x="0" y="1140036"/>
                  </a:cubicBezTo>
                  <a:cubicBezTo>
                    <a:pt x="0" y="872292"/>
                    <a:pt x="0" y="603486"/>
                    <a:pt x="0" y="335742"/>
                  </a:cubicBezTo>
                  <a:cubicBezTo>
                    <a:pt x="0" y="315555"/>
                    <a:pt x="5917" y="298556"/>
                    <a:pt x="18737" y="283681"/>
                  </a:cubicBezTo>
                  <a:cubicBezTo>
                    <a:pt x="99603" y="198683"/>
                    <a:pt x="180468" y="113685"/>
                    <a:pt x="261333" y="28687"/>
                  </a:cubicBezTo>
                  <a:cubicBezTo>
                    <a:pt x="279084" y="9562"/>
                    <a:pt x="300780" y="0"/>
                    <a:pt x="32642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5" name="文本框 4"/>
          <p:cNvSpPr txBox="1"/>
          <p:nvPr/>
        </p:nvSpPr>
        <p:spPr>
          <a:xfrm>
            <a:off x="974526" y="321818"/>
            <a:ext cx="1620957" cy="523220"/>
          </a:xfrm>
          <a:prstGeom prst="rect">
            <a:avLst/>
          </a:prstGeom>
          <a:noFill/>
        </p:spPr>
        <p:txBody>
          <a:bodyPr wrap="none" rtlCol="0">
            <a:spAutoFit/>
          </a:bodyPr>
          <a:lstStyle/>
          <a:p>
            <a:r>
              <a:rPr lang="zh-CN" altLang="en-US" sz="2800" b="1">
                <a:solidFill>
                  <a:srgbClr val="3FB793"/>
                </a:solidFill>
                <a:latin typeface="思源黑体旧字形 Normal" panose="020b0400000000000000" pitchFamily="34" charset="-128"/>
                <a:ea typeface="思源黑体旧字形 Normal" panose="020b0400000000000000" pitchFamily="34" charset="-128"/>
              </a:rPr>
              <a:t>知识技能</a:t>
            </a:r>
          </a:p>
        </p:txBody>
      </p:sp>
      <p:grpSp>
        <p:nvGrpSpPr>
          <p:cNvPr id="44" name="组合 43">
            <a:extLst>
              <a:ext uri="{FF2B5EF4-FFF2-40B4-BE49-F238E27FC236}">
                <a16:creationId xmlns:a16="http://schemas.microsoft.com/office/drawing/2014/main" id="{7D2C7F3C-A053-47CE-8FA6-75F3B60AB9AD}"/>
              </a:ext>
            </a:extLst>
          </p:cNvPr>
          <p:cNvGrpSpPr/>
          <p:nvPr/>
        </p:nvGrpSpPr>
        <p:grpSpPr>
          <a:xfrm rot="5400000">
            <a:off x="2762073" y="2561628"/>
            <a:ext cx="1426043" cy="1609000"/>
            <a:chOff x="1784572" y="1862891"/>
            <a:chExt cx="2006156" cy="2263538"/>
          </a:xfrm>
        </p:grpSpPr>
        <p:sp>
          <p:nvSpPr>
            <p:cNvPr id="45" name="Freeform 5">
              <a:extLst>
                <a:ext uri="{FF2B5EF4-FFF2-40B4-BE49-F238E27FC236}">
                  <a16:creationId xmlns:a16="http://schemas.microsoft.com/office/drawing/2014/main" id="{738FFE83-BFA6-47CE-9492-69D7DA695E54}"/>
                </a:ext>
              </a:extLst>
            </p:cNvPr>
            <p:cNvSpPr/>
            <p:nvPr/>
          </p:nvSpPr>
          <p:spPr bwMode="auto">
            <a:xfrm rot="5400000">
              <a:off x="1655881" y="1991582"/>
              <a:ext cx="2263538" cy="2006156"/>
            </a:xfrm>
            <a:custGeom>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a:gsLst>
                <a:gs pos="50000">
                  <a:srgbClr val="F6F6F6"/>
                </a:gs>
                <a:gs pos="50000">
                  <a:srgbClr val="FDFDFD"/>
                </a:gs>
              </a:gsLst>
              <a:lin ang="5400000" scaled="0"/>
            </a:gradFill>
            <a:ln w="15875">
              <a:solidFill>
                <a:schemeClr val="bg1">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b="1">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46" name="Freeform 5">
              <a:extLst>
                <a:ext uri="{FF2B5EF4-FFF2-40B4-BE49-F238E27FC236}">
                  <a16:creationId xmlns:a16="http://schemas.microsoft.com/office/drawing/2014/main" id="{81ACC91D-A1F1-4AD2-8C37-F846997FF7CE}"/>
                </a:ext>
              </a:extLst>
            </p:cNvPr>
            <p:cNvSpPr/>
            <p:nvPr/>
          </p:nvSpPr>
          <p:spPr bwMode="auto">
            <a:xfrm rot="5400000">
              <a:off x="1832817" y="2148399"/>
              <a:ext cx="1909664" cy="1692523"/>
            </a:xfrm>
            <a:custGeom>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a:gsLst>
                <a:gs pos="50000">
                  <a:srgbClr val="F6F6F6"/>
                </a:gs>
                <a:gs pos="50000">
                  <a:srgbClr val="FDFDFD"/>
                </a:gs>
              </a:gsLst>
              <a:lin ang="16200000" scaled="0"/>
            </a:gradFill>
            <a:ln w="9525">
              <a:solidFill>
                <a:schemeClr val="bg1">
                  <a:lumMod val="75000"/>
                </a:schemeClr>
              </a:solidFill>
              <a:prstDash val="sysDash"/>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b="1">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grpSp>
      <p:sp>
        <p:nvSpPr>
          <p:cNvPr id="47" name="Freeform 5">
            <a:extLst>
              <a:ext uri="{FF2B5EF4-FFF2-40B4-BE49-F238E27FC236}">
                <a16:creationId xmlns:a16="http://schemas.microsoft.com/office/drawing/2014/main" id="{50C0063B-835E-46F3-B1BC-4C937371BD2B}"/>
              </a:ext>
            </a:extLst>
          </p:cNvPr>
          <p:cNvSpPr/>
          <p:nvPr/>
        </p:nvSpPr>
        <p:spPr bwMode="auto">
          <a:xfrm rot="10800000">
            <a:off x="2670595" y="4166459"/>
            <a:ext cx="1609000" cy="1426043"/>
          </a:xfrm>
          <a:custGeom>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noFill/>
          <a:ln w="9525">
            <a:solidFill>
              <a:schemeClr val="bg1">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b="1">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48" name="Freeform 5">
            <a:extLst>
              <a:ext uri="{FF2B5EF4-FFF2-40B4-BE49-F238E27FC236}">
                <a16:creationId xmlns:a16="http://schemas.microsoft.com/office/drawing/2014/main" id="{A493C5E5-05F0-4CA6-B857-814FAFE4966D}"/>
              </a:ext>
            </a:extLst>
          </p:cNvPr>
          <p:cNvSpPr/>
          <p:nvPr/>
        </p:nvSpPr>
        <p:spPr bwMode="auto">
          <a:xfrm rot="10800000">
            <a:off x="1346413" y="3409784"/>
            <a:ext cx="1609000" cy="1426043"/>
          </a:xfrm>
          <a:custGeom>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noFill/>
          <a:ln w="9525">
            <a:solidFill>
              <a:schemeClr val="bg1">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b="1">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49" name="Freeform 5">
            <a:extLst>
              <a:ext uri="{FF2B5EF4-FFF2-40B4-BE49-F238E27FC236}">
                <a16:creationId xmlns:a16="http://schemas.microsoft.com/office/drawing/2014/main" id="{90B6F7A8-873E-4E59-BB4B-41C6C08810CA}"/>
              </a:ext>
            </a:extLst>
          </p:cNvPr>
          <p:cNvSpPr/>
          <p:nvPr/>
        </p:nvSpPr>
        <p:spPr bwMode="auto">
          <a:xfrm rot="10800000">
            <a:off x="5306756" y="4166459"/>
            <a:ext cx="1609000" cy="1426043"/>
          </a:xfrm>
          <a:custGeom>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noFill/>
          <a:ln w="9525">
            <a:solidFill>
              <a:schemeClr val="bg1">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b="1">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grpSp>
        <p:nvGrpSpPr>
          <p:cNvPr id="50" name="组合 49">
            <a:extLst>
              <a:ext uri="{FF2B5EF4-FFF2-40B4-BE49-F238E27FC236}">
                <a16:creationId xmlns:a16="http://schemas.microsoft.com/office/drawing/2014/main" id="{4E83FFB8-7738-4311-A23B-F4756F812DDD}"/>
              </a:ext>
            </a:extLst>
          </p:cNvPr>
          <p:cNvGrpSpPr/>
          <p:nvPr/>
        </p:nvGrpSpPr>
        <p:grpSpPr>
          <a:xfrm rot="5400000">
            <a:off x="5398234" y="2561628"/>
            <a:ext cx="1426043" cy="1609000"/>
            <a:chOff x="1784572" y="1862891"/>
            <a:chExt cx="2006156" cy="2263538"/>
          </a:xfrm>
        </p:grpSpPr>
        <p:sp>
          <p:nvSpPr>
            <p:cNvPr id="51" name="Freeform 5">
              <a:extLst>
                <a:ext uri="{FF2B5EF4-FFF2-40B4-BE49-F238E27FC236}">
                  <a16:creationId xmlns:a16="http://schemas.microsoft.com/office/drawing/2014/main" id="{E776D1D2-A03B-4AFB-A444-E3B14E0D0E7F}"/>
                </a:ext>
              </a:extLst>
            </p:cNvPr>
            <p:cNvSpPr/>
            <p:nvPr/>
          </p:nvSpPr>
          <p:spPr bwMode="auto">
            <a:xfrm rot="5400000">
              <a:off x="1655881" y="1991582"/>
              <a:ext cx="2263538" cy="2006156"/>
            </a:xfrm>
            <a:custGeom>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a:gsLst>
                <a:gs pos="50000">
                  <a:srgbClr val="F6F6F6"/>
                </a:gs>
                <a:gs pos="50000">
                  <a:srgbClr val="FDFDFD"/>
                </a:gs>
              </a:gsLst>
              <a:lin ang="5400000" scaled="0"/>
            </a:gradFill>
            <a:ln w="15875">
              <a:solidFill>
                <a:schemeClr val="bg1">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b="1">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52" name="Freeform 5">
              <a:extLst>
                <a:ext uri="{FF2B5EF4-FFF2-40B4-BE49-F238E27FC236}">
                  <a16:creationId xmlns:a16="http://schemas.microsoft.com/office/drawing/2014/main" id="{CC5E7082-C003-4FC4-83F9-1013BB8D1424}"/>
                </a:ext>
              </a:extLst>
            </p:cNvPr>
            <p:cNvSpPr/>
            <p:nvPr/>
          </p:nvSpPr>
          <p:spPr bwMode="auto">
            <a:xfrm rot="5400000">
              <a:off x="1832817" y="2148399"/>
              <a:ext cx="1909664" cy="1692523"/>
            </a:xfrm>
            <a:custGeom>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a:gsLst>
                <a:gs pos="50000">
                  <a:srgbClr val="F6F6F6"/>
                </a:gs>
                <a:gs pos="50000">
                  <a:srgbClr val="FDFDFD"/>
                </a:gs>
              </a:gsLst>
              <a:lin ang="16200000" scaled="0"/>
            </a:gradFill>
            <a:ln w="9525">
              <a:solidFill>
                <a:schemeClr val="bg1">
                  <a:lumMod val="75000"/>
                </a:schemeClr>
              </a:solidFill>
              <a:prstDash val="sysDash"/>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b="1">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grpSp>
      <p:grpSp>
        <p:nvGrpSpPr>
          <p:cNvPr id="53" name="组合 52">
            <a:extLst>
              <a:ext uri="{FF2B5EF4-FFF2-40B4-BE49-F238E27FC236}">
                <a16:creationId xmlns:a16="http://schemas.microsoft.com/office/drawing/2014/main" id="{AABFADC9-E68A-4B7D-9B91-B11D90D7543D}"/>
              </a:ext>
            </a:extLst>
          </p:cNvPr>
          <p:cNvGrpSpPr/>
          <p:nvPr/>
        </p:nvGrpSpPr>
        <p:grpSpPr>
          <a:xfrm rot="5400000">
            <a:off x="6706552" y="3318305"/>
            <a:ext cx="1426043" cy="1609000"/>
            <a:chOff x="1784572" y="1862891"/>
            <a:chExt cx="2006156" cy="2263538"/>
          </a:xfrm>
        </p:grpSpPr>
        <p:sp>
          <p:nvSpPr>
            <p:cNvPr id="54" name="Freeform 5">
              <a:extLst>
                <a:ext uri="{FF2B5EF4-FFF2-40B4-BE49-F238E27FC236}">
                  <a16:creationId xmlns:a16="http://schemas.microsoft.com/office/drawing/2014/main" id="{2E5D706A-662C-475E-8B16-DB38CF00C8AA}"/>
                </a:ext>
              </a:extLst>
            </p:cNvPr>
            <p:cNvSpPr/>
            <p:nvPr/>
          </p:nvSpPr>
          <p:spPr bwMode="auto">
            <a:xfrm rot="5400000">
              <a:off x="1655881" y="1991582"/>
              <a:ext cx="2263538" cy="2006156"/>
            </a:xfrm>
            <a:custGeom>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a:gsLst>
                <a:gs pos="50000">
                  <a:srgbClr val="F6F6F6"/>
                </a:gs>
                <a:gs pos="50000">
                  <a:srgbClr val="FDFDFD"/>
                </a:gs>
              </a:gsLst>
              <a:lin ang="5400000" scaled="0"/>
            </a:gradFill>
            <a:ln w="15875">
              <a:solidFill>
                <a:schemeClr val="bg1">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b="1">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93" name="Freeform 5">
              <a:extLst>
                <a:ext uri="{FF2B5EF4-FFF2-40B4-BE49-F238E27FC236}">
                  <a16:creationId xmlns:a16="http://schemas.microsoft.com/office/drawing/2014/main" id="{3C508FA5-45B7-4738-BF61-372FB844C741}"/>
                </a:ext>
              </a:extLst>
            </p:cNvPr>
            <p:cNvSpPr/>
            <p:nvPr/>
          </p:nvSpPr>
          <p:spPr bwMode="auto">
            <a:xfrm rot="5400000">
              <a:off x="1832817" y="2148399"/>
              <a:ext cx="1909664" cy="1692523"/>
            </a:xfrm>
            <a:custGeom>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a:gsLst>
                <a:gs pos="50000">
                  <a:srgbClr val="F6F6F6"/>
                </a:gs>
                <a:gs pos="50000">
                  <a:srgbClr val="FDFDFD"/>
                </a:gs>
              </a:gsLst>
              <a:lin ang="16200000" scaled="0"/>
            </a:gradFill>
            <a:ln w="9525">
              <a:solidFill>
                <a:schemeClr val="bg1">
                  <a:lumMod val="75000"/>
                </a:schemeClr>
              </a:solidFill>
              <a:prstDash val="sysDash"/>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b="1">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grpSp>
      <p:sp>
        <p:nvSpPr>
          <p:cNvPr id="94" name="Freeform 5">
            <a:extLst>
              <a:ext uri="{FF2B5EF4-FFF2-40B4-BE49-F238E27FC236}">
                <a16:creationId xmlns:a16="http://schemas.microsoft.com/office/drawing/2014/main" id="{606D9AF5-BBCB-4785-9308-55598E5AF3FA}"/>
              </a:ext>
            </a:extLst>
          </p:cNvPr>
          <p:cNvSpPr/>
          <p:nvPr/>
        </p:nvSpPr>
        <p:spPr bwMode="auto">
          <a:xfrm rot="10800000">
            <a:off x="6615074" y="1906194"/>
            <a:ext cx="1609000" cy="1426043"/>
          </a:xfrm>
          <a:custGeom>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noFill/>
          <a:ln w="9525">
            <a:solidFill>
              <a:schemeClr val="bg1">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b="1">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95" name="Freeform 5">
            <a:extLst>
              <a:ext uri="{FF2B5EF4-FFF2-40B4-BE49-F238E27FC236}">
                <a16:creationId xmlns:a16="http://schemas.microsoft.com/office/drawing/2014/main" id="{5E4B0C95-786C-405C-AAE1-C36E3B14D820}"/>
              </a:ext>
            </a:extLst>
          </p:cNvPr>
          <p:cNvSpPr/>
          <p:nvPr/>
        </p:nvSpPr>
        <p:spPr bwMode="auto">
          <a:xfrm rot="10800000">
            <a:off x="7928273" y="4166459"/>
            <a:ext cx="1609000" cy="1426043"/>
          </a:xfrm>
          <a:custGeom>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noFill/>
          <a:ln w="9525">
            <a:solidFill>
              <a:schemeClr val="bg1">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b="1">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grpSp>
        <p:nvGrpSpPr>
          <p:cNvPr id="96" name="组合 95">
            <a:extLst>
              <a:ext uri="{FF2B5EF4-FFF2-40B4-BE49-F238E27FC236}">
                <a16:creationId xmlns:a16="http://schemas.microsoft.com/office/drawing/2014/main" id="{B5E2F19D-3411-4C26-BA71-20F32874E8C2}"/>
              </a:ext>
            </a:extLst>
          </p:cNvPr>
          <p:cNvGrpSpPr/>
          <p:nvPr/>
        </p:nvGrpSpPr>
        <p:grpSpPr>
          <a:xfrm rot="5400000">
            <a:off x="4080081" y="3318306"/>
            <a:ext cx="1426043" cy="1609000"/>
            <a:chOff x="1784572" y="1862891"/>
            <a:chExt cx="2006156" cy="2263538"/>
          </a:xfrm>
        </p:grpSpPr>
        <p:sp>
          <p:nvSpPr>
            <p:cNvPr id="97" name="Freeform 5">
              <a:extLst>
                <a:ext uri="{FF2B5EF4-FFF2-40B4-BE49-F238E27FC236}">
                  <a16:creationId xmlns:a16="http://schemas.microsoft.com/office/drawing/2014/main" id="{2B7842CD-CA87-4550-B4BC-E1E7827EDAD1}"/>
                </a:ext>
              </a:extLst>
            </p:cNvPr>
            <p:cNvSpPr/>
            <p:nvPr/>
          </p:nvSpPr>
          <p:spPr bwMode="auto">
            <a:xfrm rot="5400000">
              <a:off x="1655881" y="1991582"/>
              <a:ext cx="2263538" cy="2006156"/>
            </a:xfrm>
            <a:custGeom>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a:gsLst>
                <a:gs pos="50000">
                  <a:srgbClr val="F6F6F6"/>
                </a:gs>
                <a:gs pos="50000">
                  <a:srgbClr val="FDFDFD"/>
                </a:gs>
              </a:gsLst>
              <a:lin ang="5400000" scaled="0"/>
            </a:gradFill>
            <a:ln w="15875">
              <a:solidFill>
                <a:schemeClr val="bg1">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b="1">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98" name="Freeform 5">
              <a:extLst>
                <a:ext uri="{FF2B5EF4-FFF2-40B4-BE49-F238E27FC236}">
                  <a16:creationId xmlns:a16="http://schemas.microsoft.com/office/drawing/2014/main" id="{2EEBD0E0-2BE3-439D-9ED7-A932B4E6DF5E}"/>
                </a:ext>
              </a:extLst>
            </p:cNvPr>
            <p:cNvSpPr/>
            <p:nvPr/>
          </p:nvSpPr>
          <p:spPr bwMode="auto">
            <a:xfrm rot="5400000">
              <a:off x="1832817" y="2148399"/>
              <a:ext cx="1909664" cy="1692523"/>
            </a:xfrm>
            <a:custGeom>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a:gsLst>
                <a:gs pos="50000">
                  <a:srgbClr val="F6F6F6"/>
                </a:gs>
                <a:gs pos="50000">
                  <a:srgbClr val="FDFDFD"/>
                </a:gs>
              </a:gsLst>
              <a:lin ang="16200000" scaled="0"/>
            </a:gradFill>
            <a:ln w="9525">
              <a:solidFill>
                <a:schemeClr val="bg1">
                  <a:lumMod val="75000"/>
                </a:schemeClr>
              </a:solidFill>
              <a:prstDash val="sysDash"/>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b="1">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grpSp>
      <p:grpSp>
        <p:nvGrpSpPr>
          <p:cNvPr id="99" name="组合 98">
            <a:extLst>
              <a:ext uri="{FF2B5EF4-FFF2-40B4-BE49-F238E27FC236}">
                <a16:creationId xmlns:a16="http://schemas.microsoft.com/office/drawing/2014/main" id="{52A0F214-C919-4A95-B43A-9003A83DB6AB}"/>
              </a:ext>
            </a:extLst>
          </p:cNvPr>
          <p:cNvGrpSpPr/>
          <p:nvPr/>
        </p:nvGrpSpPr>
        <p:grpSpPr>
          <a:xfrm rot="5400000">
            <a:off x="8027156" y="2561629"/>
            <a:ext cx="1426043" cy="1609000"/>
            <a:chOff x="1784572" y="1862891"/>
            <a:chExt cx="2006156" cy="2263538"/>
          </a:xfrm>
        </p:grpSpPr>
        <p:sp>
          <p:nvSpPr>
            <p:cNvPr id="100" name="Freeform 5">
              <a:extLst>
                <a:ext uri="{FF2B5EF4-FFF2-40B4-BE49-F238E27FC236}">
                  <a16:creationId xmlns:a16="http://schemas.microsoft.com/office/drawing/2014/main" id="{25A5DAD1-226E-46B1-B03F-5CF6792139CE}"/>
                </a:ext>
              </a:extLst>
            </p:cNvPr>
            <p:cNvSpPr/>
            <p:nvPr/>
          </p:nvSpPr>
          <p:spPr bwMode="auto">
            <a:xfrm rot="5400000">
              <a:off x="1655881" y="1991582"/>
              <a:ext cx="2263538" cy="2006156"/>
            </a:xfrm>
            <a:custGeom>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a:gsLst>
                <a:gs pos="50000">
                  <a:srgbClr val="F6F6F6"/>
                </a:gs>
                <a:gs pos="50000">
                  <a:srgbClr val="FDFDFD"/>
                </a:gs>
              </a:gsLst>
              <a:lin ang="5400000" scaled="0"/>
            </a:gradFill>
            <a:ln w="15875">
              <a:solidFill>
                <a:schemeClr val="bg1">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b="1">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101" name="Freeform 5">
              <a:extLst>
                <a:ext uri="{FF2B5EF4-FFF2-40B4-BE49-F238E27FC236}">
                  <a16:creationId xmlns:a16="http://schemas.microsoft.com/office/drawing/2014/main" id="{15406217-6EE5-402F-80E9-87F4DC5F8282}"/>
                </a:ext>
              </a:extLst>
            </p:cNvPr>
            <p:cNvSpPr/>
            <p:nvPr/>
          </p:nvSpPr>
          <p:spPr bwMode="auto">
            <a:xfrm rot="5400000">
              <a:off x="1832817" y="2148399"/>
              <a:ext cx="1909664" cy="1692523"/>
            </a:xfrm>
            <a:custGeom>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a:gsLst>
                <a:gs pos="50000">
                  <a:srgbClr val="F6F6F6"/>
                </a:gs>
                <a:gs pos="50000">
                  <a:srgbClr val="FDFDFD"/>
                </a:gs>
              </a:gsLst>
              <a:lin ang="16200000" scaled="0"/>
            </a:gradFill>
            <a:ln w="9525">
              <a:solidFill>
                <a:schemeClr val="bg1">
                  <a:lumMod val="75000"/>
                </a:schemeClr>
              </a:solidFill>
              <a:prstDash val="sysDash"/>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b="1">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grpSp>
      <p:sp>
        <p:nvSpPr>
          <p:cNvPr id="102" name="Freeform 5">
            <a:extLst>
              <a:ext uri="{FF2B5EF4-FFF2-40B4-BE49-F238E27FC236}">
                <a16:creationId xmlns:a16="http://schemas.microsoft.com/office/drawing/2014/main" id="{F758F889-DF1E-4F34-9E61-CD88BDCF6B87}"/>
              </a:ext>
            </a:extLst>
          </p:cNvPr>
          <p:cNvSpPr/>
          <p:nvPr/>
        </p:nvSpPr>
        <p:spPr bwMode="auto">
          <a:xfrm rot="10800000">
            <a:off x="9236590" y="3409784"/>
            <a:ext cx="1609000" cy="1426043"/>
          </a:xfrm>
          <a:custGeom>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noFill/>
          <a:ln w="9525">
            <a:solidFill>
              <a:schemeClr val="bg1">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b="1">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103" name="Freeform 5">
            <a:extLst>
              <a:ext uri="{FF2B5EF4-FFF2-40B4-BE49-F238E27FC236}">
                <a16:creationId xmlns:a16="http://schemas.microsoft.com/office/drawing/2014/main" id="{A5C16A4F-2447-4875-A129-19A03831BF11}"/>
              </a:ext>
            </a:extLst>
          </p:cNvPr>
          <p:cNvSpPr/>
          <p:nvPr/>
        </p:nvSpPr>
        <p:spPr bwMode="auto">
          <a:xfrm rot="10800000">
            <a:off x="3981353" y="1906194"/>
            <a:ext cx="1609000" cy="1426043"/>
          </a:xfrm>
          <a:custGeom>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noFill/>
          <a:ln w="9525">
            <a:solidFill>
              <a:schemeClr val="bg1">
                <a:lumMod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b="1">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grpSp>
        <p:nvGrpSpPr>
          <p:cNvPr id="104" name="组合 103">
            <a:extLst>
              <a:ext uri="{FF2B5EF4-FFF2-40B4-BE49-F238E27FC236}">
                <a16:creationId xmlns:a16="http://schemas.microsoft.com/office/drawing/2014/main" id="{F1C65BA1-5EE4-4712-82D0-357653A99818}"/>
              </a:ext>
            </a:extLst>
          </p:cNvPr>
          <p:cNvGrpSpPr/>
          <p:nvPr/>
        </p:nvGrpSpPr>
        <p:grpSpPr>
          <a:xfrm>
            <a:off x="3329357" y="3180293"/>
            <a:ext cx="338727" cy="336935"/>
            <a:chOff x="3856417" y="4248125"/>
            <a:chExt cx="409860" cy="407692"/>
          </a:xfrm>
          <a:solidFill>
            <a:srgbClr val="545D79"/>
          </a:solidFill>
        </p:grpSpPr>
        <p:sp>
          <p:nvSpPr>
            <p:cNvPr id="105" name="Freeform 187">
              <a:extLst>
                <a:ext uri="{FF2B5EF4-FFF2-40B4-BE49-F238E27FC236}">
                  <a16:creationId xmlns:a16="http://schemas.microsoft.com/office/drawing/2014/main" id="{B610A799-4D5C-4F14-9A87-C81C0DE6CAE5}"/>
                </a:ext>
              </a:extLst>
            </p:cNvPr>
            <p:cNvSpPr/>
            <p:nvPr/>
          </p:nvSpPr>
          <p:spPr bwMode="auto">
            <a:xfrm>
              <a:off x="3969183" y="4489921"/>
              <a:ext cx="279745" cy="165896"/>
            </a:xfrm>
            <a:custGeom>
              <a:gdLst>
                <a:gd name="T0" fmla="*/ 76 w 109"/>
                <a:gd name="T1" fmla="*/ 0 h 65"/>
                <a:gd name="T2" fmla="*/ 54 w 109"/>
                <a:gd name="T3" fmla="*/ 0 h 65"/>
                <a:gd name="T4" fmla="*/ 69 w 109"/>
                <a:gd name="T5" fmla="*/ 17 h 65"/>
                <a:gd name="T6" fmla="*/ 76 w 109"/>
                <a:gd name="T7" fmla="*/ 17 h 65"/>
                <a:gd name="T8" fmla="*/ 91 w 109"/>
                <a:gd name="T9" fmla="*/ 32 h 65"/>
                <a:gd name="T10" fmla="*/ 76 w 109"/>
                <a:gd name="T11" fmla="*/ 48 h 65"/>
                <a:gd name="T12" fmla="*/ 32 w 109"/>
                <a:gd name="T13" fmla="*/ 48 h 65"/>
                <a:gd name="T14" fmla="*/ 17 w 109"/>
                <a:gd name="T15" fmla="*/ 32 h 65"/>
                <a:gd name="T16" fmla="*/ 20 w 109"/>
                <a:gd name="T17" fmla="*/ 24 h 65"/>
                <a:gd name="T18" fmla="*/ 1 w 109"/>
                <a:gd name="T19" fmla="*/ 24 h 65"/>
                <a:gd name="T20" fmla="*/ 0 w 109"/>
                <a:gd name="T21" fmla="*/ 32 h 65"/>
                <a:gd name="T22" fmla="*/ 32 w 109"/>
                <a:gd name="T23" fmla="*/ 65 h 65"/>
                <a:gd name="T24" fmla="*/ 76 w 109"/>
                <a:gd name="T25" fmla="*/ 65 h 65"/>
                <a:gd name="T26" fmla="*/ 109 w 109"/>
                <a:gd name="T27" fmla="*/ 32 h 65"/>
                <a:gd name="T28" fmla="*/ 76 w 109"/>
                <a:gd name="T29" fmla="*/ 0 h 65"/>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9" h="65">
                  <a:moveTo>
                    <a:pt x="76" y="0"/>
                  </a:moveTo>
                  <a:cubicBezTo>
                    <a:pt x="54" y="0"/>
                    <a:pt x="54" y="0"/>
                    <a:pt x="54" y="0"/>
                  </a:cubicBezTo>
                  <a:cubicBezTo>
                    <a:pt x="61" y="4"/>
                    <a:pt x="66" y="10"/>
                    <a:pt x="69" y="17"/>
                  </a:cubicBezTo>
                  <a:cubicBezTo>
                    <a:pt x="76" y="17"/>
                    <a:pt x="76" y="17"/>
                    <a:pt x="76" y="17"/>
                  </a:cubicBezTo>
                  <a:cubicBezTo>
                    <a:pt x="85" y="17"/>
                    <a:pt x="91" y="24"/>
                    <a:pt x="91" y="32"/>
                  </a:cubicBezTo>
                  <a:cubicBezTo>
                    <a:pt x="91" y="41"/>
                    <a:pt x="85" y="48"/>
                    <a:pt x="76" y="48"/>
                  </a:cubicBezTo>
                  <a:cubicBezTo>
                    <a:pt x="32" y="48"/>
                    <a:pt x="32" y="48"/>
                    <a:pt x="32" y="48"/>
                  </a:cubicBezTo>
                  <a:cubicBezTo>
                    <a:pt x="24" y="48"/>
                    <a:pt x="17" y="41"/>
                    <a:pt x="17" y="32"/>
                  </a:cubicBezTo>
                  <a:cubicBezTo>
                    <a:pt x="17" y="29"/>
                    <a:pt x="18" y="26"/>
                    <a:pt x="20" y="24"/>
                  </a:cubicBezTo>
                  <a:cubicBezTo>
                    <a:pt x="1" y="24"/>
                    <a:pt x="1" y="24"/>
                    <a:pt x="1" y="24"/>
                  </a:cubicBezTo>
                  <a:cubicBezTo>
                    <a:pt x="0" y="27"/>
                    <a:pt x="0" y="30"/>
                    <a:pt x="0" y="32"/>
                  </a:cubicBezTo>
                  <a:cubicBezTo>
                    <a:pt x="0" y="50"/>
                    <a:pt x="14" y="65"/>
                    <a:pt x="32" y="65"/>
                  </a:cubicBezTo>
                  <a:cubicBezTo>
                    <a:pt x="76" y="65"/>
                    <a:pt x="76" y="65"/>
                    <a:pt x="76" y="65"/>
                  </a:cubicBezTo>
                  <a:cubicBezTo>
                    <a:pt x="94" y="65"/>
                    <a:pt x="109" y="50"/>
                    <a:pt x="109" y="32"/>
                  </a:cubicBezTo>
                  <a:cubicBezTo>
                    <a:pt x="109" y="15"/>
                    <a:pt x="94" y="0"/>
                    <a:pt x="7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1">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06" name="Freeform 188">
              <a:extLst>
                <a:ext uri="{FF2B5EF4-FFF2-40B4-BE49-F238E27FC236}">
                  <a16:creationId xmlns:a16="http://schemas.microsoft.com/office/drawing/2014/main" id="{DD956047-7AAE-48D8-8575-7829B1EA6241}"/>
                </a:ext>
              </a:extLst>
            </p:cNvPr>
            <p:cNvSpPr/>
            <p:nvPr/>
          </p:nvSpPr>
          <p:spPr bwMode="auto">
            <a:xfrm>
              <a:off x="3856417" y="4489921"/>
              <a:ext cx="279745" cy="165896"/>
            </a:xfrm>
            <a:custGeom>
              <a:gdLst>
                <a:gd name="T0" fmla="*/ 41 w 109"/>
                <a:gd name="T1" fmla="*/ 48 h 65"/>
                <a:gd name="T2" fmla="*/ 33 w 109"/>
                <a:gd name="T3" fmla="*/ 48 h 65"/>
                <a:gd name="T4" fmla="*/ 18 w 109"/>
                <a:gd name="T5" fmla="*/ 32 h 65"/>
                <a:gd name="T6" fmla="*/ 33 w 109"/>
                <a:gd name="T7" fmla="*/ 17 h 65"/>
                <a:gd name="T8" fmla="*/ 37 w 109"/>
                <a:gd name="T9" fmla="*/ 17 h 65"/>
                <a:gd name="T10" fmla="*/ 77 w 109"/>
                <a:gd name="T11" fmla="*/ 17 h 65"/>
                <a:gd name="T12" fmla="*/ 92 w 109"/>
                <a:gd name="T13" fmla="*/ 32 h 65"/>
                <a:gd name="T14" fmla="*/ 92 w 109"/>
                <a:gd name="T15" fmla="*/ 35 h 65"/>
                <a:gd name="T16" fmla="*/ 89 w 109"/>
                <a:gd name="T17" fmla="*/ 42 h 65"/>
                <a:gd name="T18" fmla="*/ 108 w 109"/>
                <a:gd name="T19" fmla="*/ 42 h 65"/>
                <a:gd name="T20" fmla="*/ 109 w 109"/>
                <a:gd name="T21" fmla="*/ 35 h 65"/>
                <a:gd name="T22" fmla="*/ 109 w 109"/>
                <a:gd name="T23" fmla="*/ 35 h 65"/>
                <a:gd name="T24" fmla="*/ 109 w 109"/>
                <a:gd name="T25" fmla="*/ 32 h 65"/>
                <a:gd name="T26" fmla="*/ 77 w 109"/>
                <a:gd name="T27" fmla="*/ 0 h 65"/>
                <a:gd name="T28" fmla="*/ 37 w 109"/>
                <a:gd name="T29" fmla="*/ 0 h 65"/>
                <a:gd name="T30" fmla="*/ 33 w 109"/>
                <a:gd name="T31" fmla="*/ 0 h 65"/>
                <a:gd name="T32" fmla="*/ 0 w 109"/>
                <a:gd name="T33" fmla="*/ 32 h 65"/>
                <a:gd name="T34" fmla="*/ 33 w 109"/>
                <a:gd name="T35" fmla="*/ 65 h 65"/>
                <a:gd name="T36" fmla="*/ 56 w 109"/>
                <a:gd name="T37" fmla="*/ 65 h 65"/>
                <a:gd name="T38" fmla="*/ 41 w 109"/>
                <a:gd name="T39" fmla="*/ 48 h 65"/>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9" h="65">
                  <a:moveTo>
                    <a:pt x="41" y="48"/>
                  </a:moveTo>
                  <a:cubicBezTo>
                    <a:pt x="33" y="48"/>
                    <a:pt x="33" y="48"/>
                    <a:pt x="33" y="48"/>
                  </a:cubicBezTo>
                  <a:cubicBezTo>
                    <a:pt x="24" y="48"/>
                    <a:pt x="18" y="41"/>
                    <a:pt x="18" y="32"/>
                  </a:cubicBezTo>
                  <a:cubicBezTo>
                    <a:pt x="18" y="24"/>
                    <a:pt x="24" y="17"/>
                    <a:pt x="33" y="17"/>
                  </a:cubicBezTo>
                  <a:cubicBezTo>
                    <a:pt x="37" y="17"/>
                    <a:pt x="37" y="17"/>
                    <a:pt x="37" y="17"/>
                  </a:cubicBezTo>
                  <a:cubicBezTo>
                    <a:pt x="77" y="17"/>
                    <a:pt x="77" y="17"/>
                    <a:pt x="77" y="17"/>
                  </a:cubicBezTo>
                  <a:cubicBezTo>
                    <a:pt x="85" y="17"/>
                    <a:pt x="92" y="24"/>
                    <a:pt x="92" y="32"/>
                  </a:cubicBezTo>
                  <a:cubicBezTo>
                    <a:pt x="92" y="33"/>
                    <a:pt x="92" y="34"/>
                    <a:pt x="92" y="35"/>
                  </a:cubicBezTo>
                  <a:cubicBezTo>
                    <a:pt x="91" y="38"/>
                    <a:pt x="90" y="40"/>
                    <a:pt x="89" y="42"/>
                  </a:cubicBezTo>
                  <a:cubicBezTo>
                    <a:pt x="108" y="42"/>
                    <a:pt x="108" y="42"/>
                    <a:pt x="108" y="42"/>
                  </a:cubicBezTo>
                  <a:cubicBezTo>
                    <a:pt x="108" y="40"/>
                    <a:pt x="109" y="38"/>
                    <a:pt x="109" y="35"/>
                  </a:cubicBezTo>
                  <a:cubicBezTo>
                    <a:pt x="109" y="35"/>
                    <a:pt x="109" y="35"/>
                    <a:pt x="109" y="35"/>
                  </a:cubicBezTo>
                  <a:cubicBezTo>
                    <a:pt x="109" y="34"/>
                    <a:pt x="109" y="33"/>
                    <a:pt x="109" y="32"/>
                  </a:cubicBezTo>
                  <a:cubicBezTo>
                    <a:pt x="109" y="15"/>
                    <a:pt x="95" y="0"/>
                    <a:pt x="77" y="0"/>
                  </a:cubicBezTo>
                  <a:cubicBezTo>
                    <a:pt x="37" y="0"/>
                    <a:pt x="37" y="0"/>
                    <a:pt x="37" y="0"/>
                  </a:cubicBezTo>
                  <a:cubicBezTo>
                    <a:pt x="33" y="0"/>
                    <a:pt x="33" y="0"/>
                    <a:pt x="33" y="0"/>
                  </a:cubicBezTo>
                  <a:cubicBezTo>
                    <a:pt x="15" y="0"/>
                    <a:pt x="0" y="15"/>
                    <a:pt x="0" y="32"/>
                  </a:cubicBezTo>
                  <a:cubicBezTo>
                    <a:pt x="0" y="50"/>
                    <a:pt x="15" y="65"/>
                    <a:pt x="33" y="65"/>
                  </a:cubicBezTo>
                  <a:cubicBezTo>
                    <a:pt x="56" y="65"/>
                    <a:pt x="56" y="65"/>
                    <a:pt x="56" y="65"/>
                  </a:cubicBezTo>
                  <a:cubicBezTo>
                    <a:pt x="50" y="61"/>
                    <a:pt x="44" y="55"/>
                    <a:pt x="41"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1">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07" name="Freeform 189">
              <a:extLst>
                <a:ext uri="{FF2B5EF4-FFF2-40B4-BE49-F238E27FC236}">
                  <a16:creationId xmlns:a16="http://schemas.microsoft.com/office/drawing/2014/main" id="{B80D96E1-52D4-4CC4-994A-5A45D9B8D08C}"/>
                </a:ext>
              </a:extLst>
            </p:cNvPr>
            <p:cNvSpPr>
              <a:spLocks noEditPoints="1"/>
            </p:cNvSpPr>
            <p:nvPr/>
          </p:nvSpPr>
          <p:spPr bwMode="auto">
            <a:xfrm>
              <a:off x="3950749" y="4248125"/>
              <a:ext cx="202761" cy="204930"/>
            </a:xfrm>
            <a:custGeom>
              <a:gdLst>
                <a:gd name="T0" fmla="*/ 40 w 79"/>
                <a:gd name="T1" fmla="*/ 0 h 80"/>
                <a:gd name="T2" fmla="*/ 0 w 79"/>
                <a:gd name="T3" fmla="*/ 40 h 80"/>
                <a:gd name="T4" fmla="*/ 40 w 79"/>
                <a:gd name="T5" fmla="*/ 80 h 80"/>
                <a:gd name="T6" fmla="*/ 79 w 79"/>
                <a:gd name="T7" fmla="*/ 40 h 80"/>
                <a:gd name="T8" fmla="*/ 40 w 79"/>
                <a:gd name="T9" fmla="*/ 0 h 80"/>
                <a:gd name="T10" fmla="*/ 63 w 79"/>
                <a:gd name="T11" fmla="*/ 46 h 80"/>
                <a:gd name="T12" fmla="*/ 46 w 79"/>
                <a:gd name="T13" fmla="*/ 46 h 80"/>
                <a:gd name="T14" fmla="*/ 46 w 79"/>
                <a:gd name="T15" fmla="*/ 63 h 80"/>
                <a:gd name="T16" fmla="*/ 33 w 79"/>
                <a:gd name="T17" fmla="*/ 63 h 80"/>
                <a:gd name="T18" fmla="*/ 33 w 79"/>
                <a:gd name="T19" fmla="*/ 46 h 80"/>
                <a:gd name="T20" fmla="*/ 17 w 79"/>
                <a:gd name="T21" fmla="*/ 46 h 80"/>
                <a:gd name="T22" fmla="*/ 17 w 79"/>
                <a:gd name="T23" fmla="*/ 34 h 80"/>
                <a:gd name="T24" fmla="*/ 33 w 79"/>
                <a:gd name="T25" fmla="*/ 34 h 80"/>
                <a:gd name="T26" fmla="*/ 33 w 79"/>
                <a:gd name="T27" fmla="*/ 17 h 80"/>
                <a:gd name="T28" fmla="*/ 46 w 79"/>
                <a:gd name="T29" fmla="*/ 17 h 80"/>
                <a:gd name="T30" fmla="*/ 46 w 79"/>
                <a:gd name="T31" fmla="*/ 34 h 80"/>
                <a:gd name="T32" fmla="*/ 63 w 79"/>
                <a:gd name="T33" fmla="*/ 34 h 80"/>
                <a:gd name="T34" fmla="*/ 63 w 79"/>
                <a:gd name="T35" fmla="*/ 46 h 80"/>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79" h="80">
                  <a:moveTo>
                    <a:pt x="40" y="0"/>
                  </a:moveTo>
                  <a:cubicBezTo>
                    <a:pt x="18" y="0"/>
                    <a:pt x="0" y="18"/>
                    <a:pt x="0" y="40"/>
                  </a:cubicBezTo>
                  <a:cubicBezTo>
                    <a:pt x="0" y="62"/>
                    <a:pt x="18" y="80"/>
                    <a:pt x="40" y="80"/>
                  </a:cubicBezTo>
                  <a:cubicBezTo>
                    <a:pt x="62" y="80"/>
                    <a:pt x="79" y="62"/>
                    <a:pt x="79" y="40"/>
                  </a:cubicBezTo>
                  <a:cubicBezTo>
                    <a:pt x="79" y="18"/>
                    <a:pt x="62" y="0"/>
                    <a:pt x="40" y="0"/>
                  </a:cubicBezTo>
                  <a:close/>
                  <a:moveTo>
                    <a:pt x="63" y="46"/>
                  </a:moveTo>
                  <a:cubicBezTo>
                    <a:pt x="46" y="46"/>
                    <a:pt x="46" y="46"/>
                    <a:pt x="46" y="46"/>
                  </a:cubicBezTo>
                  <a:cubicBezTo>
                    <a:pt x="46" y="63"/>
                    <a:pt x="46" y="63"/>
                    <a:pt x="46" y="63"/>
                  </a:cubicBezTo>
                  <a:cubicBezTo>
                    <a:pt x="33" y="63"/>
                    <a:pt x="33" y="63"/>
                    <a:pt x="33" y="63"/>
                  </a:cubicBezTo>
                  <a:cubicBezTo>
                    <a:pt x="33" y="46"/>
                    <a:pt x="33" y="46"/>
                    <a:pt x="33" y="46"/>
                  </a:cubicBezTo>
                  <a:cubicBezTo>
                    <a:pt x="17" y="46"/>
                    <a:pt x="17" y="46"/>
                    <a:pt x="17" y="46"/>
                  </a:cubicBezTo>
                  <a:cubicBezTo>
                    <a:pt x="17" y="34"/>
                    <a:pt x="17" y="34"/>
                    <a:pt x="17" y="34"/>
                  </a:cubicBezTo>
                  <a:cubicBezTo>
                    <a:pt x="33" y="34"/>
                    <a:pt x="33" y="34"/>
                    <a:pt x="33" y="34"/>
                  </a:cubicBezTo>
                  <a:cubicBezTo>
                    <a:pt x="33" y="17"/>
                    <a:pt x="33" y="17"/>
                    <a:pt x="33" y="17"/>
                  </a:cubicBezTo>
                  <a:cubicBezTo>
                    <a:pt x="46" y="17"/>
                    <a:pt x="46" y="17"/>
                    <a:pt x="46" y="17"/>
                  </a:cubicBezTo>
                  <a:cubicBezTo>
                    <a:pt x="46" y="34"/>
                    <a:pt x="46" y="34"/>
                    <a:pt x="46" y="34"/>
                  </a:cubicBezTo>
                  <a:cubicBezTo>
                    <a:pt x="63" y="34"/>
                    <a:pt x="63" y="34"/>
                    <a:pt x="63" y="34"/>
                  </a:cubicBezTo>
                  <a:lnTo>
                    <a:pt x="63" y="4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1">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08" name="Rectangle 190">
              <a:extLst>
                <a:ext uri="{FF2B5EF4-FFF2-40B4-BE49-F238E27FC236}">
                  <a16:creationId xmlns:a16="http://schemas.microsoft.com/office/drawing/2014/main" id="{565D210A-9A69-4CDB-B5A1-B4D32D69BE1F}"/>
                </a:ext>
              </a:extLst>
            </p:cNvPr>
            <p:cNvSpPr>
              <a:spLocks noChangeArrowheads="1"/>
            </p:cNvSpPr>
            <p:nvPr/>
          </p:nvSpPr>
          <p:spPr bwMode="auto">
            <a:xfrm>
              <a:off x="4200135" y="4356553"/>
              <a:ext cx="30360" cy="10192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b="1">
                <a:solidFill>
                  <a:schemeClr val="tx1">
                    <a:lumMod val="75000"/>
                    <a:lumOff val="25000"/>
                  </a:schemeClr>
                </a:solidFill>
                <a:latin typeface="思源黑体旧字形 Normal" panose="020b0400000000000000" pitchFamily="34" charset="-128"/>
                <a:ea typeface="思源黑体旧字形 Normal" panose="020b0400000000000000" pitchFamily="34" charset="-128"/>
              </a:endParaRPr>
            </a:p>
          </p:txBody>
        </p:sp>
        <p:sp>
          <p:nvSpPr>
            <p:cNvPr id="109" name="Rectangle 191">
              <a:extLst>
                <a:ext uri="{FF2B5EF4-FFF2-40B4-BE49-F238E27FC236}">
                  <a16:creationId xmlns:a16="http://schemas.microsoft.com/office/drawing/2014/main" id="{21FDB5BE-014A-44A0-BEF9-80EEE0F15131}"/>
                </a:ext>
              </a:extLst>
            </p:cNvPr>
            <p:cNvSpPr>
              <a:spLocks noChangeArrowheads="1"/>
            </p:cNvSpPr>
            <p:nvPr/>
          </p:nvSpPr>
          <p:spPr bwMode="auto">
            <a:xfrm>
              <a:off x="4164354" y="4392335"/>
              <a:ext cx="101923" cy="3036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b="1">
                <a:solidFill>
                  <a:schemeClr val="tx1">
                    <a:lumMod val="75000"/>
                    <a:lumOff val="25000"/>
                  </a:schemeClr>
                </a:solidFill>
                <a:latin typeface="思源黑体旧字形 Normal" panose="020b0400000000000000" pitchFamily="34" charset="-128"/>
                <a:ea typeface="思源黑体旧字形 Normal" panose="020b0400000000000000" pitchFamily="34" charset="-128"/>
              </a:endParaRPr>
            </a:p>
          </p:txBody>
        </p:sp>
        <p:sp>
          <p:nvSpPr>
            <p:cNvPr id="110" name="Rectangle 192">
              <a:extLst>
                <a:ext uri="{FF2B5EF4-FFF2-40B4-BE49-F238E27FC236}">
                  <a16:creationId xmlns:a16="http://schemas.microsoft.com/office/drawing/2014/main" id="{CFBDC9A3-6189-4DE0-86BF-EED2F63DDEC8}"/>
                </a:ext>
              </a:extLst>
            </p:cNvPr>
            <p:cNvSpPr>
              <a:spLocks noChangeArrowheads="1"/>
            </p:cNvSpPr>
            <p:nvPr/>
          </p:nvSpPr>
          <p:spPr bwMode="auto">
            <a:xfrm>
              <a:off x="3879187" y="4386913"/>
              <a:ext cx="18433" cy="6180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b="1">
                <a:solidFill>
                  <a:schemeClr val="tx1">
                    <a:lumMod val="75000"/>
                    <a:lumOff val="25000"/>
                  </a:schemeClr>
                </a:solidFill>
                <a:latin typeface="思源黑体旧字形 Normal" panose="020b0400000000000000" pitchFamily="34" charset="-128"/>
                <a:ea typeface="思源黑体旧字形 Normal" panose="020b0400000000000000" pitchFamily="34" charset="-128"/>
              </a:endParaRPr>
            </a:p>
          </p:txBody>
        </p:sp>
        <p:sp>
          <p:nvSpPr>
            <p:cNvPr id="111" name="Rectangle 193">
              <a:extLst>
                <a:ext uri="{FF2B5EF4-FFF2-40B4-BE49-F238E27FC236}">
                  <a16:creationId xmlns:a16="http://schemas.microsoft.com/office/drawing/2014/main" id="{9A1B66BF-915A-4E7B-9E75-3E5325F26290}"/>
                </a:ext>
              </a:extLst>
            </p:cNvPr>
            <p:cNvSpPr>
              <a:spLocks noChangeArrowheads="1"/>
            </p:cNvSpPr>
            <p:nvPr/>
          </p:nvSpPr>
          <p:spPr bwMode="auto">
            <a:xfrm>
              <a:off x="3858586" y="4407515"/>
              <a:ext cx="61805" cy="1734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b="1">
                <a:solidFill>
                  <a:schemeClr val="tx1">
                    <a:lumMod val="75000"/>
                    <a:lumOff val="25000"/>
                  </a:schemeClr>
                </a:solidFill>
                <a:latin typeface="思源黑体旧字形 Normal" panose="020b0400000000000000" pitchFamily="34" charset="-128"/>
                <a:ea typeface="思源黑体旧字形 Normal" panose="020b0400000000000000" pitchFamily="34" charset="-128"/>
              </a:endParaRPr>
            </a:p>
          </p:txBody>
        </p:sp>
      </p:grpSp>
      <p:grpSp>
        <p:nvGrpSpPr>
          <p:cNvPr id="112" name="组合 111">
            <a:extLst>
              <a:ext uri="{FF2B5EF4-FFF2-40B4-BE49-F238E27FC236}">
                <a16:creationId xmlns:a16="http://schemas.microsoft.com/office/drawing/2014/main" id="{087C44D9-49AF-434F-A53E-F625487F9926}"/>
              </a:ext>
            </a:extLst>
          </p:cNvPr>
          <p:cNvGrpSpPr/>
          <p:nvPr/>
        </p:nvGrpSpPr>
        <p:grpSpPr>
          <a:xfrm>
            <a:off x="4611918" y="3948682"/>
            <a:ext cx="389805" cy="343208"/>
            <a:chOff x="7089751" y="4287159"/>
            <a:chExt cx="471664" cy="415282"/>
          </a:xfrm>
          <a:solidFill>
            <a:srgbClr val="3FB793"/>
          </a:solidFill>
        </p:grpSpPr>
        <p:sp>
          <p:nvSpPr>
            <p:cNvPr id="113" name="Freeform 238">
              <a:extLst>
                <a:ext uri="{FF2B5EF4-FFF2-40B4-BE49-F238E27FC236}">
                  <a16:creationId xmlns:a16="http://schemas.microsoft.com/office/drawing/2014/main" id="{AA404B6B-0BBB-4B08-9F87-9B31A9B4DF12}"/>
                </a:ext>
              </a:extLst>
            </p:cNvPr>
            <p:cNvSpPr>
              <a:spLocks noEditPoints="1"/>
            </p:cNvSpPr>
            <p:nvPr/>
          </p:nvSpPr>
          <p:spPr bwMode="auto">
            <a:xfrm>
              <a:off x="7089751" y="4287159"/>
              <a:ext cx="438051" cy="389258"/>
            </a:xfrm>
            <a:custGeom>
              <a:gdLst>
                <a:gd name="T0" fmla="*/ 112 w 171"/>
                <a:gd name="T1" fmla="*/ 141 h 152"/>
                <a:gd name="T2" fmla="*/ 11 w 171"/>
                <a:gd name="T3" fmla="*/ 141 h 152"/>
                <a:gd name="T4" fmla="*/ 11 w 171"/>
                <a:gd name="T5" fmla="*/ 38 h 152"/>
                <a:gd name="T6" fmla="*/ 160 w 171"/>
                <a:gd name="T7" fmla="*/ 38 h 152"/>
                <a:gd name="T8" fmla="*/ 160 w 171"/>
                <a:gd name="T9" fmla="*/ 106 h 152"/>
                <a:gd name="T10" fmla="*/ 171 w 171"/>
                <a:gd name="T11" fmla="*/ 113 h 152"/>
                <a:gd name="T12" fmla="*/ 171 w 171"/>
                <a:gd name="T13" fmla="*/ 5 h 152"/>
                <a:gd name="T14" fmla="*/ 166 w 171"/>
                <a:gd name="T15" fmla="*/ 0 h 152"/>
                <a:gd name="T16" fmla="*/ 6 w 171"/>
                <a:gd name="T17" fmla="*/ 0 h 152"/>
                <a:gd name="T18" fmla="*/ 0 w 171"/>
                <a:gd name="T19" fmla="*/ 5 h 152"/>
                <a:gd name="T20" fmla="*/ 0 w 171"/>
                <a:gd name="T21" fmla="*/ 146 h 152"/>
                <a:gd name="T22" fmla="*/ 6 w 171"/>
                <a:gd name="T23" fmla="*/ 152 h 152"/>
                <a:gd name="T24" fmla="*/ 128 w 171"/>
                <a:gd name="T25" fmla="*/ 152 h 152"/>
                <a:gd name="T26" fmla="*/ 112 w 171"/>
                <a:gd name="T27" fmla="*/ 141 h 152"/>
                <a:gd name="T28" fmla="*/ 153 w 171"/>
                <a:gd name="T29" fmla="*/ 12 h 152"/>
                <a:gd name="T30" fmla="*/ 160 w 171"/>
                <a:gd name="T31" fmla="*/ 19 h 152"/>
                <a:gd name="T32" fmla="*/ 153 w 171"/>
                <a:gd name="T33" fmla="*/ 26 h 152"/>
                <a:gd name="T34" fmla="*/ 146 w 171"/>
                <a:gd name="T35" fmla="*/ 19 h 152"/>
                <a:gd name="T36" fmla="*/ 153 w 171"/>
                <a:gd name="T37" fmla="*/ 12 h 152"/>
                <a:gd name="T38" fmla="*/ 132 w 171"/>
                <a:gd name="T39" fmla="*/ 12 h 152"/>
                <a:gd name="T40" fmla="*/ 139 w 171"/>
                <a:gd name="T41" fmla="*/ 19 h 152"/>
                <a:gd name="T42" fmla="*/ 132 w 171"/>
                <a:gd name="T43" fmla="*/ 26 h 152"/>
                <a:gd name="T44" fmla="*/ 124 w 171"/>
                <a:gd name="T45" fmla="*/ 19 h 152"/>
                <a:gd name="T46" fmla="*/ 132 w 171"/>
                <a:gd name="T47" fmla="*/ 12 h 152"/>
                <a:gd name="T48" fmla="*/ 110 w 171"/>
                <a:gd name="T49" fmla="*/ 12 h 152"/>
                <a:gd name="T50" fmla="*/ 118 w 171"/>
                <a:gd name="T51" fmla="*/ 19 h 152"/>
                <a:gd name="T52" fmla="*/ 110 w 171"/>
                <a:gd name="T53" fmla="*/ 26 h 152"/>
                <a:gd name="T54" fmla="*/ 103 w 171"/>
                <a:gd name="T55" fmla="*/ 19 h 152"/>
                <a:gd name="T56" fmla="*/ 110 w 171"/>
                <a:gd name="T57" fmla="*/ 12 h 152"/>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71" h="152">
                  <a:moveTo>
                    <a:pt x="112" y="141"/>
                  </a:moveTo>
                  <a:cubicBezTo>
                    <a:pt x="11" y="141"/>
                    <a:pt x="11" y="141"/>
                    <a:pt x="11" y="141"/>
                  </a:cubicBezTo>
                  <a:cubicBezTo>
                    <a:pt x="11" y="38"/>
                    <a:pt x="11" y="38"/>
                    <a:pt x="11" y="38"/>
                  </a:cubicBezTo>
                  <a:cubicBezTo>
                    <a:pt x="160" y="38"/>
                    <a:pt x="160" y="38"/>
                    <a:pt x="160" y="38"/>
                  </a:cubicBezTo>
                  <a:cubicBezTo>
                    <a:pt x="160" y="106"/>
                    <a:pt x="160" y="106"/>
                    <a:pt x="160" y="106"/>
                  </a:cubicBezTo>
                  <a:cubicBezTo>
                    <a:pt x="171" y="113"/>
                    <a:pt x="171" y="113"/>
                    <a:pt x="171" y="113"/>
                  </a:cubicBezTo>
                  <a:cubicBezTo>
                    <a:pt x="171" y="5"/>
                    <a:pt x="171" y="5"/>
                    <a:pt x="171" y="5"/>
                  </a:cubicBezTo>
                  <a:cubicBezTo>
                    <a:pt x="171" y="2"/>
                    <a:pt x="169" y="0"/>
                    <a:pt x="166" y="0"/>
                  </a:cubicBezTo>
                  <a:cubicBezTo>
                    <a:pt x="6" y="0"/>
                    <a:pt x="6" y="0"/>
                    <a:pt x="6" y="0"/>
                  </a:cubicBezTo>
                  <a:cubicBezTo>
                    <a:pt x="3" y="0"/>
                    <a:pt x="0" y="2"/>
                    <a:pt x="0" y="5"/>
                  </a:cubicBezTo>
                  <a:cubicBezTo>
                    <a:pt x="0" y="146"/>
                    <a:pt x="0" y="146"/>
                    <a:pt x="0" y="146"/>
                  </a:cubicBezTo>
                  <a:cubicBezTo>
                    <a:pt x="0" y="149"/>
                    <a:pt x="3" y="152"/>
                    <a:pt x="6" y="152"/>
                  </a:cubicBezTo>
                  <a:cubicBezTo>
                    <a:pt x="128" y="152"/>
                    <a:pt x="128" y="152"/>
                    <a:pt x="128" y="152"/>
                  </a:cubicBezTo>
                  <a:lnTo>
                    <a:pt x="112" y="141"/>
                  </a:lnTo>
                  <a:close/>
                  <a:moveTo>
                    <a:pt x="153" y="12"/>
                  </a:moveTo>
                  <a:cubicBezTo>
                    <a:pt x="157" y="12"/>
                    <a:pt x="160" y="15"/>
                    <a:pt x="160" y="19"/>
                  </a:cubicBezTo>
                  <a:cubicBezTo>
                    <a:pt x="160" y="23"/>
                    <a:pt x="157" y="26"/>
                    <a:pt x="153" y="26"/>
                  </a:cubicBezTo>
                  <a:cubicBezTo>
                    <a:pt x="149" y="26"/>
                    <a:pt x="146" y="23"/>
                    <a:pt x="146" y="19"/>
                  </a:cubicBezTo>
                  <a:cubicBezTo>
                    <a:pt x="146" y="15"/>
                    <a:pt x="149" y="12"/>
                    <a:pt x="153" y="12"/>
                  </a:cubicBezTo>
                  <a:close/>
                  <a:moveTo>
                    <a:pt x="132" y="12"/>
                  </a:moveTo>
                  <a:cubicBezTo>
                    <a:pt x="136" y="12"/>
                    <a:pt x="139" y="15"/>
                    <a:pt x="139" y="19"/>
                  </a:cubicBezTo>
                  <a:cubicBezTo>
                    <a:pt x="139" y="23"/>
                    <a:pt x="136" y="26"/>
                    <a:pt x="132" y="26"/>
                  </a:cubicBezTo>
                  <a:cubicBezTo>
                    <a:pt x="128" y="26"/>
                    <a:pt x="124" y="23"/>
                    <a:pt x="124" y="19"/>
                  </a:cubicBezTo>
                  <a:cubicBezTo>
                    <a:pt x="124" y="15"/>
                    <a:pt x="128" y="12"/>
                    <a:pt x="132" y="12"/>
                  </a:cubicBezTo>
                  <a:close/>
                  <a:moveTo>
                    <a:pt x="110" y="12"/>
                  </a:moveTo>
                  <a:cubicBezTo>
                    <a:pt x="114" y="12"/>
                    <a:pt x="118" y="15"/>
                    <a:pt x="118" y="19"/>
                  </a:cubicBezTo>
                  <a:cubicBezTo>
                    <a:pt x="118" y="23"/>
                    <a:pt x="114" y="26"/>
                    <a:pt x="110" y="26"/>
                  </a:cubicBezTo>
                  <a:cubicBezTo>
                    <a:pt x="106" y="26"/>
                    <a:pt x="103" y="23"/>
                    <a:pt x="103" y="19"/>
                  </a:cubicBezTo>
                  <a:cubicBezTo>
                    <a:pt x="103" y="15"/>
                    <a:pt x="106" y="12"/>
                    <a:pt x="11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1">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14" name="Freeform 239">
              <a:extLst>
                <a:ext uri="{FF2B5EF4-FFF2-40B4-BE49-F238E27FC236}">
                  <a16:creationId xmlns:a16="http://schemas.microsoft.com/office/drawing/2014/main" id="{A420FD3E-510B-4500-8977-2274306E02A9}"/>
                </a:ext>
              </a:extLst>
            </p:cNvPr>
            <p:cNvSpPr/>
            <p:nvPr/>
          </p:nvSpPr>
          <p:spPr bwMode="auto">
            <a:xfrm>
              <a:off x="7219865" y="4430285"/>
              <a:ext cx="341550" cy="272156"/>
            </a:xfrm>
            <a:custGeom>
              <a:gdLst>
                <a:gd name="T0" fmla="*/ 132 w 133"/>
                <a:gd name="T1" fmla="*/ 80 h 106"/>
                <a:gd name="T2" fmla="*/ 128 w 133"/>
                <a:gd name="T3" fmla="*/ 73 h 106"/>
                <a:gd name="T4" fmla="*/ 66 w 133"/>
                <a:gd name="T5" fmla="*/ 35 h 106"/>
                <a:gd name="T6" fmla="*/ 51 w 133"/>
                <a:gd name="T7" fmla="*/ 7 h 106"/>
                <a:gd name="T8" fmla="*/ 16 w 133"/>
                <a:gd name="T9" fmla="*/ 7 h 106"/>
                <a:gd name="T10" fmla="*/ 37 w 133"/>
                <a:gd name="T11" fmla="*/ 21 h 106"/>
                <a:gd name="T12" fmla="*/ 38 w 133"/>
                <a:gd name="T13" fmla="*/ 26 h 106"/>
                <a:gd name="T14" fmla="*/ 29 w 133"/>
                <a:gd name="T15" fmla="*/ 41 h 106"/>
                <a:gd name="T16" fmla="*/ 23 w 133"/>
                <a:gd name="T17" fmla="*/ 42 h 106"/>
                <a:gd name="T18" fmla="*/ 2 w 133"/>
                <a:gd name="T19" fmla="*/ 29 h 106"/>
                <a:gd name="T20" fmla="*/ 16 w 133"/>
                <a:gd name="T21" fmla="*/ 61 h 106"/>
                <a:gd name="T22" fmla="*/ 48 w 133"/>
                <a:gd name="T23" fmla="*/ 63 h 106"/>
                <a:gd name="T24" fmla="*/ 109 w 133"/>
                <a:gd name="T25" fmla="*/ 104 h 106"/>
                <a:gd name="T26" fmla="*/ 117 w 133"/>
                <a:gd name="T27" fmla="*/ 105 h 106"/>
                <a:gd name="T28" fmla="*/ 132 w 133"/>
                <a:gd name="T29" fmla="*/ 80 h 106"/>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33" h="105">
                  <a:moveTo>
                    <a:pt x="132" y="80"/>
                  </a:moveTo>
                  <a:cubicBezTo>
                    <a:pt x="132" y="78"/>
                    <a:pt x="130" y="75"/>
                    <a:pt x="128" y="73"/>
                  </a:cubicBezTo>
                  <a:cubicBezTo>
                    <a:pt x="108" y="61"/>
                    <a:pt x="87" y="48"/>
                    <a:pt x="66" y="35"/>
                  </a:cubicBezTo>
                  <a:cubicBezTo>
                    <a:pt x="66" y="24"/>
                    <a:pt x="61" y="13"/>
                    <a:pt x="51" y="7"/>
                  </a:cubicBezTo>
                  <a:cubicBezTo>
                    <a:pt x="40" y="0"/>
                    <a:pt x="26" y="0"/>
                    <a:pt x="16" y="7"/>
                  </a:cubicBezTo>
                  <a:cubicBezTo>
                    <a:pt x="37" y="21"/>
                    <a:pt x="37" y="21"/>
                    <a:pt x="37" y="21"/>
                  </a:cubicBezTo>
                  <a:cubicBezTo>
                    <a:pt x="39" y="22"/>
                    <a:pt x="39" y="25"/>
                    <a:pt x="38" y="26"/>
                  </a:cubicBezTo>
                  <a:cubicBezTo>
                    <a:pt x="29" y="41"/>
                    <a:pt x="29" y="41"/>
                    <a:pt x="29" y="41"/>
                  </a:cubicBezTo>
                  <a:cubicBezTo>
                    <a:pt x="27" y="43"/>
                    <a:pt x="25" y="43"/>
                    <a:pt x="23" y="42"/>
                  </a:cubicBezTo>
                  <a:cubicBezTo>
                    <a:pt x="2" y="29"/>
                    <a:pt x="2" y="29"/>
                    <a:pt x="2" y="29"/>
                  </a:cubicBezTo>
                  <a:cubicBezTo>
                    <a:pt x="0" y="41"/>
                    <a:pt x="5" y="54"/>
                    <a:pt x="16" y="61"/>
                  </a:cubicBezTo>
                  <a:cubicBezTo>
                    <a:pt x="26" y="68"/>
                    <a:pt x="38" y="68"/>
                    <a:pt x="48" y="63"/>
                  </a:cubicBezTo>
                  <a:cubicBezTo>
                    <a:pt x="68" y="77"/>
                    <a:pt x="88" y="90"/>
                    <a:pt x="109" y="104"/>
                  </a:cubicBezTo>
                  <a:cubicBezTo>
                    <a:pt x="110" y="105"/>
                    <a:pt x="114" y="106"/>
                    <a:pt x="117" y="105"/>
                  </a:cubicBezTo>
                  <a:cubicBezTo>
                    <a:pt x="126" y="101"/>
                    <a:pt x="133" y="91"/>
                    <a:pt x="132" y="8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1">
                <a:solidFill>
                  <a:schemeClr val="tx1">
                    <a:lumMod val="75000"/>
                    <a:lumOff val="25000"/>
                  </a:schemeClr>
                </a:solidFill>
                <a:latin typeface="微软雅黑" panose="020b0503020204020204" pitchFamily="34" charset="-122"/>
                <a:ea typeface="微软雅黑" panose="020b0503020204020204" pitchFamily="34" charset="-122"/>
              </a:endParaRPr>
            </a:p>
          </p:txBody>
        </p:sp>
      </p:grpSp>
      <p:grpSp>
        <p:nvGrpSpPr>
          <p:cNvPr id="115" name="组合 114">
            <a:extLst>
              <a:ext uri="{FF2B5EF4-FFF2-40B4-BE49-F238E27FC236}">
                <a16:creationId xmlns:a16="http://schemas.microsoft.com/office/drawing/2014/main" id="{C73E1C11-41EC-41B6-89DF-8F4C7A612F4C}"/>
              </a:ext>
            </a:extLst>
          </p:cNvPr>
          <p:cNvGrpSpPr/>
          <p:nvPr/>
        </p:nvGrpSpPr>
        <p:grpSpPr>
          <a:xfrm>
            <a:off x="5914642" y="3118910"/>
            <a:ext cx="400558" cy="459701"/>
            <a:chOff x="2733098" y="4187405"/>
            <a:chExt cx="484675" cy="556238"/>
          </a:xfrm>
          <a:solidFill>
            <a:srgbClr val="545D79"/>
          </a:solidFill>
        </p:grpSpPr>
        <p:sp>
          <p:nvSpPr>
            <p:cNvPr id="116" name="Oval 302">
              <a:extLst>
                <a:ext uri="{FF2B5EF4-FFF2-40B4-BE49-F238E27FC236}">
                  <a16:creationId xmlns:a16="http://schemas.microsoft.com/office/drawing/2014/main" id="{4BC3E247-E1AC-45C7-92A9-7F3C8636FCB7}"/>
                </a:ext>
              </a:extLst>
            </p:cNvPr>
            <p:cNvSpPr>
              <a:spLocks noChangeArrowheads="1"/>
            </p:cNvSpPr>
            <p:nvPr/>
          </p:nvSpPr>
          <p:spPr bwMode="auto">
            <a:xfrm>
              <a:off x="2849117" y="4187405"/>
              <a:ext cx="84574" cy="107344"/>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1">
                <a:solidFill>
                  <a:schemeClr val="tx1">
                    <a:lumMod val="75000"/>
                    <a:lumOff val="25000"/>
                  </a:schemeClr>
                </a:solidFill>
                <a:latin typeface="思源黑体旧字形 Normal" panose="020b0400000000000000" pitchFamily="34" charset="-128"/>
                <a:ea typeface="思源黑体旧字形 Normal" panose="020b0400000000000000" pitchFamily="34" charset="-128"/>
              </a:endParaRPr>
            </a:p>
          </p:txBody>
        </p:sp>
        <p:sp>
          <p:nvSpPr>
            <p:cNvPr id="117" name="Freeform 303">
              <a:extLst>
                <a:ext uri="{FF2B5EF4-FFF2-40B4-BE49-F238E27FC236}">
                  <a16:creationId xmlns:a16="http://schemas.microsoft.com/office/drawing/2014/main" id="{CC63B8DA-3300-4EF5-BAE8-24CE4A29C52D}"/>
                </a:ext>
              </a:extLst>
            </p:cNvPr>
            <p:cNvSpPr>
              <a:spLocks noEditPoints="1"/>
            </p:cNvSpPr>
            <p:nvPr/>
          </p:nvSpPr>
          <p:spPr bwMode="auto">
            <a:xfrm>
              <a:off x="2733098" y="4304508"/>
              <a:ext cx="310105" cy="439135"/>
            </a:xfrm>
            <a:custGeom>
              <a:gdLst>
                <a:gd name="T0" fmla="*/ 121 w 121"/>
                <a:gd name="T1" fmla="*/ 26 h 171"/>
                <a:gd name="T2" fmla="*/ 120 w 121"/>
                <a:gd name="T3" fmla="*/ 26 h 171"/>
                <a:gd name="T4" fmla="*/ 114 w 121"/>
                <a:gd name="T5" fmla="*/ 21 h 171"/>
                <a:gd name="T6" fmla="*/ 90 w 121"/>
                <a:gd name="T7" fmla="*/ 3 h 171"/>
                <a:gd name="T8" fmla="*/ 84 w 121"/>
                <a:gd name="T9" fmla="*/ 1 h 171"/>
                <a:gd name="T10" fmla="*/ 76 w 121"/>
                <a:gd name="T11" fmla="*/ 1 h 171"/>
                <a:gd name="T12" fmla="*/ 74 w 121"/>
                <a:gd name="T13" fmla="*/ 11 h 171"/>
                <a:gd name="T14" fmla="*/ 67 w 121"/>
                <a:gd name="T15" fmla="*/ 42 h 171"/>
                <a:gd name="T16" fmla="*/ 67 w 121"/>
                <a:gd name="T17" fmla="*/ 7 h 171"/>
                <a:gd name="T18" fmla="*/ 58 w 121"/>
                <a:gd name="T19" fmla="*/ 0 h 171"/>
                <a:gd name="T20" fmla="*/ 58 w 121"/>
                <a:gd name="T21" fmla="*/ 9 h 171"/>
                <a:gd name="T22" fmla="*/ 45 w 121"/>
                <a:gd name="T23" fmla="*/ 18 h 171"/>
                <a:gd name="T24" fmla="*/ 40 w 121"/>
                <a:gd name="T25" fmla="*/ 7 h 171"/>
                <a:gd name="T26" fmla="*/ 47 w 121"/>
                <a:gd name="T27" fmla="*/ 0 h 171"/>
                <a:gd name="T28" fmla="*/ 38 w 121"/>
                <a:gd name="T29" fmla="*/ 1 h 171"/>
                <a:gd name="T30" fmla="*/ 3 w 121"/>
                <a:gd name="T31" fmla="*/ 35 h 171"/>
                <a:gd name="T32" fmla="*/ 3 w 121"/>
                <a:gd name="T33" fmla="*/ 36 h 171"/>
                <a:gd name="T34" fmla="*/ 1 w 121"/>
                <a:gd name="T35" fmla="*/ 48 h 171"/>
                <a:gd name="T36" fmla="*/ 2 w 121"/>
                <a:gd name="T37" fmla="*/ 48 h 171"/>
                <a:gd name="T38" fmla="*/ 2 w 121"/>
                <a:gd name="T39" fmla="*/ 50 h 171"/>
                <a:gd name="T40" fmla="*/ 6 w 121"/>
                <a:gd name="T41" fmla="*/ 57 h 171"/>
                <a:gd name="T42" fmla="*/ 20 w 121"/>
                <a:gd name="T43" fmla="*/ 85 h 171"/>
                <a:gd name="T44" fmla="*/ 33 w 121"/>
                <a:gd name="T45" fmla="*/ 90 h 171"/>
                <a:gd name="T46" fmla="*/ 35 w 121"/>
                <a:gd name="T47" fmla="*/ 90 h 171"/>
                <a:gd name="T48" fmla="*/ 60 w 121"/>
                <a:gd name="T49" fmla="*/ 171 h 171"/>
                <a:gd name="T50" fmla="*/ 56 w 121"/>
                <a:gd name="T51" fmla="*/ 110 h 171"/>
                <a:gd name="T52" fmla="*/ 89 w 121"/>
                <a:gd name="T53" fmla="*/ 33 h 171"/>
                <a:gd name="T54" fmla="*/ 93 w 121"/>
                <a:gd name="T55" fmla="*/ 31 h 171"/>
                <a:gd name="T56" fmla="*/ 75 w 121"/>
                <a:gd name="T57" fmla="*/ 45 h 171"/>
                <a:gd name="T58" fmla="*/ 89 w 121"/>
                <a:gd name="T59" fmla="*/ 33 h 171"/>
                <a:gd name="T60" fmla="*/ 30 w 121"/>
                <a:gd name="T61" fmla="*/ 55 h 171"/>
                <a:gd name="T62" fmla="*/ 24 w 121"/>
                <a:gd name="T63" fmla="*/ 44 h 171"/>
                <a:gd name="T64" fmla="*/ 33 w 121"/>
                <a:gd name="T65" fmla="*/ 60 h 171"/>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20" h="171">
                  <a:moveTo>
                    <a:pt x="120" y="42"/>
                  </a:moveTo>
                  <a:cubicBezTo>
                    <a:pt x="120" y="35"/>
                    <a:pt x="121" y="24"/>
                    <a:pt x="121" y="26"/>
                  </a:cubicBezTo>
                  <a:cubicBezTo>
                    <a:pt x="121" y="26"/>
                    <a:pt x="121" y="26"/>
                    <a:pt x="121" y="26"/>
                  </a:cubicBezTo>
                  <a:cubicBezTo>
                    <a:pt x="120" y="26"/>
                    <a:pt x="120" y="26"/>
                    <a:pt x="120" y="26"/>
                  </a:cubicBezTo>
                  <a:cubicBezTo>
                    <a:pt x="118" y="24"/>
                    <a:pt x="118" y="24"/>
                    <a:pt x="118" y="24"/>
                  </a:cubicBezTo>
                  <a:cubicBezTo>
                    <a:pt x="114" y="21"/>
                    <a:pt x="114" y="21"/>
                    <a:pt x="114" y="21"/>
                  </a:cubicBezTo>
                  <a:cubicBezTo>
                    <a:pt x="106" y="15"/>
                    <a:pt x="106" y="15"/>
                    <a:pt x="106" y="15"/>
                  </a:cubicBezTo>
                  <a:cubicBezTo>
                    <a:pt x="90" y="3"/>
                    <a:pt x="90" y="3"/>
                    <a:pt x="90" y="3"/>
                  </a:cubicBezTo>
                  <a:cubicBezTo>
                    <a:pt x="88" y="2"/>
                    <a:pt x="86" y="1"/>
                    <a:pt x="84" y="1"/>
                  </a:cubicBezTo>
                  <a:cubicBezTo>
                    <a:pt x="84" y="1"/>
                    <a:pt x="84" y="1"/>
                    <a:pt x="84" y="1"/>
                  </a:cubicBezTo>
                  <a:cubicBezTo>
                    <a:pt x="81" y="1"/>
                    <a:pt x="78" y="1"/>
                    <a:pt x="76" y="0"/>
                  </a:cubicBezTo>
                  <a:cubicBezTo>
                    <a:pt x="76" y="1"/>
                    <a:pt x="76" y="1"/>
                    <a:pt x="76" y="1"/>
                  </a:cubicBezTo>
                  <a:cubicBezTo>
                    <a:pt x="83" y="7"/>
                    <a:pt x="83" y="7"/>
                    <a:pt x="83" y="7"/>
                  </a:cubicBezTo>
                  <a:cubicBezTo>
                    <a:pt x="74" y="11"/>
                    <a:pt x="74" y="11"/>
                    <a:pt x="74" y="11"/>
                  </a:cubicBezTo>
                  <a:cubicBezTo>
                    <a:pt x="78" y="18"/>
                    <a:pt x="78" y="18"/>
                    <a:pt x="78" y="18"/>
                  </a:cubicBezTo>
                  <a:cubicBezTo>
                    <a:pt x="67" y="42"/>
                    <a:pt x="67" y="42"/>
                    <a:pt x="67" y="42"/>
                  </a:cubicBezTo>
                  <a:cubicBezTo>
                    <a:pt x="65" y="9"/>
                    <a:pt x="65" y="9"/>
                    <a:pt x="65" y="9"/>
                  </a:cubicBezTo>
                  <a:cubicBezTo>
                    <a:pt x="67" y="7"/>
                    <a:pt x="67" y="7"/>
                    <a:pt x="67" y="7"/>
                  </a:cubicBezTo>
                  <a:cubicBezTo>
                    <a:pt x="65" y="0"/>
                    <a:pt x="65" y="0"/>
                    <a:pt x="65" y="0"/>
                  </a:cubicBezTo>
                  <a:cubicBezTo>
                    <a:pt x="58" y="0"/>
                    <a:pt x="58" y="0"/>
                    <a:pt x="58" y="0"/>
                  </a:cubicBezTo>
                  <a:cubicBezTo>
                    <a:pt x="56" y="7"/>
                    <a:pt x="56" y="7"/>
                    <a:pt x="56" y="7"/>
                  </a:cubicBezTo>
                  <a:cubicBezTo>
                    <a:pt x="58" y="9"/>
                    <a:pt x="58" y="9"/>
                    <a:pt x="58" y="9"/>
                  </a:cubicBezTo>
                  <a:cubicBezTo>
                    <a:pt x="56" y="42"/>
                    <a:pt x="56" y="42"/>
                    <a:pt x="56" y="42"/>
                  </a:cubicBezTo>
                  <a:cubicBezTo>
                    <a:pt x="45" y="18"/>
                    <a:pt x="45" y="18"/>
                    <a:pt x="45" y="18"/>
                  </a:cubicBezTo>
                  <a:cubicBezTo>
                    <a:pt x="49" y="11"/>
                    <a:pt x="49" y="11"/>
                    <a:pt x="49" y="11"/>
                  </a:cubicBezTo>
                  <a:cubicBezTo>
                    <a:pt x="40" y="7"/>
                    <a:pt x="40" y="7"/>
                    <a:pt x="40" y="7"/>
                  </a:cubicBezTo>
                  <a:cubicBezTo>
                    <a:pt x="47" y="1"/>
                    <a:pt x="47" y="1"/>
                    <a:pt x="47" y="1"/>
                  </a:cubicBezTo>
                  <a:cubicBezTo>
                    <a:pt x="47" y="0"/>
                    <a:pt x="47" y="0"/>
                    <a:pt x="47" y="0"/>
                  </a:cubicBezTo>
                  <a:cubicBezTo>
                    <a:pt x="45" y="1"/>
                    <a:pt x="42" y="1"/>
                    <a:pt x="39" y="1"/>
                  </a:cubicBezTo>
                  <a:cubicBezTo>
                    <a:pt x="39" y="1"/>
                    <a:pt x="39" y="1"/>
                    <a:pt x="38" y="1"/>
                  </a:cubicBezTo>
                  <a:cubicBezTo>
                    <a:pt x="36" y="2"/>
                    <a:pt x="33" y="3"/>
                    <a:pt x="31" y="5"/>
                  </a:cubicBezTo>
                  <a:cubicBezTo>
                    <a:pt x="3" y="35"/>
                    <a:pt x="3" y="35"/>
                    <a:pt x="3" y="35"/>
                  </a:cubicBezTo>
                  <a:cubicBezTo>
                    <a:pt x="3" y="36"/>
                    <a:pt x="3" y="36"/>
                    <a:pt x="3" y="36"/>
                  </a:cubicBezTo>
                  <a:cubicBezTo>
                    <a:pt x="3" y="36"/>
                    <a:pt x="3" y="36"/>
                    <a:pt x="3" y="36"/>
                  </a:cubicBezTo>
                  <a:cubicBezTo>
                    <a:pt x="0" y="60"/>
                    <a:pt x="2" y="42"/>
                    <a:pt x="1" y="48"/>
                  </a:cubicBezTo>
                  <a:cubicBezTo>
                    <a:pt x="1" y="48"/>
                    <a:pt x="1" y="48"/>
                    <a:pt x="1" y="48"/>
                  </a:cubicBezTo>
                  <a:cubicBezTo>
                    <a:pt x="1" y="48"/>
                    <a:pt x="1" y="48"/>
                    <a:pt x="1" y="48"/>
                  </a:cubicBezTo>
                  <a:cubicBezTo>
                    <a:pt x="2" y="48"/>
                    <a:pt x="2" y="48"/>
                    <a:pt x="2" y="48"/>
                  </a:cubicBezTo>
                  <a:cubicBezTo>
                    <a:pt x="2" y="49"/>
                    <a:pt x="2" y="49"/>
                    <a:pt x="2" y="49"/>
                  </a:cubicBezTo>
                  <a:cubicBezTo>
                    <a:pt x="2" y="50"/>
                    <a:pt x="2" y="50"/>
                    <a:pt x="2" y="50"/>
                  </a:cubicBezTo>
                  <a:cubicBezTo>
                    <a:pt x="4" y="52"/>
                    <a:pt x="4" y="52"/>
                    <a:pt x="4" y="52"/>
                  </a:cubicBezTo>
                  <a:cubicBezTo>
                    <a:pt x="6" y="57"/>
                    <a:pt x="6" y="57"/>
                    <a:pt x="6" y="57"/>
                  </a:cubicBezTo>
                  <a:cubicBezTo>
                    <a:pt x="11" y="66"/>
                    <a:pt x="11" y="66"/>
                    <a:pt x="11" y="66"/>
                  </a:cubicBezTo>
                  <a:cubicBezTo>
                    <a:pt x="20" y="85"/>
                    <a:pt x="20" y="85"/>
                    <a:pt x="20" y="85"/>
                  </a:cubicBezTo>
                  <a:cubicBezTo>
                    <a:pt x="24" y="82"/>
                    <a:pt x="29" y="80"/>
                    <a:pt x="33" y="78"/>
                  </a:cubicBezTo>
                  <a:cubicBezTo>
                    <a:pt x="33" y="82"/>
                    <a:pt x="33" y="86"/>
                    <a:pt x="33" y="90"/>
                  </a:cubicBezTo>
                  <a:cubicBezTo>
                    <a:pt x="33" y="90"/>
                    <a:pt x="33" y="90"/>
                    <a:pt x="33" y="90"/>
                  </a:cubicBezTo>
                  <a:cubicBezTo>
                    <a:pt x="33" y="90"/>
                    <a:pt x="34" y="90"/>
                    <a:pt x="35" y="90"/>
                  </a:cubicBezTo>
                  <a:cubicBezTo>
                    <a:pt x="37" y="171"/>
                    <a:pt x="37" y="171"/>
                    <a:pt x="37" y="171"/>
                  </a:cubicBezTo>
                  <a:cubicBezTo>
                    <a:pt x="60" y="171"/>
                    <a:pt x="60" y="171"/>
                    <a:pt x="60" y="171"/>
                  </a:cubicBezTo>
                  <a:cubicBezTo>
                    <a:pt x="61" y="161"/>
                    <a:pt x="61" y="148"/>
                    <a:pt x="61" y="134"/>
                  </a:cubicBezTo>
                  <a:cubicBezTo>
                    <a:pt x="58" y="127"/>
                    <a:pt x="56" y="118"/>
                    <a:pt x="56" y="110"/>
                  </a:cubicBezTo>
                  <a:cubicBezTo>
                    <a:pt x="56" y="74"/>
                    <a:pt x="84" y="44"/>
                    <a:pt x="120" y="42"/>
                  </a:cubicBezTo>
                  <a:close/>
                  <a:moveTo>
                    <a:pt x="89" y="33"/>
                  </a:moveTo>
                  <a:cubicBezTo>
                    <a:pt x="89" y="31"/>
                    <a:pt x="89" y="29"/>
                    <a:pt x="89" y="27"/>
                  </a:cubicBezTo>
                  <a:cubicBezTo>
                    <a:pt x="93" y="31"/>
                    <a:pt x="93" y="31"/>
                    <a:pt x="93" y="31"/>
                  </a:cubicBezTo>
                  <a:cubicBezTo>
                    <a:pt x="96" y="33"/>
                    <a:pt x="96" y="33"/>
                    <a:pt x="96" y="33"/>
                  </a:cubicBezTo>
                  <a:cubicBezTo>
                    <a:pt x="75" y="45"/>
                    <a:pt x="75" y="45"/>
                    <a:pt x="75" y="45"/>
                  </a:cubicBezTo>
                  <a:cubicBezTo>
                    <a:pt x="74" y="42"/>
                    <a:pt x="74" y="42"/>
                    <a:pt x="74" y="42"/>
                  </a:cubicBezTo>
                  <a:lnTo>
                    <a:pt x="89" y="33"/>
                  </a:lnTo>
                  <a:close/>
                  <a:moveTo>
                    <a:pt x="33" y="60"/>
                  </a:moveTo>
                  <a:cubicBezTo>
                    <a:pt x="30" y="55"/>
                    <a:pt x="30" y="55"/>
                    <a:pt x="30" y="55"/>
                  </a:cubicBezTo>
                  <a:cubicBezTo>
                    <a:pt x="25" y="46"/>
                    <a:pt x="25" y="46"/>
                    <a:pt x="25" y="46"/>
                  </a:cubicBezTo>
                  <a:cubicBezTo>
                    <a:pt x="24" y="44"/>
                    <a:pt x="24" y="44"/>
                    <a:pt x="24" y="44"/>
                  </a:cubicBezTo>
                  <a:cubicBezTo>
                    <a:pt x="34" y="31"/>
                    <a:pt x="34" y="31"/>
                    <a:pt x="34" y="31"/>
                  </a:cubicBezTo>
                  <a:cubicBezTo>
                    <a:pt x="34" y="41"/>
                    <a:pt x="33" y="50"/>
                    <a:pt x="33" y="6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1">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18" name="Freeform 304">
              <a:extLst>
                <a:ext uri="{FF2B5EF4-FFF2-40B4-BE49-F238E27FC236}">
                  <a16:creationId xmlns:a16="http://schemas.microsoft.com/office/drawing/2014/main" id="{E0C609BB-69E8-42F0-B1CD-47323CAA1019}"/>
                </a:ext>
              </a:extLst>
            </p:cNvPr>
            <p:cNvSpPr/>
            <p:nvPr/>
          </p:nvSpPr>
          <p:spPr bwMode="auto">
            <a:xfrm>
              <a:off x="2897909" y="4668827"/>
              <a:ext cx="60720" cy="74816"/>
            </a:xfrm>
            <a:custGeom>
              <a:gdLst>
                <a:gd name="T0" fmla="*/ 0 w 24"/>
                <a:gd name="T1" fmla="*/ 0 h 29"/>
                <a:gd name="T2" fmla="*/ 1 w 24"/>
                <a:gd name="T3" fmla="*/ 29 h 29"/>
                <a:gd name="T4" fmla="*/ 24 w 24"/>
                <a:gd name="T5" fmla="*/ 29 h 29"/>
                <a:gd name="T6" fmla="*/ 24 w 24"/>
                <a:gd name="T7" fmla="*/ 26 h 29"/>
                <a:gd name="T8" fmla="*/ 0 w 24"/>
                <a:gd name="T9" fmla="*/ 0 h 29"/>
              </a:gdLst>
              <a:cxnLst>
                <a:cxn ang="0">
                  <a:pos x="T0" y="T1"/>
                </a:cxn>
                <a:cxn ang="0">
                  <a:pos x="T2" y="T3"/>
                </a:cxn>
                <a:cxn ang="0">
                  <a:pos x="T4" y="T5"/>
                </a:cxn>
                <a:cxn ang="0">
                  <a:pos x="T6" y="T7"/>
                </a:cxn>
                <a:cxn ang="0">
                  <a:pos x="T8" y="T9"/>
                </a:cxn>
              </a:cxnLst>
              <a:rect l="0" t="0" r="r" b="b"/>
              <a:pathLst>
                <a:path w="24" h="28">
                  <a:moveTo>
                    <a:pt x="0" y="0"/>
                  </a:moveTo>
                  <a:cubicBezTo>
                    <a:pt x="1" y="29"/>
                    <a:pt x="1" y="29"/>
                    <a:pt x="1" y="29"/>
                  </a:cubicBezTo>
                  <a:cubicBezTo>
                    <a:pt x="24" y="29"/>
                    <a:pt x="24" y="29"/>
                    <a:pt x="24" y="29"/>
                  </a:cubicBezTo>
                  <a:cubicBezTo>
                    <a:pt x="24" y="28"/>
                    <a:pt x="24" y="27"/>
                    <a:pt x="24" y="26"/>
                  </a:cubicBezTo>
                  <a:cubicBezTo>
                    <a:pt x="14" y="19"/>
                    <a:pt x="6" y="11"/>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1">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19" name="Freeform 305">
              <a:extLst>
                <a:ext uri="{FF2B5EF4-FFF2-40B4-BE49-F238E27FC236}">
                  <a16:creationId xmlns:a16="http://schemas.microsoft.com/office/drawing/2014/main" id="{526885D2-96ED-472C-9521-BFF7332D8B56}"/>
                </a:ext>
              </a:extLst>
            </p:cNvPr>
            <p:cNvSpPr/>
            <p:nvPr/>
          </p:nvSpPr>
          <p:spPr bwMode="auto">
            <a:xfrm>
              <a:off x="3035614" y="4422694"/>
              <a:ext cx="54214" cy="41203"/>
            </a:xfrm>
            <a:custGeom>
              <a:gdLst>
                <a:gd name="T0" fmla="*/ 43 w 50"/>
                <a:gd name="T1" fmla="*/ 0 h 38"/>
                <a:gd name="T2" fmla="*/ 36 w 50"/>
                <a:gd name="T3" fmla="*/ 0 h 38"/>
                <a:gd name="T4" fmla="*/ 14 w 50"/>
                <a:gd name="T5" fmla="*/ 0 h 38"/>
                <a:gd name="T6" fmla="*/ 7 w 50"/>
                <a:gd name="T7" fmla="*/ 0 h 38"/>
                <a:gd name="T8" fmla="*/ 0 w 50"/>
                <a:gd name="T9" fmla="*/ 38 h 38"/>
                <a:gd name="T10" fmla="*/ 14 w 50"/>
                <a:gd name="T11" fmla="*/ 38 h 38"/>
                <a:gd name="T12" fmla="*/ 36 w 50"/>
                <a:gd name="T13" fmla="*/ 38 h 38"/>
                <a:gd name="T14" fmla="*/ 50 w 50"/>
                <a:gd name="T15" fmla="*/ 38 h 38"/>
                <a:gd name="T16" fmla="*/ 43 w 50"/>
                <a:gd name="T17" fmla="*/ 0 h 38"/>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0" h="38">
                  <a:moveTo>
                    <a:pt x="43" y="0"/>
                  </a:moveTo>
                  <a:lnTo>
                    <a:pt x="36" y="0"/>
                  </a:lnTo>
                  <a:lnTo>
                    <a:pt x="14" y="0"/>
                  </a:lnTo>
                  <a:lnTo>
                    <a:pt x="7" y="0"/>
                  </a:lnTo>
                  <a:lnTo>
                    <a:pt x="0" y="38"/>
                  </a:lnTo>
                  <a:lnTo>
                    <a:pt x="14" y="38"/>
                  </a:lnTo>
                  <a:lnTo>
                    <a:pt x="36" y="38"/>
                  </a:lnTo>
                  <a:lnTo>
                    <a:pt x="50" y="38"/>
                  </a:lnTo>
                  <a:lnTo>
                    <a:pt x="4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1">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20" name="Freeform 306">
              <a:extLst>
                <a:ext uri="{FF2B5EF4-FFF2-40B4-BE49-F238E27FC236}">
                  <a16:creationId xmlns:a16="http://schemas.microsoft.com/office/drawing/2014/main" id="{B4E1DD19-0C46-4FC9-8BB1-4AA9AA829D74}"/>
                </a:ext>
              </a:extLst>
            </p:cNvPr>
            <p:cNvSpPr/>
            <p:nvPr/>
          </p:nvSpPr>
          <p:spPr bwMode="auto">
            <a:xfrm>
              <a:off x="2964051" y="4430285"/>
              <a:ext cx="61805" cy="59636"/>
            </a:xfrm>
            <a:custGeom>
              <a:gdLst>
                <a:gd name="T0" fmla="*/ 33 w 57"/>
                <a:gd name="T1" fmla="*/ 0 h 55"/>
                <a:gd name="T2" fmla="*/ 26 w 57"/>
                <a:gd name="T3" fmla="*/ 5 h 55"/>
                <a:gd name="T4" fmla="*/ 7 w 57"/>
                <a:gd name="T5" fmla="*/ 14 h 55"/>
                <a:gd name="T6" fmla="*/ 0 w 57"/>
                <a:gd name="T7" fmla="*/ 19 h 55"/>
                <a:gd name="T8" fmla="*/ 14 w 57"/>
                <a:gd name="T9" fmla="*/ 55 h 55"/>
                <a:gd name="T10" fmla="*/ 28 w 57"/>
                <a:gd name="T11" fmla="*/ 47 h 55"/>
                <a:gd name="T12" fmla="*/ 45 w 57"/>
                <a:gd name="T13" fmla="*/ 38 h 55"/>
                <a:gd name="T14" fmla="*/ 57 w 57"/>
                <a:gd name="T15" fmla="*/ 31 h 55"/>
                <a:gd name="T16" fmla="*/ 33 w 57"/>
                <a:gd name="T17" fmla="*/ 0 h 55"/>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 h="55">
                  <a:moveTo>
                    <a:pt x="33" y="0"/>
                  </a:moveTo>
                  <a:lnTo>
                    <a:pt x="26" y="5"/>
                  </a:lnTo>
                  <a:lnTo>
                    <a:pt x="7" y="14"/>
                  </a:lnTo>
                  <a:lnTo>
                    <a:pt x="0" y="19"/>
                  </a:lnTo>
                  <a:lnTo>
                    <a:pt x="14" y="55"/>
                  </a:lnTo>
                  <a:lnTo>
                    <a:pt x="28" y="47"/>
                  </a:lnTo>
                  <a:lnTo>
                    <a:pt x="45" y="38"/>
                  </a:lnTo>
                  <a:lnTo>
                    <a:pt x="57" y="31"/>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1">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21" name="Freeform 307">
              <a:extLst>
                <a:ext uri="{FF2B5EF4-FFF2-40B4-BE49-F238E27FC236}">
                  <a16:creationId xmlns:a16="http://schemas.microsoft.com/office/drawing/2014/main" id="{746F502A-0617-4599-9CEE-17F7B97AA290}"/>
                </a:ext>
              </a:extLst>
            </p:cNvPr>
            <p:cNvSpPr/>
            <p:nvPr/>
          </p:nvSpPr>
          <p:spPr bwMode="auto">
            <a:xfrm>
              <a:off x="2909837" y="4479077"/>
              <a:ext cx="61805" cy="61805"/>
            </a:xfrm>
            <a:custGeom>
              <a:gdLst>
                <a:gd name="T0" fmla="*/ 19 w 57"/>
                <a:gd name="T1" fmla="*/ 0 h 57"/>
                <a:gd name="T2" fmla="*/ 15 w 57"/>
                <a:gd name="T3" fmla="*/ 7 h 57"/>
                <a:gd name="T4" fmla="*/ 5 w 57"/>
                <a:gd name="T5" fmla="*/ 26 h 57"/>
                <a:gd name="T6" fmla="*/ 0 w 57"/>
                <a:gd name="T7" fmla="*/ 33 h 57"/>
                <a:gd name="T8" fmla="*/ 31 w 57"/>
                <a:gd name="T9" fmla="*/ 57 h 57"/>
                <a:gd name="T10" fmla="*/ 38 w 57"/>
                <a:gd name="T11" fmla="*/ 45 h 57"/>
                <a:gd name="T12" fmla="*/ 50 w 57"/>
                <a:gd name="T13" fmla="*/ 26 h 57"/>
                <a:gd name="T14" fmla="*/ 57 w 57"/>
                <a:gd name="T15" fmla="*/ 14 h 57"/>
                <a:gd name="T16" fmla="*/ 19 w 57"/>
                <a:gd name="T17" fmla="*/ 0 h 57"/>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 h="57">
                  <a:moveTo>
                    <a:pt x="19" y="0"/>
                  </a:moveTo>
                  <a:lnTo>
                    <a:pt x="15" y="7"/>
                  </a:lnTo>
                  <a:lnTo>
                    <a:pt x="5" y="26"/>
                  </a:lnTo>
                  <a:lnTo>
                    <a:pt x="0" y="33"/>
                  </a:lnTo>
                  <a:lnTo>
                    <a:pt x="31" y="57"/>
                  </a:lnTo>
                  <a:lnTo>
                    <a:pt x="38" y="45"/>
                  </a:lnTo>
                  <a:lnTo>
                    <a:pt x="50" y="26"/>
                  </a:lnTo>
                  <a:lnTo>
                    <a:pt x="57" y="14"/>
                  </a:lnTo>
                  <a:lnTo>
                    <a:pt x="1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1">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22" name="Freeform 308">
              <a:extLst>
                <a:ext uri="{FF2B5EF4-FFF2-40B4-BE49-F238E27FC236}">
                  <a16:creationId xmlns:a16="http://schemas.microsoft.com/office/drawing/2014/main" id="{E76AB7DF-0FF6-4E17-A598-D5AF239F01E3}"/>
                </a:ext>
              </a:extLst>
            </p:cNvPr>
            <p:cNvSpPr/>
            <p:nvPr/>
          </p:nvSpPr>
          <p:spPr bwMode="auto">
            <a:xfrm>
              <a:off x="2897909" y="4550640"/>
              <a:ext cx="40119" cy="52046"/>
            </a:xfrm>
            <a:custGeom>
              <a:gdLst>
                <a:gd name="T0" fmla="*/ 0 w 37"/>
                <a:gd name="T1" fmla="*/ 5 h 48"/>
                <a:gd name="T2" fmla="*/ 0 w 37"/>
                <a:gd name="T3" fmla="*/ 14 h 48"/>
                <a:gd name="T4" fmla="*/ 0 w 37"/>
                <a:gd name="T5" fmla="*/ 33 h 48"/>
                <a:gd name="T6" fmla="*/ 0 w 37"/>
                <a:gd name="T7" fmla="*/ 43 h 48"/>
                <a:gd name="T8" fmla="*/ 37 w 37"/>
                <a:gd name="T9" fmla="*/ 48 h 48"/>
                <a:gd name="T10" fmla="*/ 37 w 37"/>
                <a:gd name="T11" fmla="*/ 33 h 48"/>
                <a:gd name="T12" fmla="*/ 37 w 37"/>
                <a:gd name="T13" fmla="*/ 14 h 48"/>
                <a:gd name="T14" fmla="*/ 37 w 37"/>
                <a:gd name="T15" fmla="*/ 0 h 48"/>
                <a:gd name="T16" fmla="*/ 0 w 37"/>
                <a:gd name="T17" fmla="*/ 5 h 48"/>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48">
                  <a:moveTo>
                    <a:pt x="0" y="5"/>
                  </a:moveTo>
                  <a:lnTo>
                    <a:pt x="0" y="14"/>
                  </a:lnTo>
                  <a:lnTo>
                    <a:pt x="0" y="33"/>
                  </a:lnTo>
                  <a:lnTo>
                    <a:pt x="0" y="43"/>
                  </a:lnTo>
                  <a:lnTo>
                    <a:pt x="37" y="48"/>
                  </a:lnTo>
                  <a:lnTo>
                    <a:pt x="37" y="33"/>
                  </a:lnTo>
                  <a:lnTo>
                    <a:pt x="37" y="14"/>
                  </a:lnTo>
                  <a:lnTo>
                    <a:pt x="37" y="0"/>
                  </a:lnTo>
                  <a:lnTo>
                    <a:pt x="0" y="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1">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23" name="Freeform 309">
              <a:extLst>
                <a:ext uri="{FF2B5EF4-FFF2-40B4-BE49-F238E27FC236}">
                  <a16:creationId xmlns:a16="http://schemas.microsoft.com/office/drawing/2014/main" id="{89513DE3-5E50-4936-9C9D-D1BBF547342E}"/>
                </a:ext>
              </a:extLst>
            </p:cNvPr>
            <p:cNvSpPr/>
            <p:nvPr/>
          </p:nvSpPr>
          <p:spPr bwMode="auto">
            <a:xfrm>
              <a:off x="2905500" y="4612444"/>
              <a:ext cx="58551" cy="61805"/>
            </a:xfrm>
            <a:custGeom>
              <a:gdLst>
                <a:gd name="T0" fmla="*/ 0 w 54"/>
                <a:gd name="T1" fmla="*/ 26 h 57"/>
                <a:gd name="T2" fmla="*/ 4 w 54"/>
                <a:gd name="T3" fmla="*/ 33 h 57"/>
                <a:gd name="T4" fmla="*/ 14 w 54"/>
                <a:gd name="T5" fmla="*/ 50 h 57"/>
                <a:gd name="T6" fmla="*/ 19 w 54"/>
                <a:gd name="T7" fmla="*/ 57 h 57"/>
                <a:gd name="T8" fmla="*/ 54 w 54"/>
                <a:gd name="T9" fmla="*/ 43 h 57"/>
                <a:gd name="T10" fmla="*/ 47 w 54"/>
                <a:gd name="T11" fmla="*/ 31 h 57"/>
                <a:gd name="T12" fmla="*/ 37 w 54"/>
                <a:gd name="T13" fmla="*/ 14 h 57"/>
                <a:gd name="T14" fmla="*/ 30 w 54"/>
                <a:gd name="T15" fmla="*/ 0 h 57"/>
                <a:gd name="T16" fmla="*/ 0 w 54"/>
                <a:gd name="T17" fmla="*/ 26 h 57"/>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57">
                  <a:moveTo>
                    <a:pt x="0" y="26"/>
                  </a:moveTo>
                  <a:lnTo>
                    <a:pt x="4" y="33"/>
                  </a:lnTo>
                  <a:lnTo>
                    <a:pt x="14" y="50"/>
                  </a:lnTo>
                  <a:lnTo>
                    <a:pt x="19" y="57"/>
                  </a:lnTo>
                  <a:lnTo>
                    <a:pt x="54" y="43"/>
                  </a:lnTo>
                  <a:lnTo>
                    <a:pt x="47" y="31"/>
                  </a:lnTo>
                  <a:lnTo>
                    <a:pt x="37" y="14"/>
                  </a:lnTo>
                  <a:lnTo>
                    <a:pt x="30" y="0"/>
                  </a:lnTo>
                  <a:lnTo>
                    <a:pt x="0" y="2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1">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24" name="Freeform 310">
              <a:extLst>
                <a:ext uri="{FF2B5EF4-FFF2-40B4-BE49-F238E27FC236}">
                  <a16:creationId xmlns:a16="http://schemas.microsoft.com/office/drawing/2014/main" id="{4DAF04DA-50D1-429E-89A3-E89811F837F8}"/>
                </a:ext>
              </a:extLst>
            </p:cNvPr>
            <p:cNvSpPr/>
            <p:nvPr/>
          </p:nvSpPr>
          <p:spPr bwMode="auto">
            <a:xfrm>
              <a:off x="2954292" y="4668827"/>
              <a:ext cx="60720" cy="58551"/>
            </a:xfrm>
            <a:custGeom>
              <a:gdLst>
                <a:gd name="T0" fmla="*/ 0 w 56"/>
                <a:gd name="T1" fmla="*/ 35 h 54"/>
                <a:gd name="T2" fmla="*/ 7 w 56"/>
                <a:gd name="T3" fmla="*/ 40 h 54"/>
                <a:gd name="T4" fmla="*/ 26 w 56"/>
                <a:gd name="T5" fmla="*/ 50 h 54"/>
                <a:gd name="T6" fmla="*/ 30 w 56"/>
                <a:gd name="T7" fmla="*/ 54 h 54"/>
                <a:gd name="T8" fmla="*/ 56 w 56"/>
                <a:gd name="T9" fmla="*/ 24 h 54"/>
                <a:gd name="T10" fmla="*/ 45 w 56"/>
                <a:gd name="T11" fmla="*/ 17 h 54"/>
                <a:gd name="T12" fmla="*/ 26 w 56"/>
                <a:gd name="T13" fmla="*/ 7 h 54"/>
                <a:gd name="T14" fmla="*/ 14 w 56"/>
                <a:gd name="T15" fmla="*/ 0 h 54"/>
                <a:gd name="T16" fmla="*/ 0 w 56"/>
                <a:gd name="T17" fmla="*/ 35 h 54"/>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6" h="54">
                  <a:moveTo>
                    <a:pt x="0" y="35"/>
                  </a:moveTo>
                  <a:lnTo>
                    <a:pt x="7" y="40"/>
                  </a:lnTo>
                  <a:lnTo>
                    <a:pt x="26" y="50"/>
                  </a:lnTo>
                  <a:lnTo>
                    <a:pt x="30" y="54"/>
                  </a:lnTo>
                  <a:lnTo>
                    <a:pt x="56" y="24"/>
                  </a:lnTo>
                  <a:lnTo>
                    <a:pt x="45" y="17"/>
                  </a:lnTo>
                  <a:lnTo>
                    <a:pt x="26" y="7"/>
                  </a:lnTo>
                  <a:lnTo>
                    <a:pt x="14" y="0"/>
                  </a:lnTo>
                  <a:lnTo>
                    <a:pt x="0" y="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1">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25" name="Freeform 311">
              <a:extLst>
                <a:ext uri="{FF2B5EF4-FFF2-40B4-BE49-F238E27FC236}">
                  <a16:creationId xmlns:a16="http://schemas.microsoft.com/office/drawing/2014/main" id="{7D4C85FA-5FAD-401F-AA38-F5E4AF1B316D}"/>
                </a:ext>
              </a:extLst>
            </p:cNvPr>
            <p:cNvSpPr/>
            <p:nvPr/>
          </p:nvSpPr>
          <p:spPr bwMode="auto">
            <a:xfrm>
              <a:off x="3022602" y="4699187"/>
              <a:ext cx="54214" cy="44456"/>
            </a:xfrm>
            <a:custGeom>
              <a:gdLst>
                <a:gd name="T0" fmla="*/ 8 w 50"/>
                <a:gd name="T1" fmla="*/ 41 h 41"/>
                <a:gd name="T2" fmla="*/ 15 w 50"/>
                <a:gd name="T3" fmla="*/ 41 h 41"/>
                <a:gd name="T4" fmla="*/ 36 w 50"/>
                <a:gd name="T5" fmla="*/ 41 h 41"/>
                <a:gd name="T6" fmla="*/ 43 w 50"/>
                <a:gd name="T7" fmla="*/ 41 h 41"/>
                <a:gd name="T8" fmla="*/ 50 w 50"/>
                <a:gd name="T9" fmla="*/ 0 h 41"/>
                <a:gd name="T10" fmla="*/ 36 w 50"/>
                <a:gd name="T11" fmla="*/ 0 h 41"/>
                <a:gd name="T12" fmla="*/ 15 w 50"/>
                <a:gd name="T13" fmla="*/ 0 h 41"/>
                <a:gd name="T14" fmla="*/ 0 w 50"/>
                <a:gd name="T15" fmla="*/ 0 h 41"/>
                <a:gd name="T16" fmla="*/ 8 w 50"/>
                <a:gd name="T17" fmla="*/ 41 h 41"/>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0" h="41">
                  <a:moveTo>
                    <a:pt x="8" y="41"/>
                  </a:moveTo>
                  <a:lnTo>
                    <a:pt x="15" y="41"/>
                  </a:lnTo>
                  <a:lnTo>
                    <a:pt x="36" y="41"/>
                  </a:lnTo>
                  <a:lnTo>
                    <a:pt x="43" y="41"/>
                  </a:lnTo>
                  <a:lnTo>
                    <a:pt x="50" y="0"/>
                  </a:lnTo>
                  <a:lnTo>
                    <a:pt x="36" y="0"/>
                  </a:lnTo>
                  <a:lnTo>
                    <a:pt x="15" y="0"/>
                  </a:lnTo>
                  <a:lnTo>
                    <a:pt x="0" y="0"/>
                  </a:lnTo>
                  <a:lnTo>
                    <a:pt x="8" y="4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1">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26" name="Freeform 312">
              <a:extLst>
                <a:ext uri="{FF2B5EF4-FFF2-40B4-BE49-F238E27FC236}">
                  <a16:creationId xmlns:a16="http://schemas.microsoft.com/office/drawing/2014/main" id="{09897BA2-AAD3-49F3-B525-062EE8669EF9}"/>
                </a:ext>
              </a:extLst>
            </p:cNvPr>
            <p:cNvSpPr/>
            <p:nvPr/>
          </p:nvSpPr>
          <p:spPr bwMode="auto">
            <a:xfrm>
              <a:off x="3087659" y="4674248"/>
              <a:ext cx="60720" cy="58551"/>
            </a:xfrm>
            <a:custGeom>
              <a:gdLst>
                <a:gd name="T0" fmla="*/ 26 w 56"/>
                <a:gd name="T1" fmla="*/ 54 h 54"/>
                <a:gd name="T2" fmla="*/ 30 w 56"/>
                <a:gd name="T3" fmla="*/ 52 h 54"/>
                <a:gd name="T4" fmla="*/ 49 w 56"/>
                <a:gd name="T5" fmla="*/ 40 h 54"/>
                <a:gd name="T6" fmla="*/ 56 w 56"/>
                <a:gd name="T7" fmla="*/ 38 h 54"/>
                <a:gd name="T8" fmla="*/ 42 w 56"/>
                <a:gd name="T9" fmla="*/ 0 h 54"/>
                <a:gd name="T10" fmla="*/ 30 w 56"/>
                <a:gd name="T11" fmla="*/ 7 h 54"/>
                <a:gd name="T12" fmla="*/ 11 w 56"/>
                <a:gd name="T13" fmla="*/ 19 h 54"/>
                <a:gd name="T14" fmla="*/ 0 w 56"/>
                <a:gd name="T15" fmla="*/ 26 h 54"/>
                <a:gd name="T16" fmla="*/ 26 w 56"/>
                <a:gd name="T17" fmla="*/ 54 h 54"/>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6" h="54">
                  <a:moveTo>
                    <a:pt x="26" y="54"/>
                  </a:moveTo>
                  <a:lnTo>
                    <a:pt x="30" y="52"/>
                  </a:lnTo>
                  <a:lnTo>
                    <a:pt x="49" y="40"/>
                  </a:lnTo>
                  <a:lnTo>
                    <a:pt x="56" y="38"/>
                  </a:lnTo>
                  <a:lnTo>
                    <a:pt x="42" y="0"/>
                  </a:lnTo>
                  <a:lnTo>
                    <a:pt x="30" y="7"/>
                  </a:lnTo>
                  <a:lnTo>
                    <a:pt x="11" y="19"/>
                  </a:lnTo>
                  <a:lnTo>
                    <a:pt x="0" y="26"/>
                  </a:lnTo>
                  <a:lnTo>
                    <a:pt x="26" y="5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1">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27" name="Freeform 313">
              <a:extLst>
                <a:ext uri="{FF2B5EF4-FFF2-40B4-BE49-F238E27FC236}">
                  <a16:creationId xmlns:a16="http://schemas.microsoft.com/office/drawing/2014/main" id="{7341B011-552B-4B12-9415-139072E533AD}"/>
                </a:ext>
              </a:extLst>
            </p:cNvPr>
            <p:cNvSpPr/>
            <p:nvPr/>
          </p:nvSpPr>
          <p:spPr bwMode="auto">
            <a:xfrm>
              <a:off x="3144042" y="4625456"/>
              <a:ext cx="58551" cy="58551"/>
            </a:xfrm>
            <a:custGeom>
              <a:gdLst>
                <a:gd name="T0" fmla="*/ 35 w 54"/>
                <a:gd name="T1" fmla="*/ 54 h 54"/>
                <a:gd name="T2" fmla="*/ 40 w 54"/>
                <a:gd name="T3" fmla="*/ 47 h 54"/>
                <a:gd name="T4" fmla="*/ 49 w 54"/>
                <a:gd name="T5" fmla="*/ 31 h 54"/>
                <a:gd name="T6" fmla="*/ 54 w 54"/>
                <a:gd name="T7" fmla="*/ 23 h 54"/>
                <a:gd name="T8" fmla="*/ 23 w 54"/>
                <a:gd name="T9" fmla="*/ 0 h 54"/>
                <a:gd name="T10" fmla="*/ 16 w 54"/>
                <a:gd name="T11" fmla="*/ 12 h 54"/>
                <a:gd name="T12" fmla="*/ 7 w 54"/>
                <a:gd name="T13" fmla="*/ 28 h 54"/>
                <a:gd name="T14" fmla="*/ 0 w 54"/>
                <a:gd name="T15" fmla="*/ 40 h 54"/>
                <a:gd name="T16" fmla="*/ 35 w 54"/>
                <a:gd name="T17" fmla="*/ 54 h 54"/>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54">
                  <a:moveTo>
                    <a:pt x="35" y="54"/>
                  </a:moveTo>
                  <a:lnTo>
                    <a:pt x="40" y="47"/>
                  </a:lnTo>
                  <a:lnTo>
                    <a:pt x="49" y="31"/>
                  </a:lnTo>
                  <a:lnTo>
                    <a:pt x="54" y="23"/>
                  </a:lnTo>
                  <a:lnTo>
                    <a:pt x="23" y="0"/>
                  </a:lnTo>
                  <a:lnTo>
                    <a:pt x="16" y="12"/>
                  </a:lnTo>
                  <a:lnTo>
                    <a:pt x="7" y="28"/>
                  </a:lnTo>
                  <a:lnTo>
                    <a:pt x="0" y="40"/>
                  </a:lnTo>
                  <a:lnTo>
                    <a:pt x="35" y="5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1">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28" name="Freeform 314">
              <a:extLst>
                <a:ext uri="{FF2B5EF4-FFF2-40B4-BE49-F238E27FC236}">
                  <a16:creationId xmlns:a16="http://schemas.microsoft.com/office/drawing/2014/main" id="{B547E15F-ECA6-42A0-8490-C46D7F16AFD2}"/>
                </a:ext>
              </a:extLst>
            </p:cNvPr>
            <p:cNvSpPr/>
            <p:nvPr/>
          </p:nvSpPr>
          <p:spPr bwMode="auto">
            <a:xfrm>
              <a:off x="3174402" y="4563651"/>
              <a:ext cx="43371" cy="50962"/>
            </a:xfrm>
            <a:custGeom>
              <a:gdLst>
                <a:gd name="T0" fmla="*/ 40 w 40"/>
                <a:gd name="T1" fmla="*/ 43 h 47"/>
                <a:gd name="T2" fmla="*/ 40 w 40"/>
                <a:gd name="T3" fmla="*/ 33 h 47"/>
                <a:gd name="T4" fmla="*/ 40 w 40"/>
                <a:gd name="T5" fmla="*/ 14 h 47"/>
                <a:gd name="T6" fmla="*/ 40 w 40"/>
                <a:gd name="T7" fmla="*/ 5 h 47"/>
                <a:gd name="T8" fmla="*/ 0 w 40"/>
                <a:gd name="T9" fmla="*/ 0 h 47"/>
                <a:gd name="T10" fmla="*/ 0 w 40"/>
                <a:gd name="T11" fmla="*/ 14 h 47"/>
                <a:gd name="T12" fmla="*/ 0 w 40"/>
                <a:gd name="T13" fmla="*/ 33 h 47"/>
                <a:gd name="T14" fmla="*/ 0 w 40"/>
                <a:gd name="T15" fmla="*/ 47 h 47"/>
                <a:gd name="T16" fmla="*/ 40 w 40"/>
                <a:gd name="T17" fmla="*/ 43 h 47"/>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0" h="47">
                  <a:moveTo>
                    <a:pt x="40" y="43"/>
                  </a:moveTo>
                  <a:lnTo>
                    <a:pt x="40" y="33"/>
                  </a:lnTo>
                  <a:lnTo>
                    <a:pt x="40" y="14"/>
                  </a:lnTo>
                  <a:lnTo>
                    <a:pt x="40" y="5"/>
                  </a:lnTo>
                  <a:lnTo>
                    <a:pt x="0" y="0"/>
                  </a:lnTo>
                  <a:lnTo>
                    <a:pt x="0" y="14"/>
                  </a:lnTo>
                  <a:lnTo>
                    <a:pt x="0" y="33"/>
                  </a:lnTo>
                  <a:lnTo>
                    <a:pt x="0" y="47"/>
                  </a:lnTo>
                  <a:lnTo>
                    <a:pt x="40" y="4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1">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29" name="Freeform 315">
              <a:extLst>
                <a:ext uri="{FF2B5EF4-FFF2-40B4-BE49-F238E27FC236}">
                  <a16:creationId xmlns:a16="http://schemas.microsoft.com/office/drawing/2014/main" id="{11BA97F3-80FA-45C6-B71B-4C4A3408DD60}"/>
                </a:ext>
              </a:extLst>
            </p:cNvPr>
            <p:cNvSpPr/>
            <p:nvPr/>
          </p:nvSpPr>
          <p:spPr bwMode="auto">
            <a:xfrm>
              <a:off x="3148379" y="4492088"/>
              <a:ext cx="59636" cy="58551"/>
            </a:xfrm>
            <a:custGeom>
              <a:gdLst>
                <a:gd name="T0" fmla="*/ 55 w 55"/>
                <a:gd name="T1" fmla="*/ 31 h 54"/>
                <a:gd name="T2" fmla="*/ 52 w 55"/>
                <a:gd name="T3" fmla="*/ 24 h 54"/>
                <a:gd name="T4" fmla="*/ 40 w 55"/>
                <a:gd name="T5" fmla="*/ 7 h 54"/>
                <a:gd name="T6" fmla="*/ 38 w 55"/>
                <a:gd name="T7" fmla="*/ 0 h 54"/>
                <a:gd name="T8" fmla="*/ 0 w 55"/>
                <a:gd name="T9" fmla="*/ 14 h 54"/>
                <a:gd name="T10" fmla="*/ 7 w 55"/>
                <a:gd name="T11" fmla="*/ 26 h 54"/>
                <a:gd name="T12" fmla="*/ 17 w 55"/>
                <a:gd name="T13" fmla="*/ 42 h 54"/>
                <a:gd name="T14" fmla="*/ 24 w 55"/>
                <a:gd name="T15" fmla="*/ 54 h 54"/>
                <a:gd name="T16" fmla="*/ 55 w 55"/>
                <a:gd name="T17" fmla="*/ 31 h 54"/>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5" h="54">
                  <a:moveTo>
                    <a:pt x="55" y="31"/>
                  </a:moveTo>
                  <a:lnTo>
                    <a:pt x="52" y="24"/>
                  </a:lnTo>
                  <a:lnTo>
                    <a:pt x="40" y="7"/>
                  </a:lnTo>
                  <a:lnTo>
                    <a:pt x="38" y="0"/>
                  </a:lnTo>
                  <a:lnTo>
                    <a:pt x="0" y="14"/>
                  </a:lnTo>
                  <a:lnTo>
                    <a:pt x="7" y="26"/>
                  </a:lnTo>
                  <a:lnTo>
                    <a:pt x="17" y="42"/>
                  </a:lnTo>
                  <a:lnTo>
                    <a:pt x="24" y="54"/>
                  </a:lnTo>
                  <a:lnTo>
                    <a:pt x="55" y="3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1">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30" name="Freeform 316">
              <a:extLst>
                <a:ext uri="{FF2B5EF4-FFF2-40B4-BE49-F238E27FC236}">
                  <a16:creationId xmlns:a16="http://schemas.microsoft.com/office/drawing/2014/main" id="{EDFA876D-757B-4634-80C3-E93CC16B994B}"/>
                </a:ext>
              </a:extLst>
            </p:cNvPr>
            <p:cNvSpPr/>
            <p:nvPr/>
          </p:nvSpPr>
          <p:spPr bwMode="auto">
            <a:xfrm>
              <a:off x="3097418" y="4437874"/>
              <a:ext cx="61805" cy="59636"/>
            </a:xfrm>
            <a:custGeom>
              <a:gdLst>
                <a:gd name="T0" fmla="*/ 57 w 57"/>
                <a:gd name="T1" fmla="*/ 17 h 55"/>
                <a:gd name="T2" fmla="*/ 50 w 57"/>
                <a:gd name="T3" fmla="*/ 14 h 55"/>
                <a:gd name="T4" fmla="*/ 33 w 57"/>
                <a:gd name="T5" fmla="*/ 3 h 55"/>
                <a:gd name="T6" fmla="*/ 26 w 57"/>
                <a:gd name="T7" fmla="*/ 0 h 55"/>
                <a:gd name="T8" fmla="*/ 0 w 57"/>
                <a:gd name="T9" fmla="*/ 31 h 55"/>
                <a:gd name="T10" fmla="*/ 14 w 57"/>
                <a:gd name="T11" fmla="*/ 38 h 55"/>
                <a:gd name="T12" fmla="*/ 31 w 57"/>
                <a:gd name="T13" fmla="*/ 48 h 55"/>
                <a:gd name="T14" fmla="*/ 43 w 57"/>
                <a:gd name="T15" fmla="*/ 55 h 55"/>
                <a:gd name="T16" fmla="*/ 57 w 57"/>
                <a:gd name="T17" fmla="*/ 17 h 55"/>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 h="55">
                  <a:moveTo>
                    <a:pt x="57" y="17"/>
                  </a:moveTo>
                  <a:lnTo>
                    <a:pt x="50" y="14"/>
                  </a:lnTo>
                  <a:lnTo>
                    <a:pt x="33" y="3"/>
                  </a:lnTo>
                  <a:lnTo>
                    <a:pt x="26" y="0"/>
                  </a:lnTo>
                  <a:lnTo>
                    <a:pt x="0" y="31"/>
                  </a:lnTo>
                  <a:lnTo>
                    <a:pt x="14" y="38"/>
                  </a:lnTo>
                  <a:lnTo>
                    <a:pt x="31" y="48"/>
                  </a:lnTo>
                  <a:lnTo>
                    <a:pt x="43" y="55"/>
                  </a:lnTo>
                  <a:lnTo>
                    <a:pt x="57" y="1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1">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31" name="Freeform 317">
              <a:extLst>
                <a:ext uri="{FF2B5EF4-FFF2-40B4-BE49-F238E27FC236}">
                  <a16:creationId xmlns:a16="http://schemas.microsoft.com/office/drawing/2014/main" id="{28183CF4-9779-4C1B-BC1E-C5651583D44D}"/>
                </a:ext>
              </a:extLst>
            </p:cNvPr>
            <p:cNvSpPr>
              <a:spLocks noEditPoints="1"/>
            </p:cNvSpPr>
            <p:nvPr/>
          </p:nvSpPr>
          <p:spPr bwMode="auto">
            <a:xfrm>
              <a:off x="2926101" y="4448717"/>
              <a:ext cx="263481" cy="266734"/>
            </a:xfrm>
            <a:custGeom>
              <a:gdLst>
                <a:gd name="T0" fmla="*/ 51 w 103"/>
                <a:gd name="T1" fmla="*/ 104 h 104"/>
                <a:gd name="T2" fmla="*/ 0 w 103"/>
                <a:gd name="T3" fmla="*/ 52 h 104"/>
                <a:gd name="T4" fmla="*/ 51 w 103"/>
                <a:gd name="T5" fmla="*/ 0 h 104"/>
                <a:gd name="T6" fmla="*/ 103 w 103"/>
                <a:gd name="T7" fmla="*/ 52 h 104"/>
                <a:gd name="T8" fmla="*/ 51 w 103"/>
                <a:gd name="T9" fmla="*/ 104 h 104"/>
                <a:gd name="T10" fmla="*/ 51 w 103"/>
                <a:gd name="T11" fmla="*/ 16 h 104"/>
                <a:gd name="T12" fmla="*/ 15 w 103"/>
                <a:gd name="T13" fmla="*/ 52 h 104"/>
                <a:gd name="T14" fmla="*/ 51 w 103"/>
                <a:gd name="T15" fmla="*/ 89 h 104"/>
                <a:gd name="T16" fmla="*/ 87 w 103"/>
                <a:gd name="T17" fmla="*/ 52 h 104"/>
                <a:gd name="T18" fmla="*/ 51 w 103"/>
                <a:gd name="T19" fmla="*/ 16 h 104"/>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3" h="104">
                  <a:moveTo>
                    <a:pt x="51" y="104"/>
                  </a:moveTo>
                  <a:cubicBezTo>
                    <a:pt x="23" y="104"/>
                    <a:pt x="0" y="81"/>
                    <a:pt x="0" y="52"/>
                  </a:cubicBezTo>
                  <a:cubicBezTo>
                    <a:pt x="0" y="24"/>
                    <a:pt x="23" y="0"/>
                    <a:pt x="51" y="0"/>
                  </a:cubicBezTo>
                  <a:cubicBezTo>
                    <a:pt x="80" y="0"/>
                    <a:pt x="103" y="24"/>
                    <a:pt x="103" y="52"/>
                  </a:cubicBezTo>
                  <a:cubicBezTo>
                    <a:pt x="103" y="81"/>
                    <a:pt x="80" y="104"/>
                    <a:pt x="51" y="104"/>
                  </a:cubicBezTo>
                  <a:close/>
                  <a:moveTo>
                    <a:pt x="51" y="16"/>
                  </a:moveTo>
                  <a:cubicBezTo>
                    <a:pt x="31" y="16"/>
                    <a:pt x="15" y="32"/>
                    <a:pt x="15" y="52"/>
                  </a:cubicBezTo>
                  <a:cubicBezTo>
                    <a:pt x="15" y="73"/>
                    <a:pt x="31" y="89"/>
                    <a:pt x="51" y="89"/>
                  </a:cubicBezTo>
                  <a:cubicBezTo>
                    <a:pt x="71" y="89"/>
                    <a:pt x="87" y="73"/>
                    <a:pt x="87" y="52"/>
                  </a:cubicBezTo>
                  <a:cubicBezTo>
                    <a:pt x="87" y="32"/>
                    <a:pt x="71" y="16"/>
                    <a:pt x="51"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1">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32" name="Oval 318">
              <a:extLst>
                <a:ext uri="{FF2B5EF4-FFF2-40B4-BE49-F238E27FC236}">
                  <a16:creationId xmlns:a16="http://schemas.microsoft.com/office/drawing/2014/main" id="{69E10799-3CA9-4197-A95B-989FA3B1A61A}"/>
                </a:ext>
              </a:extLst>
            </p:cNvPr>
            <p:cNvSpPr>
              <a:spLocks noChangeArrowheads="1"/>
            </p:cNvSpPr>
            <p:nvPr/>
          </p:nvSpPr>
          <p:spPr bwMode="auto">
            <a:xfrm>
              <a:off x="2999832" y="4525702"/>
              <a:ext cx="112766" cy="11276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1">
                <a:solidFill>
                  <a:schemeClr val="tx1">
                    <a:lumMod val="75000"/>
                    <a:lumOff val="25000"/>
                  </a:schemeClr>
                </a:solidFill>
                <a:latin typeface="思源黑体旧字形 Normal" panose="020b0400000000000000" pitchFamily="34" charset="-128"/>
                <a:ea typeface="思源黑体旧字形 Normal" panose="020b0400000000000000" pitchFamily="34" charset="-128"/>
              </a:endParaRPr>
            </a:p>
          </p:txBody>
        </p:sp>
      </p:grpSp>
      <p:grpSp>
        <p:nvGrpSpPr>
          <p:cNvPr id="133" name="组合 132">
            <a:extLst>
              <a:ext uri="{FF2B5EF4-FFF2-40B4-BE49-F238E27FC236}">
                <a16:creationId xmlns:a16="http://schemas.microsoft.com/office/drawing/2014/main" id="{4694CF82-C4E2-4AB9-BCA8-6FA9AC6C5F49}"/>
              </a:ext>
            </a:extLst>
          </p:cNvPr>
          <p:cNvGrpSpPr/>
          <p:nvPr/>
        </p:nvGrpSpPr>
        <p:grpSpPr>
          <a:xfrm>
            <a:off x="7186898" y="3959435"/>
            <a:ext cx="472246" cy="321701"/>
            <a:chOff x="4895160" y="4287159"/>
            <a:chExt cx="571418" cy="389258"/>
          </a:xfrm>
          <a:solidFill>
            <a:srgbClr val="3FB793"/>
          </a:solidFill>
        </p:grpSpPr>
        <p:sp>
          <p:nvSpPr>
            <p:cNvPr id="134" name="Freeform 327">
              <a:extLst>
                <a:ext uri="{FF2B5EF4-FFF2-40B4-BE49-F238E27FC236}">
                  <a16:creationId xmlns:a16="http://schemas.microsoft.com/office/drawing/2014/main" id="{82EC71B4-F5E0-4383-9B6A-46B37422ACD9}"/>
                </a:ext>
              </a:extLst>
            </p:cNvPr>
            <p:cNvSpPr>
              <a:spLocks noEditPoints="1"/>
            </p:cNvSpPr>
            <p:nvPr/>
          </p:nvSpPr>
          <p:spPr bwMode="auto">
            <a:xfrm>
              <a:off x="4895160" y="4287159"/>
              <a:ext cx="438051" cy="389258"/>
            </a:xfrm>
            <a:custGeom>
              <a:gdLst>
                <a:gd name="T0" fmla="*/ 166 w 171"/>
                <a:gd name="T1" fmla="*/ 0 h 152"/>
                <a:gd name="T2" fmla="*/ 5 w 171"/>
                <a:gd name="T3" fmla="*/ 0 h 152"/>
                <a:gd name="T4" fmla="*/ 0 w 171"/>
                <a:gd name="T5" fmla="*/ 5 h 152"/>
                <a:gd name="T6" fmla="*/ 0 w 171"/>
                <a:gd name="T7" fmla="*/ 146 h 152"/>
                <a:gd name="T8" fmla="*/ 5 w 171"/>
                <a:gd name="T9" fmla="*/ 152 h 152"/>
                <a:gd name="T10" fmla="*/ 166 w 171"/>
                <a:gd name="T11" fmla="*/ 152 h 152"/>
                <a:gd name="T12" fmla="*/ 171 w 171"/>
                <a:gd name="T13" fmla="*/ 146 h 152"/>
                <a:gd name="T14" fmla="*/ 171 w 171"/>
                <a:gd name="T15" fmla="*/ 5 h 152"/>
                <a:gd name="T16" fmla="*/ 166 w 171"/>
                <a:gd name="T17" fmla="*/ 0 h 152"/>
                <a:gd name="T18" fmla="*/ 132 w 171"/>
                <a:gd name="T19" fmla="*/ 12 h 152"/>
                <a:gd name="T20" fmla="*/ 139 w 171"/>
                <a:gd name="T21" fmla="*/ 19 h 152"/>
                <a:gd name="T22" fmla="*/ 132 w 171"/>
                <a:gd name="T23" fmla="*/ 26 h 152"/>
                <a:gd name="T24" fmla="*/ 124 w 171"/>
                <a:gd name="T25" fmla="*/ 19 h 152"/>
                <a:gd name="T26" fmla="*/ 132 w 171"/>
                <a:gd name="T27" fmla="*/ 12 h 152"/>
                <a:gd name="T28" fmla="*/ 110 w 171"/>
                <a:gd name="T29" fmla="*/ 12 h 152"/>
                <a:gd name="T30" fmla="*/ 118 w 171"/>
                <a:gd name="T31" fmla="*/ 19 h 152"/>
                <a:gd name="T32" fmla="*/ 110 w 171"/>
                <a:gd name="T33" fmla="*/ 26 h 152"/>
                <a:gd name="T34" fmla="*/ 103 w 171"/>
                <a:gd name="T35" fmla="*/ 19 h 152"/>
                <a:gd name="T36" fmla="*/ 110 w 171"/>
                <a:gd name="T37" fmla="*/ 12 h 152"/>
                <a:gd name="T38" fmla="*/ 160 w 171"/>
                <a:gd name="T39" fmla="*/ 141 h 152"/>
                <a:gd name="T40" fmla="*/ 11 w 171"/>
                <a:gd name="T41" fmla="*/ 141 h 152"/>
                <a:gd name="T42" fmla="*/ 11 w 171"/>
                <a:gd name="T43" fmla="*/ 38 h 152"/>
                <a:gd name="T44" fmla="*/ 160 w 171"/>
                <a:gd name="T45" fmla="*/ 38 h 152"/>
                <a:gd name="T46" fmla="*/ 160 w 171"/>
                <a:gd name="T47" fmla="*/ 141 h 152"/>
                <a:gd name="T48" fmla="*/ 153 w 171"/>
                <a:gd name="T49" fmla="*/ 26 h 152"/>
                <a:gd name="T50" fmla="*/ 146 w 171"/>
                <a:gd name="T51" fmla="*/ 19 h 152"/>
                <a:gd name="T52" fmla="*/ 153 w 171"/>
                <a:gd name="T53" fmla="*/ 12 h 152"/>
                <a:gd name="T54" fmla="*/ 160 w 171"/>
                <a:gd name="T55" fmla="*/ 19 h 152"/>
                <a:gd name="T56" fmla="*/ 153 w 171"/>
                <a:gd name="T57" fmla="*/ 26 h 152"/>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71" h="152">
                  <a:moveTo>
                    <a:pt x="166" y="0"/>
                  </a:moveTo>
                  <a:cubicBezTo>
                    <a:pt x="5" y="0"/>
                    <a:pt x="5" y="0"/>
                    <a:pt x="5" y="0"/>
                  </a:cubicBezTo>
                  <a:cubicBezTo>
                    <a:pt x="2" y="0"/>
                    <a:pt x="0" y="2"/>
                    <a:pt x="0" y="5"/>
                  </a:cubicBezTo>
                  <a:cubicBezTo>
                    <a:pt x="0" y="146"/>
                    <a:pt x="0" y="146"/>
                    <a:pt x="0" y="146"/>
                  </a:cubicBezTo>
                  <a:cubicBezTo>
                    <a:pt x="0" y="149"/>
                    <a:pt x="2" y="152"/>
                    <a:pt x="5" y="152"/>
                  </a:cubicBezTo>
                  <a:cubicBezTo>
                    <a:pt x="166" y="152"/>
                    <a:pt x="166" y="152"/>
                    <a:pt x="166" y="152"/>
                  </a:cubicBezTo>
                  <a:cubicBezTo>
                    <a:pt x="169" y="152"/>
                    <a:pt x="171" y="149"/>
                    <a:pt x="171" y="146"/>
                  </a:cubicBezTo>
                  <a:cubicBezTo>
                    <a:pt x="171" y="5"/>
                    <a:pt x="171" y="5"/>
                    <a:pt x="171" y="5"/>
                  </a:cubicBezTo>
                  <a:cubicBezTo>
                    <a:pt x="171" y="2"/>
                    <a:pt x="169" y="0"/>
                    <a:pt x="166" y="0"/>
                  </a:cubicBezTo>
                  <a:close/>
                  <a:moveTo>
                    <a:pt x="132" y="12"/>
                  </a:moveTo>
                  <a:cubicBezTo>
                    <a:pt x="136" y="12"/>
                    <a:pt x="139" y="15"/>
                    <a:pt x="139" y="19"/>
                  </a:cubicBezTo>
                  <a:cubicBezTo>
                    <a:pt x="139" y="23"/>
                    <a:pt x="136" y="26"/>
                    <a:pt x="132" y="26"/>
                  </a:cubicBezTo>
                  <a:cubicBezTo>
                    <a:pt x="128" y="26"/>
                    <a:pt x="124" y="23"/>
                    <a:pt x="124" y="19"/>
                  </a:cubicBezTo>
                  <a:cubicBezTo>
                    <a:pt x="124" y="15"/>
                    <a:pt x="128" y="12"/>
                    <a:pt x="132" y="12"/>
                  </a:cubicBezTo>
                  <a:close/>
                  <a:moveTo>
                    <a:pt x="110" y="12"/>
                  </a:moveTo>
                  <a:cubicBezTo>
                    <a:pt x="114" y="12"/>
                    <a:pt x="118" y="15"/>
                    <a:pt x="118" y="19"/>
                  </a:cubicBezTo>
                  <a:cubicBezTo>
                    <a:pt x="118" y="23"/>
                    <a:pt x="114" y="26"/>
                    <a:pt x="110" y="26"/>
                  </a:cubicBezTo>
                  <a:cubicBezTo>
                    <a:pt x="106" y="26"/>
                    <a:pt x="103" y="23"/>
                    <a:pt x="103" y="19"/>
                  </a:cubicBezTo>
                  <a:cubicBezTo>
                    <a:pt x="103" y="15"/>
                    <a:pt x="106" y="12"/>
                    <a:pt x="110" y="12"/>
                  </a:cubicBezTo>
                  <a:close/>
                  <a:moveTo>
                    <a:pt x="160" y="141"/>
                  </a:moveTo>
                  <a:cubicBezTo>
                    <a:pt x="11" y="141"/>
                    <a:pt x="11" y="141"/>
                    <a:pt x="11" y="141"/>
                  </a:cubicBezTo>
                  <a:cubicBezTo>
                    <a:pt x="11" y="38"/>
                    <a:pt x="11" y="38"/>
                    <a:pt x="11" y="38"/>
                  </a:cubicBezTo>
                  <a:cubicBezTo>
                    <a:pt x="160" y="38"/>
                    <a:pt x="160" y="38"/>
                    <a:pt x="160" y="38"/>
                  </a:cubicBezTo>
                  <a:lnTo>
                    <a:pt x="160" y="141"/>
                  </a:lnTo>
                  <a:close/>
                  <a:moveTo>
                    <a:pt x="153" y="26"/>
                  </a:moveTo>
                  <a:cubicBezTo>
                    <a:pt x="149" y="26"/>
                    <a:pt x="146" y="23"/>
                    <a:pt x="146" y="19"/>
                  </a:cubicBezTo>
                  <a:cubicBezTo>
                    <a:pt x="146" y="15"/>
                    <a:pt x="149" y="12"/>
                    <a:pt x="153" y="12"/>
                  </a:cubicBezTo>
                  <a:cubicBezTo>
                    <a:pt x="157" y="12"/>
                    <a:pt x="160" y="15"/>
                    <a:pt x="160" y="19"/>
                  </a:cubicBezTo>
                  <a:cubicBezTo>
                    <a:pt x="160" y="23"/>
                    <a:pt x="157" y="26"/>
                    <a:pt x="153" y="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1">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35" name="Rectangle 328">
              <a:extLst>
                <a:ext uri="{FF2B5EF4-FFF2-40B4-BE49-F238E27FC236}">
                  <a16:creationId xmlns:a16="http://schemas.microsoft.com/office/drawing/2014/main" id="{6A9234DE-EF05-4F33-8D0B-760389F361FB}"/>
                </a:ext>
              </a:extLst>
            </p:cNvPr>
            <p:cNvSpPr>
              <a:spLocks noChangeArrowheads="1"/>
            </p:cNvSpPr>
            <p:nvPr/>
          </p:nvSpPr>
          <p:spPr bwMode="auto">
            <a:xfrm>
              <a:off x="4953712" y="4417273"/>
              <a:ext cx="315527" cy="59636"/>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b="1">
                <a:solidFill>
                  <a:schemeClr val="tx1">
                    <a:lumMod val="75000"/>
                    <a:lumOff val="25000"/>
                  </a:schemeClr>
                </a:solidFill>
                <a:latin typeface="思源黑体旧字形 Normal" panose="020b0400000000000000" pitchFamily="34" charset="-128"/>
                <a:ea typeface="思源黑体旧字形 Normal" panose="020b0400000000000000" pitchFamily="34" charset="-128"/>
              </a:endParaRPr>
            </a:p>
          </p:txBody>
        </p:sp>
        <p:sp>
          <p:nvSpPr>
            <p:cNvPr id="136" name="Rectangle 329">
              <a:extLst>
                <a:ext uri="{FF2B5EF4-FFF2-40B4-BE49-F238E27FC236}">
                  <a16:creationId xmlns:a16="http://schemas.microsoft.com/office/drawing/2014/main" id="{11AF1925-FB85-44B0-AE43-DD7EBB726882}"/>
                </a:ext>
              </a:extLst>
            </p:cNvPr>
            <p:cNvSpPr>
              <a:spLocks noChangeArrowheads="1"/>
            </p:cNvSpPr>
            <p:nvPr/>
          </p:nvSpPr>
          <p:spPr bwMode="auto">
            <a:xfrm>
              <a:off x="4953712" y="4501847"/>
              <a:ext cx="99754" cy="105176"/>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b="1">
                <a:solidFill>
                  <a:schemeClr val="tx1">
                    <a:lumMod val="75000"/>
                    <a:lumOff val="25000"/>
                  </a:schemeClr>
                </a:solidFill>
                <a:latin typeface="思源黑体旧字形 Normal" panose="020b0400000000000000" pitchFamily="34" charset="-128"/>
                <a:ea typeface="思源黑体旧字形 Normal" panose="020b0400000000000000" pitchFamily="34" charset="-128"/>
              </a:endParaRPr>
            </a:p>
          </p:txBody>
        </p:sp>
        <p:sp>
          <p:nvSpPr>
            <p:cNvPr id="137" name="Rectangle 330">
              <a:extLst>
                <a:ext uri="{FF2B5EF4-FFF2-40B4-BE49-F238E27FC236}">
                  <a16:creationId xmlns:a16="http://schemas.microsoft.com/office/drawing/2014/main" id="{F554FDC1-8701-44CC-8B50-6BC87A5358AA}"/>
                </a:ext>
              </a:extLst>
            </p:cNvPr>
            <p:cNvSpPr>
              <a:spLocks noChangeArrowheads="1"/>
            </p:cNvSpPr>
            <p:nvPr/>
          </p:nvSpPr>
          <p:spPr bwMode="auto">
            <a:xfrm>
              <a:off x="5071899" y="4505100"/>
              <a:ext cx="107344" cy="1301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b="1">
                <a:solidFill>
                  <a:schemeClr val="tx1">
                    <a:lumMod val="75000"/>
                    <a:lumOff val="25000"/>
                  </a:schemeClr>
                </a:solidFill>
                <a:latin typeface="思源黑体旧字形 Normal" panose="020b0400000000000000" pitchFamily="34" charset="-128"/>
                <a:ea typeface="思源黑体旧字形 Normal" panose="020b0400000000000000" pitchFamily="34" charset="-128"/>
              </a:endParaRPr>
            </a:p>
          </p:txBody>
        </p:sp>
        <p:sp>
          <p:nvSpPr>
            <p:cNvPr id="138" name="Rectangle 331">
              <a:extLst>
                <a:ext uri="{FF2B5EF4-FFF2-40B4-BE49-F238E27FC236}">
                  <a16:creationId xmlns:a16="http://schemas.microsoft.com/office/drawing/2014/main" id="{B89DE038-37DC-4CF6-82EC-D7E79926F583}"/>
                </a:ext>
              </a:extLst>
            </p:cNvPr>
            <p:cNvSpPr>
              <a:spLocks noChangeArrowheads="1"/>
            </p:cNvSpPr>
            <p:nvPr/>
          </p:nvSpPr>
          <p:spPr bwMode="auto">
            <a:xfrm>
              <a:off x="5071899" y="4548471"/>
              <a:ext cx="107344" cy="1301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b="1">
                <a:solidFill>
                  <a:schemeClr val="tx1">
                    <a:lumMod val="75000"/>
                    <a:lumOff val="25000"/>
                  </a:schemeClr>
                </a:solidFill>
                <a:latin typeface="思源黑体旧字形 Normal" panose="020b0400000000000000" pitchFamily="34" charset="-128"/>
                <a:ea typeface="思源黑体旧字形 Normal" panose="020b0400000000000000" pitchFamily="34" charset="-128"/>
              </a:endParaRPr>
            </a:p>
          </p:txBody>
        </p:sp>
        <p:sp>
          <p:nvSpPr>
            <p:cNvPr id="139" name="Rectangle 332">
              <a:extLst>
                <a:ext uri="{FF2B5EF4-FFF2-40B4-BE49-F238E27FC236}">
                  <a16:creationId xmlns:a16="http://schemas.microsoft.com/office/drawing/2014/main" id="{E91A2D79-1FA7-4560-8D30-0D0A90392FCC}"/>
                </a:ext>
              </a:extLst>
            </p:cNvPr>
            <p:cNvSpPr>
              <a:spLocks noChangeArrowheads="1"/>
            </p:cNvSpPr>
            <p:nvPr/>
          </p:nvSpPr>
          <p:spPr bwMode="auto">
            <a:xfrm>
              <a:off x="5071899" y="4589674"/>
              <a:ext cx="107344" cy="1518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b="1">
                <a:solidFill>
                  <a:schemeClr val="tx1">
                    <a:lumMod val="75000"/>
                    <a:lumOff val="25000"/>
                  </a:schemeClr>
                </a:solidFill>
                <a:latin typeface="思源黑体旧字形 Normal" panose="020b0400000000000000" pitchFamily="34" charset="-128"/>
                <a:ea typeface="思源黑体旧字形 Normal" panose="020b0400000000000000" pitchFamily="34" charset="-128"/>
              </a:endParaRPr>
            </a:p>
          </p:txBody>
        </p:sp>
        <p:sp>
          <p:nvSpPr>
            <p:cNvPr id="140" name="Freeform 333">
              <a:extLst>
                <a:ext uri="{FF2B5EF4-FFF2-40B4-BE49-F238E27FC236}">
                  <a16:creationId xmlns:a16="http://schemas.microsoft.com/office/drawing/2014/main" id="{2FD38BD8-E500-4A2D-A723-88DDAE986B89}"/>
                </a:ext>
              </a:extLst>
            </p:cNvPr>
            <p:cNvSpPr/>
            <p:nvPr/>
          </p:nvSpPr>
          <p:spPr bwMode="auto">
            <a:xfrm>
              <a:off x="5225867" y="4569073"/>
              <a:ext cx="40119" cy="41203"/>
            </a:xfrm>
            <a:custGeom>
              <a:gdLst>
                <a:gd name="T0" fmla="*/ 11 w 37"/>
                <a:gd name="T1" fmla="*/ 0 h 38"/>
                <a:gd name="T2" fmla="*/ 11 w 37"/>
                <a:gd name="T3" fmla="*/ 2 h 38"/>
                <a:gd name="T4" fmla="*/ 0 w 37"/>
                <a:gd name="T5" fmla="*/ 38 h 38"/>
                <a:gd name="T6" fmla="*/ 35 w 37"/>
                <a:gd name="T7" fmla="*/ 26 h 38"/>
                <a:gd name="T8" fmla="*/ 37 w 37"/>
                <a:gd name="T9" fmla="*/ 26 h 38"/>
                <a:gd name="T10" fmla="*/ 11 w 37"/>
                <a:gd name="T11" fmla="*/ 0 h 38"/>
              </a:gdLst>
              <a:cxnLst>
                <a:cxn ang="0">
                  <a:pos x="T0" y="T1"/>
                </a:cxn>
                <a:cxn ang="0">
                  <a:pos x="T2" y="T3"/>
                </a:cxn>
                <a:cxn ang="0">
                  <a:pos x="T4" y="T5"/>
                </a:cxn>
                <a:cxn ang="0">
                  <a:pos x="T6" y="T7"/>
                </a:cxn>
                <a:cxn ang="0">
                  <a:pos x="T8" y="T9"/>
                </a:cxn>
                <a:cxn ang="0">
                  <a:pos x="T10" y="T11"/>
                </a:cxn>
              </a:cxnLst>
              <a:rect l="0" t="0" r="r" b="b"/>
              <a:pathLst>
                <a:path w="37" h="38">
                  <a:moveTo>
                    <a:pt x="11" y="0"/>
                  </a:moveTo>
                  <a:lnTo>
                    <a:pt x="11" y="2"/>
                  </a:lnTo>
                  <a:lnTo>
                    <a:pt x="0" y="38"/>
                  </a:lnTo>
                  <a:lnTo>
                    <a:pt x="35" y="26"/>
                  </a:lnTo>
                  <a:lnTo>
                    <a:pt x="37" y="26"/>
                  </a:lnTo>
                  <a:lnTo>
                    <a:pt x="11"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1">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41" name="Freeform 334">
              <a:extLst>
                <a:ext uri="{FF2B5EF4-FFF2-40B4-BE49-F238E27FC236}">
                  <a16:creationId xmlns:a16="http://schemas.microsoft.com/office/drawing/2014/main" id="{D05340E3-5134-4F66-97E3-93CE042B15F2}"/>
                </a:ext>
              </a:extLst>
            </p:cNvPr>
            <p:cNvSpPr/>
            <p:nvPr/>
          </p:nvSpPr>
          <p:spPr bwMode="auto">
            <a:xfrm>
              <a:off x="5389594" y="4366311"/>
              <a:ext cx="76984" cy="79153"/>
            </a:xfrm>
            <a:custGeom>
              <a:gdLst>
                <a:gd name="T0" fmla="*/ 23 w 30"/>
                <a:gd name="T1" fmla="*/ 31 h 31"/>
                <a:gd name="T2" fmla="*/ 28 w 30"/>
                <a:gd name="T3" fmla="*/ 25 h 31"/>
                <a:gd name="T4" fmla="*/ 28 w 30"/>
                <a:gd name="T5" fmla="*/ 18 h 31"/>
                <a:gd name="T6" fmla="*/ 13 w 30"/>
                <a:gd name="T7" fmla="*/ 2 h 31"/>
                <a:gd name="T8" fmla="*/ 6 w 30"/>
                <a:gd name="T9" fmla="*/ 2 h 31"/>
                <a:gd name="T10" fmla="*/ 0 w 30"/>
                <a:gd name="T11" fmla="*/ 8 h 31"/>
                <a:gd name="T12" fmla="*/ 23 w 30"/>
                <a:gd name="T13" fmla="*/ 31 h 31"/>
              </a:gdLst>
              <a:cxnLst>
                <a:cxn ang="0">
                  <a:pos x="T0" y="T1"/>
                </a:cxn>
                <a:cxn ang="0">
                  <a:pos x="T2" y="T3"/>
                </a:cxn>
                <a:cxn ang="0">
                  <a:pos x="T4" y="T5"/>
                </a:cxn>
                <a:cxn ang="0">
                  <a:pos x="T6" y="T7"/>
                </a:cxn>
                <a:cxn ang="0">
                  <a:pos x="T8" y="T9"/>
                </a:cxn>
                <a:cxn ang="0">
                  <a:pos x="T10" y="T11"/>
                </a:cxn>
                <a:cxn ang="0">
                  <a:pos x="T12" y="T13"/>
                </a:cxn>
              </a:cxnLst>
              <a:rect l="0" t="0" r="r" b="b"/>
              <a:pathLst>
                <a:path w="30" h="31">
                  <a:moveTo>
                    <a:pt x="23" y="31"/>
                  </a:moveTo>
                  <a:cubicBezTo>
                    <a:pt x="28" y="25"/>
                    <a:pt x="28" y="25"/>
                    <a:pt x="28" y="25"/>
                  </a:cubicBezTo>
                  <a:cubicBezTo>
                    <a:pt x="30" y="23"/>
                    <a:pt x="30" y="20"/>
                    <a:pt x="28" y="18"/>
                  </a:cubicBezTo>
                  <a:cubicBezTo>
                    <a:pt x="13" y="2"/>
                    <a:pt x="13" y="2"/>
                    <a:pt x="13" y="2"/>
                  </a:cubicBezTo>
                  <a:cubicBezTo>
                    <a:pt x="11" y="0"/>
                    <a:pt x="8" y="0"/>
                    <a:pt x="6" y="2"/>
                  </a:cubicBezTo>
                  <a:cubicBezTo>
                    <a:pt x="0" y="8"/>
                    <a:pt x="0" y="8"/>
                    <a:pt x="0" y="8"/>
                  </a:cubicBezTo>
                  <a:lnTo>
                    <a:pt x="23" y="3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1">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42" name="Freeform 335">
              <a:extLst>
                <a:ext uri="{FF2B5EF4-FFF2-40B4-BE49-F238E27FC236}">
                  <a16:creationId xmlns:a16="http://schemas.microsoft.com/office/drawing/2014/main" id="{43949D71-AFC8-445E-8BD5-BECD1A011493}"/>
                </a:ext>
              </a:extLst>
            </p:cNvPr>
            <p:cNvSpPr/>
            <p:nvPr/>
          </p:nvSpPr>
          <p:spPr bwMode="auto">
            <a:xfrm>
              <a:off x="5258396" y="4394503"/>
              <a:ext cx="182160" cy="182160"/>
            </a:xfrm>
            <a:custGeom>
              <a:gdLst>
                <a:gd name="T0" fmla="*/ 49 w 71"/>
                <a:gd name="T1" fmla="*/ 0 h 71"/>
                <a:gd name="T2" fmla="*/ 48 w 71"/>
                <a:gd name="T3" fmla="*/ 0 h 71"/>
                <a:gd name="T4" fmla="*/ 2 w 71"/>
                <a:gd name="T5" fmla="*/ 47 h 71"/>
                <a:gd name="T6" fmla="*/ 2 w 71"/>
                <a:gd name="T7" fmla="*/ 54 h 71"/>
                <a:gd name="T8" fmla="*/ 2 w 71"/>
                <a:gd name="T9" fmla="*/ 55 h 71"/>
                <a:gd name="T10" fmla="*/ 8 w 71"/>
                <a:gd name="T11" fmla="*/ 56 h 71"/>
                <a:gd name="T12" fmla="*/ 9 w 71"/>
                <a:gd name="T13" fmla="*/ 62 h 71"/>
                <a:gd name="T14" fmla="*/ 9 w 71"/>
                <a:gd name="T15" fmla="*/ 62 h 71"/>
                <a:gd name="T16" fmla="*/ 15 w 71"/>
                <a:gd name="T17" fmla="*/ 63 h 71"/>
                <a:gd name="T18" fmla="*/ 16 w 71"/>
                <a:gd name="T19" fmla="*/ 69 h 71"/>
                <a:gd name="T20" fmla="*/ 17 w 71"/>
                <a:gd name="T21" fmla="*/ 69 h 71"/>
                <a:gd name="T22" fmla="*/ 24 w 71"/>
                <a:gd name="T23" fmla="*/ 69 h 71"/>
                <a:gd name="T24" fmla="*/ 71 w 71"/>
                <a:gd name="T25" fmla="*/ 23 h 71"/>
                <a:gd name="T26" fmla="*/ 71 w 71"/>
                <a:gd name="T27" fmla="*/ 22 h 71"/>
                <a:gd name="T28" fmla="*/ 49 w 71"/>
                <a:gd name="T29" fmla="*/ 0 h 71"/>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1" h="71">
                  <a:moveTo>
                    <a:pt x="49" y="0"/>
                  </a:moveTo>
                  <a:cubicBezTo>
                    <a:pt x="49" y="0"/>
                    <a:pt x="48" y="0"/>
                    <a:pt x="48" y="0"/>
                  </a:cubicBezTo>
                  <a:cubicBezTo>
                    <a:pt x="2" y="47"/>
                    <a:pt x="2" y="47"/>
                    <a:pt x="2" y="47"/>
                  </a:cubicBezTo>
                  <a:cubicBezTo>
                    <a:pt x="0" y="49"/>
                    <a:pt x="0" y="52"/>
                    <a:pt x="2" y="54"/>
                  </a:cubicBezTo>
                  <a:cubicBezTo>
                    <a:pt x="2" y="55"/>
                    <a:pt x="2" y="55"/>
                    <a:pt x="2" y="55"/>
                  </a:cubicBezTo>
                  <a:cubicBezTo>
                    <a:pt x="4" y="56"/>
                    <a:pt x="6" y="57"/>
                    <a:pt x="8" y="56"/>
                  </a:cubicBezTo>
                  <a:cubicBezTo>
                    <a:pt x="7" y="58"/>
                    <a:pt x="7" y="60"/>
                    <a:pt x="9" y="62"/>
                  </a:cubicBezTo>
                  <a:cubicBezTo>
                    <a:pt x="9" y="62"/>
                    <a:pt x="9" y="62"/>
                    <a:pt x="9" y="62"/>
                  </a:cubicBezTo>
                  <a:cubicBezTo>
                    <a:pt x="11" y="64"/>
                    <a:pt x="13" y="64"/>
                    <a:pt x="15" y="63"/>
                  </a:cubicBezTo>
                  <a:cubicBezTo>
                    <a:pt x="14" y="65"/>
                    <a:pt x="15" y="67"/>
                    <a:pt x="16" y="69"/>
                  </a:cubicBezTo>
                  <a:cubicBezTo>
                    <a:pt x="17" y="69"/>
                    <a:pt x="17" y="69"/>
                    <a:pt x="17" y="69"/>
                  </a:cubicBezTo>
                  <a:cubicBezTo>
                    <a:pt x="19" y="71"/>
                    <a:pt x="22" y="71"/>
                    <a:pt x="24" y="69"/>
                  </a:cubicBezTo>
                  <a:cubicBezTo>
                    <a:pt x="71" y="23"/>
                    <a:pt x="71" y="23"/>
                    <a:pt x="71" y="23"/>
                  </a:cubicBezTo>
                  <a:cubicBezTo>
                    <a:pt x="71" y="23"/>
                    <a:pt x="71" y="22"/>
                    <a:pt x="71" y="22"/>
                  </a:cubicBezTo>
                  <a:lnTo>
                    <a:pt x="4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1">
                <a:solidFill>
                  <a:schemeClr val="tx1">
                    <a:lumMod val="75000"/>
                    <a:lumOff val="25000"/>
                  </a:schemeClr>
                </a:solidFill>
                <a:latin typeface="微软雅黑" panose="020b0503020204020204" pitchFamily="34" charset="-122"/>
                <a:ea typeface="微软雅黑" panose="020b0503020204020204" pitchFamily="34" charset="-122"/>
              </a:endParaRPr>
            </a:p>
          </p:txBody>
        </p:sp>
      </p:grpSp>
      <p:grpSp>
        <p:nvGrpSpPr>
          <p:cNvPr id="143" name="组合 142">
            <a:extLst>
              <a:ext uri="{FF2B5EF4-FFF2-40B4-BE49-F238E27FC236}">
                <a16:creationId xmlns:a16="http://schemas.microsoft.com/office/drawing/2014/main" id="{57947EFA-9764-47C1-938A-AB98E39660D3}"/>
              </a:ext>
            </a:extLst>
          </p:cNvPr>
          <p:cNvGrpSpPr/>
          <p:nvPr/>
        </p:nvGrpSpPr>
        <p:grpSpPr>
          <a:xfrm>
            <a:off x="8550108" y="3187910"/>
            <a:ext cx="362025" cy="321701"/>
            <a:chOff x="6007636" y="4287159"/>
            <a:chExt cx="438051" cy="389258"/>
          </a:xfrm>
          <a:solidFill>
            <a:srgbClr val="545D79"/>
          </a:solidFill>
        </p:grpSpPr>
        <p:sp>
          <p:nvSpPr>
            <p:cNvPr id="144" name="Freeform 824">
              <a:extLst>
                <a:ext uri="{FF2B5EF4-FFF2-40B4-BE49-F238E27FC236}">
                  <a16:creationId xmlns:a16="http://schemas.microsoft.com/office/drawing/2014/main" id="{1BC7FF60-ED01-4510-B107-859AA3233BC6}"/>
                </a:ext>
              </a:extLst>
            </p:cNvPr>
            <p:cNvSpPr>
              <a:spLocks noEditPoints="1"/>
            </p:cNvSpPr>
            <p:nvPr/>
          </p:nvSpPr>
          <p:spPr bwMode="auto">
            <a:xfrm>
              <a:off x="6007636" y="4287159"/>
              <a:ext cx="438051" cy="389258"/>
            </a:xfrm>
            <a:custGeom>
              <a:gdLst>
                <a:gd name="T0" fmla="*/ 166 w 171"/>
                <a:gd name="T1" fmla="*/ 0 h 152"/>
                <a:gd name="T2" fmla="*/ 6 w 171"/>
                <a:gd name="T3" fmla="*/ 0 h 152"/>
                <a:gd name="T4" fmla="*/ 0 w 171"/>
                <a:gd name="T5" fmla="*/ 5 h 152"/>
                <a:gd name="T6" fmla="*/ 0 w 171"/>
                <a:gd name="T7" fmla="*/ 146 h 152"/>
                <a:gd name="T8" fmla="*/ 6 w 171"/>
                <a:gd name="T9" fmla="*/ 152 h 152"/>
                <a:gd name="T10" fmla="*/ 166 w 171"/>
                <a:gd name="T11" fmla="*/ 152 h 152"/>
                <a:gd name="T12" fmla="*/ 171 w 171"/>
                <a:gd name="T13" fmla="*/ 146 h 152"/>
                <a:gd name="T14" fmla="*/ 171 w 171"/>
                <a:gd name="T15" fmla="*/ 5 h 152"/>
                <a:gd name="T16" fmla="*/ 166 w 171"/>
                <a:gd name="T17" fmla="*/ 0 h 152"/>
                <a:gd name="T18" fmla="*/ 132 w 171"/>
                <a:gd name="T19" fmla="*/ 12 h 152"/>
                <a:gd name="T20" fmla="*/ 139 w 171"/>
                <a:gd name="T21" fmla="*/ 19 h 152"/>
                <a:gd name="T22" fmla="*/ 132 w 171"/>
                <a:gd name="T23" fmla="*/ 26 h 152"/>
                <a:gd name="T24" fmla="*/ 125 w 171"/>
                <a:gd name="T25" fmla="*/ 19 h 152"/>
                <a:gd name="T26" fmla="*/ 132 w 171"/>
                <a:gd name="T27" fmla="*/ 12 h 152"/>
                <a:gd name="T28" fmla="*/ 111 w 171"/>
                <a:gd name="T29" fmla="*/ 12 h 152"/>
                <a:gd name="T30" fmla="*/ 118 w 171"/>
                <a:gd name="T31" fmla="*/ 19 h 152"/>
                <a:gd name="T32" fmla="*/ 111 w 171"/>
                <a:gd name="T33" fmla="*/ 26 h 152"/>
                <a:gd name="T34" fmla="*/ 103 w 171"/>
                <a:gd name="T35" fmla="*/ 19 h 152"/>
                <a:gd name="T36" fmla="*/ 111 w 171"/>
                <a:gd name="T37" fmla="*/ 12 h 152"/>
                <a:gd name="T38" fmla="*/ 160 w 171"/>
                <a:gd name="T39" fmla="*/ 141 h 152"/>
                <a:gd name="T40" fmla="*/ 11 w 171"/>
                <a:gd name="T41" fmla="*/ 141 h 152"/>
                <a:gd name="T42" fmla="*/ 11 w 171"/>
                <a:gd name="T43" fmla="*/ 38 h 152"/>
                <a:gd name="T44" fmla="*/ 160 w 171"/>
                <a:gd name="T45" fmla="*/ 38 h 152"/>
                <a:gd name="T46" fmla="*/ 160 w 171"/>
                <a:gd name="T47" fmla="*/ 141 h 152"/>
                <a:gd name="T48" fmla="*/ 153 w 171"/>
                <a:gd name="T49" fmla="*/ 26 h 152"/>
                <a:gd name="T50" fmla="*/ 146 w 171"/>
                <a:gd name="T51" fmla="*/ 19 h 152"/>
                <a:gd name="T52" fmla="*/ 153 w 171"/>
                <a:gd name="T53" fmla="*/ 12 h 152"/>
                <a:gd name="T54" fmla="*/ 160 w 171"/>
                <a:gd name="T55" fmla="*/ 19 h 152"/>
                <a:gd name="T56" fmla="*/ 153 w 171"/>
                <a:gd name="T57" fmla="*/ 26 h 152"/>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71" h="152">
                  <a:moveTo>
                    <a:pt x="166" y="0"/>
                  </a:moveTo>
                  <a:cubicBezTo>
                    <a:pt x="6" y="0"/>
                    <a:pt x="6" y="0"/>
                    <a:pt x="6" y="0"/>
                  </a:cubicBezTo>
                  <a:cubicBezTo>
                    <a:pt x="3" y="0"/>
                    <a:pt x="0" y="2"/>
                    <a:pt x="0" y="5"/>
                  </a:cubicBezTo>
                  <a:cubicBezTo>
                    <a:pt x="0" y="146"/>
                    <a:pt x="0" y="146"/>
                    <a:pt x="0" y="146"/>
                  </a:cubicBezTo>
                  <a:cubicBezTo>
                    <a:pt x="0" y="149"/>
                    <a:pt x="3" y="152"/>
                    <a:pt x="6" y="152"/>
                  </a:cubicBezTo>
                  <a:cubicBezTo>
                    <a:pt x="166" y="152"/>
                    <a:pt x="166" y="152"/>
                    <a:pt x="166" y="152"/>
                  </a:cubicBezTo>
                  <a:cubicBezTo>
                    <a:pt x="169" y="152"/>
                    <a:pt x="171" y="149"/>
                    <a:pt x="171" y="146"/>
                  </a:cubicBezTo>
                  <a:cubicBezTo>
                    <a:pt x="171" y="5"/>
                    <a:pt x="171" y="5"/>
                    <a:pt x="171" y="5"/>
                  </a:cubicBezTo>
                  <a:cubicBezTo>
                    <a:pt x="171" y="2"/>
                    <a:pt x="169" y="0"/>
                    <a:pt x="166" y="0"/>
                  </a:cubicBezTo>
                  <a:close/>
                  <a:moveTo>
                    <a:pt x="132" y="12"/>
                  </a:moveTo>
                  <a:cubicBezTo>
                    <a:pt x="136" y="12"/>
                    <a:pt x="139" y="15"/>
                    <a:pt x="139" y="19"/>
                  </a:cubicBezTo>
                  <a:cubicBezTo>
                    <a:pt x="139" y="23"/>
                    <a:pt x="136" y="26"/>
                    <a:pt x="132" y="26"/>
                  </a:cubicBezTo>
                  <a:cubicBezTo>
                    <a:pt x="128" y="26"/>
                    <a:pt x="125" y="23"/>
                    <a:pt x="125" y="19"/>
                  </a:cubicBezTo>
                  <a:cubicBezTo>
                    <a:pt x="125" y="15"/>
                    <a:pt x="128" y="12"/>
                    <a:pt x="132" y="12"/>
                  </a:cubicBezTo>
                  <a:close/>
                  <a:moveTo>
                    <a:pt x="111" y="12"/>
                  </a:moveTo>
                  <a:cubicBezTo>
                    <a:pt x="115" y="12"/>
                    <a:pt x="118" y="15"/>
                    <a:pt x="118" y="19"/>
                  </a:cubicBezTo>
                  <a:cubicBezTo>
                    <a:pt x="118" y="23"/>
                    <a:pt x="115" y="26"/>
                    <a:pt x="111" y="26"/>
                  </a:cubicBezTo>
                  <a:cubicBezTo>
                    <a:pt x="107" y="26"/>
                    <a:pt x="103" y="23"/>
                    <a:pt x="103" y="19"/>
                  </a:cubicBezTo>
                  <a:cubicBezTo>
                    <a:pt x="103" y="15"/>
                    <a:pt x="107" y="12"/>
                    <a:pt x="111" y="12"/>
                  </a:cubicBezTo>
                  <a:close/>
                  <a:moveTo>
                    <a:pt x="160" y="141"/>
                  </a:moveTo>
                  <a:cubicBezTo>
                    <a:pt x="11" y="141"/>
                    <a:pt x="11" y="141"/>
                    <a:pt x="11" y="141"/>
                  </a:cubicBezTo>
                  <a:cubicBezTo>
                    <a:pt x="11" y="38"/>
                    <a:pt x="11" y="38"/>
                    <a:pt x="11" y="38"/>
                  </a:cubicBezTo>
                  <a:cubicBezTo>
                    <a:pt x="160" y="38"/>
                    <a:pt x="160" y="38"/>
                    <a:pt x="160" y="38"/>
                  </a:cubicBezTo>
                  <a:lnTo>
                    <a:pt x="160" y="141"/>
                  </a:lnTo>
                  <a:close/>
                  <a:moveTo>
                    <a:pt x="153" y="26"/>
                  </a:moveTo>
                  <a:cubicBezTo>
                    <a:pt x="149" y="26"/>
                    <a:pt x="146" y="23"/>
                    <a:pt x="146" y="19"/>
                  </a:cubicBezTo>
                  <a:cubicBezTo>
                    <a:pt x="146" y="15"/>
                    <a:pt x="149" y="12"/>
                    <a:pt x="153" y="12"/>
                  </a:cubicBezTo>
                  <a:cubicBezTo>
                    <a:pt x="157" y="12"/>
                    <a:pt x="160" y="15"/>
                    <a:pt x="160" y="19"/>
                  </a:cubicBezTo>
                  <a:cubicBezTo>
                    <a:pt x="160" y="23"/>
                    <a:pt x="157" y="26"/>
                    <a:pt x="153" y="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1">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45" name="Freeform 825">
              <a:extLst>
                <a:ext uri="{FF2B5EF4-FFF2-40B4-BE49-F238E27FC236}">
                  <a16:creationId xmlns:a16="http://schemas.microsoft.com/office/drawing/2014/main" id="{46AAEEAE-C561-4CF4-84AB-6B6B646D0BD7}"/>
                </a:ext>
              </a:extLst>
            </p:cNvPr>
            <p:cNvSpPr/>
            <p:nvPr/>
          </p:nvSpPr>
          <p:spPr bwMode="auto">
            <a:xfrm>
              <a:off x="6287381" y="4404262"/>
              <a:ext cx="40119" cy="33613"/>
            </a:xfrm>
            <a:custGeom>
              <a:gdLst>
                <a:gd name="T0" fmla="*/ 16 w 16"/>
                <a:gd name="T1" fmla="*/ 11 h 13"/>
                <a:gd name="T2" fmla="*/ 13 w 16"/>
                <a:gd name="T3" fmla="*/ 13 h 13"/>
                <a:gd name="T4" fmla="*/ 2 w 16"/>
                <a:gd name="T5" fmla="*/ 13 h 13"/>
                <a:gd name="T6" fmla="*/ 0 w 16"/>
                <a:gd name="T7" fmla="*/ 11 h 13"/>
                <a:gd name="T8" fmla="*/ 0 w 16"/>
                <a:gd name="T9" fmla="*/ 2 h 13"/>
                <a:gd name="T10" fmla="*/ 2 w 16"/>
                <a:gd name="T11" fmla="*/ 0 h 13"/>
                <a:gd name="T12" fmla="*/ 13 w 16"/>
                <a:gd name="T13" fmla="*/ 0 h 13"/>
                <a:gd name="T14" fmla="*/ 16 w 16"/>
                <a:gd name="T15" fmla="*/ 2 h 13"/>
                <a:gd name="T16" fmla="*/ 16 w 16"/>
                <a:gd name="T17" fmla="*/ 11 h 13"/>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 h="13">
                  <a:moveTo>
                    <a:pt x="16" y="11"/>
                  </a:moveTo>
                  <a:cubicBezTo>
                    <a:pt x="16" y="12"/>
                    <a:pt x="15" y="13"/>
                    <a:pt x="13" y="13"/>
                  </a:cubicBezTo>
                  <a:cubicBezTo>
                    <a:pt x="2" y="13"/>
                    <a:pt x="2" y="13"/>
                    <a:pt x="2" y="13"/>
                  </a:cubicBezTo>
                  <a:cubicBezTo>
                    <a:pt x="1" y="13"/>
                    <a:pt x="0" y="12"/>
                    <a:pt x="0" y="11"/>
                  </a:cubicBezTo>
                  <a:cubicBezTo>
                    <a:pt x="0" y="2"/>
                    <a:pt x="0" y="2"/>
                    <a:pt x="0" y="2"/>
                  </a:cubicBezTo>
                  <a:cubicBezTo>
                    <a:pt x="0" y="1"/>
                    <a:pt x="1" y="0"/>
                    <a:pt x="2" y="0"/>
                  </a:cubicBezTo>
                  <a:cubicBezTo>
                    <a:pt x="13" y="0"/>
                    <a:pt x="13" y="0"/>
                    <a:pt x="13" y="0"/>
                  </a:cubicBezTo>
                  <a:cubicBezTo>
                    <a:pt x="15" y="0"/>
                    <a:pt x="16" y="1"/>
                    <a:pt x="16" y="2"/>
                  </a:cubicBezTo>
                  <a:lnTo>
                    <a:pt x="16" y="1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1">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46" name="Freeform 826">
              <a:extLst>
                <a:ext uri="{FF2B5EF4-FFF2-40B4-BE49-F238E27FC236}">
                  <a16:creationId xmlns:a16="http://schemas.microsoft.com/office/drawing/2014/main" id="{1AFBE697-DEAA-4DDF-A2F3-71159F1BDDA5}"/>
                </a:ext>
              </a:extLst>
            </p:cNvPr>
            <p:cNvSpPr/>
            <p:nvPr/>
          </p:nvSpPr>
          <p:spPr bwMode="auto">
            <a:xfrm>
              <a:off x="6222324" y="4435706"/>
              <a:ext cx="46625" cy="48793"/>
            </a:xfrm>
            <a:custGeom>
              <a:gdLst>
                <a:gd name="T0" fmla="*/ 17 w 18"/>
                <a:gd name="T1" fmla="*/ 4 h 19"/>
                <a:gd name="T2" fmla="*/ 18 w 18"/>
                <a:gd name="T3" fmla="*/ 8 h 19"/>
                <a:gd name="T4" fmla="*/ 12 w 18"/>
                <a:gd name="T5" fmla="*/ 17 h 19"/>
                <a:gd name="T6" fmla="*/ 9 w 18"/>
                <a:gd name="T7" fmla="*/ 18 h 19"/>
                <a:gd name="T8" fmla="*/ 1 w 18"/>
                <a:gd name="T9" fmla="*/ 14 h 19"/>
                <a:gd name="T10" fmla="*/ 0 w 18"/>
                <a:gd name="T11" fmla="*/ 11 h 19"/>
                <a:gd name="T12" fmla="*/ 6 w 18"/>
                <a:gd name="T13" fmla="*/ 1 h 19"/>
                <a:gd name="T14" fmla="*/ 9 w 18"/>
                <a:gd name="T15" fmla="*/ 0 h 19"/>
                <a:gd name="T16" fmla="*/ 17 w 18"/>
                <a:gd name="T17" fmla="*/ 4 h 19"/>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 h="19">
                  <a:moveTo>
                    <a:pt x="17" y="4"/>
                  </a:moveTo>
                  <a:cubicBezTo>
                    <a:pt x="18" y="5"/>
                    <a:pt x="18" y="7"/>
                    <a:pt x="18" y="8"/>
                  </a:cubicBezTo>
                  <a:cubicBezTo>
                    <a:pt x="12" y="17"/>
                    <a:pt x="12" y="17"/>
                    <a:pt x="12" y="17"/>
                  </a:cubicBezTo>
                  <a:cubicBezTo>
                    <a:pt x="11" y="19"/>
                    <a:pt x="10" y="19"/>
                    <a:pt x="9" y="18"/>
                  </a:cubicBezTo>
                  <a:cubicBezTo>
                    <a:pt x="1" y="14"/>
                    <a:pt x="1" y="14"/>
                    <a:pt x="1" y="14"/>
                  </a:cubicBezTo>
                  <a:cubicBezTo>
                    <a:pt x="0" y="14"/>
                    <a:pt x="0" y="12"/>
                    <a:pt x="0" y="11"/>
                  </a:cubicBezTo>
                  <a:cubicBezTo>
                    <a:pt x="6" y="1"/>
                    <a:pt x="6" y="1"/>
                    <a:pt x="6" y="1"/>
                  </a:cubicBezTo>
                  <a:cubicBezTo>
                    <a:pt x="7" y="0"/>
                    <a:pt x="8" y="0"/>
                    <a:pt x="9" y="0"/>
                  </a:cubicBezTo>
                  <a:lnTo>
                    <a:pt x="17"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1">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47" name="Freeform 827">
              <a:extLst>
                <a:ext uri="{FF2B5EF4-FFF2-40B4-BE49-F238E27FC236}">
                  <a16:creationId xmlns:a16="http://schemas.microsoft.com/office/drawing/2014/main" id="{F101C810-549D-41E2-9DDA-BB91D0577E79}"/>
                </a:ext>
              </a:extLst>
            </p:cNvPr>
            <p:cNvSpPr/>
            <p:nvPr/>
          </p:nvSpPr>
          <p:spPr bwMode="auto">
            <a:xfrm>
              <a:off x="6225577" y="4505100"/>
              <a:ext cx="45540" cy="50962"/>
            </a:xfrm>
            <a:custGeom>
              <a:gdLst>
                <a:gd name="T0" fmla="*/ 9 w 18"/>
                <a:gd name="T1" fmla="*/ 1 h 20"/>
                <a:gd name="T2" fmla="*/ 12 w 18"/>
                <a:gd name="T3" fmla="*/ 2 h 20"/>
                <a:gd name="T4" fmla="*/ 18 w 18"/>
                <a:gd name="T5" fmla="*/ 12 h 20"/>
                <a:gd name="T6" fmla="*/ 17 w 18"/>
                <a:gd name="T7" fmla="*/ 15 h 20"/>
                <a:gd name="T8" fmla="*/ 9 w 18"/>
                <a:gd name="T9" fmla="*/ 19 h 20"/>
                <a:gd name="T10" fmla="*/ 6 w 18"/>
                <a:gd name="T11" fmla="*/ 18 h 20"/>
                <a:gd name="T12" fmla="*/ 0 w 18"/>
                <a:gd name="T13" fmla="*/ 9 h 20"/>
                <a:gd name="T14" fmla="*/ 1 w 18"/>
                <a:gd name="T15" fmla="*/ 5 h 20"/>
                <a:gd name="T16" fmla="*/ 9 w 18"/>
                <a:gd name="T17" fmla="*/ 1 h 20"/>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 h="20">
                  <a:moveTo>
                    <a:pt x="9" y="1"/>
                  </a:moveTo>
                  <a:cubicBezTo>
                    <a:pt x="10" y="0"/>
                    <a:pt x="11" y="1"/>
                    <a:pt x="12" y="2"/>
                  </a:cubicBezTo>
                  <a:cubicBezTo>
                    <a:pt x="18" y="12"/>
                    <a:pt x="18" y="12"/>
                    <a:pt x="18" y="12"/>
                  </a:cubicBezTo>
                  <a:cubicBezTo>
                    <a:pt x="18" y="13"/>
                    <a:pt x="18" y="14"/>
                    <a:pt x="17" y="15"/>
                  </a:cubicBezTo>
                  <a:cubicBezTo>
                    <a:pt x="9" y="19"/>
                    <a:pt x="9" y="19"/>
                    <a:pt x="9" y="19"/>
                  </a:cubicBezTo>
                  <a:cubicBezTo>
                    <a:pt x="8" y="20"/>
                    <a:pt x="7" y="20"/>
                    <a:pt x="6" y="18"/>
                  </a:cubicBezTo>
                  <a:cubicBezTo>
                    <a:pt x="0" y="9"/>
                    <a:pt x="0" y="9"/>
                    <a:pt x="0" y="9"/>
                  </a:cubicBezTo>
                  <a:cubicBezTo>
                    <a:pt x="0" y="8"/>
                    <a:pt x="0" y="6"/>
                    <a:pt x="1" y="5"/>
                  </a:cubicBezTo>
                  <a:lnTo>
                    <a:pt x="9" y="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1">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48" name="Freeform 828">
              <a:extLst>
                <a:ext uri="{FF2B5EF4-FFF2-40B4-BE49-F238E27FC236}">
                  <a16:creationId xmlns:a16="http://schemas.microsoft.com/office/drawing/2014/main" id="{940040CA-32EB-4851-BC78-E5BDBB55A4FA}"/>
                </a:ext>
              </a:extLst>
            </p:cNvPr>
            <p:cNvSpPr/>
            <p:nvPr/>
          </p:nvSpPr>
          <p:spPr bwMode="auto">
            <a:xfrm>
              <a:off x="6291718" y="4548471"/>
              <a:ext cx="41203" cy="33613"/>
            </a:xfrm>
            <a:custGeom>
              <a:gdLst>
                <a:gd name="T0" fmla="*/ 0 w 16"/>
                <a:gd name="T1" fmla="*/ 2 h 13"/>
                <a:gd name="T2" fmla="*/ 2 w 16"/>
                <a:gd name="T3" fmla="*/ 0 h 13"/>
                <a:gd name="T4" fmla="*/ 13 w 16"/>
                <a:gd name="T5" fmla="*/ 0 h 13"/>
                <a:gd name="T6" fmla="*/ 16 w 16"/>
                <a:gd name="T7" fmla="*/ 2 h 13"/>
                <a:gd name="T8" fmla="*/ 16 w 16"/>
                <a:gd name="T9" fmla="*/ 10 h 13"/>
                <a:gd name="T10" fmla="*/ 13 w 16"/>
                <a:gd name="T11" fmla="*/ 13 h 13"/>
                <a:gd name="T12" fmla="*/ 2 w 16"/>
                <a:gd name="T13" fmla="*/ 13 h 13"/>
                <a:gd name="T14" fmla="*/ 0 w 16"/>
                <a:gd name="T15" fmla="*/ 10 h 13"/>
                <a:gd name="T16" fmla="*/ 0 w 16"/>
                <a:gd name="T17" fmla="*/ 2 h 13"/>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 h="13">
                  <a:moveTo>
                    <a:pt x="0" y="2"/>
                  </a:moveTo>
                  <a:cubicBezTo>
                    <a:pt x="0" y="1"/>
                    <a:pt x="1" y="0"/>
                    <a:pt x="2" y="0"/>
                  </a:cubicBezTo>
                  <a:cubicBezTo>
                    <a:pt x="13" y="0"/>
                    <a:pt x="13" y="0"/>
                    <a:pt x="13" y="0"/>
                  </a:cubicBezTo>
                  <a:cubicBezTo>
                    <a:pt x="15" y="0"/>
                    <a:pt x="16" y="1"/>
                    <a:pt x="16" y="2"/>
                  </a:cubicBezTo>
                  <a:cubicBezTo>
                    <a:pt x="16" y="10"/>
                    <a:pt x="16" y="10"/>
                    <a:pt x="16" y="10"/>
                  </a:cubicBezTo>
                  <a:cubicBezTo>
                    <a:pt x="16" y="12"/>
                    <a:pt x="15" y="13"/>
                    <a:pt x="13" y="13"/>
                  </a:cubicBezTo>
                  <a:cubicBezTo>
                    <a:pt x="2" y="13"/>
                    <a:pt x="2" y="13"/>
                    <a:pt x="2" y="13"/>
                  </a:cubicBezTo>
                  <a:cubicBezTo>
                    <a:pt x="1" y="13"/>
                    <a:pt x="0" y="12"/>
                    <a:pt x="0" y="10"/>
                  </a:cubicBezTo>
                  <a:lnTo>
                    <a:pt x="0" y="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1">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49" name="Freeform 829">
              <a:extLst>
                <a:ext uri="{FF2B5EF4-FFF2-40B4-BE49-F238E27FC236}">
                  <a16:creationId xmlns:a16="http://schemas.microsoft.com/office/drawing/2014/main" id="{AC5AB32E-340B-4697-977E-9A5E5271720F}"/>
                </a:ext>
              </a:extLst>
            </p:cNvPr>
            <p:cNvSpPr/>
            <p:nvPr/>
          </p:nvSpPr>
          <p:spPr bwMode="auto">
            <a:xfrm>
              <a:off x="6348101" y="4501847"/>
              <a:ext cx="48793" cy="48793"/>
            </a:xfrm>
            <a:custGeom>
              <a:gdLst>
                <a:gd name="T0" fmla="*/ 2 w 19"/>
                <a:gd name="T1" fmla="*/ 14 h 19"/>
                <a:gd name="T2" fmla="*/ 1 w 19"/>
                <a:gd name="T3" fmla="*/ 11 h 19"/>
                <a:gd name="T4" fmla="*/ 6 w 19"/>
                <a:gd name="T5" fmla="*/ 1 h 19"/>
                <a:gd name="T6" fmla="*/ 10 w 19"/>
                <a:gd name="T7" fmla="*/ 0 h 19"/>
                <a:gd name="T8" fmla="*/ 17 w 19"/>
                <a:gd name="T9" fmla="*/ 5 h 19"/>
                <a:gd name="T10" fmla="*/ 18 w 19"/>
                <a:gd name="T11" fmla="*/ 8 h 19"/>
                <a:gd name="T12" fmla="*/ 12 w 19"/>
                <a:gd name="T13" fmla="*/ 18 h 19"/>
                <a:gd name="T14" fmla="*/ 9 w 19"/>
                <a:gd name="T15" fmla="*/ 19 h 19"/>
                <a:gd name="T16" fmla="*/ 2 w 19"/>
                <a:gd name="T17" fmla="*/ 14 h 19"/>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 h="19">
                  <a:moveTo>
                    <a:pt x="2" y="14"/>
                  </a:moveTo>
                  <a:cubicBezTo>
                    <a:pt x="1" y="14"/>
                    <a:pt x="0" y="12"/>
                    <a:pt x="1" y="11"/>
                  </a:cubicBezTo>
                  <a:cubicBezTo>
                    <a:pt x="6" y="1"/>
                    <a:pt x="6" y="1"/>
                    <a:pt x="6" y="1"/>
                  </a:cubicBezTo>
                  <a:cubicBezTo>
                    <a:pt x="7" y="0"/>
                    <a:pt x="9" y="0"/>
                    <a:pt x="10" y="0"/>
                  </a:cubicBezTo>
                  <a:cubicBezTo>
                    <a:pt x="17" y="5"/>
                    <a:pt x="17" y="5"/>
                    <a:pt x="17" y="5"/>
                  </a:cubicBezTo>
                  <a:cubicBezTo>
                    <a:pt x="18" y="5"/>
                    <a:pt x="19" y="7"/>
                    <a:pt x="18" y="8"/>
                  </a:cubicBezTo>
                  <a:cubicBezTo>
                    <a:pt x="12" y="18"/>
                    <a:pt x="12" y="18"/>
                    <a:pt x="12" y="18"/>
                  </a:cubicBezTo>
                  <a:cubicBezTo>
                    <a:pt x="12" y="19"/>
                    <a:pt x="10" y="19"/>
                    <a:pt x="9" y="19"/>
                  </a:cubicBezTo>
                  <a:lnTo>
                    <a:pt x="2"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1">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50" name="Freeform 830">
              <a:extLst>
                <a:ext uri="{FF2B5EF4-FFF2-40B4-BE49-F238E27FC236}">
                  <a16:creationId xmlns:a16="http://schemas.microsoft.com/office/drawing/2014/main" id="{E5E63176-D7C7-49C7-BAD2-AC153AC67502}"/>
                </a:ext>
              </a:extLst>
            </p:cNvPr>
            <p:cNvSpPr/>
            <p:nvPr/>
          </p:nvSpPr>
          <p:spPr bwMode="auto">
            <a:xfrm>
              <a:off x="6345932" y="4430285"/>
              <a:ext cx="48793" cy="48793"/>
            </a:xfrm>
            <a:custGeom>
              <a:gdLst>
                <a:gd name="T0" fmla="*/ 10 w 19"/>
                <a:gd name="T1" fmla="*/ 19 h 19"/>
                <a:gd name="T2" fmla="*/ 6 w 19"/>
                <a:gd name="T3" fmla="*/ 18 h 19"/>
                <a:gd name="T4" fmla="*/ 1 w 19"/>
                <a:gd name="T5" fmla="*/ 8 h 19"/>
                <a:gd name="T6" fmla="*/ 2 w 19"/>
                <a:gd name="T7" fmla="*/ 5 h 19"/>
                <a:gd name="T8" fmla="*/ 9 w 19"/>
                <a:gd name="T9" fmla="*/ 1 h 19"/>
                <a:gd name="T10" fmla="*/ 12 w 19"/>
                <a:gd name="T11" fmla="*/ 2 h 19"/>
                <a:gd name="T12" fmla="*/ 18 w 19"/>
                <a:gd name="T13" fmla="*/ 11 h 19"/>
                <a:gd name="T14" fmla="*/ 17 w 19"/>
                <a:gd name="T15" fmla="*/ 14 h 19"/>
                <a:gd name="T16" fmla="*/ 10 w 19"/>
                <a:gd name="T17" fmla="*/ 19 h 19"/>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 h="19">
                  <a:moveTo>
                    <a:pt x="10" y="19"/>
                  </a:moveTo>
                  <a:cubicBezTo>
                    <a:pt x="9" y="19"/>
                    <a:pt x="7" y="19"/>
                    <a:pt x="6" y="18"/>
                  </a:cubicBezTo>
                  <a:cubicBezTo>
                    <a:pt x="1" y="8"/>
                    <a:pt x="1" y="8"/>
                    <a:pt x="1" y="8"/>
                  </a:cubicBezTo>
                  <a:cubicBezTo>
                    <a:pt x="0" y="7"/>
                    <a:pt x="0" y="5"/>
                    <a:pt x="2" y="5"/>
                  </a:cubicBezTo>
                  <a:cubicBezTo>
                    <a:pt x="9" y="1"/>
                    <a:pt x="9" y="1"/>
                    <a:pt x="9" y="1"/>
                  </a:cubicBezTo>
                  <a:cubicBezTo>
                    <a:pt x="10" y="0"/>
                    <a:pt x="12" y="0"/>
                    <a:pt x="12" y="2"/>
                  </a:cubicBezTo>
                  <a:cubicBezTo>
                    <a:pt x="18" y="11"/>
                    <a:pt x="18" y="11"/>
                    <a:pt x="18" y="11"/>
                  </a:cubicBezTo>
                  <a:cubicBezTo>
                    <a:pt x="19" y="12"/>
                    <a:pt x="18" y="14"/>
                    <a:pt x="17" y="14"/>
                  </a:cubicBezTo>
                  <a:lnTo>
                    <a:pt x="10" y="1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1">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51" name="Freeform 831">
              <a:extLst>
                <a:ext uri="{FF2B5EF4-FFF2-40B4-BE49-F238E27FC236}">
                  <a16:creationId xmlns:a16="http://schemas.microsoft.com/office/drawing/2014/main" id="{36EA1038-B9B3-4C86-95DA-EF983E4EB054}"/>
                </a:ext>
              </a:extLst>
            </p:cNvPr>
            <p:cNvSpPr>
              <a:spLocks noEditPoints="1"/>
            </p:cNvSpPr>
            <p:nvPr/>
          </p:nvSpPr>
          <p:spPr bwMode="auto">
            <a:xfrm>
              <a:off x="6246178" y="4428116"/>
              <a:ext cx="127945" cy="127945"/>
            </a:xfrm>
            <a:custGeom>
              <a:gdLst>
                <a:gd name="T0" fmla="*/ 25 w 50"/>
                <a:gd name="T1" fmla="*/ 0 h 50"/>
                <a:gd name="T2" fmla="*/ 0 w 50"/>
                <a:gd name="T3" fmla="*/ 25 h 50"/>
                <a:gd name="T4" fmla="*/ 25 w 50"/>
                <a:gd name="T5" fmla="*/ 50 h 50"/>
                <a:gd name="T6" fmla="*/ 50 w 50"/>
                <a:gd name="T7" fmla="*/ 25 h 50"/>
                <a:gd name="T8" fmla="*/ 25 w 50"/>
                <a:gd name="T9" fmla="*/ 0 h 50"/>
                <a:gd name="T10" fmla="*/ 25 w 50"/>
                <a:gd name="T11" fmla="*/ 37 h 50"/>
                <a:gd name="T12" fmla="*/ 13 w 50"/>
                <a:gd name="T13" fmla="*/ 25 h 50"/>
                <a:gd name="T14" fmla="*/ 25 w 50"/>
                <a:gd name="T15" fmla="*/ 13 h 50"/>
                <a:gd name="T16" fmla="*/ 37 w 50"/>
                <a:gd name="T17" fmla="*/ 25 h 50"/>
                <a:gd name="T18" fmla="*/ 25 w 50"/>
                <a:gd name="T19" fmla="*/ 37 h 50"/>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0" h="50">
                  <a:moveTo>
                    <a:pt x="25" y="0"/>
                  </a:moveTo>
                  <a:cubicBezTo>
                    <a:pt x="11" y="0"/>
                    <a:pt x="0" y="12"/>
                    <a:pt x="0" y="25"/>
                  </a:cubicBezTo>
                  <a:cubicBezTo>
                    <a:pt x="0" y="39"/>
                    <a:pt x="11" y="50"/>
                    <a:pt x="25" y="50"/>
                  </a:cubicBezTo>
                  <a:cubicBezTo>
                    <a:pt x="39" y="50"/>
                    <a:pt x="50" y="39"/>
                    <a:pt x="50" y="25"/>
                  </a:cubicBezTo>
                  <a:cubicBezTo>
                    <a:pt x="50" y="12"/>
                    <a:pt x="39" y="0"/>
                    <a:pt x="25" y="0"/>
                  </a:cubicBezTo>
                  <a:close/>
                  <a:moveTo>
                    <a:pt x="25" y="37"/>
                  </a:moveTo>
                  <a:cubicBezTo>
                    <a:pt x="18" y="37"/>
                    <a:pt x="13" y="32"/>
                    <a:pt x="13" y="25"/>
                  </a:cubicBezTo>
                  <a:cubicBezTo>
                    <a:pt x="13" y="19"/>
                    <a:pt x="18" y="13"/>
                    <a:pt x="25" y="13"/>
                  </a:cubicBezTo>
                  <a:cubicBezTo>
                    <a:pt x="31" y="13"/>
                    <a:pt x="37" y="19"/>
                    <a:pt x="37" y="25"/>
                  </a:cubicBezTo>
                  <a:cubicBezTo>
                    <a:pt x="37" y="32"/>
                    <a:pt x="31" y="37"/>
                    <a:pt x="25" y="3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1">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52" name="Freeform 832">
              <a:extLst>
                <a:ext uri="{FF2B5EF4-FFF2-40B4-BE49-F238E27FC236}">
                  <a16:creationId xmlns:a16="http://schemas.microsoft.com/office/drawing/2014/main" id="{14A5BA6F-60E0-4C06-A731-F9290A20F955}"/>
                </a:ext>
              </a:extLst>
            </p:cNvPr>
            <p:cNvSpPr/>
            <p:nvPr/>
          </p:nvSpPr>
          <p:spPr bwMode="auto">
            <a:xfrm>
              <a:off x="6058597" y="4412936"/>
              <a:ext cx="161559" cy="201677"/>
            </a:xfrm>
            <a:custGeom>
              <a:gdLst>
                <a:gd name="T0" fmla="*/ 27 w 63"/>
                <a:gd name="T1" fmla="*/ 78 h 79"/>
                <a:gd name="T2" fmla="*/ 28 w 63"/>
                <a:gd name="T3" fmla="*/ 78 h 79"/>
                <a:gd name="T4" fmla="*/ 29 w 63"/>
                <a:gd name="T5" fmla="*/ 78 h 79"/>
                <a:gd name="T6" fmla="*/ 30 w 63"/>
                <a:gd name="T7" fmla="*/ 78 h 79"/>
                <a:gd name="T8" fmla="*/ 30 w 63"/>
                <a:gd name="T9" fmla="*/ 79 h 79"/>
                <a:gd name="T10" fmla="*/ 31 w 63"/>
                <a:gd name="T11" fmla="*/ 79 h 79"/>
                <a:gd name="T12" fmla="*/ 31 w 63"/>
                <a:gd name="T13" fmla="*/ 79 h 79"/>
                <a:gd name="T14" fmla="*/ 31 w 63"/>
                <a:gd name="T15" fmla="*/ 79 h 79"/>
                <a:gd name="T16" fmla="*/ 33 w 63"/>
                <a:gd name="T17" fmla="*/ 79 h 79"/>
                <a:gd name="T18" fmla="*/ 33 w 63"/>
                <a:gd name="T19" fmla="*/ 78 h 79"/>
                <a:gd name="T20" fmla="*/ 34 w 63"/>
                <a:gd name="T21" fmla="*/ 78 h 79"/>
                <a:gd name="T22" fmla="*/ 35 w 63"/>
                <a:gd name="T23" fmla="*/ 78 h 79"/>
                <a:gd name="T24" fmla="*/ 35 w 63"/>
                <a:gd name="T25" fmla="*/ 78 h 79"/>
                <a:gd name="T26" fmla="*/ 36 w 63"/>
                <a:gd name="T27" fmla="*/ 77 h 79"/>
                <a:gd name="T28" fmla="*/ 36 w 63"/>
                <a:gd name="T29" fmla="*/ 77 h 79"/>
                <a:gd name="T30" fmla="*/ 59 w 63"/>
                <a:gd name="T31" fmla="*/ 60 h 79"/>
                <a:gd name="T32" fmla="*/ 61 w 63"/>
                <a:gd name="T33" fmla="*/ 50 h 79"/>
                <a:gd name="T34" fmla="*/ 50 w 63"/>
                <a:gd name="T35" fmla="*/ 48 h 79"/>
                <a:gd name="T36" fmla="*/ 39 w 63"/>
                <a:gd name="T37" fmla="*/ 56 h 79"/>
                <a:gd name="T38" fmla="*/ 39 w 63"/>
                <a:gd name="T39" fmla="*/ 7 h 79"/>
                <a:gd name="T40" fmla="*/ 31 w 63"/>
                <a:gd name="T41" fmla="*/ 0 h 79"/>
                <a:gd name="T42" fmla="*/ 24 w 63"/>
                <a:gd name="T43" fmla="*/ 7 h 79"/>
                <a:gd name="T44" fmla="*/ 24 w 63"/>
                <a:gd name="T45" fmla="*/ 56 h 79"/>
                <a:gd name="T46" fmla="*/ 13 w 63"/>
                <a:gd name="T47" fmla="*/ 48 h 79"/>
                <a:gd name="T48" fmla="*/ 2 w 63"/>
                <a:gd name="T49" fmla="*/ 50 h 79"/>
                <a:gd name="T50" fmla="*/ 0 w 63"/>
                <a:gd name="T51" fmla="*/ 54 h 79"/>
                <a:gd name="T52" fmla="*/ 4 w 63"/>
                <a:gd name="T53" fmla="*/ 60 h 79"/>
                <a:gd name="T54" fmla="*/ 27 w 63"/>
                <a:gd name="T55" fmla="*/ 77 h 79"/>
                <a:gd name="T56" fmla="*/ 27 w 63"/>
                <a:gd name="T57" fmla="*/ 77 h 79"/>
                <a:gd name="T58" fmla="*/ 27 w 63"/>
                <a:gd name="T59" fmla="*/ 78 h 79"/>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62" h="79">
                  <a:moveTo>
                    <a:pt x="27" y="78"/>
                  </a:moveTo>
                  <a:cubicBezTo>
                    <a:pt x="28" y="78"/>
                    <a:pt x="28" y="78"/>
                    <a:pt x="28" y="78"/>
                  </a:cubicBezTo>
                  <a:cubicBezTo>
                    <a:pt x="28" y="78"/>
                    <a:pt x="29" y="78"/>
                    <a:pt x="29" y="78"/>
                  </a:cubicBezTo>
                  <a:cubicBezTo>
                    <a:pt x="29" y="78"/>
                    <a:pt x="29" y="78"/>
                    <a:pt x="30" y="78"/>
                  </a:cubicBezTo>
                  <a:cubicBezTo>
                    <a:pt x="30" y="79"/>
                    <a:pt x="30" y="79"/>
                    <a:pt x="30" y="79"/>
                  </a:cubicBezTo>
                  <a:cubicBezTo>
                    <a:pt x="30" y="79"/>
                    <a:pt x="31" y="79"/>
                    <a:pt x="31" y="79"/>
                  </a:cubicBezTo>
                  <a:cubicBezTo>
                    <a:pt x="31" y="79"/>
                    <a:pt x="31" y="79"/>
                    <a:pt x="31" y="79"/>
                  </a:cubicBezTo>
                  <a:cubicBezTo>
                    <a:pt x="31" y="79"/>
                    <a:pt x="31" y="79"/>
                    <a:pt x="31" y="79"/>
                  </a:cubicBezTo>
                  <a:cubicBezTo>
                    <a:pt x="32" y="79"/>
                    <a:pt x="32" y="79"/>
                    <a:pt x="33" y="79"/>
                  </a:cubicBezTo>
                  <a:cubicBezTo>
                    <a:pt x="33" y="79"/>
                    <a:pt x="33" y="79"/>
                    <a:pt x="33" y="78"/>
                  </a:cubicBezTo>
                  <a:cubicBezTo>
                    <a:pt x="34" y="78"/>
                    <a:pt x="34" y="78"/>
                    <a:pt x="34" y="78"/>
                  </a:cubicBezTo>
                  <a:cubicBezTo>
                    <a:pt x="34" y="78"/>
                    <a:pt x="34" y="78"/>
                    <a:pt x="35" y="78"/>
                  </a:cubicBezTo>
                  <a:cubicBezTo>
                    <a:pt x="35" y="78"/>
                    <a:pt x="35" y="78"/>
                    <a:pt x="35" y="78"/>
                  </a:cubicBezTo>
                  <a:cubicBezTo>
                    <a:pt x="36" y="78"/>
                    <a:pt x="36" y="77"/>
                    <a:pt x="36" y="77"/>
                  </a:cubicBezTo>
                  <a:cubicBezTo>
                    <a:pt x="36" y="77"/>
                    <a:pt x="36" y="77"/>
                    <a:pt x="36" y="77"/>
                  </a:cubicBezTo>
                  <a:cubicBezTo>
                    <a:pt x="59" y="60"/>
                    <a:pt x="59" y="60"/>
                    <a:pt x="59" y="60"/>
                  </a:cubicBezTo>
                  <a:cubicBezTo>
                    <a:pt x="63" y="58"/>
                    <a:pt x="63" y="53"/>
                    <a:pt x="61" y="50"/>
                  </a:cubicBezTo>
                  <a:cubicBezTo>
                    <a:pt x="59" y="46"/>
                    <a:pt x="54" y="45"/>
                    <a:pt x="50" y="48"/>
                  </a:cubicBezTo>
                  <a:cubicBezTo>
                    <a:pt x="39" y="56"/>
                    <a:pt x="39" y="56"/>
                    <a:pt x="39" y="56"/>
                  </a:cubicBezTo>
                  <a:cubicBezTo>
                    <a:pt x="39" y="7"/>
                    <a:pt x="39" y="7"/>
                    <a:pt x="39" y="7"/>
                  </a:cubicBezTo>
                  <a:cubicBezTo>
                    <a:pt x="39" y="3"/>
                    <a:pt x="36" y="0"/>
                    <a:pt x="31" y="0"/>
                  </a:cubicBezTo>
                  <a:cubicBezTo>
                    <a:pt x="27" y="0"/>
                    <a:pt x="24" y="3"/>
                    <a:pt x="24" y="7"/>
                  </a:cubicBezTo>
                  <a:cubicBezTo>
                    <a:pt x="24" y="56"/>
                    <a:pt x="24" y="56"/>
                    <a:pt x="24" y="56"/>
                  </a:cubicBezTo>
                  <a:cubicBezTo>
                    <a:pt x="13" y="48"/>
                    <a:pt x="13" y="48"/>
                    <a:pt x="13" y="48"/>
                  </a:cubicBezTo>
                  <a:cubicBezTo>
                    <a:pt x="9" y="45"/>
                    <a:pt x="4" y="46"/>
                    <a:pt x="2" y="50"/>
                  </a:cubicBezTo>
                  <a:cubicBezTo>
                    <a:pt x="1" y="51"/>
                    <a:pt x="0" y="53"/>
                    <a:pt x="0" y="54"/>
                  </a:cubicBezTo>
                  <a:cubicBezTo>
                    <a:pt x="0" y="56"/>
                    <a:pt x="1" y="59"/>
                    <a:pt x="4" y="60"/>
                  </a:cubicBezTo>
                  <a:cubicBezTo>
                    <a:pt x="27" y="77"/>
                    <a:pt x="27" y="77"/>
                    <a:pt x="27" y="77"/>
                  </a:cubicBezTo>
                  <a:cubicBezTo>
                    <a:pt x="27" y="77"/>
                    <a:pt x="27" y="77"/>
                    <a:pt x="27" y="77"/>
                  </a:cubicBezTo>
                  <a:cubicBezTo>
                    <a:pt x="27" y="77"/>
                    <a:pt x="27" y="78"/>
                    <a:pt x="27" y="7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1">
                <a:solidFill>
                  <a:schemeClr val="tx1">
                    <a:lumMod val="75000"/>
                    <a:lumOff val="25000"/>
                  </a:schemeClr>
                </a:solidFill>
                <a:latin typeface="微软雅黑" panose="020b0503020204020204" pitchFamily="34" charset="-122"/>
                <a:ea typeface="微软雅黑" panose="020b0503020204020204" pitchFamily="34" charset="-122"/>
              </a:endParaRPr>
            </a:p>
          </p:txBody>
        </p:sp>
      </p:grpSp>
      <p:sp>
        <p:nvSpPr>
          <p:cNvPr id="153" name="文本框 152">
            <a:extLst>
              <a:ext uri="{FF2B5EF4-FFF2-40B4-BE49-F238E27FC236}">
                <a16:creationId xmlns:a16="http://schemas.microsoft.com/office/drawing/2014/main" id="{7A60944F-0CFF-4574-B999-593F2600A1BA}"/>
              </a:ext>
            </a:extLst>
          </p:cNvPr>
          <p:cNvSpPr txBox="1"/>
          <p:nvPr/>
        </p:nvSpPr>
        <p:spPr bwMode="auto">
          <a:xfrm>
            <a:off x="6910226" y="2313531"/>
            <a:ext cx="1052860" cy="584775"/>
          </a:xfrm>
          <a:prstGeom prst="rect">
            <a:avLst/>
          </a:prstGeom>
          <a:noFill/>
        </p:spPr>
        <p:txBody>
          <a:bodyPr wrap="square">
            <a:spAutoFit/>
          </a:bodyPr>
          <a:lstStyle/>
          <a:p>
            <a:pPr algn="ctr">
              <a:defRPr/>
            </a:pPr>
            <a:r>
              <a:rPr lang="zh-CN" altLang="en-US" sz="1600" b="1" spc="100">
                <a:solidFill>
                  <a:schemeClr val="tx1">
                    <a:lumMod val="75000"/>
                    <a:lumOff val="25000"/>
                  </a:schemeClr>
                </a:solidFill>
                <a:latin typeface="思源黑体旧字形 Normal" panose="020b0400000000000000" pitchFamily="34" charset="-128"/>
                <a:ea typeface="思源黑体旧字形 Normal" panose="020b0400000000000000" pitchFamily="34" charset="-128"/>
              </a:rPr>
              <a:t>良好的客户关系</a:t>
            </a:r>
          </a:p>
        </p:txBody>
      </p:sp>
      <p:sp>
        <p:nvSpPr>
          <p:cNvPr id="154" name="文本框 153">
            <a:extLst>
              <a:ext uri="{FF2B5EF4-FFF2-40B4-BE49-F238E27FC236}">
                <a16:creationId xmlns:a16="http://schemas.microsoft.com/office/drawing/2014/main" id="{BBBFE2CF-D8DF-422C-91BF-8C1F9ACC4612}"/>
              </a:ext>
            </a:extLst>
          </p:cNvPr>
          <p:cNvSpPr txBox="1"/>
          <p:nvPr/>
        </p:nvSpPr>
        <p:spPr bwMode="auto">
          <a:xfrm>
            <a:off x="4259423" y="2316451"/>
            <a:ext cx="1052860" cy="584775"/>
          </a:xfrm>
          <a:prstGeom prst="rect">
            <a:avLst/>
          </a:prstGeom>
          <a:noFill/>
        </p:spPr>
        <p:txBody>
          <a:bodyPr wrap="square">
            <a:spAutoFit/>
          </a:bodyPr>
          <a:lstStyle/>
          <a:p>
            <a:pPr algn="ctr">
              <a:defRPr/>
            </a:pPr>
            <a:r>
              <a:rPr lang="zh-CN" altLang="en-US" sz="1600" b="1" spc="100">
                <a:solidFill>
                  <a:schemeClr val="tx1">
                    <a:lumMod val="75000"/>
                    <a:lumOff val="25000"/>
                  </a:schemeClr>
                </a:solidFill>
                <a:latin typeface="思源黑体旧字形 Normal" panose="020b0400000000000000" pitchFamily="34" charset="-128"/>
                <a:ea typeface="思源黑体旧字形 Normal" panose="020b0400000000000000" pitchFamily="34" charset="-128"/>
              </a:rPr>
              <a:t>专业知识扎实</a:t>
            </a:r>
          </a:p>
        </p:txBody>
      </p:sp>
      <p:sp>
        <p:nvSpPr>
          <p:cNvPr id="155" name="文本框 154">
            <a:extLst>
              <a:ext uri="{FF2B5EF4-FFF2-40B4-BE49-F238E27FC236}">
                <a16:creationId xmlns:a16="http://schemas.microsoft.com/office/drawing/2014/main" id="{E9C017DB-CA65-4488-AF48-DE2C87354FA6}"/>
              </a:ext>
            </a:extLst>
          </p:cNvPr>
          <p:cNvSpPr txBox="1"/>
          <p:nvPr/>
        </p:nvSpPr>
        <p:spPr bwMode="auto">
          <a:xfrm>
            <a:off x="2935241" y="4609568"/>
            <a:ext cx="1052860" cy="584775"/>
          </a:xfrm>
          <a:prstGeom prst="rect">
            <a:avLst/>
          </a:prstGeom>
          <a:noFill/>
        </p:spPr>
        <p:txBody>
          <a:bodyPr wrap="square">
            <a:spAutoFit/>
          </a:bodyPr>
          <a:lstStyle/>
          <a:p>
            <a:pPr algn="ctr">
              <a:defRPr/>
            </a:pPr>
            <a:r>
              <a:rPr lang="zh-CN" altLang="en-US" sz="1600" b="1" spc="100">
                <a:solidFill>
                  <a:schemeClr val="tx1">
                    <a:lumMod val="75000"/>
                    <a:lumOff val="25000"/>
                  </a:schemeClr>
                </a:solidFill>
                <a:latin typeface="思源黑体旧字形 Normal" panose="020b0400000000000000" pitchFamily="34" charset="-128"/>
                <a:ea typeface="思源黑体旧字形 Normal" panose="020b0400000000000000" pitchFamily="34" charset="-128"/>
              </a:rPr>
              <a:t>目标清晰明确</a:t>
            </a:r>
          </a:p>
        </p:txBody>
      </p:sp>
      <p:sp>
        <p:nvSpPr>
          <p:cNvPr id="156" name="文本框 155">
            <a:extLst>
              <a:ext uri="{FF2B5EF4-FFF2-40B4-BE49-F238E27FC236}">
                <a16:creationId xmlns:a16="http://schemas.microsoft.com/office/drawing/2014/main" id="{CB8B301C-411B-4AE5-90AF-0434C2C9C792}"/>
              </a:ext>
            </a:extLst>
          </p:cNvPr>
          <p:cNvSpPr txBox="1"/>
          <p:nvPr/>
        </p:nvSpPr>
        <p:spPr bwMode="auto">
          <a:xfrm>
            <a:off x="5621199" y="4620987"/>
            <a:ext cx="1052860" cy="584775"/>
          </a:xfrm>
          <a:prstGeom prst="rect">
            <a:avLst/>
          </a:prstGeom>
          <a:noFill/>
        </p:spPr>
        <p:txBody>
          <a:bodyPr wrap="square">
            <a:spAutoFit/>
          </a:bodyPr>
          <a:lstStyle/>
          <a:p>
            <a:pPr algn="ctr">
              <a:defRPr/>
            </a:pPr>
            <a:r>
              <a:rPr lang="zh-CN" altLang="en-US" sz="1600" b="1" spc="100">
                <a:solidFill>
                  <a:schemeClr val="tx1">
                    <a:lumMod val="75000"/>
                    <a:lumOff val="25000"/>
                  </a:schemeClr>
                </a:solidFill>
                <a:latin typeface="思源黑体旧字形 Normal" panose="020b0400000000000000" pitchFamily="34" charset="-128"/>
                <a:ea typeface="思源黑体旧字形 Normal" panose="020b0400000000000000" pitchFamily="34" charset="-128"/>
              </a:rPr>
              <a:t>消费心理学</a:t>
            </a:r>
          </a:p>
        </p:txBody>
      </p:sp>
      <p:sp>
        <p:nvSpPr>
          <p:cNvPr id="157" name="文本框 156">
            <a:extLst>
              <a:ext uri="{FF2B5EF4-FFF2-40B4-BE49-F238E27FC236}">
                <a16:creationId xmlns:a16="http://schemas.microsoft.com/office/drawing/2014/main" id="{3437EA34-EE5E-4857-8007-B861F513C67E}"/>
              </a:ext>
            </a:extLst>
          </p:cNvPr>
          <p:cNvSpPr txBox="1"/>
          <p:nvPr/>
        </p:nvSpPr>
        <p:spPr bwMode="auto">
          <a:xfrm>
            <a:off x="8213747" y="4629390"/>
            <a:ext cx="1052860" cy="584775"/>
          </a:xfrm>
          <a:prstGeom prst="rect">
            <a:avLst/>
          </a:prstGeom>
          <a:noFill/>
        </p:spPr>
        <p:txBody>
          <a:bodyPr wrap="square">
            <a:spAutoFit/>
          </a:bodyPr>
          <a:lstStyle/>
          <a:p>
            <a:pPr algn="ctr">
              <a:defRPr/>
            </a:pPr>
            <a:r>
              <a:rPr lang="zh-CN" altLang="en-US" sz="1600" b="1" spc="100">
                <a:solidFill>
                  <a:schemeClr val="tx1">
                    <a:lumMod val="75000"/>
                    <a:lumOff val="25000"/>
                  </a:schemeClr>
                </a:solidFill>
                <a:latin typeface="思源黑体旧字形 Normal" panose="020b0400000000000000" pitchFamily="34" charset="-128"/>
                <a:ea typeface="思源黑体旧字形 Normal" panose="020b0400000000000000" pitchFamily="34" charset="-128"/>
              </a:rPr>
              <a:t>思维灵活敏捷</a:t>
            </a:r>
          </a:p>
        </p:txBody>
      </p:sp>
      <p:sp>
        <p:nvSpPr>
          <p:cNvPr id="158" name="文本框 157">
            <a:extLst>
              <a:ext uri="{FF2B5EF4-FFF2-40B4-BE49-F238E27FC236}">
                <a16:creationId xmlns:a16="http://schemas.microsoft.com/office/drawing/2014/main" id="{EF16FFA8-0A8E-4171-A478-33BEBDB0E5E7}"/>
              </a:ext>
            </a:extLst>
          </p:cNvPr>
          <p:cNvSpPr txBox="1"/>
          <p:nvPr/>
        </p:nvSpPr>
        <p:spPr bwMode="auto">
          <a:xfrm>
            <a:off x="9517268" y="3852540"/>
            <a:ext cx="1052860" cy="584775"/>
          </a:xfrm>
          <a:prstGeom prst="rect">
            <a:avLst/>
          </a:prstGeom>
          <a:noFill/>
        </p:spPr>
        <p:txBody>
          <a:bodyPr wrap="square">
            <a:spAutoFit/>
          </a:bodyPr>
          <a:lstStyle/>
          <a:p>
            <a:pPr algn="ctr">
              <a:defRPr/>
            </a:pPr>
            <a:r>
              <a:rPr lang="zh-CN" altLang="en-US" sz="1600" b="1" spc="100">
                <a:solidFill>
                  <a:schemeClr val="tx1">
                    <a:lumMod val="75000"/>
                    <a:lumOff val="25000"/>
                  </a:schemeClr>
                </a:solidFill>
                <a:latin typeface="思源黑体旧字形 Normal" panose="020b0400000000000000" pitchFamily="34" charset="-128"/>
                <a:ea typeface="思源黑体旧字形 Normal" panose="020b0400000000000000" pitchFamily="34" charset="-128"/>
              </a:rPr>
              <a:t>个人文化修养较好</a:t>
            </a:r>
          </a:p>
        </p:txBody>
      </p:sp>
      <p:sp>
        <p:nvSpPr>
          <p:cNvPr id="159" name="文本框 158">
            <a:extLst>
              <a:ext uri="{FF2B5EF4-FFF2-40B4-BE49-F238E27FC236}">
                <a16:creationId xmlns:a16="http://schemas.microsoft.com/office/drawing/2014/main" id="{ED43483F-1265-4200-B9D6-7A5B9E540AC1}"/>
              </a:ext>
            </a:extLst>
          </p:cNvPr>
          <p:cNvSpPr txBox="1"/>
          <p:nvPr/>
        </p:nvSpPr>
        <p:spPr bwMode="auto">
          <a:xfrm>
            <a:off x="1624482" y="3883007"/>
            <a:ext cx="1052860" cy="584775"/>
          </a:xfrm>
          <a:prstGeom prst="rect">
            <a:avLst/>
          </a:prstGeom>
          <a:noFill/>
        </p:spPr>
        <p:txBody>
          <a:bodyPr wrap="square">
            <a:spAutoFit/>
          </a:bodyPr>
          <a:lstStyle/>
          <a:p>
            <a:pPr algn="ctr">
              <a:defRPr/>
            </a:pPr>
            <a:r>
              <a:rPr lang="zh-CN" altLang="en-US" sz="1600" b="1" spc="100">
                <a:solidFill>
                  <a:schemeClr val="tx1">
                    <a:lumMod val="75000"/>
                    <a:lumOff val="25000"/>
                  </a:schemeClr>
                </a:solidFill>
                <a:latin typeface="思源黑体旧字形 Normal" panose="020b0400000000000000" pitchFamily="34" charset="-128"/>
                <a:ea typeface="思源黑体旧字形 Normal" panose="020b0400000000000000" pitchFamily="34" charset="-128"/>
              </a:rPr>
              <a:t>持之以恒的毅力</a:t>
            </a:r>
          </a:p>
        </p:txBody>
      </p:sp>
    </p:spTree>
    <p:extLst>
      <p:ext uri="{BB962C8B-B14F-4D97-AF65-F5344CB8AC3E}">
        <p14:creationId val="3095128435"/>
      </p:ext>
    </p:extLst>
  </p:cSld>
  <p:clrMapOvr>
    <a:masterClrMapping/>
  </p:clrMapOvr>
  <mc:AlternateContent>
    <mc:Choice xmlns:p14="http://schemas.microsoft.com/office/powerpoint/2010/main" Requires="p14">
      <p:transition spd="slow" advClick="0" advTm="0" p14:dur="1250">
        <p14:switch dir="r"/>
      </p:transition>
    </mc:Choice>
    <mc:Fallback>
      <p:transition spd="slow" advClick="0" advTm="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49" presetClass="entr" presetSubtype="0" decel="10000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 calcmode="lin" valueType="num">
                                      <p:cBhvr>
                                        <p:cTn id="9" dur="500" fill="hold"/>
                                        <p:tgtEl>
                                          <p:spTgt spid="2"/>
                                        </p:tgtEl>
                                        <p:attrNameLst>
                                          <p:attrName>style.rotation</p:attrName>
                                        </p:attrNameLst>
                                      </p:cBhvr>
                                      <p:tavLst>
                                        <p:tav tm="0">
                                          <p:val>
                                            <p:fltVal val="360"/>
                                          </p:val>
                                        </p:tav>
                                        <p:tav tm="100000">
                                          <p:val>
                                            <p:fltVal val="0"/>
                                          </p:val>
                                        </p:tav>
                                      </p:tavLst>
                                    </p:anim>
                                    <p:animEffect transition="in" filter="fade">
                                      <p:cBhvr>
                                        <p:cTn id="10" dur="500"/>
                                        <p:tgtEl>
                                          <p:spTgt spid="2"/>
                                        </p:tgtEl>
                                      </p:cBhvr>
                                    </p:animEffect>
                                  </p:childTnLst>
                                </p:cTn>
                              </p:par>
                              <p:par>
                                <p:cTn id="11" presetID="41" presetClass="entr" presetSubtype="0" fill="hold" grpId="0" nodeType="withEffect">
                                  <p:stCondLst>
                                    <p:cond delay="0"/>
                                  </p:stCondLst>
                                  <p:iterate type="lt">
                                    <p:tmPct val="10000"/>
                                  </p:iterate>
                                  <p:childTnLst>
                                    <p:set>
                                      <p:cBhvr>
                                        <p:cTn id="12" dur="1" fill="hold">
                                          <p:stCondLst>
                                            <p:cond delay="0"/>
                                          </p:stCondLst>
                                        </p:cTn>
                                        <p:tgtEl>
                                          <p:spTgt spid="5"/>
                                        </p:tgtEl>
                                        <p:attrNameLst>
                                          <p:attrName>style.visibility</p:attrName>
                                        </p:attrNameLst>
                                      </p:cBhvr>
                                      <p:to>
                                        <p:strVal val="visible"/>
                                      </p:to>
                                    </p:set>
                                    <p:anim calcmode="lin" valueType="num">
                                      <p:cBhvr>
                                        <p:cTn id="13" dur="500" fill="hold"/>
                                        <p:tgtEl>
                                          <p:spTgt spid="5"/>
                                        </p:tgtEl>
                                        <p:attrNameLst>
                                          <p:attrName>ppt_x</p:attrName>
                                        </p:attrNameLst>
                                      </p:cBhvr>
                                      <p:tavLst>
                                        <p:tav tm="0">
                                          <p:val>
                                            <p:strVal val="#ppt_x"/>
                                          </p:val>
                                        </p:tav>
                                        <p:tav tm="50000">
                                          <p:val>
                                            <p:strVal val="#ppt_x+.1"/>
                                          </p:val>
                                        </p:tav>
                                        <p:tav tm="100000">
                                          <p:val>
                                            <p:strVal val="#ppt_x"/>
                                          </p:val>
                                        </p:tav>
                                      </p:tavLst>
                                    </p:anim>
                                    <p:anim calcmode="lin" valueType="num">
                                      <p:cBhvr>
                                        <p:cTn id="14" dur="500" fill="hold"/>
                                        <p:tgtEl>
                                          <p:spTgt spid="5"/>
                                        </p:tgtEl>
                                        <p:attrNameLst>
                                          <p:attrName>ppt_y</p:attrName>
                                        </p:attrNameLst>
                                      </p:cBhvr>
                                      <p:tavLst>
                                        <p:tav tm="0">
                                          <p:val>
                                            <p:strVal val="#ppt_y"/>
                                          </p:val>
                                        </p:tav>
                                        <p:tav tm="100000">
                                          <p:val>
                                            <p:strVal val="#ppt_y"/>
                                          </p:val>
                                        </p:tav>
                                      </p:tavLst>
                                    </p:anim>
                                    <p:anim calcmode="lin" valueType="num">
                                      <p:cBhvr>
                                        <p:cTn id="15" dur="500" fill="hold"/>
                                        <p:tgtEl>
                                          <p:spTgt spid="5"/>
                                        </p:tgtEl>
                                        <p:attrNameLst>
                                          <p:attrName>ppt_h</p:attrName>
                                        </p:attrNameLst>
                                      </p:cBhvr>
                                      <p:tavLst>
                                        <p:tav tm="0">
                                          <p:val>
                                            <p:strVal val="#ppt_h/10"/>
                                          </p:val>
                                        </p:tav>
                                        <p:tav tm="50000">
                                          <p:val>
                                            <p:strVal val="#ppt_h+.01"/>
                                          </p:val>
                                        </p:tav>
                                        <p:tav tm="100000">
                                          <p:val>
                                            <p:strVal val="#ppt_h"/>
                                          </p:val>
                                        </p:tav>
                                      </p:tavLst>
                                    </p:anim>
                                    <p:anim calcmode="lin" valueType="num">
                                      <p:cBhvr>
                                        <p:cTn id="16" dur="500" fill="hold"/>
                                        <p:tgtEl>
                                          <p:spTgt spid="5"/>
                                        </p:tgtEl>
                                        <p:attrNameLst>
                                          <p:attrName>ppt_w</p:attrName>
                                        </p:attrNameLst>
                                      </p:cBhvr>
                                      <p:tavLst>
                                        <p:tav tm="0">
                                          <p:val>
                                            <p:strVal val="#ppt_w/10"/>
                                          </p:val>
                                        </p:tav>
                                        <p:tav tm="50000">
                                          <p:val>
                                            <p:strVal val="#ppt_w+.01"/>
                                          </p:val>
                                        </p:tav>
                                        <p:tav tm="100000">
                                          <p:val>
                                            <p:strVal val="#ppt_w"/>
                                          </p:val>
                                        </p:tav>
                                      </p:tavLst>
                                    </p:anim>
                                    <p:animEffect transition="in" filter="fade">
                                      <p:cBhvr>
                                        <p:cTn id="17" dur="500" tmFilter="0,0; .5, 1; 1, 1"/>
                                        <p:tgtEl>
                                          <p:spTgt spid="5"/>
                                        </p:tgtEl>
                                      </p:cBhvr>
                                    </p:animEffect>
                                  </p:childTnLst>
                                </p:cTn>
                              </p:par>
                              <p:par>
                                <p:cTn id="18" presetID="10" presetClass="entr" presetSubtype="0" fill="hold" grpId="0" nodeType="withEffect">
                                  <p:stCondLst>
                                    <p:cond delay="200"/>
                                  </p:stCondLst>
                                  <p:childTnLst>
                                    <p:set>
                                      <p:cBhvr>
                                        <p:cTn id="19" dur="1" fill="hold">
                                          <p:stCondLst>
                                            <p:cond delay="0"/>
                                          </p:stCondLst>
                                        </p:cTn>
                                        <p:tgtEl>
                                          <p:spTgt spid="48"/>
                                        </p:tgtEl>
                                        <p:attrNameLst>
                                          <p:attrName>style.visibility</p:attrName>
                                        </p:attrNameLst>
                                      </p:cBhvr>
                                      <p:to>
                                        <p:strVal val="visible"/>
                                      </p:to>
                                    </p:set>
                                    <p:animEffect transition="in" filter="fade">
                                      <p:cBhvr>
                                        <p:cTn id="20" dur="500"/>
                                        <p:tgtEl>
                                          <p:spTgt spid="48"/>
                                        </p:tgtEl>
                                      </p:cBhvr>
                                    </p:animEffect>
                                  </p:childTnLst>
                                </p:cTn>
                              </p:par>
                              <p:par>
                                <p:cTn id="21" presetID="10" presetClass="entr" presetSubtype="0" fill="hold" nodeType="withEffect">
                                  <p:stCondLst>
                                    <p:cond delay="400"/>
                                  </p:stCondLst>
                                  <p:childTnLst>
                                    <p:set>
                                      <p:cBhvr>
                                        <p:cTn id="22" dur="1" fill="hold">
                                          <p:stCondLst>
                                            <p:cond delay="0"/>
                                          </p:stCondLst>
                                        </p:cTn>
                                        <p:tgtEl>
                                          <p:spTgt spid="44"/>
                                        </p:tgtEl>
                                        <p:attrNameLst>
                                          <p:attrName>style.visibility</p:attrName>
                                        </p:attrNameLst>
                                      </p:cBhvr>
                                      <p:to>
                                        <p:strVal val="visible"/>
                                      </p:to>
                                    </p:set>
                                    <p:animEffect transition="in" filter="fade">
                                      <p:cBhvr>
                                        <p:cTn id="23" dur="500"/>
                                        <p:tgtEl>
                                          <p:spTgt spid="44"/>
                                        </p:tgtEl>
                                      </p:cBhvr>
                                    </p:animEffect>
                                  </p:childTnLst>
                                </p:cTn>
                              </p:par>
                              <p:par>
                                <p:cTn id="24" presetID="10" presetClass="entr" presetSubtype="0" fill="hold" grpId="0" nodeType="withEffect">
                                  <p:stCondLst>
                                    <p:cond delay="600"/>
                                  </p:stCondLst>
                                  <p:childTnLst>
                                    <p:set>
                                      <p:cBhvr>
                                        <p:cTn id="25" dur="1" fill="hold">
                                          <p:stCondLst>
                                            <p:cond delay="0"/>
                                          </p:stCondLst>
                                        </p:cTn>
                                        <p:tgtEl>
                                          <p:spTgt spid="47"/>
                                        </p:tgtEl>
                                        <p:attrNameLst>
                                          <p:attrName>style.visibility</p:attrName>
                                        </p:attrNameLst>
                                      </p:cBhvr>
                                      <p:to>
                                        <p:strVal val="visible"/>
                                      </p:to>
                                    </p:set>
                                    <p:animEffect transition="in" filter="fade">
                                      <p:cBhvr>
                                        <p:cTn id="26" dur="500"/>
                                        <p:tgtEl>
                                          <p:spTgt spid="47"/>
                                        </p:tgtEl>
                                      </p:cBhvr>
                                    </p:animEffect>
                                  </p:childTnLst>
                                </p:cTn>
                              </p:par>
                              <p:par>
                                <p:cTn id="27" presetID="10" presetClass="entr" presetSubtype="0" fill="hold" nodeType="withEffect">
                                  <p:stCondLst>
                                    <p:cond delay="800"/>
                                  </p:stCondLst>
                                  <p:childTnLst>
                                    <p:set>
                                      <p:cBhvr>
                                        <p:cTn id="28" dur="1" fill="hold">
                                          <p:stCondLst>
                                            <p:cond delay="0"/>
                                          </p:stCondLst>
                                        </p:cTn>
                                        <p:tgtEl>
                                          <p:spTgt spid="96"/>
                                        </p:tgtEl>
                                        <p:attrNameLst>
                                          <p:attrName>style.visibility</p:attrName>
                                        </p:attrNameLst>
                                      </p:cBhvr>
                                      <p:to>
                                        <p:strVal val="visible"/>
                                      </p:to>
                                    </p:set>
                                    <p:animEffect transition="in" filter="fade">
                                      <p:cBhvr>
                                        <p:cTn id="29" dur="500"/>
                                        <p:tgtEl>
                                          <p:spTgt spid="96"/>
                                        </p:tgtEl>
                                      </p:cBhvr>
                                    </p:animEffect>
                                  </p:childTnLst>
                                </p:cTn>
                              </p:par>
                              <p:par>
                                <p:cTn id="30" presetID="10" presetClass="entr" presetSubtype="0" fill="hold" grpId="0" nodeType="withEffect">
                                  <p:stCondLst>
                                    <p:cond delay="1000"/>
                                  </p:stCondLst>
                                  <p:childTnLst>
                                    <p:set>
                                      <p:cBhvr>
                                        <p:cTn id="31" dur="1" fill="hold">
                                          <p:stCondLst>
                                            <p:cond delay="0"/>
                                          </p:stCondLst>
                                        </p:cTn>
                                        <p:tgtEl>
                                          <p:spTgt spid="103"/>
                                        </p:tgtEl>
                                        <p:attrNameLst>
                                          <p:attrName>style.visibility</p:attrName>
                                        </p:attrNameLst>
                                      </p:cBhvr>
                                      <p:to>
                                        <p:strVal val="visible"/>
                                      </p:to>
                                    </p:set>
                                    <p:animEffect transition="in" filter="fade">
                                      <p:cBhvr>
                                        <p:cTn id="32" dur="500"/>
                                        <p:tgtEl>
                                          <p:spTgt spid="103"/>
                                        </p:tgtEl>
                                      </p:cBhvr>
                                    </p:animEffect>
                                  </p:childTnLst>
                                </p:cTn>
                              </p:par>
                              <p:par>
                                <p:cTn id="33" presetID="10" presetClass="entr" presetSubtype="0" fill="hold" grpId="0" nodeType="withEffect">
                                  <p:stCondLst>
                                    <p:cond delay="1200"/>
                                  </p:stCondLst>
                                  <p:childTnLst>
                                    <p:set>
                                      <p:cBhvr>
                                        <p:cTn id="34" dur="1" fill="hold">
                                          <p:stCondLst>
                                            <p:cond delay="0"/>
                                          </p:stCondLst>
                                        </p:cTn>
                                        <p:tgtEl>
                                          <p:spTgt spid="49"/>
                                        </p:tgtEl>
                                        <p:attrNameLst>
                                          <p:attrName>style.visibility</p:attrName>
                                        </p:attrNameLst>
                                      </p:cBhvr>
                                      <p:to>
                                        <p:strVal val="visible"/>
                                      </p:to>
                                    </p:set>
                                    <p:animEffect transition="in" filter="fade">
                                      <p:cBhvr>
                                        <p:cTn id="35" dur="500"/>
                                        <p:tgtEl>
                                          <p:spTgt spid="49"/>
                                        </p:tgtEl>
                                      </p:cBhvr>
                                    </p:animEffect>
                                  </p:childTnLst>
                                </p:cTn>
                              </p:par>
                              <p:par>
                                <p:cTn id="36" presetID="10" presetClass="entr" presetSubtype="0" fill="hold" nodeType="withEffect">
                                  <p:stCondLst>
                                    <p:cond delay="1400"/>
                                  </p:stCondLst>
                                  <p:childTnLst>
                                    <p:set>
                                      <p:cBhvr>
                                        <p:cTn id="37" dur="1" fill="hold">
                                          <p:stCondLst>
                                            <p:cond delay="0"/>
                                          </p:stCondLst>
                                        </p:cTn>
                                        <p:tgtEl>
                                          <p:spTgt spid="50"/>
                                        </p:tgtEl>
                                        <p:attrNameLst>
                                          <p:attrName>style.visibility</p:attrName>
                                        </p:attrNameLst>
                                      </p:cBhvr>
                                      <p:to>
                                        <p:strVal val="visible"/>
                                      </p:to>
                                    </p:set>
                                    <p:animEffect transition="in" filter="fade">
                                      <p:cBhvr>
                                        <p:cTn id="38" dur="500"/>
                                        <p:tgtEl>
                                          <p:spTgt spid="50"/>
                                        </p:tgtEl>
                                      </p:cBhvr>
                                    </p:animEffect>
                                  </p:childTnLst>
                                </p:cTn>
                              </p:par>
                              <p:par>
                                <p:cTn id="39" presetID="10" presetClass="entr" presetSubtype="0" fill="hold" grpId="0" nodeType="withEffect">
                                  <p:stCondLst>
                                    <p:cond delay="1600"/>
                                  </p:stCondLst>
                                  <p:childTnLst>
                                    <p:set>
                                      <p:cBhvr>
                                        <p:cTn id="40" dur="1" fill="hold">
                                          <p:stCondLst>
                                            <p:cond delay="0"/>
                                          </p:stCondLst>
                                        </p:cTn>
                                        <p:tgtEl>
                                          <p:spTgt spid="94"/>
                                        </p:tgtEl>
                                        <p:attrNameLst>
                                          <p:attrName>style.visibility</p:attrName>
                                        </p:attrNameLst>
                                      </p:cBhvr>
                                      <p:to>
                                        <p:strVal val="visible"/>
                                      </p:to>
                                    </p:set>
                                    <p:animEffect transition="in" filter="fade">
                                      <p:cBhvr>
                                        <p:cTn id="41" dur="500"/>
                                        <p:tgtEl>
                                          <p:spTgt spid="94"/>
                                        </p:tgtEl>
                                      </p:cBhvr>
                                    </p:animEffect>
                                  </p:childTnLst>
                                </p:cTn>
                              </p:par>
                              <p:par>
                                <p:cTn id="42" presetID="10" presetClass="entr" presetSubtype="0" fill="hold" nodeType="withEffect">
                                  <p:stCondLst>
                                    <p:cond delay="1800"/>
                                  </p:stCondLst>
                                  <p:childTnLst>
                                    <p:set>
                                      <p:cBhvr>
                                        <p:cTn id="43" dur="1" fill="hold">
                                          <p:stCondLst>
                                            <p:cond delay="0"/>
                                          </p:stCondLst>
                                        </p:cTn>
                                        <p:tgtEl>
                                          <p:spTgt spid="53"/>
                                        </p:tgtEl>
                                        <p:attrNameLst>
                                          <p:attrName>style.visibility</p:attrName>
                                        </p:attrNameLst>
                                      </p:cBhvr>
                                      <p:to>
                                        <p:strVal val="visible"/>
                                      </p:to>
                                    </p:set>
                                    <p:animEffect transition="in" filter="fade">
                                      <p:cBhvr>
                                        <p:cTn id="44" dur="500"/>
                                        <p:tgtEl>
                                          <p:spTgt spid="53"/>
                                        </p:tgtEl>
                                      </p:cBhvr>
                                    </p:animEffect>
                                  </p:childTnLst>
                                </p:cTn>
                              </p:par>
                              <p:par>
                                <p:cTn id="45" presetID="10" presetClass="entr" presetSubtype="0" fill="hold" grpId="0" nodeType="withEffect">
                                  <p:stCondLst>
                                    <p:cond delay="2000"/>
                                  </p:stCondLst>
                                  <p:childTnLst>
                                    <p:set>
                                      <p:cBhvr>
                                        <p:cTn id="46" dur="1" fill="hold">
                                          <p:stCondLst>
                                            <p:cond delay="0"/>
                                          </p:stCondLst>
                                        </p:cTn>
                                        <p:tgtEl>
                                          <p:spTgt spid="95"/>
                                        </p:tgtEl>
                                        <p:attrNameLst>
                                          <p:attrName>style.visibility</p:attrName>
                                        </p:attrNameLst>
                                      </p:cBhvr>
                                      <p:to>
                                        <p:strVal val="visible"/>
                                      </p:to>
                                    </p:set>
                                    <p:animEffect transition="in" filter="fade">
                                      <p:cBhvr>
                                        <p:cTn id="47" dur="500"/>
                                        <p:tgtEl>
                                          <p:spTgt spid="95"/>
                                        </p:tgtEl>
                                      </p:cBhvr>
                                    </p:animEffect>
                                  </p:childTnLst>
                                </p:cTn>
                              </p:par>
                              <p:par>
                                <p:cTn id="48" presetID="10" presetClass="entr" presetSubtype="0" fill="hold" nodeType="withEffect">
                                  <p:stCondLst>
                                    <p:cond delay="2200"/>
                                  </p:stCondLst>
                                  <p:childTnLst>
                                    <p:set>
                                      <p:cBhvr>
                                        <p:cTn id="49" dur="1" fill="hold">
                                          <p:stCondLst>
                                            <p:cond delay="0"/>
                                          </p:stCondLst>
                                        </p:cTn>
                                        <p:tgtEl>
                                          <p:spTgt spid="99"/>
                                        </p:tgtEl>
                                        <p:attrNameLst>
                                          <p:attrName>style.visibility</p:attrName>
                                        </p:attrNameLst>
                                      </p:cBhvr>
                                      <p:to>
                                        <p:strVal val="visible"/>
                                      </p:to>
                                    </p:set>
                                    <p:animEffect transition="in" filter="fade">
                                      <p:cBhvr>
                                        <p:cTn id="50" dur="500"/>
                                        <p:tgtEl>
                                          <p:spTgt spid="99"/>
                                        </p:tgtEl>
                                      </p:cBhvr>
                                    </p:animEffect>
                                  </p:childTnLst>
                                </p:cTn>
                              </p:par>
                              <p:par>
                                <p:cTn id="51" presetID="10" presetClass="entr" presetSubtype="0" fill="hold" grpId="0" nodeType="withEffect">
                                  <p:stCondLst>
                                    <p:cond delay="2400"/>
                                  </p:stCondLst>
                                  <p:childTnLst>
                                    <p:set>
                                      <p:cBhvr>
                                        <p:cTn id="52" dur="1" fill="hold">
                                          <p:stCondLst>
                                            <p:cond delay="0"/>
                                          </p:stCondLst>
                                        </p:cTn>
                                        <p:tgtEl>
                                          <p:spTgt spid="102"/>
                                        </p:tgtEl>
                                        <p:attrNameLst>
                                          <p:attrName>style.visibility</p:attrName>
                                        </p:attrNameLst>
                                      </p:cBhvr>
                                      <p:to>
                                        <p:strVal val="visible"/>
                                      </p:to>
                                    </p:set>
                                    <p:animEffect transition="in" filter="fade">
                                      <p:cBhvr>
                                        <p:cTn id="53" dur="500"/>
                                        <p:tgtEl>
                                          <p:spTgt spid="102"/>
                                        </p:tgtEl>
                                      </p:cBhvr>
                                    </p:animEffect>
                                  </p:childTnLst>
                                </p:cTn>
                              </p:par>
                            </p:childTnLst>
                          </p:cTn>
                        </p:par>
                        <p:par>
                          <p:cTn id="54" fill="hold" nodeType="afterGroup">
                            <p:stCondLst>
                              <p:cond delay="2900"/>
                            </p:stCondLst>
                            <p:childTnLst>
                              <p:par>
                                <p:cTn id="55" presetID="53" presetClass="entr" presetSubtype="16" fill="hold" nodeType="afterEffect">
                                  <p:stCondLst>
                                    <p:cond delay="0"/>
                                  </p:stCondLst>
                                  <p:childTnLst>
                                    <p:set>
                                      <p:cBhvr>
                                        <p:cTn id="56" dur="1" fill="hold">
                                          <p:stCondLst>
                                            <p:cond delay="0"/>
                                          </p:stCondLst>
                                        </p:cTn>
                                        <p:tgtEl>
                                          <p:spTgt spid="104"/>
                                        </p:tgtEl>
                                        <p:attrNameLst>
                                          <p:attrName>style.visibility</p:attrName>
                                        </p:attrNameLst>
                                      </p:cBhvr>
                                      <p:to>
                                        <p:strVal val="visible"/>
                                      </p:to>
                                    </p:set>
                                    <p:anim calcmode="lin" valueType="num">
                                      <p:cBhvr>
                                        <p:cTn id="57" dur="500" fill="hold"/>
                                        <p:tgtEl>
                                          <p:spTgt spid="104"/>
                                        </p:tgtEl>
                                        <p:attrNameLst>
                                          <p:attrName>ppt_w</p:attrName>
                                        </p:attrNameLst>
                                      </p:cBhvr>
                                      <p:tavLst>
                                        <p:tav tm="0">
                                          <p:val>
                                            <p:fltVal val="0"/>
                                          </p:val>
                                        </p:tav>
                                        <p:tav tm="100000">
                                          <p:val>
                                            <p:strVal val="#ppt_w"/>
                                          </p:val>
                                        </p:tav>
                                      </p:tavLst>
                                    </p:anim>
                                    <p:anim calcmode="lin" valueType="num">
                                      <p:cBhvr>
                                        <p:cTn id="58" dur="500" fill="hold"/>
                                        <p:tgtEl>
                                          <p:spTgt spid="104"/>
                                        </p:tgtEl>
                                        <p:attrNameLst>
                                          <p:attrName>ppt_h</p:attrName>
                                        </p:attrNameLst>
                                      </p:cBhvr>
                                      <p:tavLst>
                                        <p:tav tm="0">
                                          <p:val>
                                            <p:fltVal val="0"/>
                                          </p:val>
                                        </p:tav>
                                        <p:tav tm="100000">
                                          <p:val>
                                            <p:strVal val="#ppt_h"/>
                                          </p:val>
                                        </p:tav>
                                      </p:tavLst>
                                    </p:anim>
                                    <p:animEffect transition="in" filter="fade">
                                      <p:cBhvr>
                                        <p:cTn id="59" dur="500"/>
                                        <p:tgtEl>
                                          <p:spTgt spid="104"/>
                                        </p:tgtEl>
                                      </p:cBhvr>
                                    </p:animEffect>
                                  </p:childTnLst>
                                </p:cTn>
                              </p:par>
                            </p:childTnLst>
                          </p:cTn>
                        </p:par>
                        <p:par>
                          <p:cTn id="60" fill="hold" nodeType="afterGroup">
                            <p:stCondLst>
                              <p:cond delay="3400"/>
                            </p:stCondLst>
                            <p:childTnLst>
                              <p:par>
                                <p:cTn id="61" presetID="53" presetClass="entr" presetSubtype="16" fill="hold" nodeType="afterEffect">
                                  <p:stCondLst>
                                    <p:cond delay="0"/>
                                  </p:stCondLst>
                                  <p:childTnLst>
                                    <p:set>
                                      <p:cBhvr>
                                        <p:cTn id="62" dur="1" fill="hold">
                                          <p:stCondLst>
                                            <p:cond delay="0"/>
                                          </p:stCondLst>
                                        </p:cTn>
                                        <p:tgtEl>
                                          <p:spTgt spid="112"/>
                                        </p:tgtEl>
                                        <p:attrNameLst>
                                          <p:attrName>style.visibility</p:attrName>
                                        </p:attrNameLst>
                                      </p:cBhvr>
                                      <p:to>
                                        <p:strVal val="visible"/>
                                      </p:to>
                                    </p:set>
                                    <p:anim calcmode="lin" valueType="num">
                                      <p:cBhvr>
                                        <p:cTn id="63" dur="500" fill="hold"/>
                                        <p:tgtEl>
                                          <p:spTgt spid="112"/>
                                        </p:tgtEl>
                                        <p:attrNameLst>
                                          <p:attrName>ppt_w</p:attrName>
                                        </p:attrNameLst>
                                      </p:cBhvr>
                                      <p:tavLst>
                                        <p:tav tm="0">
                                          <p:val>
                                            <p:fltVal val="0"/>
                                          </p:val>
                                        </p:tav>
                                        <p:tav tm="100000">
                                          <p:val>
                                            <p:strVal val="#ppt_w"/>
                                          </p:val>
                                        </p:tav>
                                      </p:tavLst>
                                    </p:anim>
                                    <p:anim calcmode="lin" valueType="num">
                                      <p:cBhvr>
                                        <p:cTn id="64" dur="500" fill="hold"/>
                                        <p:tgtEl>
                                          <p:spTgt spid="112"/>
                                        </p:tgtEl>
                                        <p:attrNameLst>
                                          <p:attrName>ppt_h</p:attrName>
                                        </p:attrNameLst>
                                      </p:cBhvr>
                                      <p:tavLst>
                                        <p:tav tm="0">
                                          <p:val>
                                            <p:fltVal val="0"/>
                                          </p:val>
                                        </p:tav>
                                        <p:tav tm="100000">
                                          <p:val>
                                            <p:strVal val="#ppt_h"/>
                                          </p:val>
                                        </p:tav>
                                      </p:tavLst>
                                    </p:anim>
                                    <p:animEffect transition="in" filter="fade">
                                      <p:cBhvr>
                                        <p:cTn id="65" dur="500"/>
                                        <p:tgtEl>
                                          <p:spTgt spid="112"/>
                                        </p:tgtEl>
                                      </p:cBhvr>
                                    </p:animEffect>
                                  </p:childTnLst>
                                </p:cTn>
                              </p:par>
                            </p:childTnLst>
                          </p:cTn>
                        </p:par>
                        <p:par>
                          <p:cTn id="66" fill="hold" nodeType="afterGroup">
                            <p:stCondLst>
                              <p:cond delay="3900"/>
                            </p:stCondLst>
                            <p:childTnLst>
                              <p:par>
                                <p:cTn id="67" presetID="53" presetClass="entr" presetSubtype="16" fill="hold" nodeType="afterEffect">
                                  <p:stCondLst>
                                    <p:cond delay="0"/>
                                  </p:stCondLst>
                                  <p:childTnLst>
                                    <p:set>
                                      <p:cBhvr>
                                        <p:cTn id="68" dur="1" fill="hold">
                                          <p:stCondLst>
                                            <p:cond delay="0"/>
                                          </p:stCondLst>
                                        </p:cTn>
                                        <p:tgtEl>
                                          <p:spTgt spid="115"/>
                                        </p:tgtEl>
                                        <p:attrNameLst>
                                          <p:attrName>style.visibility</p:attrName>
                                        </p:attrNameLst>
                                      </p:cBhvr>
                                      <p:to>
                                        <p:strVal val="visible"/>
                                      </p:to>
                                    </p:set>
                                    <p:anim calcmode="lin" valueType="num">
                                      <p:cBhvr>
                                        <p:cTn id="69" dur="500" fill="hold"/>
                                        <p:tgtEl>
                                          <p:spTgt spid="115"/>
                                        </p:tgtEl>
                                        <p:attrNameLst>
                                          <p:attrName>ppt_w</p:attrName>
                                        </p:attrNameLst>
                                      </p:cBhvr>
                                      <p:tavLst>
                                        <p:tav tm="0">
                                          <p:val>
                                            <p:fltVal val="0"/>
                                          </p:val>
                                        </p:tav>
                                        <p:tav tm="100000">
                                          <p:val>
                                            <p:strVal val="#ppt_w"/>
                                          </p:val>
                                        </p:tav>
                                      </p:tavLst>
                                    </p:anim>
                                    <p:anim calcmode="lin" valueType="num">
                                      <p:cBhvr>
                                        <p:cTn id="70" dur="500" fill="hold"/>
                                        <p:tgtEl>
                                          <p:spTgt spid="115"/>
                                        </p:tgtEl>
                                        <p:attrNameLst>
                                          <p:attrName>ppt_h</p:attrName>
                                        </p:attrNameLst>
                                      </p:cBhvr>
                                      <p:tavLst>
                                        <p:tav tm="0">
                                          <p:val>
                                            <p:fltVal val="0"/>
                                          </p:val>
                                        </p:tav>
                                        <p:tav tm="100000">
                                          <p:val>
                                            <p:strVal val="#ppt_h"/>
                                          </p:val>
                                        </p:tav>
                                      </p:tavLst>
                                    </p:anim>
                                    <p:animEffect transition="in" filter="fade">
                                      <p:cBhvr>
                                        <p:cTn id="71" dur="500"/>
                                        <p:tgtEl>
                                          <p:spTgt spid="115"/>
                                        </p:tgtEl>
                                      </p:cBhvr>
                                    </p:animEffect>
                                  </p:childTnLst>
                                </p:cTn>
                              </p:par>
                            </p:childTnLst>
                          </p:cTn>
                        </p:par>
                        <p:par>
                          <p:cTn id="72" fill="hold" nodeType="afterGroup">
                            <p:stCondLst>
                              <p:cond delay="4400"/>
                            </p:stCondLst>
                            <p:childTnLst>
                              <p:par>
                                <p:cTn id="73" presetID="53" presetClass="entr" presetSubtype="16" fill="hold" nodeType="afterEffect">
                                  <p:stCondLst>
                                    <p:cond delay="0"/>
                                  </p:stCondLst>
                                  <p:childTnLst>
                                    <p:set>
                                      <p:cBhvr>
                                        <p:cTn id="74" dur="1" fill="hold">
                                          <p:stCondLst>
                                            <p:cond delay="0"/>
                                          </p:stCondLst>
                                        </p:cTn>
                                        <p:tgtEl>
                                          <p:spTgt spid="133"/>
                                        </p:tgtEl>
                                        <p:attrNameLst>
                                          <p:attrName>style.visibility</p:attrName>
                                        </p:attrNameLst>
                                      </p:cBhvr>
                                      <p:to>
                                        <p:strVal val="visible"/>
                                      </p:to>
                                    </p:set>
                                    <p:anim calcmode="lin" valueType="num">
                                      <p:cBhvr>
                                        <p:cTn id="75" dur="500" fill="hold"/>
                                        <p:tgtEl>
                                          <p:spTgt spid="133"/>
                                        </p:tgtEl>
                                        <p:attrNameLst>
                                          <p:attrName>ppt_w</p:attrName>
                                        </p:attrNameLst>
                                      </p:cBhvr>
                                      <p:tavLst>
                                        <p:tav tm="0">
                                          <p:val>
                                            <p:fltVal val="0"/>
                                          </p:val>
                                        </p:tav>
                                        <p:tav tm="100000">
                                          <p:val>
                                            <p:strVal val="#ppt_w"/>
                                          </p:val>
                                        </p:tav>
                                      </p:tavLst>
                                    </p:anim>
                                    <p:anim calcmode="lin" valueType="num">
                                      <p:cBhvr>
                                        <p:cTn id="76" dur="500" fill="hold"/>
                                        <p:tgtEl>
                                          <p:spTgt spid="133"/>
                                        </p:tgtEl>
                                        <p:attrNameLst>
                                          <p:attrName>ppt_h</p:attrName>
                                        </p:attrNameLst>
                                      </p:cBhvr>
                                      <p:tavLst>
                                        <p:tav tm="0">
                                          <p:val>
                                            <p:fltVal val="0"/>
                                          </p:val>
                                        </p:tav>
                                        <p:tav tm="100000">
                                          <p:val>
                                            <p:strVal val="#ppt_h"/>
                                          </p:val>
                                        </p:tav>
                                      </p:tavLst>
                                    </p:anim>
                                    <p:animEffect transition="in" filter="fade">
                                      <p:cBhvr>
                                        <p:cTn id="77" dur="500"/>
                                        <p:tgtEl>
                                          <p:spTgt spid="133"/>
                                        </p:tgtEl>
                                      </p:cBhvr>
                                    </p:animEffect>
                                  </p:childTnLst>
                                </p:cTn>
                              </p:par>
                            </p:childTnLst>
                          </p:cTn>
                        </p:par>
                        <p:par>
                          <p:cTn id="78" fill="hold" nodeType="afterGroup">
                            <p:stCondLst>
                              <p:cond delay="4900"/>
                            </p:stCondLst>
                            <p:childTnLst>
                              <p:par>
                                <p:cTn id="79" presetID="53" presetClass="entr" presetSubtype="16" fill="hold" nodeType="afterEffect">
                                  <p:stCondLst>
                                    <p:cond delay="0"/>
                                  </p:stCondLst>
                                  <p:childTnLst>
                                    <p:set>
                                      <p:cBhvr>
                                        <p:cTn id="80" dur="1" fill="hold">
                                          <p:stCondLst>
                                            <p:cond delay="0"/>
                                          </p:stCondLst>
                                        </p:cTn>
                                        <p:tgtEl>
                                          <p:spTgt spid="143"/>
                                        </p:tgtEl>
                                        <p:attrNameLst>
                                          <p:attrName>style.visibility</p:attrName>
                                        </p:attrNameLst>
                                      </p:cBhvr>
                                      <p:to>
                                        <p:strVal val="visible"/>
                                      </p:to>
                                    </p:set>
                                    <p:anim calcmode="lin" valueType="num">
                                      <p:cBhvr>
                                        <p:cTn id="81" dur="500" fill="hold"/>
                                        <p:tgtEl>
                                          <p:spTgt spid="143"/>
                                        </p:tgtEl>
                                        <p:attrNameLst>
                                          <p:attrName>ppt_w</p:attrName>
                                        </p:attrNameLst>
                                      </p:cBhvr>
                                      <p:tavLst>
                                        <p:tav tm="0">
                                          <p:val>
                                            <p:fltVal val="0"/>
                                          </p:val>
                                        </p:tav>
                                        <p:tav tm="100000">
                                          <p:val>
                                            <p:strVal val="#ppt_w"/>
                                          </p:val>
                                        </p:tav>
                                      </p:tavLst>
                                    </p:anim>
                                    <p:anim calcmode="lin" valueType="num">
                                      <p:cBhvr>
                                        <p:cTn id="82" dur="500" fill="hold"/>
                                        <p:tgtEl>
                                          <p:spTgt spid="143"/>
                                        </p:tgtEl>
                                        <p:attrNameLst>
                                          <p:attrName>ppt_h</p:attrName>
                                        </p:attrNameLst>
                                      </p:cBhvr>
                                      <p:tavLst>
                                        <p:tav tm="0">
                                          <p:val>
                                            <p:fltVal val="0"/>
                                          </p:val>
                                        </p:tav>
                                        <p:tav tm="100000">
                                          <p:val>
                                            <p:strVal val="#ppt_h"/>
                                          </p:val>
                                        </p:tav>
                                      </p:tavLst>
                                    </p:anim>
                                    <p:animEffect transition="in" filter="fade">
                                      <p:cBhvr>
                                        <p:cTn id="83" dur="500"/>
                                        <p:tgtEl>
                                          <p:spTgt spid="143"/>
                                        </p:tgtEl>
                                      </p:cBhvr>
                                    </p:animEffect>
                                  </p:childTnLst>
                                </p:cTn>
                              </p:par>
                            </p:childTnLst>
                          </p:cTn>
                        </p:par>
                        <p:par>
                          <p:cTn id="84" fill="hold" nodeType="afterGroup">
                            <p:stCondLst>
                              <p:cond delay="5400"/>
                            </p:stCondLst>
                            <p:childTnLst>
                              <p:par>
                                <p:cTn id="85" presetID="53" presetClass="entr" presetSubtype="16" fill="hold" grpId="0" nodeType="afterEffect">
                                  <p:stCondLst>
                                    <p:cond delay="0"/>
                                  </p:stCondLst>
                                  <p:childTnLst>
                                    <p:set>
                                      <p:cBhvr>
                                        <p:cTn id="86" dur="1" fill="hold">
                                          <p:stCondLst>
                                            <p:cond delay="0"/>
                                          </p:stCondLst>
                                        </p:cTn>
                                        <p:tgtEl>
                                          <p:spTgt spid="158"/>
                                        </p:tgtEl>
                                        <p:attrNameLst>
                                          <p:attrName>style.visibility</p:attrName>
                                        </p:attrNameLst>
                                      </p:cBhvr>
                                      <p:to>
                                        <p:strVal val="visible"/>
                                      </p:to>
                                    </p:set>
                                    <p:anim calcmode="lin" valueType="num">
                                      <p:cBhvr>
                                        <p:cTn id="87" dur="500" fill="hold"/>
                                        <p:tgtEl>
                                          <p:spTgt spid="158"/>
                                        </p:tgtEl>
                                        <p:attrNameLst>
                                          <p:attrName>ppt_w</p:attrName>
                                        </p:attrNameLst>
                                      </p:cBhvr>
                                      <p:tavLst>
                                        <p:tav tm="0">
                                          <p:val>
                                            <p:fltVal val="0"/>
                                          </p:val>
                                        </p:tav>
                                        <p:tav tm="100000">
                                          <p:val>
                                            <p:strVal val="#ppt_w"/>
                                          </p:val>
                                        </p:tav>
                                      </p:tavLst>
                                    </p:anim>
                                    <p:anim calcmode="lin" valueType="num">
                                      <p:cBhvr>
                                        <p:cTn id="88" dur="500" fill="hold"/>
                                        <p:tgtEl>
                                          <p:spTgt spid="158"/>
                                        </p:tgtEl>
                                        <p:attrNameLst>
                                          <p:attrName>ppt_h</p:attrName>
                                        </p:attrNameLst>
                                      </p:cBhvr>
                                      <p:tavLst>
                                        <p:tav tm="0">
                                          <p:val>
                                            <p:fltVal val="0"/>
                                          </p:val>
                                        </p:tav>
                                        <p:tav tm="100000">
                                          <p:val>
                                            <p:strVal val="#ppt_h"/>
                                          </p:val>
                                        </p:tav>
                                      </p:tavLst>
                                    </p:anim>
                                    <p:animEffect transition="in" filter="fade">
                                      <p:cBhvr>
                                        <p:cTn id="89" dur="500"/>
                                        <p:tgtEl>
                                          <p:spTgt spid="158"/>
                                        </p:tgtEl>
                                      </p:cBhvr>
                                    </p:animEffect>
                                  </p:childTnLst>
                                </p:cTn>
                              </p:par>
                            </p:childTnLst>
                          </p:cTn>
                        </p:par>
                        <p:par>
                          <p:cTn id="90" fill="hold" nodeType="afterGroup">
                            <p:stCondLst>
                              <p:cond delay="5900"/>
                            </p:stCondLst>
                            <p:childTnLst>
                              <p:par>
                                <p:cTn id="91" presetID="53" presetClass="entr" presetSubtype="16" fill="hold" grpId="0" nodeType="afterEffect">
                                  <p:stCondLst>
                                    <p:cond delay="0"/>
                                  </p:stCondLst>
                                  <p:childTnLst>
                                    <p:set>
                                      <p:cBhvr>
                                        <p:cTn id="92" dur="1" fill="hold">
                                          <p:stCondLst>
                                            <p:cond delay="0"/>
                                          </p:stCondLst>
                                        </p:cTn>
                                        <p:tgtEl>
                                          <p:spTgt spid="157"/>
                                        </p:tgtEl>
                                        <p:attrNameLst>
                                          <p:attrName>style.visibility</p:attrName>
                                        </p:attrNameLst>
                                      </p:cBhvr>
                                      <p:to>
                                        <p:strVal val="visible"/>
                                      </p:to>
                                    </p:set>
                                    <p:anim calcmode="lin" valueType="num">
                                      <p:cBhvr>
                                        <p:cTn id="93" dur="500" fill="hold"/>
                                        <p:tgtEl>
                                          <p:spTgt spid="157"/>
                                        </p:tgtEl>
                                        <p:attrNameLst>
                                          <p:attrName>ppt_w</p:attrName>
                                        </p:attrNameLst>
                                      </p:cBhvr>
                                      <p:tavLst>
                                        <p:tav tm="0">
                                          <p:val>
                                            <p:fltVal val="0"/>
                                          </p:val>
                                        </p:tav>
                                        <p:tav tm="100000">
                                          <p:val>
                                            <p:strVal val="#ppt_w"/>
                                          </p:val>
                                        </p:tav>
                                      </p:tavLst>
                                    </p:anim>
                                    <p:anim calcmode="lin" valueType="num">
                                      <p:cBhvr>
                                        <p:cTn id="94" dur="500" fill="hold"/>
                                        <p:tgtEl>
                                          <p:spTgt spid="157"/>
                                        </p:tgtEl>
                                        <p:attrNameLst>
                                          <p:attrName>ppt_h</p:attrName>
                                        </p:attrNameLst>
                                      </p:cBhvr>
                                      <p:tavLst>
                                        <p:tav tm="0">
                                          <p:val>
                                            <p:fltVal val="0"/>
                                          </p:val>
                                        </p:tav>
                                        <p:tav tm="100000">
                                          <p:val>
                                            <p:strVal val="#ppt_h"/>
                                          </p:val>
                                        </p:tav>
                                      </p:tavLst>
                                    </p:anim>
                                    <p:animEffect transition="in" filter="fade">
                                      <p:cBhvr>
                                        <p:cTn id="95" dur="500"/>
                                        <p:tgtEl>
                                          <p:spTgt spid="157"/>
                                        </p:tgtEl>
                                      </p:cBhvr>
                                    </p:animEffect>
                                  </p:childTnLst>
                                </p:cTn>
                              </p:par>
                            </p:childTnLst>
                          </p:cTn>
                        </p:par>
                        <p:par>
                          <p:cTn id="96" fill="hold" nodeType="afterGroup">
                            <p:stCondLst>
                              <p:cond delay="6400"/>
                            </p:stCondLst>
                            <p:childTnLst>
                              <p:par>
                                <p:cTn id="97" presetID="53" presetClass="entr" presetSubtype="16" fill="hold" grpId="0" nodeType="afterEffect">
                                  <p:stCondLst>
                                    <p:cond delay="0"/>
                                  </p:stCondLst>
                                  <p:childTnLst>
                                    <p:set>
                                      <p:cBhvr>
                                        <p:cTn id="98" dur="1" fill="hold">
                                          <p:stCondLst>
                                            <p:cond delay="0"/>
                                          </p:stCondLst>
                                        </p:cTn>
                                        <p:tgtEl>
                                          <p:spTgt spid="153"/>
                                        </p:tgtEl>
                                        <p:attrNameLst>
                                          <p:attrName>style.visibility</p:attrName>
                                        </p:attrNameLst>
                                      </p:cBhvr>
                                      <p:to>
                                        <p:strVal val="visible"/>
                                      </p:to>
                                    </p:set>
                                    <p:anim calcmode="lin" valueType="num">
                                      <p:cBhvr>
                                        <p:cTn id="99" dur="500" fill="hold"/>
                                        <p:tgtEl>
                                          <p:spTgt spid="153"/>
                                        </p:tgtEl>
                                        <p:attrNameLst>
                                          <p:attrName>ppt_w</p:attrName>
                                        </p:attrNameLst>
                                      </p:cBhvr>
                                      <p:tavLst>
                                        <p:tav tm="0">
                                          <p:val>
                                            <p:fltVal val="0"/>
                                          </p:val>
                                        </p:tav>
                                        <p:tav tm="100000">
                                          <p:val>
                                            <p:strVal val="#ppt_w"/>
                                          </p:val>
                                        </p:tav>
                                      </p:tavLst>
                                    </p:anim>
                                    <p:anim calcmode="lin" valueType="num">
                                      <p:cBhvr>
                                        <p:cTn id="100" dur="500" fill="hold"/>
                                        <p:tgtEl>
                                          <p:spTgt spid="153"/>
                                        </p:tgtEl>
                                        <p:attrNameLst>
                                          <p:attrName>ppt_h</p:attrName>
                                        </p:attrNameLst>
                                      </p:cBhvr>
                                      <p:tavLst>
                                        <p:tav tm="0">
                                          <p:val>
                                            <p:fltVal val="0"/>
                                          </p:val>
                                        </p:tav>
                                        <p:tav tm="100000">
                                          <p:val>
                                            <p:strVal val="#ppt_h"/>
                                          </p:val>
                                        </p:tav>
                                      </p:tavLst>
                                    </p:anim>
                                    <p:animEffect transition="in" filter="fade">
                                      <p:cBhvr>
                                        <p:cTn id="101" dur="500"/>
                                        <p:tgtEl>
                                          <p:spTgt spid="153"/>
                                        </p:tgtEl>
                                      </p:cBhvr>
                                    </p:animEffect>
                                  </p:childTnLst>
                                </p:cTn>
                              </p:par>
                            </p:childTnLst>
                          </p:cTn>
                        </p:par>
                        <p:par>
                          <p:cTn id="102" fill="hold" nodeType="afterGroup">
                            <p:stCondLst>
                              <p:cond delay="6900"/>
                            </p:stCondLst>
                            <p:childTnLst>
                              <p:par>
                                <p:cTn id="103" presetID="53" presetClass="entr" presetSubtype="16" fill="hold" grpId="0" nodeType="afterEffect">
                                  <p:stCondLst>
                                    <p:cond delay="0"/>
                                  </p:stCondLst>
                                  <p:childTnLst>
                                    <p:set>
                                      <p:cBhvr>
                                        <p:cTn id="104" dur="1" fill="hold">
                                          <p:stCondLst>
                                            <p:cond delay="0"/>
                                          </p:stCondLst>
                                        </p:cTn>
                                        <p:tgtEl>
                                          <p:spTgt spid="156"/>
                                        </p:tgtEl>
                                        <p:attrNameLst>
                                          <p:attrName>style.visibility</p:attrName>
                                        </p:attrNameLst>
                                      </p:cBhvr>
                                      <p:to>
                                        <p:strVal val="visible"/>
                                      </p:to>
                                    </p:set>
                                    <p:anim calcmode="lin" valueType="num">
                                      <p:cBhvr>
                                        <p:cTn id="105" dur="500" fill="hold"/>
                                        <p:tgtEl>
                                          <p:spTgt spid="156"/>
                                        </p:tgtEl>
                                        <p:attrNameLst>
                                          <p:attrName>ppt_w</p:attrName>
                                        </p:attrNameLst>
                                      </p:cBhvr>
                                      <p:tavLst>
                                        <p:tav tm="0">
                                          <p:val>
                                            <p:fltVal val="0"/>
                                          </p:val>
                                        </p:tav>
                                        <p:tav tm="100000">
                                          <p:val>
                                            <p:strVal val="#ppt_w"/>
                                          </p:val>
                                        </p:tav>
                                      </p:tavLst>
                                    </p:anim>
                                    <p:anim calcmode="lin" valueType="num">
                                      <p:cBhvr>
                                        <p:cTn id="106" dur="500" fill="hold"/>
                                        <p:tgtEl>
                                          <p:spTgt spid="156"/>
                                        </p:tgtEl>
                                        <p:attrNameLst>
                                          <p:attrName>ppt_h</p:attrName>
                                        </p:attrNameLst>
                                      </p:cBhvr>
                                      <p:tavLst>
                                        <p:tav tm="0">
                                          <p:val>
                                            <p:fltVal val="0"/>
                                          </p:val>
                                        </p:tav>
                                        <p:tav tm="100000">
                                          <p:val>
                                            <p:strVal val="#ppt_h"/>
                                          </p:val>
                                        </p:tav>
                                      </p:tavLst>
                                    </p:anim>
                                    <p:animEffect transition="in" filter="fade">
                                      <p:cBhvr>
                                        <p:cTn id="107" dur="500"/>
                                        <p:tgtEl>
                                          <p:spTgt spid="156"/>
                                        </p:tgtEl>
                                      </p:cBhvr>
                                    </p:animEffect>
                                  </p:childTnLst>
                                </p:cTn>
                              </p:par>
                            </p:childTnLst>
                          </p:cTn>
                        </p:par>
                        <p:par>
                          <p:cTn id="108" fill="hold" nodeType="afterGroup">
                            <p:stCondLst>
                              <p:cond delay="7400"/>
                            </p:stCondLst>
                            <p:childTnLst>
                              <p:par>
                                <p:cTn id="109" presetID="53" presetClass="entr" presetSubtype="16" fill="hold" grpId="0" nodeType="afterEffect">
                                  <p:stCondLst>
                                    <p:cond delay="0"/>
                                  </p:stCondLst>
                                  <p:childTnLst>
                                    <p:set>
                                      <p:cBhvr>
                                        <p:cTn id="110" dur="1" fill="hold">
                                          <p:stCondLst>
                                            <p:cond delay="0"/>
                                          </p:stCondLst>
                                        </p:cTn>
                                        <p:tgtEl>
                                          <p:spTgt spid="154"/>
                                        </p:tgtEl>
                                        <p:attrNameLst>
                                          <p:attrName>style.visibility</p:attrName>
                                        </p:attrNameLst>
                                      </p:cBhvr>
                                      <p:to>
                                        <p:strVal val="visible"/>
                                      </p:to>
                                    </p:set>
                                    <p:anim calcmode="lin" valueType="num">
                                      <p:cBhvr>
                                        <p:cTn id="111" dur="500" fill="hold"/>
                                        <p:tgtEl>
                                          <p:spTgt spid="154"/>
                                        </p:tgtEl>
                                        <p:attrNameLst>
                                          <p:attrName>ppt_w</p:attrName>
                                        </p:attrNameLst>
                                      </p:cBhvr>
                                      <p:tavLst>
                                        <p:tav tm="0">
                                          <p:val>
                                            <p:fltVal val="0"/>
                                          </p:val>
                                        </p:tav>
                                        <p:tav tm="100000">
                                          <p:val>
                                            <p:strVal val="#ppt_w"/>
                                          </p:val>
                                        </p:tav>
                                      </p:tavLst>
                                    </p:anim>
                                    <p:anim calcmode="lin" valueType="num">
                                      <p:cBhvr>
                                        <p:cTn id="112" dur="500" fill="hold"/>
                                        <p:tgtEl>
                                          <p:spTgt spid="154"/>
                                        </p:tgtEl>
                                        <p:attrNameLst>
                                          <p:attrName>ppt_h</p:attrName>
                                        </p:attrNameLst>
                                      </p:cBhvr>
                                      <p:tavLst>
                                        <p:tav tm="0">
                                          <p:val>
                                            <p:fltVal val="0"/>
                                          </p:val>
                                        </p:tav>
                                        <p:tav tm="100000">
                                          <p:val>
                                            <p:strVal val="#ppt_h"/>
                                          </p:val>
                                        </p:tav>
                                      </p:tavLst>
                                    </p:anim>
                                    <p:animEffect transition="in" filter="fade">
                                      <p:cBhvr>
                                        <p:cTn id="113" dur="500"/>
                                        <p:tgtEl>
                                          <p:spTgt spid="154"/>
                                        </p:tgtEl>
                                      </p:cBhvr>
                                    </p:animEffect>
                                  </p:childTnLst>
                                </p:cTn>
                              </p:par>
                            </p:childTnLst>
                          </p:cTn>
                        </p:par>
                        <p:par>
                          <p:cTn id="114" fill="hold" nodeType="afterGroup">
                            <p:stCondLst>
                              <p:cond delay="7900"/>
                            </p:stCondLst>
                            <p:childTnLst>
                              <p:par>
                                <p:cTn id="115" presetID="53" presetClass="entr" presetSubtype="16" fill="hold" grpId="0" nodeType="afterEffect">
                                  <p:stCondLst>
                                    <p:cond delay="0"/>
                                  </p:stCondLst>
                                  <p:childTnLst>
                                    <p:set>
                                      <p:cBhvr>
                                        <p:cTn id="116" dur="1" fill="hold">
                                          <p:stCondLst>
                                            <p:cond delay="0"/>
                                          </p:stCondLst>
                                        </p:cTn>
                                        <p:tgtEl>
                                          <p:spTgt spid="155"/>
                                        </p:tgtEl>
                                        <p:attrNameLst>
                                          <p:attrName>style.visibility</p:attrName>
                                        </p:attrNameLst>
                                      </p:cBhvr>
                                      <p:to>
                                        <p:strVal val="visible"/>
                                      </p:to>
                                    </p:set>
                                    <p:anim calcmode="lin" valueType="num">
                                      <p:cBhvr>
                                        <p:cTn id="117" dur="500" fill="hold"/>
                                        <p:tgtEl>
                                          <p:spTgt spid="155"/>
                                        </p:tgtEl>
                                        <p:attrNameLst>
                                          <p:attrName>ppt_w</p:attrName>
                                        </p:attrNameLst>
                                      </p:cBhvr>
                                      <p:tavLst>
                                        <p:tav tm="0">
                                          <p:val>
                                            <p:fltVal val="0"/>
                                          </p:val>
                                        </p:tav>
                                        <p:tav tm="100000">
                                          <p:val>
                                            <p:strVal val="#ppt_w"/>
                                          </p:val>
                                        </p:tav>
                                      </p:tavLst>
                                    </p:anim>
                                    <p:anim calcmode="lin" valueType="num">
                                      <p:cBhvr>
                                        <p:cTn id="118" dur="500" fill="hold"/>
                                        <p:tgtEl>
                                          <p:spTgt spid="155"/>
                                        </p:tgtEl>
                                        <p:attrNameLst>
                                          <p:attrName>ppt_h</p:attrName>
                                        </p:attrNameLst>
                                      </p:cBhvr>
                                      <p:tavLst>
                                        <p:tav tm="0">
                                          <p:val>
                                            <p:fltVal val="0"/>
                                          </p:val>
                                        </p:tav>
                                        <p:tav tm="100000">
                                          <p:val>
                                            <p:strVal val="#ppt_h"/>
                                          </p:val>
                                        </p:tav>
                                      </p:tavLst>
                                    </p:anim>
                                    <p:animEffect transition="in" filter="fade">
                                      <p:cBhvr>
                                        <p:cTn id="119" dur="500"/>
                                        <p:tgtEl>
                                          <p:spTgt spid="155"/>
                                        </p:tgtEl>
                                      </p:cBhvr>
                                    </p:animEffect>
                                  </p:childTnLst>
                                </p:cTn>
                              </p:par>
                            </p:childTnLst>
                          </p:cTn>
                        </p:par>
                        <p:par>
                          <p:cTn id="120" fill="hold" nodeType="afterGroup">
                            <p:stCondLst>
                              <p:cond delay="8400"/>
                            </p:stCondLst>
                            <p:childTnLst>
                              <p:par>
                                <p:cTn id="121" presetID="53" presetClass="entr" presetSubtype="16" fill="hold" grpId="0" nodeType="afterEffect">
                                  <p:stCondLst>
                                    <p:cond delay="0"/>
                                  </p:stCondLst>
                                  <p:childTnLst>
                                    <p:set>
                                      <p:cBhvr>
                                        <p:cTn id="122" dur="1" fill="hold">
                                          <p:stCondLst>
                                            <p:cond delay="0"/>
                                          </p:stCondLst>
                                        </p:cTn>
                                        <p:tgtEl>
                                          <p:spTgt spid="159"/>
                                        </p:tgtEl>
                                        <p:attrNameLst>
                                          <p:attrName>style.visibility</p:attrName>
                                        </p:attrNameLst>
                                      </p:cBhvr>
                                      <p:to>
                                        <p:strVal val="visible"/>
                                      </p:to>
                                    </p:set>
                                    <p:anim calcmode="lin" valueType="num">
                                      <p:cBhvr>
                                        <p:cTn id="123" dur="500" fill="hold"/>
                                        <p:tgtEl>
                                          <p:spTgt spid="159"/>
                                        </p:tgtEl>
                                        <p:attrNameLst>
                                          <p:attrName>ppt_w</p:attrName>
                                        </p:attrNameLst>
                                      </p:cBhvr>
                                      <p:tavLst>
                                        <p:tav tm="0">
                                          <p:val>
                                            <p:fltVal val="0"/>
                                          </p:val>
                                        </p:tav>
                                        <p:tav tm="100000">
                                          <p:val>
                                            <p:strVal val="#ppt_w"/>
                                          </p:val>
                                        </p:tav>
                                      </p:tavLst>
                                    </p:anim>
                                    <p:anim calcmode="lin" valueType="num">
                                      <p:cBhvr>
                                        <p:cTn id="124" dur="500" fill="hold"/>
                                        <p:tgtEl>
                                          <p:spTgt spid="159"/>
                                        </p:tgtEl>
                                        <p:attrNameLst>
                                          <p:attrName>ppt_h</p:attrName>
                                        </p:attrNameLst>
                                      </p:cBhvr>
                                      <p:tavLst>
                                        <p:tav tm="0">
                                          <p:val>
                                            <p:fltVal val="0"/>
                                          </p:val>
                                        </p:tav>
                                        <p:tav tm="100000">
                                          <p:val>
                                            <p:strVal val="#ppt_h"/>
                                          </p:val>
                                        </p:tav>
                                      </p:tavLst>
                                    </p:anim>
                                    <p:animEffect transition="in" filter="fade">
                                      <p:cBhvr>
                                        <p:cTn id="125" dur="500"/>
                                        <p:tgtEl>
                                          <p:spTgt spid="1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47" grpId="0" animBg="1"/>
      <p:bldP spid="48" grpId="0" animBg="1"/>
      <p:bldP spid="49" grpId="0" animBg="1"/>
      <p:bldP spid="94" grpId="0" animBg="1"/>
      <p:bldP spid="95" grpId="0" animBg="1"/>
      <p:bldP spid="102" grpId="0" animBg="1"/>
      <p:bldP spid="103" grpId="0" animBg="1"/>
      <p:bldP spid="153" grpId="0"/>
      <p:bldP spid="154" grpId="0"/>
      <p:bldP spid="155" grpId="0"/>
      <p:bldP spid="156" grpId="0"/>
      <p:bldP spid="157" grpId="0"/>
      <p:bldP spid="158" grpId="0"/>
      <p:bldP spid="159" grpId="0"/>
    </p:bldLst>
  </p:timing>
</p:sld>
</file>

<file path=ppt/slides/slide1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grpSp>
        <p:nvGrpSpPr>
          <p:cNvPr id="2" name="组合 1"/>
          <p:cNvGrpSpPr/>
          <p:nvPr/>
        </p:nvGrpSpPr>
        <p:grpSpPr>
          <a:xfrm>
            <a:off x="327153" y="318911"/>
            <a:ext cx="529037" cy="529037"/>
            <a:chOff x="327153" y="318911"/>
            <a:chExt cx="529037" cy="529037"/>
          </a:xfrm>
        </p:grpSpPr>
        <p:sp>
          <p:nvSpPr>
            <p:cNvPr id="3" name="圆角矩形 2"/>
            <p:cNvSpPr/>
            <p:nvPr/>
          </p:nvSpPr>
          <p:spPr>
            <a:xfrm rot="18926424">
              <a:off x="327153" y="318911"/>
              <a:ext cx="529037" cy="529037"/>
            </a:xfrm>
            <a:prstGeom prst="roundRect">
              <a:avLst/>
            </a:prstGeom>
            <a:solidFill>
              <a:srgbClr val="545D79"/>
            </a:solidFill>
            <a:ln>
              <a:noFill/>
            </a:ln>
            <a:effectLst>
              <a:outerShdw blurRad="63500" algn="ctr" rotWithShape="0">
                <a:prstClr val="black">
                  <a:alpha val="40000"/>
                </a:prstClr>
              </a:outerShdw>
            </a:effectLst>
          </p:spPr>
          <p:txBody>
            <a:bodyPr vert="horz" wrap="square" lIns="91440" tIns="45720" rIns="91440" bIns="45720" numCol="1" anchor="ctr" anchorCtr="0" compatLnSpc="1">
              <a:prstTxWarp prst="textNoShape">
                <a:avLst/>
              </a:prstTxWarp>
            </a:bodyPr>
            <a:lstStyle/>
            <a:p>
              <a:pPr algn="ctr"/>
              <a:endParaRPr lang="zh-CN" altLang="en-US" sz="4800">
                <a:solidFill>
                  <a:prstClr val="white"/>
                </a:solidFill>
                <a:latin typeface="思源黑体旧字形 Normal" panose="020b0400000000000000" pitchFamily="34" charset="-128"/>
                <a:ea typeface="思源黑体旧字形 Normal" panose="020b0400000000000000" pitchFamily="34" charset="-128"/>
              </a:endParaRPr>
            </a:p>
          </p:txBody>
        </p:sp>
        <p:sp>
          <p:nvSpPr>
            <p:cNvPr id="4" name="MH_Other_2"/>
            <p:cNvSpPr/>
            <p:nvPr>
              <p:custDataLst>
                <p:tags r:id="rId3"/>
              </p:custDataLst>
            </p:nvPr>
          </p:nvSpPr>
          <p:spPr bwMode="auto">
            <a:xfrm>
              <a:off x="440450" y="441196"/>
              <a:ext cx="302442" cy="284465"/>
            </a:xfrm>
            <a:custGeom>
              <a:gdLst>
                <a:gd name="T0" fmla="*/ 373604 w 1361803"/>
                <a:gd name="T1" fmla="*/ 882437 h 1281345"/>
                <a:gd name="T2" fmla="*/ 476200 w 1361803"/>
                <a:gd name="T3" fmla="*/ 923828 h 1281345"/>
                <a:gd name="T4" fmla="*/ 554139 w 1361803"/>
                <a:gd name="T5" fmla="*/ 940808 h 1281345"/>
                <a:gd name="T6" fmla="*/ 528484 w 1361803"/>
                <a:gd name="T7" fmla="*/ 1017215 h 1281345"/>
                <a:gd name="T8" fmla="*/ 460417 w 1361803"/>
                <a:gd name="T9" fmla="*/ 1039501 h 1281345"/>
                <a:gd name="T10" fmla="*/ 352881 w 1361803"/>
                <a:gd name="T11" fmla="*/ 976886 h 1281345"/>
                <a:gd name="T12" fmla="*/ 286785 w 1361803"/>
                <a:gd name="T13" fmla="*/ 1049049 h 1281345"/>
                <a:gd name="T14" fmla="*/ 312434 w 1361803"/>
                <a:gd name="T15" fmla="*/ 885625 h 1281345"/>
                <a:gd name="T16" fmla="*/ 274750 w 1361803"/>
                <a:gd name="T17" fmla="*/ 686240 h 1281345"/>
                <a:gd name="T18" fmla="*/ 665920 w 1361803"/>
                <a:gd name="T19" fmla="*/ 686240 h 1281345"/>
                <a:gd name="T20" fmla="*/ 633318 w 1361803"/>
                <a:gd name="T21" fmla="*/ 771039 h 1281345"/>
                <a:gd name="T22" fmla="*/ 270797 w 1361803"/>
                <a:gd name="T23" fmla="*/ 776338 h 1281345"/>
                <a:gd name="T24" fmla="*/ 255979 w 1361803"/>
                <a:gd name="T25" fmla="*/ 705323 h 1281345"/>
                <a:gd name="T26" fmla="*/ 278558 w 1361803"/>
                <a:gd name="T27" fmla="*/ 503808 h 1281345"/>
                <a:gd name="T28" fmla="*/ 746925 w 1361803"/>
                <a:gd name="T29" fmla="*/ 503808 h 1281345"/>
                <a:gd name="T30" fmla="*/ 766688 w 1361803"/>
                <a:gd name="T31" fmla="*/ 555844 h 1281345"/>
                <a:gd name="T32" fmla="*/ 279544 w 1361803"/>
                <a:gd name="T33" fmla="*/ 593008 h 1281345"/>
                <a:gd name="T34" fmla="*/ 256813 w 1361803"/>
                <a:gd name="T35" fmla="*/ 527172 h 1281345"/>
                <a:gd name="T36" fmla="*/ 944591 w 1361803"/>
                <a:gd name="T37" fmla="*/ 452716 h 1281345"/>
                <a:gd name="T38" fmla="*/ 1023588 w 1361803"/>
                <a:gd name="T39" fmla="*/ 643756 h 1281345"/>
                <a:gd name="T40" fmla="*/ 636495 w 1361803"/>
                <a:gd name="T41" fmla="*/ 1040700 h 1281345"/>
                <a:gd name="T42" fmla="*/ 601932 w 1361803"/>
                <a:gd name="T43" fmla="*/ 1010980 h 1281345"/>
                <a:gd name="T44" fmla="*/ 940644 w 1361803"/>
                <a:gd name="T45" fmla="*/ 460140 h 1281345"/>
                <a:gd name="T46" fmla="*/ 1339566 w 1361803"/>
                <a:gd name="T47" fmla="*/ 322482 h 1281345"/>
                <a:gd name="T48" fmla="*/ 1356355 w 1361803"/>
                <a:gd name="T49" fmla="*/ 373372 h 1281345"/>
                <a:gd name="T50" fmla="*/ 1136163 w 1361803"/>
                <a:gd name="T51" fmla="*/ 663855 h 1281345"/>
                <a:gd name="T52" fmla="*/ 1082839 w 1361803"/>
                <a:gd name="T53" fmla="*/ 676580 h 1281345"/>
                <a:gd name="T54" fmla="*/ 1123322 w 1361803"/>
                <a:gd name="T55" fmla="*/ 596008 h 1281345"/>
                <a:gd name="T56" fmla="*/ 1312908 w 1361803"/>
                <a:gd name="T57" fmla="*/ 334145 h 1281345"/>
                <a:gd name="T58" fmla="*/ 526769 w 1361803"/>
                <a:gd name="T59" fmla="*/ 229043 h 1281345"/>
                <a:gd name="T60" fmla="*/ 766688 w 1361803"/>
                <a:gd name="T61" fmla="*/ 244970 h 1281345"/>
                <a:gd name="T62" fmla="*/ 749907 w 1361803"/>
                <a:gd name="T63" fmla="*/ 318243 h 1281345"/>
                <a:gd name="T64" fmla="*/ 529735 w 1361803"/>
                <a:gd name="T65" fmla="*/ 318243 h 1281345"/>
                <a:gd name="T66" fmla="*/ 511959 w 1361803"/>
                <a:gd name="T67" fmla="*/ 246034 h 1281345"/>
                <a:gd name="T68" fmla="*/ 1245419 w 1361803"/>
                <a:gd name="T69" fmla="*/ 137724 h 1281345"/>
                <a:gd name="T70" fmla="*/ 1309122 w 1361803"/>
                <a:gd name="T71" fmla="*/ 239622 h 1281345"/>
                <a:gd name="T72" fmla="*/ 1116528 w 1361803"/>
                <a:gd name="T73" fmla="*/ 531150 h 1281345"/>
                <a:gd name="T74" fmla="*/ 998003 w 1361803"/>
                <a:gd name="T75" fmla="*/ 384860 h 1281345"/>
                <a:gd name="T76" fmla="*/ 1207394 w 1361803"/>
                <a:gd name="T77" fmla="*/ 148457 h 1281345"/>
                <a:gd name="T78" fmla="*/ 327005 w 1361803"/>
                <a:gd name="T79" fmla="*/ 0 h 1281345"/>
                <a:gd name="T80" fmla="*/ 1023501 w 1361803"/>
                <a:gd name="T81" fmla="*/ 136834 h 1281345"/>
                <a:gd name="T82" fmla="*/ 1015602 w 1361803"/>
                <a:gd name="T83" fmla="*/ 237608 h 1281345"/>
                <a:gd name="T84" fmla="*/ 909891 w 1361803"/>
                <a:gd name="T85" fmla="*/ 379745 h 1281345"/>
                <a:gd name="T86" fmla="*/ 897047 w 1361803"/>
                <a:gd name="T87" fmla="*/ 313980 h 1281345"/>
                <a:gd name="T88" fmla="*/ 872348 w 1361803"/>
                <a:gd name="T89" fmla="*/ 135772 h 1281345"/>
                <a:gd name="T90" fmla="*/ 382329 w 1361803"/>
                <a:gd name="T91" fmla="*/ 135772 h 1281345"/>
                <a:gd name="T92" fmla="*/ 382329 w 1361803"/>
                <a:gd name="T93" fmla="*/ 313980 h 1281345"/>
                <a:gd name="T94" fmla="*/ 143255 w 1361803"/>
                <a:gd name="T95" fmla="*/ 409444 h 1281345"/>
                <a:gd name="T96" fmla="*/ 126454 w 1361803"/>
                <a:gd name="T97" fmla="*/ 428538 h 1281345"/>
                <a:gd name="T98" fmla="*/ 151153 w 1361803"/>
                <a:gd name="T99" fmla="*/ 1143476 h 1281345"/>
                <a:gd name="T100" fmla="*/ 897047 w 1361803"/>
                <a:gd name="T101" fmla="*/ 1115897 h 1281345"/>
                <a:gd name="T102" fmla="*/ 902973 w 1361803"/>
                <a:gd name="T103" fmla="*/ 902690 h 1281345"/>
                <a:gd name="T104" fmla="*/ 1022515 w 1361803"/>
                <a:gd name="T105" fmla="*/ 767972 h 1281345"/>
                <a:gd name="T106" fmla="*/ 1023501 w 1361803"/>
                <a:gd name="T107" fmla="*/ 1133931 h 1281345"/>
                <a:gd name="T108" fmla="*/ 131394 w 1361803"/>
                <a:gd name="T109" fmla="*/ 1279248 h 1281345"/>
                <a:gd name="T110" fmla="*/ 0 w 1361803"/>
                <a:gd name="T111" fmla="*/ 335193 h 1281345"/>
                <a:gd name="T112" fmla="*/ 261801 w 1361803"/>
                <a:gd name="T113" fmla="*/ 28642 h 1281345"/>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1361803" h="1281345">
                  <a:moveTo>
                    <a:pt x="340187" y="867542"/>
                  </a:moveTo>
                  <a:cubicBezTo>
                    <a:pt x="351512" y="867144"/>
                    <a:pt x="363575" y="872724"/>
                    <a:pt x="372930" y="883885"/>
                  </a:cubicBezTo>
                  <a:cubicBezTo>
                    <a:pt x="394595" y="907270"/>
                    <a:pt x="415275" y="931718"/>
                    <a:pt x="436940" y="957229"/>
                  </a:cubicBezTo>
                  <a:cubicBezTo>
                    <a:pt x="449742" y="946599"/>
                    <a:pt x="462543" y="935970"/>
                    <a:pt x="475345" y="925340"/>
                  </a:cubicBezTo>
                  <a:cubicBezTo>
                    <a:pt x="492086" y="911522"/>
                    <a:pt x="506857" y="910459"/>
                    <a:pt x="525568" y="923214"/>
                  </a:cubicBezTo>
                  <a:cubicBezTo>
                    <a:pt x="535415" y="929592"/>
                    <a:pt x="544278" y="935970"/>
                    <a:pt x="553141" y="942347"/>
                  </a:cubicBezTo>
                  <a:cubicBezTo>
                    <a:pt x="545263" y="967858"/>
                    <a:pt x="538370" y="993369"/>
                    <a:pt x="530492" y="1018880"/>
                  </a:cubicBezTo>
                  <a:cubicBezTo>
                    <a:pt x="528522" y="1018880"/>
                    <a:pt x="528522" y="1018880"/>
                    <a:pt x="527537" y="1018880"/>
                  </a:cubicBezTo>
                  <a:cubicBezTo>
                    <a:pt x="509812" y="1000810"/>
                    <a:pt x="494056" y="1007187"/>
                    <a:pt x="479284" y="1024195"/>
                  </a:cubicBezTo>
                  <a:cubicBezTo>
                    <a:pt x="473376" y="1030572"/>
                    <a:pt x="466482" y="1035887"/>
                    <a:pt x="459589" y="1041202"/>
                  </a:cubicBezTo>
                  <a:cubicBezTo>
                    <a:pt x="438909" y="1058209"/>
                    <a:pt x="420199" y="1056083"/>
                    <a:pt x="402473" y="1035887"/>
                  </a:cubicBezTo>
                  <a:cubicBezTo>
                    <a:pt x="385732" y="1017817"/>
                    <a:pt x="369976" y="998684"/>
                    <a:pt x="352251" y="978488"/>
                  </a:cubicBezTo>
                  <a:cubicBezTo>
                    <a:pt x="343388" y="995495"/>
                    <a:pt x="335510" y="1012502"/>
                    <a:pt x="327632" y="1028446"/>
                  </a:cubicBezTo>
                  <a:cubicBezTo>
                    <a:pt x="318769" y="1046517"/>
                    <a:pt x="303013" y="1053957"/>
                    <a:pt x="286272" y="1050768"/>
                  </a:cubicBezTo>
                  <a:cubicBezTo>
                    <a:pt x="262638" y="1046517"/>
                    <a:pt x="248851" y="1019943"/>
                    <a:pt x="259683" y="995495"/>
                  </a:cubicBezTo>
                  <a:cubicBezTo>
                    <a:pt x="276424" y="959355"/>
                    <a:pt x="293165" y="922151"/>
                    <a:pt x="311876" y="887074"/>
                  </a:cubicBezTo>
                  <a:cubicBezTo>
                    <a:pt x="318276" y="874318"/>
                    <a:pt x="328863" y="867941"/>
                    <a:pt x="340187" y="867542"/>
                  </a:cubicBezTo>
                  <a:close/>
                  <a:moveTo>
                    <a:pt x="274255" y="687365"/>
                  </a:moveTo>
                  <a:cubicBezTo>
                    <a:pt x="330459" y="687365"/>
                    <a:pt x="386662" y="687365"/>
                    <a:pt x="442866" y="687365"/>
                  </a:cubicBezTo>
                  <a:cubicBezTo>
                    <a:pt x="516819" y="687365"/>
                    <a:pt x="590771" y="687365"/>
                    <a:pt x="664723" y="687365"/>
                  </a:cubicBezTo>
                  <a:cubicBezTo>
                    <a:pt x="670640" y="687365"/>
                    <a:pt x="675570" y="687365"/>
                    <a:pt x="684444" y="687365"/>
                  </a:cubicBezTo>
                  <a:cubicBezTo>
                    <a:pt x="666695" y="718154"/>
                    <a:pt x="649933" y="745757"/>
                    <a:pt x="632184" y="772299"/>
                  </a:cubicBezTo>
                  <a:cubicBezTo>
                    <a:pt x="630212" y="775484"/>
                    <a:pt x="625282" y="776545"/>
                    <a:pt x="621338" y="776545"/>
                  </a:cubicBezTo>
                  <a:cubicBezTo>
                    <a:pt x="504000" y="777607"/>
                    <a:pt x="387648" y="776545"/>
                    <a:pt x="270311" y="777607"/>
                  </a:cubicBezTo>
                  <a:cubicBezTo>
                    <a:pt x="259464" y="777607"/>
                    <a:pt x="255520" y="772299"/>
                    <a:pt x="256506" y="760620"/>
                  </a:cubicBezTo>
                  <a:cubicBezTo>
                    <a:pt x="256506" y="742572"/>
                    <a:pt x="256506" y="724524"/>
                    <a:pt x="255520" y="706475"/>
                  </a:cubicBezTo>
                  <a:cubicBezTo>
                    <a:pt x="255520" y="691612"/>
                    <a:pt x="261436" y="687365"/>
                    <a:pt x="274255" y="687365"/>
                  </a:cubicBezTo>
                  <a:close/>
                  <a:moveTo>
                    <a:pt x="278054" y="504636"/>
                  </a:moveTo>
                  <a:cubicBezTo>
                    <a:pt x="354989" y="504636"/>
                    <a:pt x="432911" y="504636"/>
                    <a:pt x="509846" y="504636"/>
                  </a:cubicBezTo>
                  <a:cubicBezTo>
                    <a:pt x="588754" y="504636"/>
                    <a:pt x="666676" y="504636"/>
                    <a:pt x="745584" y="504636"/>
                  </a:cubicBezTo>
                  <a:cubicBezTo>
                    <a:pt x="764325" y="504636"/>
                    <a:pt x="765311" y="505700"/>
                    <a:pt x="765311" y="524845"/>
                  </a:cubicBezTo>
                  <a:cubicBezTo>
                    <a:pt x="765311" y="535481"/>
                    <a:pt x="765311" y="546117"/>
                    <a:pt x="765311" y="556753"/>
                  </a:cubicBezTo>
                  <a:cubicBezTo>
                    <a:pt x="765311" y="580153"/>
                    <a:pt x="752489" y="593980"/>
                    <a:pt x="730789" y="593980"/>
                  </a:cubicBezTo>
                  <a:cubicBezTo>
                    <a:pt x="580863" y="593980"/>
                    <a:pt x="429952" y="593980"/>
                    <a:pt x="279040" y="593980"/>
                  </a:cubicBezTo>
                  <a:cubicBezTo>
                    <a:pt x="256354" y="593980"/>
                    <a:pt x="256354" y="592917"/>
                    <a:pt x="256354" y="569517"/>
                  </a:cubicBezTo>
                  <a:cubicBezTo>
                    <a:pt x="256354" y="555690"/>
                    <a:pt x="256354" y="541863"/>
                    <a:pt x="256354" y="528036"/>
                  </a:cubicBezTo>
                  <a:cubicBezTo>
                    <a:pt x="256354" y="504636"/>
                    <a:pt x="256354" y="504636"/>
                    <a:pt x="278054" y="504636"/>
                  </a:cubicBezTo>
                  <a:close/>
                  <a:moveTo>
                    <a:pt x="942895" y="453454"/>
                  </a:moveTo>
                  <a:cubicBezTo>
                    <a:pt x="989224" y="494914"/>
                    <a:pt x="1033581" y="534249"/>
                    <a:pt x="1077938" y="574646"/>
                  </a:cubicBezTo>
                  <a:cubicBezTo>
                    <a:pt x="1059210" y="599097"/>
                    <a:pt x="1040481" y="622484"/>
                    <a:pt x="1021752" y="644809"/>
                  </a:cubicBezTo>
                  <a:cubicBezTo>
                    <a:pt x="928109" y="760685"/>
                    <a:pt x="831509" y="874435"/>
                    <a:pt x="722095" y="974365"/>
                  </a:cubicBezTo>
                  <a:cubicBezTo>
                    <a:pt x="695481" y="999879"/>
                    <a:pt x="664923" y="1021141"/>
                    <a:pt x="635352" y="1042403"/>
                  </a:cubicBezTo>
                  <a:cubicBezTo>
                    <a:pt x="626481" y="1048781"/>
                    <a:pt x="613666" y="1046655"/>
                    <a:pt x="601838" y="1048781"/>
                  </a:cubicBezTo>
                  <a:cubicBezTo>
                    <a:pt x="601838" y="1037087"/>
                    <a:pt x="596909" y="1023267"/>
                    <a:pt x="600852" y="1012636"/>
                  </a:cubicBezTo>
                  <a:cubicBezTo>
                    <a:pt x="619581" y="969050"/>
                    <a:pt x="637323" y="924400"/>
                    <a:pt x="659995" y="882940"/>
                  </a:cubicBezTo>
                  <a:cubicBezTo>
                    <a:pt x="741809" y="734108"/>
                    <a:pt x="838409" y="595907"/>
                    <a:pt x="938952" y="460896"/>
                  </a:cubicBezTo>
                  <a:cubicBezTo>
                    <a:pt x="939938" y="458770"/>
                    <a:pt x="940924" y="456643"/>
                    <a:pt x="942895" y="453454"/>
                  </a:cubicBezTo>
                  <a:close/>
                  <a:moveTo>
                    <a:pt x="1337162" y="323013"/>
                  </a:moveTo>
                  <a:cubicBezTo>
                    <a:pt x="1348990" y="326198"/>
                    <a:pt x="1361803" y="343189"/>
                    <a:pt x="1361803" y="358055"/>
                  </a:cubicBezTo>
                  <a:cubicBezTo>
                    <a:pt x="1359832" y="361241"/>
                    <a:pt x="1357861" y="367612"/>
                    <a:pt x="1353918" y="373984"/>
                  </a:cubicBezTo>
                  <a:cubicBezTo>
                    <a:pt x="1300693" y="447255"/>
                    <a:pt x="1247469" y="521588"/>
                    <a:pt x="1194244" y="594859"/>
                  </a:cubicBezTo>
                  <a:cubicBezTo>
                    <a:pt x="1175517" y="619282"/>
                    <a:pt x="1154818" y="642644"/>
                    <a:pt x="1134120" y="664944"/>
                  </a:cubicBezTo>
                  <a:cubicBezTo>
                    <a:pt x="1125249" y="673439"/>
                    <a:pt x="1113421" y="678749"/>
                    <a:pt x="1101594" y="682996"/>
                  </a:cubicBezTo>
                  <a:cubicBezTo>
                    <a:pt x="1095680" y="685120"/>
                    <a:pt x="1083852" y="682996"/>
                    <a:pt x="1080895" y="677687"/>
                  </a:cubicBezTo>
                  <a:cubicBezTo>
                    <a:pt x="1077938" y="671315"/>
                    <a:pt x="1077938" y="658573"/>
                    <a:pt x="1080895" y="652201"/>
                  </a:cubicBezTo>
                  <a:cubicBezTo>
                    <a:pt x="1092723" y="633087"/>
                    <a:pt x="1107507" y="615035"/>
                    <a:pt x="1121306" y="596983"/>
                  </a:cubicBezTo>
                  <a:cubicBezTo>
                    <a:pt x="1175517" y="522650"/>
                    <a:pt x="1229727" y="449379"/>
                    <a:pt x="1284923" y="375046"/>
                  </a:cubicBezTo>
                  <a:cubicBezTo>
                    <a:pt x="1293794" y="362303"/>
                    <a:pt x="1302665" y="348498"/>
                    <a:pt x="1310550" y="334694"/>
                  </a:cubicBezTo>
                  <a:cubicBezTo>
                    <a:pt x="1317449" y="324075"/>
                    <a:pt x="1325334" y="318765"/>
                    <a:pt x="1337162" y="323013"/>
                  </a:cubicBezTo>
                  <a:close/>
                  <a:moveTo>
                    <a:pt x="525824" y="229421"/>
                  </a:moveTo>
                  <a:cubicBezTo>
                    <a:pt x="600725" y="229421"/>
                    <a:pt x="675627" y="229421"/>
                    <a:pt x="750528" y="229421"/>
                  </a:cubicBezTo>
                  <a:cubicBezTo>
                    <a:pt x="761369" y="229421"/>
                    <a:pt x="765311" y="233676"/>
                    <a:pt x="765311" y="245375"/>
                  </a:cubicBezTo>
                  <a:cubicBezTo>
                    <a:pt x="764326" y="264521"/>
                    <a:pt x="764326" y="282602"/>
                    <a:pt x="765311" y="301747"/>
                  </a:cubicBezTo>
                  <a:cubicBezTo>
                    <a:pt x="765311" y="314511"/>
                    <a:pt x="760383" y="318765"/>
                    <a:pt x="748557" y="318765"/>
                  </a:cubicBezTo>
                  <a:cubicBezTo>
                    <a:pt x="711106" y="318765"/>
                    <a:pt x="674641" y="318765"/>
                    <a:pt x="638176" y="318765"/>
                  </a:cubicBezTo>
                  <a:cubicBezTo>
                    <a:pt x="601711" y="318765"/>
                    <a:pt x="565246" y="317702"/>
                    <a:pt x="528781" y="318765"/>
                  </a:cubicBezTo>
                  <a:cubicBezTo>
                    <a:pt x="515969" y="318765"/>
                    <a:pt x="511041" y="313447"/>
                    <a:pt x="511041" y="299620"/>
                  </a:cubicBezTo>
                  <a:cubicBezTo>
                    <a:pt x="512027" y="282602"/>
                    <a:pt x="512027" y="264521"/>
                    <a:pt x="511041" y="246439"/>
                  </a:cubicBezTo>
                  <a:cubicBezTo>
                    <a:pt x="511041" y="234739"/>
                    <a:pt x="514983" y="229421"/>
                    <a:pt x="525824" y="229421"/>
                  </a:cubicBezTo>
                  <a:close/>
                  <a:moveTo>
                    <a:pt x="1243182" y="137949"/>
                  </a:moveTo>
                  <a:cubicBezTo>
                    <a:pt x="1255260" y="139675"/>
                    <a:pt x="1267337" y="146577"/>
                    <a:pt x="1281140" y="158257"/>
                  </a:cubicBezTo>
                  <a:cubicBezTo>
                    <a:pt x="1308745" y="183741"/>
                    <a:pt x="1317618" y="208163"/>
                    <a:pt x="1306773" y="240018"/>
                  </a:cubicBezTo>
                  <a:cubicBezTo>
                    <a:pt x="1300858" y="257008"/>
                    <a:pt x="1294942" y="275059"/>
                    <a:pt x="1285083" y="289925"/>
                  </a:cubicBezTo>
                  <a:cubicBezTo>
                    <a:pt x="1228886" y="370624"/>
                    <a:pt x="1171704" y="450262"/>
                    <a:pt x="1114521" y="532023"/>
                  </a:cubicBezTo>
                  <a:cubicBezTo>
                    <a:pt x="1066212" y="489550"/>
                    <a:pt x="1022832" y="450262"/>
                    <a:pt x="977480" y="410974"/>
                  </a:cubicBezTo>
                  <a:cubicBezTo>
                    <a:pt x="984381" y="401417"/>
                    <a:pt x="990297" y="392923"/>
                    <a:pt x="996212" y="385490"/>
                  </a:cubicBezTo>
                  <a:cubicBezTo>
                    <a:pt x="1050437" y="319656"/>
                    <a:pt x="1103676" y="252760"/>
                    <a:pt x="1157901" y="187988"/>
                  </a:cubicBezTo>
                  <a:cubicBezTo>
                    <a:pt x="1170718" y="172061"/>
                    <a:pt x="1188464" y="159319"/>
                    <a:pt x="1205225" y="148700"/>
                  </a:cubicBezTo>
                  <a:cubicBezTo>
                    <a:pt x="1219027" y="139675"/>
                    <a:pt x="1231105" y="136224"/>
                    <a:pt x="1243182" y="137949"/>
                  </a:cubicBezTo>
                  <a:close/>
                  <a:moveTo>
                    <a:pt x="326420" y="0"/>
                  </a:moveTo>
                  <a:cubicBezTo>
                    <a:pt x="513791" y="0"/>
                    <a:pt x="702148" y="0"/>
                    <a:pt x="889519" y="0"/>
                  </a:cubicBezTo>
                  <a:cubicBezTo>
                    <a:pt x="964468" y="1063"/>
                    <a:pt x="1018707" y="56311"/>
                    <a:pt x="1021665" y="137059"/>
                  </a:cubicBezTo>
                  <a:cubicBezTo>
                    <a:pt x="1021665" y="164684"/>
                    <a:pt x="1021665" y="191246"/>
                    <a:pt x="1020679" y="218870"/>
                  </a:cubicBezTo>
                  <a:cubicBezTo>
                    <a:pt x="1020679" y="225245"/>
                    <a:pt x="1017721" y="232682"/>
                    <a:pt x="1013776" y="237995"/>
                  </a:cubicBezTo>
                  <a:cubicBezTo>
                    <a:pt x="985177" y="275181"/>
                    <a:pt x="956578" y="311305"/>
                    <a:pt x="928966" y="348492"/>
                  </a:cubicBezTo>
                  <a:cubicBezTo>
                    <a:pt x="921077" y="358054"/>
                    <a:pt x="915160" y="369741"/>
                    <a:pt x="908256" y="380366"/>
                  </a:cubicBezTo>
                  <a:cubicBezTo>
                    <a:pt x="905298" y="384616"/>
                    <a:pt x="901353" y="387804"/>
                    <a:pt x="895436" y="395241"/>
                  </a:cubicBezTo>
                  <a:cubicBezTo>
                    <a:pt x="895436" y="365492"/>
                    <a:pt x="895436" y="339992"/>
                    <a:pt x="895436" y="314493"/>
                  </a:cubicBezTo>
                  <a:cubicBezTo>
                    <a:pt x="895436" y="263494"/>
                    <a:pt x="895436" y="212495"/>
                    <a:pt x="895436" y="161496"/>
                  </a:cubicBezTo>
                  <a:cubicBezTo>
                    <a:pt x="895436" y="139184"/>
                    <a:pt x="892478" y="135997"/>
                    <a:pt x="870782" y="135997"/>
                  </a:cubicBezTo>
                  <a:cubicBezTo>
                    <a:pt x="713982" y="135997"/>
                    <a:pt x="557182" y="135997"/>
                    <a:pt x="399396" y="135997"/>
                  </a:cubicBezTo>
                  <a:cubicBezTo>
                    <a:pt x="394465" y="135997"/>
                    <a:pt x="388548" y="135997"/>
                    <a:pt x="381645" y="135997"/>
                  </a:cubicBezTo>
                  <a:cubicBezTo>
                    <a:pt x="381645" y="145559"/>
                    <a:pt x="381645" y="152997"/>
                    <a:pt x="381645" y="159371"/>
                  </a:cubicBezTo>
                  <a:cubicBezTo>
                    <a:pt x="381645" y="211433"/>
                    <a:pt x="381645" y="262431"/>
                    <a:pt x="381645" y="314493"/>
                  </a:cubicBezTo>
                  <a:cubicBezTo>
                    <a:pt x="380659" y="373991"/>
                    <a:pt x="346143" y="410116"/>
                    <a:pt x="290918" y="410116"/>
                  </a:cubicBezTo>
                  <a:cubicBezTo>
                    <a:pt x="241610" y="410116"/>
                    <a:pt x="192302" y="410116"/>
                    <a:pt x="142994" y="410116"/>
                  </a:cubicBezTo>
                  <a:cubicBezTo>
                    <a:pt x="138063" y="410116"/>
                    <a:pt x="133132" y="410116"/>
                    <a:pt x="126229" y="410116"/>
                  </a:cubicBezTo>
                  <a:cubicBezTo>
                    <a:pt x="126229" y="418615"/>
                    <a:pt x="126229" y="423928"/>
                    <a:pt x="126229" y="429240"/>
                  </a:cubicBezTo>
                  <a:cubicBezTo>
                    <a:pt x="126229" y="658735"/>
                    <a:pt x="126229" y="888229"/>
                    <a:pt x="126229" y="1117724"/>
                  </a:cubicBezTo>
                  <a:cubicBezTo>
                    <a:pt x="126229" y="1143223"/>
                    <a:pt x="128201" y="1145348"/>
                    <a:pt x="150883" y="1145348"/>
                  </a:cubicBezTo>
                  <a:cubicBezTo>
                    <a:pt x="390521" y="1145348"/>
                    <a:pt x="630158" y="1145348"/>
                    <a:pt x="869796" y="1145348"/>
                  </a:cubicBezTo>
                  <a:cubicBezTo>
                    <a:pt x="893464" y="1145348"/>
                    <a:pt x="895436" y="1143223"/>
                    <a:pt x="895436" y="1117724"/>
                  </a:cubicBezTo>
                  <a:cubicBezTo>
                    <a:pt x="895436" y="1052913"/>
                    <a:pt x="895436" y="988102"/>
                    <a:pt x="895436" y="923291"/>
                  </a:cubicBezTo>
                  <a:cubicBezTo>
                    <a:pt x="895436" y="916916"/>
                    <a:pt x="897409" y="908416"/>
                    <a:pt x="901353" y="904166"/>
                  </a:cubicBezTo>
                  <a:cubicBezTo>
                    <a:pt x="938827" y="860605"/>
                    <a:pt x="976302" y="818106"/>
                    <a:pt x="1013776" y="774545"/>
                  </a:cubicBezTo>
                  <a:cubicBezTo>
                    <a:pt x="1015748" y="773482"/>
                    <a:pt x="1016734" y="772420"/>
                    <a:pt x="1020679" y="769232"/>
                  </a:cubicBezTo>
                  <a:cubicBezTo>
                    <a:pt x="1020679" y="775607"/>
                    <a:pt x="1021665" y="779857"/>
                    <a:pt x="1021665" y="784107"/>
                  </a:cubicBezTo>
                  <a:cubicBezTo>
                    <a:pt x="1021665" y="902042"/>
                    <a:pt x="1021665" y="1018914"/>
                    <a:pt x="1021665" y="1135786"/>
                  </a:cubicBezTo>
                  <a:cubicBezTo>
                    <a:pt x="1020679" y="1222909"/>
                    <a:pt x="967426" y="1281345"/>
                    <a:pt x="886561" y="1281345"/>
                  </a:cubicBezTo>
                  <a:cubicBezTo>
                    <a:pt x="634103" y="1281345"/>
                    <a:pt x="382631" y="1281345"/>
                    <a:pt x="131160" y="1281345"/>
                  </a:cubicBezTo>
                  <a:cubicBezTo>
                    <a:pt x="55225" y="1281345"/>
                    <a:pt x="0" y="1221847"/>
                    <a:pt x="0" y="1140036"/>
                  </a:cubicBezTo>
                  <a:cubicBezTo>
                    <a:pt x="0" y="872292"/>
                    <a:pt x="0" y="603486"/>
                    <a:pt x="0" y="335742"/>
                  </a:cubicBezTo>
                  <a:cubicBezTo>
                    <a:pt x="0" y="315555"/>
                    <a:pt x="5917" y="298556"/>
                    <a:pt x="18737" y="283681"/>
                  </a:cubicBezTo>
                  <a:cubicBezTo>
                    <a:pt x="99603" y="198683"/>
                    <a:pt x="180468" y="113685"/>
                    <a:pt x="261333" y="28687"/>
                  </a:cubicBezTo>
                  <a:cubicBezTo>
                    <a:pt x="279084" y="9562"/>
                    <a:pt x="300780" y="0"/>
                    <a:pt x="32642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5" name="文本框 4"/>
          <p:cNvSpPr txBox="1"/>
          <p:nvPr/>
        </p:nvSpPr>
        <p:spPr>
          <a:xfrm>
            <a:off x="974526" y="321818"/>
            <a:ext cx="1620957" cy="523220"/>
          </a:xfrm>
          <a:prstGeom prst="rect">
            <a:avLst/>
          </a:prstGeom>
          <a:noFill/>
        </p:spPr>
        <p:txBody>
          <a:bodyPr wrap="none" rtlCol="0">
            <a:spAutoFit/>
          </a:bodyPr>
          <a:lstStyle/>
          <a:p>
            <a:r>
              <a:rPr lang="zh-CN" altLang="en-US" sz="2800" b="1">
                <a:solidFill>
                  <a:srgbClr val="3FB793"/>
                </a:solidFill>
                <a:latin typeface="思源黑体旧字形 Normal" panose="020b0400000000000000" pitchFamily="34" charset="-128"/>
                <a:ea typeface="思源黑体旧字形 Normal" panose="020b0400000000000000" pitchFamily="34" charset="-128"/>
              </a:rPr>
              <a:t>岗位职责</a:t>
            </a:r>
          </a:p>
        </p:txBody>
      </p:sp>
      <p:grpSp>
        <p:nvGrpSpPr>
          <p:cNvPr id="44" name="组合 43">
            <a:extLst>
              <a:ext uri="{FF2B5EF4-FFF2-40B4-BE49-F238E27FC236}">
                <a16:creationId xmlns:a16="http://schemas.microsoft.com/office/drawing/2014/main" id="{BDD34751-3C6A-450F-B714-4905E852871E}"/>
              </a:ext>
            </a:extLst>
          </p:cNvPr>
          <p:cNvGrpSpPr/>
          <p:nvPr/>
        </p:nvGrpSpPr>
        <p:grpSpPr>
          <a:xfrm>
            <a:off x="696813" y="2092750"/>
            <a:ext cx="5128179" cy="4773084"/>
            <a:chOff x="974092" y="1272064"/>
            <a:chExt cx="3736975" cy="3478213"/>
          </a:xfrm>
          <a:solidFill>
            <a:srgbClr val="EAEAEA"/>
          </a:solidFill>
        </p:grpSpPr>
        <p:sp>
          <p:nvSpPr>
            <p:cNvPr id="45" name="Freeform 6">
              <a:extLst>
                <a:ext uri="{FF2B5EF4-FFF2-40B4-BE49-F238E27FC236}">
                  <a16:creationId xmlns:a16="http://schemas.microsoft.com/office/drawing/2014/main" id="{98579A42-5552-4AFE-80F8-3234B498CA8F}"/>
                </a:ext>
              </a:extLst>
            </p:cNvPr>
            <p:cNvSpPr>
              <a:spLocks noEditPoints="1"/>
            </p:cNvSpPr>
            <p:nvPr/>
          </p:nvSpPr>
          <p:spPr bwMode="auto">
            <a:xfrm>
              <a:off x="2077405" y="1719739"/>
              <a:ext cx="1001713" cy="658813"/>
            </a:xfrm>
            <a:custGeom>
              <a:gdLst>
                <a:gd name="T0" fmla="*/ 16 w 336"/>
                <a:gd name="T1" fmla="*/ 49 h 221"/>
                <a:gd name="T2" fmla="*/ 87 w 336"/>
                <a:gd name="T3" fmla="*/ 0 h 221"/>
                <a:gd name="T4" fmla="*/ 173 w 336"/>
                <a:gd name="T5" fmla="*/ 216 h 221"/>
                <a:gd name="T6" fmla="*/ 77 w 336"/>
                <a:gd name="T7" fmla="*/ 128 h 221"/>
                <a:gd name="T8" fmla="*/ 16 w 336"/>
                <a:gd name="T9" fmla="*/ 49 h 221"/>
                <a:gd name="T10" fmla="*/ 202 w 336"/>
                <a:gd name="T11" fmla="*/ 39 h 221"/>
                <a:gd name="T12" fmla="*/ 187 w 336"/>
                <a:gd name="T13" fmla="*/ 54 h 221"/>
                <a:gd name="T14" fmla="*/ 202 w 336"/>
                <a:gd name="T15" fmla="*/ 69 h 221"/>
                <a:gd name="T16" fmla="*/ 216 w 336"/>
                <a:gd name="T17" fmla="*/ 54 h 221"/>
                <a:gd name="T18" fmla="*/ 202 w 336"/>
                <a:gd name="T19" fmla="*/ 39 h 221"/>
                <a:gd name="T20" fmla="*/ 235 w 336"/>
                <a:gd name="T21" fmla="*/ 97 h 221"/>
                <a:gd name="T22" fmla="*/ 216 w 336"/>
                <a:gd name="T23" fmla="*/ 78 h 221"/>
                <a:gd name="T24" fmla="*/ 197 w 336"/>
                <a:gd name="T25" fmla="*/ 97 h 221"/>
                <a:gd name="T26" fmla="*/ 216 w 336"/>
                <a:gd name="T27" fmla="*/ 117 h 221"/>
                <a:gd name="T28" fmla="*/ 235 w 336"/>
                <a:gd name="T29" fmla="*/ 97 h 221"/>
                <a:gd name="T30" fmla="*/ 203 w 336"/>
                <a:gd name="T31" fmla="*/ 168 h 221"/>
                <a:gd name="T32" fmla="*/ 225 w 336"/>
                <a:gd name="T33" fmla="*/ 145 h 221"/>
                <a:gd name="T34" fmla="*/ 203 w 336"/>
                <a:gd name="T35" fmla="*/ 123 h 221"/>
                <a:gd name="T36" fmla="*/ 181 w 336"/>
                <a:gd name="T37" fmla="*/ 145 h 221"/>
                <a:gd name="T38" fmla="*/ 203 w 336"/>
                <a:gd name="T39" fmla="*/ 168 h 221"/>
                <a:gd name="T40" fmla="*/ 163 w 336"/>
                <a:gd name="T41" fmla="*/ 205 h 221"/>
                <a:gd name="T42" fmla="*/ 187 w 336"/>
                <a:gd name="T43" fmla="*/ 181 h 221"/>
                <a:gd name="T44" fmla="*/ 163 w 336"/>
                <a:gd name="T45" fmla="*/ 157 h 221"/>
                <a:gd name="T46" fmla="*/ 139 w 336"/>
                <a:gd name="T47" fmla="*/ 181 h 221"/>
                <a:gd name="T48" fmla="*/ 163 w 336"/>
                <a:gd name="T49" fmla="*/ 205 h 221"/>
                <a:gd name="T50" fmla="*/ 65 w 336"/>
                <a:gd name="T51" fmla="*/ 94 h 221"/>
                <a:gd name="T52" fmla="*/ 94 w 336"/>
                <a:gd name="T53" fmla="*/ 65 h 221"/>
                <a:gd name="T54" fmla="*/ 65 w 336"/>
                <a:gd name="T55" fmla="*/ 36 h 221"/>
                <a:gd name="T56" fmla="*/ 36 w 336"/>
                <a:gd name="T57" fmla="*/ 65 h 221"/>
                <a:gd name="T58" fmla="*/ 65 w 336"/>
                <a:gd name="T59" fmla="*/ 94 h 221"/>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36" h="221">
                  <a:moveTo>
                    <a:pt x="16" y="49"/>
                  </a:moveTo>
                  <a:cubicBezTo>
                    <a:pt x="32" y="5"/>
                    <a:pt x="87" y="0"/>
                    <a:pt x="87" y="0"/>
                  </a:cubicBezTo>
                  <a:cubicBezTo>
                    <a:pt x="336" y="4"/>
                    <a:pt x="237" y="212"/>
                    <a:pt x="173" y="216"/>
                  </a:cubicBezTo>
                  <a:cubicBezTo>
                    <a:pt x="108" y="221"/>
                    <a:pt x="118" y="144"/>
                    <a:pt x="77" y="128"/>
                  </a:cubicBezTo>
                  <a:cubicBezTo>
                    <a:pt x="36" y="111"/>
                    <a:pt x="0" y="92"/>
                    <a:pt x="16" y="49"/>
                  </a:cubicBezTo>
                  <a:close/>
                  <a:moveTo>
                    <a:pt x="202" y="39"/>
                  </a:moveTo>
                  <a:cubicBezTo>
                    <a:pt x="194" y="39"/>
                    <a:pt x="187" y="46"/>
                    <a:pt x="187" y="54"/>
                  </a:cubicBezTo>
                  <a:cubicBezTo>
                    <a:pt x="187" y="62"/>
                    <a:pt x="194" y="69"/>
                    <a:pt x="202" y="69"/>
                  </a:cubicBezTo>
                  <a:cubicBezTo>
                    <a:pt x="210" y="69"/>
                    <a:pt x="216" y="62"/>
                    <a:pt x="216" y="54"/>
                  </a:cubicBezTo>
                  <a:cubicBezTo>
                    <a:pt x="216" y="46"/>
                    <a:pt x="210" y="39"/>
                    <a:pt x="202" y="39"/>
                  </a:cubicBezTo>
                  <a:close/>
                  <a:moveTo>
                    <a:pt x="235" y="97"/>
                  </a:moveTo>
                  <a:cubicBezTo>
                    <a:pt x="235" y="87"/>
                    <a:pt x="227" y="78"/>
                    <a:pt x="216" y="78"/>
                  </a:cubicBezTo>
                  <a:cubicBezTo>
                    <a:pt x="205" y="78"/>
                    <a:pt x="197" y="87"/>
                    <a:pt x="197" y="97"/>
                  </a:cubicBezTo>
                  <a:cubicBezTo>
                    <a:pt x="197" y="108"/>
                    <a:pt x="205" y="117"/>
                    <a:pt x="216" y="117"/>
                  </a:cubicBezTo>
                  <a:cubicBezTo>
                    <a:pt x="227" y="117"/>
                    <a:pt x="235" y="108"/>
                    <a:pt x="235" y="97"/>
                  </a:cubicBezTo>
                  <a:close/>
                  <a:moveTo>
                    <a:pt x="203" y="168"/>
                  </a:moveTo>
                  <a:cubicBezTo>
                    <a:pt x="215" y="168"/>
                    <a:pt x="225" y="158"/>
                    <a:pt x="225" y="145"/>
                  </a:cubicBezTo>
                  <a:cubicBezTo>
                    <a:pt x="225" y="133"/>
                    <a:pt x="215" y="123"/>
                    <a:pt x="203" y="123"/>
                  </a:cubicBezTo>
                  <a:cubicBezTo>
                    <a:pt x="190" y="123"/>
                    <a:pt x="181" y="133"/>
                    <a:pt x="181" y="145"/>
                  </a:cubicBezTo>
                  <a:cubicBezTo>
                    <a:pt x="181" y="158"/>
                    <a:pt x="190" y="168"/>
                    <a:pt x="203" y="168"/>
                  </a:cubicBezTo>
                  <a:close/>
                  <a:moveTo>
                    <a:pt x="163" y="205"/>
                  </a:moveTo>
                  <a:cubicBezTo>
                    <a:pt x="176" y="205"/>
                    <a:pt x="187" y="195"/>
                    <a:pt x="187" y="181"/>
                  </a:cubicBezTo>
                  <a:cubicBezTo>
                    <a:pt x="187" y="168"/>
                    <a:pt x="176" y="157"/>
                    <a:pt x="163" y="157"/>
                  </a:cubicBezTo>
                  <a:cubicBezTo>
                    <a:pt x="150" y="157"/>
                    <a:pt x="139" y="168"/>
                    <a:pt x="139" y="181"/>
                  </a:cubicBezTo>
                  <a:cubicBezTo>
                    <a:pt x="139" y="195"/>
                    <a:pt x="150" y="205"/>
                    <a:pt x="163" y="205"/>
                  </a:cubicBezTo>
                  <a:close/>
                  <a:moveTo>
                    <a:pt x="65" y="94"/>
                  </a:moveTo>
                  <a:cubicBezTo>
                    <a:pt x="81" y="94"/>
                    <a:pt x="94" y="81"/>
                    <a:pt x="94" y="65"/>
                  </a:cubicBezTo>
                  <a:cubicBezTo>
                    <a:pt x="94" y="49"/>
                    <a:pt x="81" y="36"/>
                    <a:pt x="65" y="36"/>
                  </a:cubicBezTo>
                  <a:cubicBezTo>
                    <a:pt x="49" y="36"/>
                    <a:pt x="36" y="49"/>
                    <a:pt x="36" y="65"/>
                  </a:cubicBezTo>
                  <a:cubicBezTo>
                    <a:pt x="36" y="81"/>
                    <a:pt x="49" y="94"/>
                    <a:pt x="65" y="9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p>
          </p:txBody>
        </p:sp>
        <p:sp>
          <p:nvSpPr>
            <p:cNvPr id="46" name="Freeform 7">
              <a:extLst>
                <a:ext uri="{FF2B5EF4-FFF2-40B4-BE49-F238E27FC236}">
                  <a16:creationId xmlns:a16="http://schemas.microsoft.com/office/drawing/2014/main" id="{00D6015C-9DFF-4584-98C3-08455CD130DD}"/>
                </a:ext>
              </a:extLst>
            </p:cNvPr>
            <p:cNvSpPr/>
            <p:nvPr/>
          </p:nvSpPr>
          <p:spPr bwMode="auto">
            <a:xfrm>
              <a:off x="2691767" y="1272064"/>
              <a:ext cx="450850" cy="200025"/>
            </a:xfrm>
            <a:custGeom>
              <a:gdLst>
                <a:gd name="T0" fmla="*/ 143 w 284"/>
                <a:gd name="T1" fmla="*/ 126 h 126"/>
                <a:gd name="T2" fmla="*/ 284 w 284"/>
                <a:gd name="T3" fmla="*/ 64 h 126"/>
                <a:gd name="T4" fmla="*/ 139 w 284"/>
                <a:gd name="T5" fmla="*/ 0 h 126"/>
                <a:gd name="T6" fmla="*/ 0 w 284"/>
                <a:gd name="T7" fmla="*/ 62 h 126"/>
                <a:gd name="T8" fmla="*/ 143 w 284"/>
                <a:gd name="T9" fmla="*/ 126 h 126"/>
              </a:gdLst>
              <a:cxnLst>
                <a:cxn ang="0">
                  <a:pos x="T0" y="T1"/>
                </a:cxn>
                <a:cxn ang="0">
                  <a:pos x="T2" y="T3"/>
                </a:cxn>
                <a:cxn ang="0">
                  <a:pos x="T4" y="T5"/>
                </a:cxn>
                <a:cxn ang="0">
                  <a:pos x="T6" y="T7"/>
                </a:cxn>
                <a:cxn ang="0">
                  <a:pos x="T8" y="T9"/>
                </a:cxn>
              </a:cxnLst>
              <a:rect l="0" t="0" r="r" b="b"/>
              <a:pathLst>
                <a:path w="284" h="125">
                  <a:moveTo>
                    <a:pt x="143" y="126"/>
                  </a:moveTo>
                  <a:lnTo>
                    <a:pt x="284" y="64"/>
                  </a:lnTo>
                  <a:lnTo>
                    <a:pt x="139" y="0"/>
                  </a:lnTo>
                  <a:lnTo>
                    <a:pt x="0" y="62"/>
                  </a:lnTo>
                  <a:lnTo>
                    <a:pt x="143" y="12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p>
          </p:txBody>
        </p:sp>
        <p:sp>
          <p:nvSpPr>
            <p:cNvPr id="47" name="Rectangle 8">
              <a:extLst>
                <a:ext uri="{FF2B5EF4-FFF2-40B4-BE49-F238E27FC236}">
                  <a16:creationId xmlns:a16="http://schemas.microsoft.com/office/drawing/2014/main" id="{7B376683-364C-43A2-A1A7-C33E526E34E5}"/>
                </a:ext>
              </a:extLst>
            </p:cNvPr>
            <p:cNvSpPr>
              <a:spLocks noChangeArrowheads="1"/>
            </p:cNvSpPr>
            <p:nvPr/>
          </p:nvSpPr>
          <p:spPr bwMode="auto">
            <a:xfrm>
              <a:off x="2698117" y="1367314"/>
              <a:ext cx="14288" cy="1460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121920" tIns="60960" rIns="121920" bIns="60960" numCol="1" anchor="t" anchorCtr="0" compatLnSpc="1"/>
            <a:lstStyle/>
            <a:p>
              <a:endParaRPr lang="zh-CN" altLang="en-US" sz="2400">
                <a:ea typeface="思源黑体旧字形 Normal" panose="020b0400000000000000" pitchFamily="34" charset="-128"/>
              </a:endParaRPr>
            </a:p>
          </p:txBody>
        </p:sp>
        <p:sp>
          <p:nvSpPr>
            <p:cNvPr id="48" name="Oval 9">
              <a:extLst>
                <a:ext uri="{FF2B5EF4-FFF2-40B4-BE49-F238E27FC236}">
                  <a16:creationId xmlns:a16="http://schemas.microsoft.com/office/drawing/2014/main" id="{6D5F2B9A-5CE7-47EB-820B-C0EE568781E3}"/>
                </a:ext>
              </a:extLst>
            </p:cNvPr>
            <p:cNvSpPr>
              <a:spLocks noChangeArrowheads="1"/>
            </p:cNvSpPr>
            <p:nvPr/>
          </p:nvSpPr>
          <p:spPr bwMode="auto">
            <a:xfrm>
              <a:off x="2682242" y="1495902"/>
              <a:ext cx="46038" cy="44450"/>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ea typeface="思源黑体旧字形 Normal" panose="020b0400000000000000" pitchFamily="34" charset="-128"/>
              </a:endParaRPr>
            </a:p>
          </p:txBody>
        </p:sp>
        <p:sp>
          <p:nvSpPr>
            <p:cNvPr id="49" name="Freeform 10">
              <a:extLst>
                <a:ext uri="{FF2B5EF4-FFF2-40B4-BE49-F238E27FC236}">
                  <a16:creationId xmlns:a16="http://schemas.microsoft.com/office/drawing/2014/main" id="{13136BD5-292C-4E1E-89A7-2EDE63DF534E}"/>
                </a:ext>
              </a:extLst>
            </p:cNvPr>
            <p:cNvSpPr/>
            <p:nvPr/>
          </p:nvSpPr>
          <p:spPr bwMode="auto">
            <a:xfrm>
              <a:off x="2701292" y="1522889"/>
              <a:ext cx="31750" cy="98425"/>
            </a:xfrm>
            <a:custGeom>
              <a:gdLst>
                <a:gd name="T0" fmla="*/ 5 w 11"/>
                <a:gd name="T1" fmla="*/ 1 h 33"/>
                <a:gd name="T2" fmla="*/ 8 w 11"/>
                <a:gd name="T3" fmla="*/ 33 h 33"/>
                <a:gd name="T4" fmla="*/ 0 w 11"/>
                <a:gd name="T5" fmla="*/ 33 h 33"/>
                <a:gd name="T6" fmla="*/ 0 w 11"/>
                <a:gd name="T7" fmla="*/ 0 h 33"/>
                <a:gd name="T8" fmla="*/ 5 w 11"/>
                <a:gd name="T9" fmla="*/ 1 h 33"/>
              </a:gdLst>
              <a:cxnLst>
                <a:cxn ang="0">
                  <a:pos x="T0" y="T1"/>
                </a:cxn>
                <a:cxn ang="0">
                  <a:pos x="T2" y="T3"/>
                </a:cxn>
                <a:cxn ang="0">
                  <a:pos x="T4" y="T5"/>
                </a:cxn>
                <a:cxn ang="0">
                  <a:pos x="T6" y="T7"/>
                </a:cxn>
                <a:cxn ang="0">
                  <a:pos x="T8" y="T9"/>
                </a:cxn>
              </a:cxnLst>
              <a:rect l="0" t="0" r="r" b="b"/>
              <a:pathLst>
                <a:path w="11" h="33">
                  <a:moveTo>
                    <a:pt x="5" y="1"/>
                  </a:moveTo>
                  <a:cubicBezTo>
                    <a:pt x="5" y="1"/>
                    <a:pt x="11" y="14"/>
                    <a:pt x="8" y="33"/>
                  </a:cubicBezTo>
                  <a:cubicBezTo>
                    <a:pt x="0" y="33"/>
                    <a:pt x="0" y="33"/>
                    <a:pt x="0" y="33"/>
                  </a:cubicBezTo>
                  <a:cubicBezTo>
                    <a:pt x="0" y="0"/>
                    <a:pt x="0" y="0"/>
                    <a:pt x="0" y="0"/>
                  </a:cubicBezTo>
                  <a:cubicBezTo>
                    <a:pt x="0" y="0"/>
                    <a:pt x="5" y="2"/>
                    <a:pt x="5"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p>
          </p:txBody>
        </p:sp>
        <p:sp>
          <p:nvSpPr>
            <p:cNvPr id="50" name="Freeform 11">
              <a:extLst>
                <a:ext uri="{FF2B5EF4-FFF2-40B4-BE49-F238E27FC236}">
                  <a16:creationId xmlns:a16="http://schemas.microsoft.com/office/drawing/2014/main" id="{C65B15BD-3BE4-47FE-B9BF-D7A97AB7074F}"/>
                </a:ext>
              </a:extLst>
            </p:cNvPr>
            <p:cNvSpPr/>
            <p:nvPr/>
          </p:nvSpPr>
          <p:spPr bwMode="auto">
            <a:xfrm>
              <a:off x="2674305" y="1522889"/>
              <a:ext cx="33338" cy="98425"/>
            </a:xfrm>
            <a:custGeom>
              <a:gdLst>
                <a:gd name="T0" fmla="*/ 6 w 11"/>
                <a:gd name="T1" fmla="*/ 1 h 33"/>
                <a:gd name="T2" fmla="*/ 3 w 11"/>
                <a:gd name="T3" fmla="*/ 33 h 33"/>
                <a:gd name="T4" fmla="*/ 11 w 11"/>
                <a:gd name="T5" fmla="*/ 33 h 33"/>
                <a:gd name="T6" fmla="*/ 11 w 11"/>
                <a:gd name="T7" fmla="*/ 0 h 33"/>
                <a:gd name="T8" fmla="*/ 6 w 11"/>
                <a:gd name="T9" fmla="*/ 1 h 33"/>
              </a:gdLst>
              <a:cxnLst>
                <a:cxn ang="0">
                  <a:pos x="T0" y="T1"/>
                </a:cxn>
                <a:cxn ang="0">
                  <a:pos x="T2" y="T3"/>
                </a:cxn>
                <a:cxn ang="0">
                  <a:pos x="T4" y="T5"/>
                </a:cxn>
                <a:cxn ang="0">
                  <a:pos x="T6" y="T7"/>
                </a:cxn>
                <a:cxn ang="0">
                  <a:pos x="T8" y="T9"/>
                </a:cxn>
              </a:cxnLst>
              <a:rect l="0" t="0" r="r" b="b"/>
              <a:pathLst>
                <a:path w="11" h="33">
                  <a:moveTo>
                    <a:pt x="6" y="1"/>
                  </a:moveTo>
                  <a:cubicBezTo>
                    <a:pt x="6" y="1"/>
                    <a:pt x="0" y="14"/>
                    <a:pt x="3" y="33"/>
                  </a:cubicBezTo>
                  <a:cubicBezTo>
                    <a:pt x="11" y="33"/>
                    <a:pt x="11" y="33"/>
                    <a:pt x="11" y="33"/>
                  </a:cubicBezTo>
                  <a:cubicBezTo>
                    <a:pt x="11" y="0"/>
                    <a:pt x="11" y="0"/>
                    <a:pt x="11" y="0"/>
                  </a:cubicBezTo>
                  <a:cubicBezTo>
                    <a:pt x="11" y="0"/>
                    <a:pt x="6" y="2"/>
                    <a:pt x="6"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p>
          </p:txBody>
        </p:sp>
        <p:sp>
          <p:nvSpPr>
            <p:cNvPr id="51" name="Freeform 12">
              <a:extLst>
                <a:ext uri="{FF2B5EF4-FFF2-40B4-BE49-F238E27FC236}">
                  <a16:creationId xmlns:a16="http://schemas.microsoft.com/office/drawing/2014/main" id="{FCB07C1B-E009-4D62-BAA5-8CF2EF7219E6}"/>
                </a:ext>
              </a:extLst>
            </p:cNvPr>
            <p:cNvSpPr/>
            <p:nvPr/>
          </p:nvSpPr>
          <p:spPr bwMode="auto">
            <a:xfrm>
              <a:off x="2793367" y="1433989"/>
              <a:ext cx="258763" cy="193675"/>
            </a:xfrm>
            <a:custGeom>
              <a:gdLst>
                <a:gd name="T0" fmla="*/ 0 w 87"/>
                <a:gd name="T1" fmla="*/ 0 h 65"/>
                <a:gd name="T2" fmla="*/ 43 w 87"/>
                <a:gd name="T3" fmla="*/ 20 h 65"/>
                <a:gd name="T4" fmla="*/ 87 w 87"/>
                <a:gd name="T5" fmla="*/ 0 h 65"/>
                <a:gd name="T6" fmla="*/ 87 w 87"/>
                <a:gd name="T7" fmla="*/ 50 h 65"/>
                <a:gd name="T8" fmla="*/ 45 w 87"/>
                <a:gd name="T9" fmla="*/ 65 h 65"/>
                <a:gd name="T10" fmla="*/ 45 w 87"/>
                <a:gd name="T11" fmla="*/ 65 h 65"/>
                <a:gd name="T12" fmla="*/ 43 w 87"/>
                <a:gd name="T13" fmla="*/ 65 h 65"/>
                <a:gd name="T14" fmla="*/ 42 w 87"/>
                <a:gd name="T15" fmla="*/ 65 h 65"/>
                <a:gd name="T16" fmla="*/ 42 w 87"/>
                <a:gd name="T17" fmla="*/ 65 h 65"/>
                <a:gd name="T18" fmla="*/ 0 w 87"/>
                <a:gd name="T19" fmla="*/ 50 h 65"/>
                <a:gd name="T20" fmla="*/ 0 w 87"/>
                <a:gd name="T21" fmla="*/ 0 h 65"/>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7" h="65">
                  <a:moveTo>
                    <a:pt x="0" y="0"/>
                  </a:moveTo>
                  <a:cubicBezTo>
                    <a:pt x="0" y="0"/>
                    <a:pt x="36" y="17"/>
                    <a:pt x="43" y="20"/>
                  </a:cubicBezTo>
                  <a:cubicBezTo>
                    <a:pt x="50" y="17"/>
                    <a:pt x="87" y="0"/>
                    <a:pt x="87" y="0"/>
                  </a:cubicBezTo>
                  <a:cubicBezTo>
                    <a:pt x="87" y="50"/>
                    <a:pt x="87" y="50"/>
                    <a:pt x="87" y="50"/>
                  </a:cubicBezTo>
                  <a:cubicBezTo>
                    <a:pt x="75" y="63"/>
                    <a:pt x="52" y="65"/>
                    <a:pt x="45" y="65"/>
                  </a:cubicBezTo>
                  <a:cubicBezTo>
                    <a:pt x="45" y="65"/>
                    <a:pt x="45" y="65"/>
                    <a:pt x="45" y="65"/>
                  </a:cubicBezTo>
                  <a:cubicBezTo>
                    <a:pt x="45" y="65"/>
                    <a:pt x="44" y="65"/>
                    <a:pt x="43" y="65"/>
                  </a:cubicBezTo>
                  <a:cubicBezTo>
                    <a:pt x="43" y="65"/>
                    <a:pt x="42" y="65"/>
                    <a:pt x="42" y="65"/>
                  </a:cubicBezTo>
                  <a:cubicBezTo>
                    <a:pt x="42" y="65"/>
                    <a:pt x="42" y="65"/>
                    <a:pt x="42" y="65"/>
                  </a:cubicBezTo>
                  <a:cubicBezTo>
                    <a:pt x="35" y="65"/>
                    <a:pt x="12" y="63"/>
                    <a:pt x="0" y="50"/>
                  </a:cubicBez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p>
          </p:txBody>
        </p:sp>
        <p:sp>
          <p:nvSpPr>
            <p:cNvPr id="52" name="Freeform 13">
              <a:extLst>
                <a:ext uri="{FF2B5EF4-FFF2-40B4-BE49-F238E27FC236}">
                  <a16:creationId xmlns:a16="http://schemas.microsoft.com/office/drawing/2014/main" id="{7C94769E-26CC-4E7B-83D1-1EC28BCD4D55}"/>
                </a:ext>
              </a:extLst>
            </p:cNvPr>
            <p:cNvSpPr/>
            <p:nvPr/>
          </p:nvSpPr>
          <p:spPr bwMode="auto">
            <a:xfrm>
              <a:off x="3485517" y="2167414"/>
              <a:ext cx="450850" cy="203200"/>
            </a:xfrm>
            <a:custGeom>
              <a:gdLst>
                <a:gd name="T0" fmla="*/ 143 w 284"/>
                <a:gd name="T1" fmla="*/ 128 h 128"/>
                <a:gd name="T2" fmla="*/ 284 w 284"/>
                <a:gd name="T3" fmla="*/ 64 h 128"/>
                <a:gd name="T4" fmla="*/ 139 w 284"/>
                <a:gd name="T5" fmla="*/ 0 h 128"/>
                <a:gd name="T6" fmla="*/ 0 w 284"/>
                <a:gd name="T7" fmla="*/ 62 h 128"/>
                <a:gd name="T8" fmla="*/ 143 w 284"/>
                <a:gd name="T9" fmla="*/ 128 h 128"/>
              </a:gdLst>
              <a:cxnLst>
                <a:cxn ang="0">
                  <a:pos x="T0" y="T1"/>
                </a:cxn>
                <a:cxn ang="0">
                  <a:pos x="T2" y="T3"/>
                </a:cxn>
                <a:cxn ang="0">
                  <a:pos x="T4" y="T5"/>
                </a:cxn>
                <a:cxn ang="0">
                  <a:pos x="T6" y="T7"/>
                </a:cxn>
                <a:cxn ang="0">
                  <a:pos x="T8" y="T9"/>
                </a:cxn>
              </a:cxnLst>
              <a:rect l="0" t="0" r="r" b="b"/>
              <a:pathLst>
                <a:path w="284" h="128">
                  <a:moveTo>
                    <a:pt x="143" y="128"/>
                  </a:moveTo>
                  <a:lnTo>
                    <a:pt x="284" y="64"/>
                  </a:lnTo>
                  <a:lnTo>
                    <a:pt x="139" y="0"/>
                  </a:lnTo>
                  <a:lnTo>
                    <a:pt x="0" y="62"/>
                  </a:lnTo>
                  <a:lnTo>
                    <a:pt x="143" y="12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p>
          </p:txBody>
        </p:sp>
        <p:sp>
          <p:nvSpPr>
            <p:cNvPr id="53" name="Rectangle 14">
              <a:extLst>
                <a:ext uri="{FF2B5EF4-FFF2-40B4-BE49-F238E27FC236}">
                  <a16:creationId xmlns:a16="http://schemas.microsoft.com/office/drawing/2014/main" id="{5F33D934-770E-4710-8FB3-12472A8A2D7A}"/>
                </a:ext>
              </a:extLst>
            </p:cNvPr>
            <p:cNvSpPr>
              <a:spLocks noChangeArrowheads="1"/>
            </p:cNvSpPr>
            <p:nvPr/>
          </p:nvSpPr>
          <p:spPr bwMode="auto">
            <a:xfrm>
              <a:off x="3491867" y="2262664"/>
              <a:ext cx="14288" cy="1492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121920" tIns="60960" rIns="121920" bIns="60960" numCol="1" anchor="t" anchorCtr="0" compatLnSpc="1"/>
            <a:lstStyle/>
            <a:p>
              <a:endParaRPr lang="zh-CN" altLang="en-US" sz="2400">
                <a:ea typeface="思源黑体旧字形 Normal" panose="020b0400000000000000" pitchFamily="34" charset="-128"/>
              </a:endParaRPr>
            </a:p>
          </p:txBody>
        </p:sp>
        <p:sp>
          <p:nvSpPr>
            <p:cNvPr id="54" name="Oval 15">
              <a:extLst>
                <a:ext uri="{FF2B5EF4-FFF2-40B4-BE49-F238E27FC236}">
                  <a16:creationId xmlns:a16="http://schemas.microsoft.com/office/drawing/2014/main" id="{2900BD94-C003-4C30-9CBE-1D1C476CB730}"/>
                </a:ext>
              </a:extLst>
            </p:cNvPr>
            <p:cNvSpPr>
              <a:spLocks noChangeArrowheads="1"/>
            </p:cNvSpPr>
            <p:nvPr/>
          </p:nvSpPr>
          <p:spPr bwMode="auto">
            <a:xfrm>
              <a:off x="3475992" y="2394427"/>
              <a:ext cx="44450" cy="44450"/>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ea typeface="思源黑体旧字形 Normal" panose="020b0400000000000000" pitchFamily="34" charset="-128"/>
              </a:endParaRPr>
            </a:p>
          </p:txBody>
        </p:sp>
        <p:sp>
          <p:nvSpPr>
            <p:cNvPr id="93" name="Freeform 16">
              <a:extLst>
                <a:ext uri="{FF2B5EF4-FFF2-40B4-BE49-F238E27FC236}">
                  <a16:creationId xmlns:a16="http://schemas.microsoft.com/office/drawing/2014/main" id="{7CF93BCD-EC72-43A6-9C8C-C18D85DE2239}"/>
                </a:ext>
              </a:extLst>
            </p:cNvPr>
            <p:cNvSpPr/>
            <p:nvPr/>
          </p:nvSpPr>
          <p:spPr bwMode="auto">
            <a:xfrm>
              <a:off x="3495042" y="2418239"/>
              <a:ext cx="31750" cy="98425"/>
            </a:xfrm>
            <a:custGeom>
              <a:gdLst>
                <a:gd name="T0" fmla="*/ 5 w 11"/>
                <a:gd name="T1" fmla="*/ 2 h 33"/>
                <a:gd name="T2" fmla="*/ 8 w 11"/>
                <a:gd name="T3" fmla="*/ 33 h 33"/>
                <a:gd name="T4" fmla="*/ 0 w 11"/>
                <a:gd name="T5" fmla="*/ 33 h 33"/>
                <a:gd name="T6" fmla="*/ 0 w 11"/>
                <a:gd name="T7" fmla="*/ 0 h 33"/>
                <a:gd name="T8" fmla="*/ 5 w 11"/>
                <a:gd name="T9" fmla="*/ 2 h 33"/>
              </a:gdLst>
              <a:cxnLst>
                <a:cxn ang="0">
                  <a:pos x="T0" y="T1"/>
                </a:cxn>
                <a:cxn ang="0">
                  <a:pos x="T2" y="T3"/>
                </a:cxn>
                <a:cxn ang="0">
                  <a:pos x="T4" y="T5"/>
                </a:cxn>
                <a:cxn ang="0">
                  <a:pos x="T6" y="T7"/>
                </a:cxn>
                <a:cxn ang="0">
                  <a:pos x="T8" y="T9"/>
                </a:cxn>
              </a:cxnLst>
              <a:rect l="0" t="0" r="r" b="b"/>
              <a:pathLst>
                <a:path w="11" h="33">
                  <a:moveTo>
                    <a:pt x="5" y="2"/>
                  </a:moveTo>
                  <a:cubicBezTo>
                    <a:pt x="5" y="2"/>
                    <a:pt x="11" y="14"/>
                    <a:pt x="8" y="33"/>
                  </a:cubicBezTo>
                  <a:cubicBezTo>
                    <a:pt x="0" y="33"/>
                    <a:pt x="0" y="33"/>
                    <a:pt x="0" y="33"/>
                  </a:cubicBezTo>
                  <a:cubicBezTo>
                    <a:pt x="0" y="0"/>
                    <a:pt x="0" y="0"/>
                    <a:pt x="0" y="0"/>
                  </a:cubicBezTo>
                  <a:cubicBezTo>
                    <a:pt x="0" y="0"/>
                    <a:pt x="5" y="3"/>
                    <a:pt x="5"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p>
          </p:txBody>
        </p:sp>
        <p:sp>
          <p:nvSpPr>
            <p:cNvPr id="94" name="Freeform 17">
              <a:extLst>
                <a:ext uri="{FF2B5EF4-FFF2-40B4-BE49-F238E27FC236}">
                  <a16:creationId xmlns:a16="http://schemas.microsoft.com/office/drawing/2014/main" id="{DE739E1D-EB08-4006-89C7-E4CB9B9E2AC4}"/>
                </a:ext>
              </a:extLst>
            </p:cNvPr>
            <p:cNvSpPr/>
            <p:nvPr/>
          </p:nvSpPr>
          <p:spPr bwMode="auto">
            <a:xfrm>
              <a:off x="3468055" y="2418239"/>
              <a:ext cx="31750" cy="98425"/>
            </a:xfrm>
            <a:custGeom>
              <a:gdLst>
                <a:gd name="T0" fmla="*/ 6 w 11"/>
                <a:gd name="T1" fmla="*/ 2 h 33"/>
                <a:gd name="T2" fmla="*/ 3 w 11"/>
                <a:gd name="T3" fmla="*/ 33 h 33"/>
                <a:gd name="T4" fmla="*/ 11 w 11"/>
                <a:gd name="T5" fmla="*/ 33 h 33"/>
                <a:gd name="T6" fmla="*/ 11 w 11"/>
                <a:gd name="T7" fmla="*/ 0 h 33"/>
                <a:gd name="T8" fmla="*/ 6 w 11"/>
                <a:gd name="T9" fmla="*/ 2 h 33"/>
              </a:gdLst>
              <a:cxnLst>
                <a:cxn ang="0">
                  <a:pos x="T0" y="T1"/>
                </a:cxn>
                <a:cxn ang="0">
                  <a:pos x="T2" y="T3"/>
                </a:cxn>
                <a:cxn ang="0">
                  <a:pos x="T4" y="T5"/>
                </a:cxn>
                <a:cxn ang="0">
                  <a:pos x="T6" y="T7"/>
                </a:cxn>
                <a:cxn ang="0">
                  <a:pos x="T8" y="T9"/>
                </a:cxn>
              </a:cxnLst>
              <a:rect l="0" t="0" r="r" b="b"/>
              <a:pathLst>
                <a:path w="11" h="33">
                  <a:moveTo>
                    <a:pt x="6" y="2"/>
                  </a:moveTo>
                  <a:cubicBezTo>
                    <a:pt x="6" y="2"/>
                    <a:pt x="0" y="14"/>
                    <a:pt x="3" y="33"/>
                  </a:cubicBezTo>
                  <a:cubicBezTo>
                    <a:pt x="11" y="33"/>
                    <a:pt x="11" y="33"/>
                    <a:pt x="11" y="33"/>
                  </a:cubicBezTo>
                  <a:cubicBezTo>
                    <a:pt x="11" y="0"/>
                    <a:pt x="11" y="0"/>
                    <a:pt x="11" y="0"/>
                  </a:cubicBezTo>
                  <a:cubicBezTo>
                    <a:pt x="11" y="0"/>
                    <a:pt x="6" y="3"/>
                    <a:pt x="6"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p>
          </p:txBody>
        </p:sp>
        <p:sp>
          <p:nvSpPr>
            <p:cNvPr id="95" name="Freeform 18">
              <a:extLst>
                <a:ext uri="{FF2B5EF4-FFF2-40B4-BE49-F238E27FC236}">
                  <a16:creationId xmlns:a16="http://schemas.microsoft.com/office/drawing/2014/main" id="{157F8F25-0A7D-4C57-A9D1-1498E6577BA7}"/>
                </a:ext>
              </a:extLst>
            </p:cNvPr>
            <p:cNvSpPr/>
            <p:nvPr/>
          </p:nvSpPr>
          <p:spPr bwMode="auto">
            <a:xfrm>
              <a:off x="3587117" y="2327752"/>
              <a:ext cx="258763" cy="193675"/>
            </a:xfrm>
            <a:custGeom>
              <a:gdLst>
                <a:gd name="T0" fmla="*/ 0 w 87"/>
                <a:gd name="T1" fmla="*/ 0 h 65"/>
                <a:gd name="T2" fmla="*/ 43 w 87"/>
                <a:gd name="T3" fmla="*/ 21 h 65"/>
                <a:gd name="T4" fmla="*/ 87 w 87"/>
                <a:gd name="T5" fmla="*/ 0 h 65"/>
                <a:gd name="T6" fmla="*/ 87 w 87"/>
                <a:gd name="T7" fmla="*/ 51 h 65"/>
                <a:gd name="T8" fmla="*/ 45 w 87"/>
                <a:gd name="T9" fmla="*/ 65 h 65"/>
                <a:gd name="T10" fmla="*/ 45 w 87"/>
                <a:gd name="T11" fmla="*/ 65 h 65"/>
                <a:gd name="T12" fmla="*/ 43 w 87"/>
                <a:gd name="T13" fmla="*/ 65 h 65"/>
                <a:gd name="T14" fmla="*/ 42 w 87"/>
                <a:gd name="T15" fmla="*/ 65 h 65"/>
                <a:gd name="T16" fmla="*/ 42 w 87"/>
                <a:gd name="T17" fmla="*/ 65 h 65"/>
                <a:gd name="T18" fmla="*/ 0 w 87"/>
                <a:gd name="T19" fmla="*/ 51 h 65"/>
                <a:gd name="T20" fmla="*/ 0 w 87"/>
                <a:gd name="T21" fmla="*/ 0 h 65"/>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7" h="65">
                  <a:moveTo>
                    <a:pt x="0" y="0"/>
                  </a:moveTo>
                  <a:cubicBezTo>
                    <a:pt x="0" y="1"/>
                    <a:pt x="36" y="18"/>
                    <a:pt x="43" y="21"/>
                  </a:cubicBezTo>
                  <a:cubicBezTo>
                    <a:pt x="50" y="18"/>
                    <a:pt x="87" y="1"/>
                    <a:pt x="87" y="0"/>
                  </a:cubicBezTo>
                  <a:cubicBezTo>
                    <a:pt x="87" y="51"/>
                    <a:pt x="87" y="51"/>
                    <a:pt x="87" y="51"/>
                  </a:cubicBezTo>
                  <a:cubicBezTo>
                    <a:pt x="75" y="63"/>
                    <a:pt x="52" y="65"/>
                    <a:pt x="45" y="65"/>
                  </a:cubicBezTo>
                  <a:cubicBezTo>
                    <a:pt x="45" y="65"/>
                    <a:pt x="45" y="65"/>
                    <a:pt x="45" y="65"/>
                  </a:cubicBezTo>
                  <a:cubicBezTo>
                    <a:pt x="45" y="65"/>
                    <a:pt x="44" y="65"/>
                    <a:pt x="43" y="65"/>
                  </a:cubicBezTo>
                  <a:cubicBezTo>
                    <a:pt x="43" y="65"/>
                    <a:pt x="42" y="65"/>
                    <a:pt x="42" y="65"/>
                  </a:cubicBezTo>
                  <a:cubicBezTo>
                    <a:pt x="42" y="65"/>
                    <a:pt x="42" y="65"/>
                    <a:pt x="42" y="65"/>
                  </a:cubicBezTo>
                  <a:cubicBezTo>
                    <a:pt x="35" y="65"/>
                    <a:pt x="12" y="63"/>
                    <a:pt x="0" y="51"/>
                  </a:cubicBez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p>
          </p:txBody>
        </p:sp>
        <p:sp>
          <p:nvSpPr>
            <p:cNvPr id="96" name="Freeform 19">
              <a:extLst>
                <a:ext uri="{FF2B5EF4-FFF2-40B4-BE49-F238E27FC236}">
                  <a16:creationId xmlns:a16="http://schemas.microsoft.com/office/drawing/2014/main" id="{24946C7C-35C5-4C24-A3C3-420BF9DE4AB0}"/>
                </a:ext>
              </a:extLst>
            </p:cNvPr>
            <p:cNvSpPr>
              <a:spLocks noEditPoints="1"/>
            </p:cNvSpPr>
            <p:nvPr/>
          </p:nvSpPr>
          <p:spPr bwMode="auto">
            <a:xfrm>
              <a:off x="3676017" y="3137377"/>
              <a:ext cx="325438" cy="323850"/>
            </a:xfrm>
            <a:custGeom>
              <a:gdLst>
                <a:gd name="T0" fmla="*/ 39 w 109"/>
                <a:gd name="T1" fmla="*/ 53 h 109"/>
                <a:gd name="T2" fmla="*/ 42 w 109"/>
                <a:gd name="T3" fmla="*/ 46 h 109"/>
                <a:gd name="T4" fmla="*/ 42 w 109"/>
                <a:gd name="T5" fmla="*/ 21 h 109"/>
                <a:gd name="T6" fmla="*/ 39 w 109"/>
                <a:gd name="T7" fmla="*/ 17 h 109"/>
                <a:gd name="T8" fmla="*/ 39 w 109"/>
                <a:gd name="T9" fmla="*/ 17 h 109"/>
                <a:gd name="T10" fmla="*/ 39 w 109"/>
                <a:gd name="T11" fmla="*/ 6 h 109"/>
                <a:gd name="T12" fmla="*/ 39 w 109"/>
                <a:gd name="T13" fmla="*/ 6 h 109"/>
                <a:gd name="T14" fmla="*/ 39 w 109"/>
                <a:gd name="T15" fmla="*/ 6 h 109"/>
                <a:gd name="T16" fmla="*/ 55 w 109"/>
                <a:gd name="T17" fmla="*/ 0 h 109"/>
                <a:gd name="T18" fmla="*/ 70 w 109"/>
                <a:gd name="T19" fmla="*/ 6 h 109"/>
                <a:gd name="T20" fmla="*/ 70 w 109"/>
                <a:gd name="T21" fmla="*/ 6 h 109"/>
                <a:gd name="T22" fmla="*/ 71 w 109"/>
                <a:gd name="T23" fmla="*/ 6 h 109"/>
                <a:gd name="T24" fmla="*/ 71 w 109"/>
                <a:gd name="T25" fmla="*/ 17 h 109"/>
                <a:gd name="T26" fmla="*/ 70 w 109"/>
                <a:gd name="T27" fmla="*/ 17 h 109"/>
                <a:gd name="T28" fmla="*/ 66 w 109"/>
                <a:gd name="T29" fmla="*/ 21 h 109"/>
                <a:gd name="T30" fmla="*/ 66 w 109"/>
                <a:gd name="T31" fmla="*/ 46 h 109"/>
                <a:gd name="T32" fmla="*/ 69 w 109"/>
                <a:gd name="T33" fmla="*/ 53 h 109"/>
                <a:gd name="T34" fmla="*/ 94 w 109"/>
                <a:gd name="T35" fmla="*/ 100 h 109"/>
                <a:gd name="T36" fmla="*/ 55 w 109"/>
                <a:gd name="T37" fmla="*/ 109 h 109"/>
                <a:gd name="T38" fmla="*/ 15 w 109"/>
                <a:gd name="T39" fmla="*/ 100 h 109"/>
                <a:gd name="T40" fmla="*/ 39 w 109"/>
                <a:gd name="T41" fmla="*/ 53 h 109"/>
                <a:gd name="T42" fmla="*/ 40 w 109"/>
                <a:gd name="T43" fmla="*/ 101 h 109"/>
                <a:gd name="T44" fmla="*/ 23 w 109"/>
                <a:gd name="T45" fmla="*/ 89 h 109"/>
                <a:gd name="T46" fmla="*/ 38 w 109"/>
                <a:gd name="T47" fmla="*/ 63 h 109"/>
                <a:gd name="T48" fmla="*/ 17 w 109"/>
                <a:gd name="T49" fmla="*/ 90 h 109"/>
                <a:gd name="T50" fmla="*/ 40 w 109"/>
                <a:gd name="T51" fmla="*/ 101 h 109"/>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09" h="109">
                  <a:moveTo>
                    <a:pt x="39" y="53"/>
                  </a:moveTo>
                  <a:cubicBezTo>
                    <a:pt x="39" y="53"/>
                    <a:pt x="42" y="51"/>
                    <a:pt x="42" y="46"/>
                  </a:cubicBezTo>
                  <a:cubicBezTo>
                    <a:pt x="42" y="42"/>
                    <a:pt x="42" y="26"/>
                    <a:pt x="42" y="21"/>
                  </a:cubicBezTo>
                  <a:cubicBezTo>
                    <a:pt x="40" y="20"/>
                    <a:pt x="39" y="19"/>
                    <a:pt x="39" y="17"/>
                  </a:cubicBezTo>
                  <a:cubicBezTo>
                    <a:pt x="39" y="17"/>
                    <a:pt x="39" y="17"/>
                    <a:pt x="39" y="17"/>
                  </a:cubicBezTo>
                  <a:cubicBezTo>
                    <a:pt x="39" y="6"/>
                    <a:pt x="39" y="6"/>
                    <a:pt x="39" y="6"/>
                  </a:cubicBezTo>
                  <a:cubicBezTo>
                    <a:pt x="39" y="6"/>
                    <a:pt x="39" y="6"/>
                    <a:pt x="39" y="6"/>
                  </a:cubicBezTo>
                  <a:cubicBezTo>
                    <a:pt x="39" y="6"/>
                    <a:pt x="39" y="6"/>
                    <a:pt x="39" y="6"/>
                  </a:cubicBezTo>
                  <a:cubicBezTo>
                    <a:pt x="39" y="2"/>
                    <a:pt x="46" y="0"/>
                    <a:pt x="55" y="0"/>
                  </a:cubicBezTo>
                  <a:cubicBezTo>
                    <a:pt x="63" y="0"/>
                    <a:pt x="70" y="2"/>
                    <a:pt x="70" y="6"/>
                  </a:cubicBezTo>
                  <a:cubicBezTo>
                    <a:pt x="70" y="6"/>
                    <a:pt x="70" y="6"/>
                    <a:pt x="70" y="6"/>
                  </a:cubicBezTo>
                  <a:cubicBezTo>
                    <a:pt x="71" y="6"/>
                    <a:pt x="71" y="6"/>
                    <a:pt x="71" y="6"/>
                  </a:cubicBezTo>
                  <a:cubicBezTo>
                    <a:pt x="71" y="17"/>
                    <a:pt x="71" y="17"/>
                    <a:pt x="71" y="17"/>
                  </a:cubicBezTo>
                  <a:cubicBezTo>
                    <a:pt x="70" y="17"/>
                    <a:pt x="70" y="17"/>
                    <a:pt x="70" y="17"/>
                  </a:cubicBezTo>
                  <a:cubicBezTo>
                    <a:pt x="70" y="19"/>
                    <a:pt x="69" y="20"/>
                    <a:pt x="66" y="21"/>
                  </a:cubicBezTo>
                  <a:cubicBezTo>
                    <a:pt x="66" y="26"/>
                    <a:pt x="66" y="42"/>
                    <a:pt x="66" y="46"/>
                  </a:cubicBezTo>
                  <a:cubicBezTo>
                    <a:pt x="66" y="51"/>
                    <a:pt x="69" y="53"/>
                    <a:pt x="69" y="53"/>
                  </a:cubicBezTo>
                  <a:cubicBezTo>
                    <a:pt x="75" y="56"/>
                    <a:pt x="109" y="90"/>
                    <a:pt x="94" y="100"/>
                  </a:cubicBezTo>
                  <a:cubicBezTo>
                    <a:pt x="81" y="109"/>
                    <a:pt x="59" y="109"/>
                    <a:pt x="55" y="109"/>
                  </a:cubicBezTo>
                  <a:cubicBezTo>
                    <a:pt x="50" y="109"/>
                    <a:pt x="28" y="109"/>
                    <a:pt x="15" y="100"/>
                  </a:cubicBezTo>
                  <a:cubicBezTo>
                    <a:pt x="0" y="90"/>
                    <a:pt x="34" y="56"/>
                    <a:pt x="39" y="53"/>
                  </a:cubicBezTo>
                  <a:close/>
                  <a:moveTo>
                    <a:pt x="40" y="101"/>
                  </a:moveTo>
                  <a:cubicBezTo>
                    <a:pt x="40" y="101"/>
                    <a:pt x="24" y="97"/>
                    <a:pt x="23" y="89"/>
                  </a:cubicBezTo>
                  <a:cubicBezTo>
                    <a:pt x="22" y="80"/>
                    <a:pt x="38" y="63"/>
                    <a:pt x="38" y="63"/>
                  </a:cubicBezTo>
                  <a:cubicBezTo>
                    <a:pt x="38" y="63"/>
                    <a:pt x="17" y="79"/>
                    <a:pt x="17" y="90"/>
                  </a:cubicBezTo>
                  <a:cubicBezTo>
                    <a:pt x="18" y="101"/>
                    <a:pt x="40" y="101"/>
                    <a:pt x="40" y="10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p>
          </p:txBody>
        </p:sp>
        <p:sp>
          <p:nvSpPr>
            <p:cNvPr id="97" name="Freeform 20">
              <a:extLst>
                <a:ext uri="{FF2B5EF4-FFF2-40B4-BE49-F238E27FC236}">
                  <a16:creationId xmlns:a16="http://schemas.microsoft.com/office/drawing/2014/main" id="{71FA05DB-CA3A-43BA-A5D1-4ED45C04B628}"/>
                </a:ext>
              </a:extLst>
            </p:cNvPr>
            <p:cNvSpPr>
              <a:spLocks noEditPoints="1"/>
            </p:cNvSpPr>
            <p:nvPr/>
          </p:nvSpPr>
          <p:spPr bwMode="auto">
            <a:xfrm>
              <a:off x="4218942" y="2242027"/>
              <a:ext cx="403225" cy="404813"/>
            </a:xfrm>
            <a:custGeom>
              <a:gdLst>
                <a:gd name="T0" fmla="*/ 67 w 135"/>
                <a:gd name="T1" fmla="*/ 0 h 136"/>
                <a:gd name="T2" fmla="*/ 135 w 135"/>
                <a:gd name="T3" fmla="*/ 68 h 136"/>
                <a:gd name="T4" fmla="*/ 67 w 135"/>
                <a:gd name="T5" fmla="*/ 136 h 136"/>
                <a:gd name="T6" fmla="*/ 0 w 135"/>
                <a:gd name="T7" fmla="*/ 68 h 136"/>
                <a:gd name="T8" fmla="*/ 67 w 135"/>
                <a:gd name="T9" fmla="*/ 0 h 136"/>
                <a:gd name="T10" fmla="*/ 67 w 135"/>
                <a:gd name="T11" fmla="*/ 133 h 136"/>
                <a:gd name="T12" fmla="*/ 132 w 135"/>
                <a:gd name="T13" fmla="*/ 68 h 136"/>
                <a:gd name="T14" fmla="*/ 67 w 135"/>
                <a:gd name="T15" fmla="*/ 3 h 136"/>
                <a:gd name="T16" fmla="*/ 3 w 135"/>
                <a:gd name="T17" fmla="*/ 68 h 136"/>
                <a:gd name="T18" fmla="*/ 67 w 135"/>
                <a:gd name="T19" fmla="*/ 133 h 136"/>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5" h="136">
                  <a:moveTo>
                    <a:pt x="67" y="0"/>
                  </a:moveTo>
                  <a:cubicBezTo>
                    <a:pt x="105" y="0"/>
                    <a:pt x="135" y="30"/>
                    <a:pt x="135" y="68"/>
                  </a:cubicBezTo>
                  <a:cubicBezTo>
                    <a:pt x="135" y="105"/>
                    <a:pt x="105" y="136"/>
                    <a:pt x="67" y="136"/>
                  </a:cubicBezTo>
                  <a:cubicBezTo>
                    <a:pt x="30" y="136"/>
                    <a:pt x="0" y="105"/>
                    <a:pt x="0" y="68"/>
                  </a:cubicBezTo>
                  <a:cubicBezTo>
                    <a:pt x="0" y="30"/>
                    <a:pt x="30" y="0"/>
                    <a:pt x="67" y="0"/>
                  </a:cubicBezTo>
                  <a:close/>
                  <a:moveTo>
                    <a:pt x="67" y="133"/>
                  </a:moveTo>
                  <a:cubicBezTo>
                    <a:pt x="103" y="133"/>
                    <a:pt x="132" y="104"/>
                    <a:pt x="132" y="68"/>
                  </a:cubicBezTo>
                  <a:cubicBezTo>
                    <a:pt x="132" y="32"/>
                    <a:pt x="103" y="3"/>
                    <a:pt x="67" y="3"/>
                  </a:cubicBezTo>
                  <a:cubicBezTo>
                    <a:pt x="32" y="3"/>
                    <a:pt x="3" y="32"/>
                    <a:pt x="3" y="68"/>
                  </a:cubicBezTo>
                  <a:cubicBezTo>
                    <a:pt x="3" y="104"/>
                    <a:pt x="32" y="133"/>
                    <a:pt x="67"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p>
          </p:txBody>
        </p:sp>
        <p:sp>
          <p:nvSpPr>
            <p:cNvPr id="98" name="Freeform 21">
              <a:extLst>
                <a:ext uri="{FF2B5EF4-FFF2-40B4-BE49-F238E27FC236}">
                  <a16:creationId xmlns:a16="http://schemas.microsoft.com/office/drawing/2014/main" id="{4F8B46DA-3136-49B6-A313-7A36C964A72A}"/>
                </a:ext>
              </a:extLst>
            </p:cNvPr>
            <p:cNvSpPr/>
            <p:nvPr/>
          </p:nvSpPr>
          <p:spPr bwMode="auto">
            <a:xfrm>
              <a:off x="4180842" y="2249964"/>
              <a:ext cx="452438" cy="396875"/>
            </a:xfrm>
            <a:custGeom>
              <a:gdLst>
                <a:gd name="T0" fmla="*/ 108 w 152"/>
                <a:gd name="T1" fmla="*/ 10 h 133"/>
                <a:gd name="T2" fmla="*/ 111 w 152"/>
                <a:gd name="T3" fmla="*/ 15 h 133"/>
                <a:gd name="T4" fmla="*/ 114 w 152"/>
                <a:gd name="T5" fmla="*/ 19 h 133"/>
                <a:gd name="T6" fmla="*/ 116 w 152"/>
                <a:gd name="T7" fmla="*/ 17 h 133"/>
                <a:gd name="T8" fmla="*/ 117 w 152"/>
                <a:gd name="T9" fmla="*/ 21 h 133"/>
                <a:gd name="T10" fmla="*/ 124 w 152"/>
                <a:gd name="T11" fmla="*/ 23 h 133"/>
                <a:gd name="T12" fmla="*/ 128 w 152"/>
                <a:gd name="T13" fmla="*/ 27 h 133"/>
                <a:gd name="T14" fmla="*/ 134 w 152"/>
                <a:gd name="T15" fmla="*/ 35 h 133"/>
                <a:gd name="T16" fmla="*/ 137 w 152"/>
                <a:gd name="T17" fmla="*/ 41 h 133"/>
                <a:gd name="T18" fmla="*/ 134 w 152"/>
                <a:gd name="T19" fmla="*/ 44 h 133"/>
                <a:gd name="T20" fmla="*/ 134 w 152"/>
                <a:gd name="T21" fmla="*/ 46 h 133"/>
                <a:gd name="T22" fmla="*/ 137 w 152"/>
                <a:gd name="T23" fmla="*/ 44 h 133"/>
                <a:gd name="T24" fmla="*/ 139 w 152"/>
                <a:gd name="T25" fmla="*/ 40 h 133"/>
                <a:gd name="T26" fmla="*/ 141 w 152"/>
                <a:gd name="T27" fmla="*/ 46 h 133"/>
                <a:gd name="T28" fmla="*/ 140 w 152"/>
                <a:gd name="T29" fmla="*/ 55 h 133"/>
                <a:gd name="T30" fmla="*/ 136 w 152"/>
                <a:gd name="T31" fmla="*/ 53 h 133"/>
                <a:gd name="T32" fmla="*/ 130 w 152"/>
                <a:gd name="T33" fmla="*/ 59 h 133"/>
                <a:gd name="T34" fmla="*/ 124 w 152"/>
                <a:gd name="T35" fmla="*/ 65 h 133"/>
                <a:gd name="T36" fmla="*/ 118 w 152"/>
                <a:gd name="T37" fmla="*/ 70 h 133"/>
                <a:gd name="T38" fmla="*/ 111 w 152"/>
                <a:gd name="T39" fmla="*/ 78 h 133"/>
                <a:gd name="T40" fmla="*/ 113 w 152"/>
                <a:gd name="T41" fmla="*/ 90 h 133"/>
                <a:gd name="T42" fmla="*/ 119 w 152"/>
                <a:gd name="T43" fmla="*/ 103 h 133"/>
                <a:gd name="T44" fmla="*/ 117 w 152"/>
                <a:gd name="T45" fmla="*/ 113 h 133"/>
                <a:gd name="T46" fmla="*/ 121 w 152"/>
                <a:gd name="T47" fmla="*/ 114 h 133"/>
                <a:gd name="T48" fmla="*/ 130 w 152"/>
                <a:gd name="T49" fmla="*/ 99 h 133"/>
                <a:gd name="T50" fmla="*/ 141 w 152"/>
                <a:gd name="T51" fmla="*/ 75 h 133"/>
                <a:gd name="T52" fmla="*/ 144 w 152"/>
                <a:gd name="T53" fmla="*/ 58 h 133"/>
                <a:gd name="T54" fmla="*/ 103 w 152"/>
                <a:gd name="T55" fmla="*/ 122 h 133"/>
                <a:gd name="T56" fmla="*/ 92 w 152"/>
                <a:gd name="T57" fmla="*/ 121 h 133"/>
                <a:gd name="T58" fmla="*/ 78 w 152"/>
                <a:gd name="T59" fmla="*/ 119 h 133"/>
                <a:gd name="T60" fmla="*/ 79 w 152"/>
                <a:gd name="T61" fmla="*/ 125 h 133"/>
                <a:gd name="T62" fmla="*/ 71 w 152"/>
                <a:gd name="T63" fmla="*/ 124 h 133"/>
                <a:gd name="T64" fmla="*/ 59 w 152"/>
                <a:gd name="T65" fmla="*/ 123 h 133"/>
                <a:gd name="T66" fmla="*/ 60 w 152"/>
                <a:gd name="T67" fmla="*/ 1 h 133"/>
                <a:gd name="T68" fmla="*/ 20 w 152"/>
                <a:gd name="T69" fmla="*/ 42 h 133"/>
                <a:gd name="T70" fmla="*/ 26 w 152"/>
                <a:gd name="T71" fmla="*/ 39 h 133"/>
                <a:gd name="T72" fmla="*/ 31 w 152"/>
                <a:gd name="T73" fmla="*/ 49 h 133"/>
                <a:gd name="T74" fmla="*/ 38 w 152"/>
                <a:gd name="T75" fmla="*/ 39 h 133"/>
                <a:gd name="T76" fmla="*/ 35 w 152"/>
                <a:gd name="T77" fmla="*/ 50 h 133"/>
                <a:gd name="T78" fmla="*/ 28 w 152"/>
                <a:gd name="T79" fmla="*/ 52 h 133"/>
                <a:gd name="T80" fmla="*/ 31 w 152"/>
                <a:gd name="T81" fmla="*/ 67 h 133"/>
                <a:gd name="T82" fmla="*/ 35 w 152"/>
                <a:gd name="T83" fmla="*/ 82 h 133"/>
                <a:gd name="T84" fmla="*/ 40 w 152"/>
                <a:gd name="T85" fmla="*/ 91 h 133"/>
                <a:gd name="T86" fmla="*/ 54 w 152"/>
                <a:gd name="T87" fmla="*/ 103 h 133"/>
                <a:gd name="T88" fmla="*/ 57 w 152"/>
                <a:gd name="T89" fmla="*/ 93 h 133"/>
                <a:gd name="T90" fmla="*/ 57 w 152"/>
                <a:gd name="T91" fmla="*/ 80 h 133"/>
                <a:gd name="T92" fmla="*/ 62 w 152"/>
                <a:gd name="T93" fmla="*/ 67 h 133"/>
                <a:gd name="T94" fmla="*/ 68 w 152"/>
                <a:gd name="T95" fmla="*/ 60 h 133"/>
                <a:gd name="T96" fmla="*/ 86 w 152"/>
                <a:gd name="T97" fmla="*/ 60 h 133"/>
                <a:gd name="T98" fmla="*/ 92 w 152"/>
                <a:gd name="T99" fmla="*/ 51 h 133"/>
                <a:gd name="T100" fmla="*/ 85 w 152"/>
                <a:gd name="T101" fmla="*/ 33 h 133"/>
                <a:gd name="T102" fmla="*/ 72 w 152"/>
                <a:gd name="T103" fmla="*/ 27 h 133"/>
                <a:gd name="T104" fmla="*/ 65 w 152"/>
                <a:gd name="T105" fmla="*/ 31 h 133"/>
                <a:gd name="T106" fmla="*/ 54 w 152"/>
                <a:gd name="T107" fmla="*/ 31 h 133"/>
                <a:gd name="T108" fmla="*/ 44 w 152"/>
                <a:gd name="T109" fmla="*/ 29 h 133"/>
                <a:gd name="T110" fmla="*/ 53 w 152"/>
                <a:gd name="T111" fmla="*/ 25 h 133"/>
                <a:gd name="T112" fmla="*/ 54 w 152"/>
                <a:gd name="T113" fmla="*/ 21 h 133"/>
                <a:gd name="T114" fmla="*/ 67 w 152"/>
                <a:gd name="T115" fmla="*/ 21 h 133"/>
                <a:gd name="T116" fmla="*/ 78 w 152"/>
                <a:gd name="T117" fmla="*/ 25 h 133"/>
                <a:gd name="T118" fmla="*/ 80 w 152"/>
                <a:gd name="T119" fmla="*/ 14 h 133"/>
                <a:gd name="T120" fmla="*/ 88 w 152"/>
                <a:gd name="T121" fmla="*/ 7 h 133"/>
                <a:gd name="T122" fmla="*/ 79 w 152"/>
                <a:gd name="T123" fmla="*/ 2 h 133"/>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52" h="133">
                  <a:moveTo>
                    <a:pt x="90" y="0"/>
                  </a:moveTo>
                  <a:cubicBezTo>
                    <a:pt x="90" y="0"/>
                    <a:pt x="113" y="3"/>
                    <a:pt x="128" y="21"/>
                  </a:cubicBezTo>
                  <a:cubicBezTo>
                    <a:pt x="128" y="21"/>
                    <a:pt x="117" y="8"/>
                    <a:pt x="109" y="8"/>
                  </a:cubicBezTo>
                  <a:cubicBezTo>
                    <a:pt x="108" y="9"/>
                    <a:pt x="108" y="9"/>
                    <a:pt x="108" y="9"/>
                  </a:cubicBezTo>
                  <a:cubicBezTo>
                    <a:pt x="108" y="9"/>
                    <a:pt x="108" y="10"/>
                    <a:pt x="108" y="10"/>
                  </a:cubicBezTo>
                  <a:cubicBezTo>
                    <a:pt x="108" y="10"/>
                    <a:pt x="109" y="11"/>
                    <a:pt x="109" y="12"/>
                  </a:cubicBezTo>
                  <a:cubicBezTo>
                    <a:pt x="109" y="12"/>
                    <a:pt x="109" y="13"/>
                    <a:pt x="109" y="13"/>
                  </a:cubicBezTo>
                  <a:cubicBezTo>
                    <a:pt x="110" y="14"/>
                    <a:pt x="110" y="14"/>
                    <a:pt x="110" y="14"/>
                  </a:cubicBezTo>
                  <a:cubicBezTo>
                    <a:pt x="110" y="14"/>
                    <a:pt x="110" y="14"/>
                    <a:pt x="110" y="14"/>
                  </a:cubicBezTo>
                  <a:cubicBezTo>
                    <a:pt x="111" y="15"/>
                    <a:pt x="111" y="15"/>
                    <a:pt x="111" y="15"/>
                  </a:cubicBezTo>
                  <a:cubicBezTo>
                    <a:pt x="111" y="16"/>
                    <a:pt x="111" y="16"/>
                    <a:pt x="111" y="16"/>
                  </a:cubicBezTo>
                  <a:cubicBezTo>
                    <a:pt x="111" y="18"/>
                    <a:pt x="111" y="18"/>
                    <a:pt x="111" y="18"/>
                  </a:cubicBezTo>
                  <a:cubicBezTo>
                    <a:pt x="111" y="18"/>
                    <a:pt x="111" y="18"/>
                    <a:pt x="111" y="18"/>
                  </a:cubicBezTo>
                  <a:cubicBezTo>
                    <a:pt x="112" y="19"/>
                    <a:pt x="112" y="19"/>
                    <a:pt x="112" y="19"/>
                  </a:cubicBezTo>
                  <a:cubicBezTo>
                    <a:pt x="112" y="19"/>
                    <a:pt x="113" y="19"/>
                    <a:pt x="114" y="19"/>
                  </a:cubicBezTo>
                  <a:cubicBezTo>
                    <a:pt x="114" y="19"/>
                    <a:pt x="114" y="18"/>
                    <a:pt x="114" y="18"/>
                  </a:cubicBezTo>
                  <a:cubicBezTo>
                    <a:pt x="113" y="17"/>
                    <a:pt x="113" y="17"/>
                    <a:pt x="113" y="17"/>
                  </a:cubicBezTo>
                  <a:cubicBezTo>
                    <a:pt x="113" y="17"/>
                    <a:pt x="113" y="17"/>
                    <a:pt x="113" y="17"/>
                  </a:cubicBezTo>
                  <a:cubicBezTo>
                    <a:pt x="114" y="16"/>
                    <a:pt x="113" y="16"/>
                    <a:pt x="114" y="16"/>
                  </a:cubicBezTo>
                  <a:cubicBezTo>
                    <a:pt x="115" y="16"/>
                    <a:pt x="116" y="17"/>
                    <a:pt x="116" y="17"/>
                  </a:cubicBezTo>
                  <a:cubicBezTo>
                    <a:pt x="117" y="18"/>
                    <a:pt x="117" y="18"/>
                    <a:pt x="117" y="18"/>
                  </a:cubicBezTo>
                  <a:cubicBezTo>
                    <a:pt x="117" y="18"/>
                    <a:pt x="118" y="19"/>
                    <a:pt x="117" y="19"/>
                  </a:cubicBezTo>
                  <a:cubicBezTo>
                    <a:pt x="117" y="19"/>
                    <a:pt x="117" y="19"/>
                    <a:pt x="117" y="19"/>
                  </a:cubicBezTo>
                  <a:cubicBezTo>
                    <a:pt x="117" y="19"/>
                    <a:pt x="116" y="20"/>
                    <a:pt x="116" y="20"/>
                  </a:cubicBezTo>
                  <a:cubicBezTo>
                    <a:pt x="116" y="21"/>
                    <a:pt x="117" y="21"/>
                    <a:pt x="117" y="21"/>
                  </a:cubicBezTo>
                  <a:cubicBezTo>
                    <a:pt x="117" y="21"/>
                    <a:pt x="117" y="22"/>
                    <a:pt x="118" y="22"/>
                  </a:cubicBezTo>
                  <a:cubicBezTo>
                    <a:pt x="119" y="21"/>
                    <a:pt x="119" y="21"/>
                    <a:pt x="120" y="21"/>
                  </a:cubicBezTo>
                  <a:cubicBezTo>
                    <a:pt x="120" y="21"/>
                    <a:pt x="121" y="21"/>
                    <a:pt x="121" y="21"/>
                  </a:cubicBezTo>
                  <a:cubicBezTo>
                    <a:pt x="122" y="21"/>
                    <a:pt x="122" y="21"/>
                    <a:pt x="122" y="21"/>
                  </a:cubicBezTo>
                  <a:cubicBezTo>
                    <a:pt x="122" y="22"/>
                    <a:pt x="124" y="23"/>
                    <a:pt x="124" y="23"/>
                  </a:cubicBezTo>
                  <a:cubicBezTo>
                    <a:pt x="124" y="23"/>
                    <a:pt x="124" y="23"/>
                    <a:pt x="124" y="23"/>
                  </a:cubicBezTo>
                  <a:cubicBezTo>
                    <a:pt x="124" y="23"/>
                    <a:pt x="125" y="25"/>
                    <a:pt x="125" y="25"/>
                  </a:cubicBezTo>
                  <a:cubicBezTo>
                    <a:pt x="125" y="25"/>
                    <a:pt x="125" y="25"/>
                    <a:pt x="126" y="25"/>
                  </a:cubicBezTo>
                  <a:cubicBezTo>
                    <a:pt x="127" y="26"/>
                    <a:pt x="127" y="26"/>
                    <a:pt x="127" y="26"/>
                  </a:cubicBezTo>
                  <a:cubicBezTo>
                    <a:pt x="128" y="27"/>
                    <a:pt x="128" y="27"/>
                    <a:pt x="128" y="27"/>
                  </a:cubicBezTo>
                  <a:cubicBezTo>
                    <a:pt x="128" y="27"/>
                    <a:pt x="129" y="28"/>
                    <a:pt x="129" y="28"/>
                  </a:cubicBezTo>
                  <a:cubicBezTo>
                    <a:pt x="130" y="29"/>
                    <a:pt x="131" y="30"/>
                    <a:pt x="132" y="30"/>
                  </a:cubicBezTo>
                  <a:cubicBezTo>
                    <a:pt x="132" y="30"/>
                    <a:pt x="132" y="31"/>
                    <a:pt x="133" y="32"/>
                  </a:cubicBezTo>
                  <a:cubicBezTo>
                    <a:pt x="133" y="32"/>
                    <a:pt x="133" y="33"/>
                    <a:pt x="133" y="34"/>
                  </a:cubicBezTo>
                  <a:cubicBezTo>
                    <a:pt x="133" y="34"/>
                    <a:pt x="134" y="35"/>
                    <a:pt x="134" y="35"/>
                  </a:cubicBezTo>
                  <a:cubicBezTo>
                    <a:pt x="134" y="36"/>
                    <a:pt x="134" y="37"/>
                    <a:pt x="135" y="37"/>
                  </a:cubicBezTo>
                  <a:cubicBezTo>
                    <a:pt x="135" y="37"/>
                    <a:pt x="135" y="38"/>
                    <a:pt x="136" y="38"/>
                  </a:cubicBezTo>
                  <a:cubicBezTo>
                    <a:pt x="136" y="38"/>
                    <a:pt x="137" y="38"/>
                    <a:pt x="138" y="39"/>
                  </a:cubicBezTo>
                  <a:cubicBezTo>
                    <a:pt x="138" y="39"/>
                    <a:pt x="138" y="40"/>
                    <a:pt x="138" y="40"/>
                  </a:cubicBezTo>
                  <a:cubicBezTo>
                    <a:pt x="138" y="40"/>
                    <a:pt x="138" y="41"/>
                    <a:pt x="137" y="41"/>
                  </a:cubicBezTo>
                  <a:cubicBezTo>
                    <a:pt x="137" y="41"/>
                    <a:pt x="136" y="41"/>
                    <a:pt x="136" y="41"/>
                  </a:cubicBezTo>
                  <a:cubicBezTo>
                    <a:pt x="136" y="41"/>
                    <a:pt x="136" y="42"/>
                    <a:pt x="136" y="42"/>
                  </a:cubicBezTo>
                  <a:cubicBezTo>
                    <a:pt x="136" y="43"/>
                    <a:pt x="137" y="44"/>
                    <a:pt x="136" y="44"/>
                  </a:cubicBezTo>
                  <a:cubicBezTo>
                    <a:pt x="136" y="44"/>
                    <a:pt x="135" y="44"/>
                    <a:pt x="135" y="44"/>
                  </a:cubicBezTo>
                  <a:cubicBezTo>
                    <a:pt x="134" y="44"/>
                    <a:pt x="134" y="44"/>
                    <a:pt x="134" y="44"/>
                  </a:cubicBezTo>
                  <a:cubicBezTo>
                    <a:pt x="133" y="45"/>
                    <a:pt x="133" y="45"/>
                    <a:pt x="133" y="45"/>
                  </a:cubicBezTo>
                  <a:cubicBezTo>
                    <a:pt x="132" y="45"/>
                    <a:pt x="132" y="45"/>
                    <a:pt x="132" y="45"/>
                  </a:cubicBezTo>
                  <a:cubicBezTo>
                    <a:pt x="132" y="45"/>
                    <a:pt x="132" y="46"/>
                    <a:pt x="133" y="46"/>
                  </a:cubicBezTo>
                  <a:cubicBezTo>
                    <a:pt x="133" y="47"/>
                    <a:pt x="133" y="47"/>
                    <a:pt x="133" y="47"/>
                  </a:cubicBezTo>
                  <a:cubicBezTo>
                    <a:pt x="134" y="47"/>
                    <a:pt x="133" y="47"/>
                    <a:pt x="134" y="46"/>
                  </a:cubicBezTo>
                  <a:cubicBezTo>
                    <a:pt x="134" y="46"/>
                    <a:pt x="134" y="46"/>
                    <a:pt x="134" y="46"/>
                  </a:cubicBezTo>
                  <a:cubicBezTo>
                    <a:pt x="135" y="45"/>
                    <a:pt x="135" y="46"/>
                    <a:pt x="136" y="46"/>
                  </a:cubicBezTo>
                  <a:cubicBezTo>
                    <a:pt x="136" y="46"/>
                    <a:pt x="136" y="46"/>
                    <a:pt x="137" y="45"/>
                  </a:cubicBezTo>
                  <a:cubicBezTo>
                    <a:pt x="137" y="45"/>
                    <a:pt x="137" y="46"/>
                    <a:pt x="137" y="45"/>
                  </a:cubicBezTo>
                  <a:cubicBezTo>
                    <a:pt x="137" y="44"/>
                    <a:pt x="137" y="44"/>
                    <a:pt x="137" y="44"/>
                  </a:cubicBezTo>
                  <a:cubicBezTo>
                    <a:pt x="137" y="43"/>
                    <a:pt x="137" y="43"/>
                    <a:pt x="138" y="43"/>
                  </a:cubicBezTo>
                  <a:cubicBezTo>
                    <a:pt x="138" y="43"/>
                    <a:pt x="138" y="43"/>
                    <a:pt x="138" y="43"/>
                  </a:cubicBezTo>
                  <a:cubicBezTo>
                    <a:pt x="139" y="42"/>
                    <a:pt x="139" y="42"/>
                    <a:pt x="139" y="42"/>
                  </a:cubicBezTo>
                  <a:cubicBezTo>
                    <a:pt x="139" y="42"/>
                    <a:pt x="140" y="42"/>
                    <a:pt x="140" y="42"/>
                  </a:cubicBezTo>
                  <a:cubicBezTo>
                    <a:pt x="140" y="41"/>
                    <a:pt x="139" y="40"/>
                    <a:pt x="139" y="40"/>
                  </a:cubicBezTo>
                  <a:cubicBezTo>
                    <a:pt x="139" y="40"/>
                    <a:pt x="139" y="39"/>
                    <a:pt x="139" y="39"/>
                  </a:cubicBezTo>
                  <a:cubicBezTo>
                    <a:pt x="139" y="38"/>
                    <a:pt x="139" y="36"/>
                    <a:pt x="139" y="36"/>
                  </a:cubicBezTo>
                  <a:cubicBezTo>
                    <a:pt x="139" y="36"/>
                    <a:pt x="141" y="41"/>
                    <a:pt x="142" y="44"/>
                  </a:cubicBezTo>
                  <a:cubicBezTo>
                    <a:pt x="142" y="44"/>
                    <a:pt x="141" y="44"/>
                    <a:pt x="141" y="44"/>
                  </a:cubicBezTo>
                  <a:cubicBezTo>
                    <a:pt x="141" y="45"/>
                    <a:pt x="141" y="45"/>
                    <a:pt x="141" y="46"/>
                  </a:cubicBezTo>
                  <a:cubicBezTo>
                    <a:pt x="141" y="46"/>
                    <a:pt x="141" y="46"/>
                    <a:pt x="141" y="48"/>
                  </a:cubicBezTo>
                  <a:cubicBezTo>
                    <a:pt x="141" y="49"/>
                    <a:pt x="140" y="50"/>
                    <a:pt x="141" y="50"/>
                  </a:cubicBezTo>
                  <a:cubicBezTo>
                    <a:pt x="141" y="51"/>
                    <a:pt x="141" y="52"/>
                    <a:pt x="141" y="52"/>
                  </a:cubicBezTo>
                  <a:cubicBezTo>
                    <a:pt x="141" y="53"/>
                    <a:pt x="141" y="54"/>
                    <a:pt x="141" y="55"/>
                  </a:cubicBezTo>
                  <a:cubicBezTo>
                    <a:pt x="140" y="55"/>
                    <a:pt x="140" y="55"/>
                    <a:pt x="140" y="55"/>
                  </a:cubicBezTo>
                  <a:cubicBezTo>
                    <a:pt x="140" y="56"/>
                    <a:pt x="141" y="57"/>
                    <a:pt x="140" y="56"/>
                  </a:cubicBezTo>
                  <a:cubicBezTo>
                    <a:pt x="139" y="54"/>
                    <a:pt x="139" y="54"/>
                    <a:pt x="139" y="54"/>
                  </a:cubicBezTo>
                  <a:cubicBezTo>
                    <a:pt x="138" y="53"/>
                    <a:pt x="138" y="53"/>
                    <a:pt x="138" y="53"/>
                  </a:cubicBezTo>
                  <a:cubicBezTo>
                    <a:pt x="138" y="53"/>
                    <a:pt x="138" y="52"/>
                    <a:pt x="137" y="53"/>
                  </a:cubicBezTo>
                  <a:cubicBezTo>
                    <a:pt x="136" y="53"/>
                    <a:pt x="136" y="53"/>
                    <a:pt x="136" y="53"/>
                  </a:cubicBezTo>
                  <a:cubicBezTo>
                    <a:pt x="135" y="53"/>
                    <a:pt x="136" y="55"/>
                    <a:pt x="136" y="55"/>
                  </a:cubicBezTo>
                  <a:cubicBezTo>
                    <a:pt x="135" y="55"/>
                    <a:pt x="133" y="54"/>
                    <a:pt x="133" y="54"/>
                  </a:cubicBezTo>
                  <a:cubicBezTo>
                    <a:pt x="133" y="54"/>
                    <a:pt x="132" y="54"/>
                    <a:pt x="132" y="55"/>
                  </a:cubicBezTo>
                  <a:cubicBezTo>
                    <a:pt x="132" y="56"/>
                    <a:pt x="131" y="57"/>
                    <a:pt x="131" y="57"/>
                  </a:cubicBezTo>
                  <a:cubicBezTo>
                    <a:pt x="131" y="57"/>
                    <a:pt x="131" y="58"/>
                    <a:pt x="130" y="59"/>
                  </a:cubicBezTo>
                  <a:cubicBezTo>
                    <a:pt x="130" y="59"/>
                    <a:pt x="129" y="60"/>
                    <a:pt x="129" y="60"/>
                  </a:cubicBezTo>
                  <a:cubicBezTo>
                    <a:pt x="128" y="60"/>
                    <a:pt x="127" y="60"/>
                    <a:pt x="126" y="60"/>
                  </a:cubicBezTo>
                  <a:cubicBezTo>
                    <a:pt x="126" y="60"/>
                    <a:pt x="126" y="61"/>
                    <a:pt x="126" y="61"/>
                  </a:cubicBezTo>
                  <a:cubicBezTo>
                    <a:pt x="125" y="62"/>
                    <a:pt x="124" y="63"/>
                    <a:pt x="124" y="63"/>
                  </a:cubicBezTo>
                  <a:cubicBezTo>
                    <a:pt x="124" y="63"/>
                    <a:pt x="124" y="65"/>
                    <a:pt x="124" y="65"/>
                  </a:cubicBezTo>
                  <a:cubicBezTo>
                    <a:pt x="125" y="66"/>
                    <a:pt x="124" y="66"/>
                    <a:pt x="124" y="66"/>
                  </a:cubicBezTo>
                  <a:cubicBezTo>
                    <a:pt x="123" y="66"/>
                    <a:pt x="122" y="67"/>
                    <a:pt x="122" y="67"/>
                  </a:cubicBezTo>
                  <a:cubicBezTo>
                    <a:pt x="122" y="67"/>
                    <a:pt x="123" y="68"/>
                    <a:pt x="122" y="68"/>
                  </a:cubicBezTo>
                  <a:cubicBezTo>
                    <a:pt x="121" y="69"/>
                    <a:pt x="119" y="69"/>
                    <a:pt x="119" y="69"/>
                  </a:cubicBezTo>
                  <a:cubicBezTo>
                    <a:pt x="119" y="69"/>
                    <a:pt x="120" y="70"/>
                    <a:pt x="118" y="70"/>
                  </a:cubicBezTo>
                  <a:cubicBezTo>
                    <a:pt x="117" y="70"/>
                    <a:pt x="116" y="70"/>
                    <a:pt x="115" y="70"/>
                  </a:cubicBezTo>
                  <a:cubicBezTo>
                    <a:pt x="115" y="71"/>
                    <a:pt x="115" y="72"/>
                    <a:pt x="114" y="73"/>
                  </a:cubicBezTo>
                  <a:cubicBezTo>
                    <a:pt x="112" y="74"/>
                    <a:pt x="111" y="74"/>
                    <a:pt x="111" y="74"/>
                  </a:cubicBezTo>
                  <a:cubicBezTo>
                    <a:pt x="110" y="74"/>
                    <a:pt x="110" y="74"/>
                    <a:pt x="110" y="75"/>
                  </a:cubicBezTo>
                  <a:cubicBezTo>
                    <a:pt x="110" y="77"/>
                    <a:pt x="110" y="77"/>
                    <a:pt x="111" y="78"/>
                  </a:cubicBezTo>
                  <a:cubicBezTo>
                    <a:pt x="112" y="78"/>
                    <a:pt x="112" y="80"/>
                    <a:pt x="113" y="81"/>
                  </a:cubicBezTo>
                  <a:cubicBezTo>
                    <a:pt x="113" y="81"/>
                    <a:pt x="114" y="82"/>
                    <a:pt x="113" y="83"/>
                  </a:cubicBezTo>
                  <a:cubicBezTo>
                    <a:pt x="113" y="84"/>
                    <a:pt x="112" y="85"/>
                    <a:pt x="112" y="85"/>
                  </a:cubicBezTo>
                  <a:cubicBezTo>
                    <a:pt x="112" y="86"/>
                    <a:pt x="112" y="87"/>
                    <a:pt x="112" y="88"/>
                  </a:cubicBezTo>
                  <a:cubicBezTo>
                    <a:pt x="113" y="89"/>
                    <a:pt x="113" y="90"/>
                    <a:pt x="113" y="90"/>
                  </a:cubicBezTo>
                  <a:cubicBezTo>
                    <a:pt x="113" y="90"/>
                    <a:pt x="112" y="91"/>
                    <a:pt x="113" y="91"/>
                  </a:cubicBezTo>
                  <a:cubicBezTo>
                    <a:pt x="114" y="92"/>
                    <a:pt x="115" y="93"/>
                    <a:pt x="116" y="93"/>
                  </a:cubicBezTo>
                  <a:cubicBezTo>
                    <a:pt x="116" y="94"/>
                    <a:pt x="118" y="95"/>
                    <a:pt x="118" y="95"/>
                  </a:cubicBezTo>
                  <a:cubicBezTo>
                    <a:pt x="118" y="95"/>
                    <a:pt x="117" y="97"/>
                    <a:pt x="118" y="98"/>
                  </a:cubicBezTo>
                  <a:cubicBezTo>
                    <a:pt x="118" y="98"/>
                    <a:pt x="120" y="103"/>
                    <a:pt x="119" y="103"/>
                  </a:cubicBezTo>
                  <a:cubicBezTo>
                    <a:pt x="118" y="104"/>
                    <a:pt x="118" y="105"/>
                    <a:pt x="118" y="106"/>
                  </a:cubicBezTo>
                  <a:cubicBezTo>
                    <a:pt x="119" y="107"/>
                    <a:pt x="119" y="107"/>
                    <a:pt x="119" y="107"/>
                  </a:cubicBezTo>
                  <a:cubicBezTo>
                    <a:pt x="119" y="108"/>
                    <a:pt x="121" y="107"/>
                    <a:pt x="120" y="109"/>
                  </a:cubicBezTo>
                  <a:cubicBezTo>
                    <a:pt x="119" y="110"/>
                    <a:pt x="119" y="110"/>
                    <a:pt x="118" y="111"/>
                  </a:cubicBezTo>
                  <a:cubicBezTo>
                    <a:pt x="118" y="112"/>
                    <a:pt x="118" y="112"/>
                    <a:pt x="117" y="113"/>
                  </a:cubicBezTo>
                  <a:cubicBezTo>
                    <a:pt x="117" y="114"/>
                    <a:pt x="116" y="115"/>
                    <a:pt x="116" y="116"/>
                  </a:cubicBezTo>
                  <a:cubicBezTo>
                    <a:pt x="115" y="116"/>
                    <a:pt x="114" y="117"/>
                    <a:pt x="114" y="117"/>
                  </a:cubicBezTo>
                  <a:cubicBezTo>
                    <a:pt x="114" y="118"/>
                    <a:pt x="112" y="120"/>
                    <a:pt x="114" y="118"/>
                  </a:cubicBezTo>
                  <a:cubicBezTo>
                    <a:pt x="116" y="117"/>
                    <a:pt x="115" y="118"/>
                    <a:pt x="117" y="116"/>
                  </a:cubicBezTo>
                  <a:cubicBezTo>
                    <a:pt x="119" y="114"/>
                    <a:pt x="120" y="115"/>
                    <a:pt x="121" y="114"/>
                  </a:cubicBezTo>
                  <a:cubicBezTo>
                    <a:pt x="122" y="113"/>
                    <a:pt x="120" y="117"/>
                    <a:pt x="122" y="112"/>
                  </a:cubicBezTo>
                  <a:cubicBezTo>
                    <a:pt x="124" y="107"/>
                    <a:pt x="125" y="107"/>
                    <a:pt x="125" y="106"/>
                  </a:cubicBezTo>
                  <a:cubicBezTo>
                    <a:pt x="126" y="105"/>
                    <a:pt x="126" y="106"/>
                    <a:pt x="127" y="104"/>
                  </a:cubicBezTo>
                  <a:cubicBezTo>
                    <a:pt x="128" y="101"/>
                    <a:pt x="127" y="103"/>
                    <a:pt x="128" y="101"/>
                  </a:cubicBezTo>
                  <a:cubicBezTo>
                    <a:pt x="130" y="99"/>
                    <a:pt x="130" y="102"/>
                    <a:pt x="130" y="99"/>
                  </a:cubicBezTo>
                  <a:cubicBezTo>
                    <a:pt x="131" y="96"/>
                    <a:pt x="131" y="98"/>
                    <a:pt x="132" y="94"/>
                  </a:cubicBezTo>
                  <a:cubicBezTo>
                    <a:pt x="133" y="91"/>
                    <a:pt x="131" y="91"/>
                    <a:pt x="133" y="89"/>
                  </a:cubicBezTo>
                  <a:cubicBezTo>
                    <a:pt x="135" y="87"/>
                    <a:pt x="135" y="88"/>
                    <a:pt x="136" y="87"/>
                  </a:cubicBezTo>
                  <a:cubicBezTo>
                    <a:pt x="136" y="86"/>
                    <a:pt x="135" y="87"/>
                    <a:pt x="137" y="84"/>
                  </a:cubicBezTo>
                  <a:cubicBezTo>
                    <a:pt x="139" y="81"/>
                    <a:pt x="141" y="80"/>
                    <a:pt x="141" y="75"/>
                  </a:cubicBezTo>
                  <a:cubicBezTo>
                    <a:pt x="141" y="70"/>
                    <a:pt x="141" y="69"/>
                    <a:pt x="141" y="69"/>
                  </a:cubicBezTo>
                  <a:cubicBezTo>
                    <a:pt x="141" y="69"/>
                    <a:pt x="143" y="67"/>
                    <a:pt x="142" y="64"/>
                  </a:cubicBezTo>
                  <a:cubicBezTo>
                    <a:pt x="142" y="61"/>
                    <a:pt x="141" y="62"/>
                    <a:pt x="142" y="61"/>
                  </a:cubicBezTo>
                  <a:cubicBezTo>
                    <a:pt x="142" y="61"/>
                    <a:pt x="142" y="61"/>
                    <a:pt x="143" y="60"/>
                  </a:cubicBezTo>
                  <a:cubicBezTo>
                    <a:pt x="144" y="58"/>
                    <a:pt x="144" y="59"/>
                    <a:pt x="144" y="58"/>
                  </a:cubicBezTo>
                  <a:cubicBezTo>
                    <a:pt x="144" y="57"/>
                    <a:pt x="145" y="56"/>
                    <a:pt x="145" y="56"/>
                  </a:cubicBezTo>
                  <a:cubicBezTo>
                    <a:pt x="145" y="56"/>
                    <a:pt x="145" y="56"/>
                    <a:pt x="145" y="56"/>
                  </a:cubicBezTo>
                  <a:cubicBezTo>
                    <a:pt x="145" y="56"/>
                    <a:pt x="152" y="122"/>
                    <a:pt x="87" y="131"/>
                  </a:cubicBezTo>
                  <a:cubicBezTo>
                    <a:pt x="87" y="131"/>
                    <a:pt x="102" y="128"/>
                    <a:pt x="103" y="125"/>
                  </a:cubicBezTo>
                  <a:cubicBezTo>
                    <a:pt x="103" y="125"/>
                    <a:pt x="103" y="122"/>
                    <a:pt x="103" y="122"/>
                  </a:cubicBezTo>
                  <a:cubicBezTo>
                    <a:pt x="102" y="122"/>
                    <a:pt x="101" y="123"/>
                    <a:pt x="100" y="122"/>
                  </a:cubicBezTo>
                  <a:cubicBezTo>
                    <a:pt x="99" y="121"/>
                    <a:pt x="98" y="120"/>
                    <a:pt x="98" y="120"/>
                  </a:cubicBezTo>
                  <a:cubicBezTo>
                    <a:pt x="98" y="121"/>
                    <a:pt x="98" y="121"/>
                    <a:pt x="98" y="121"/>
                  </a:cubicBezTo>
                  <a:cubicBezTo>
                    <a:pt x="98" y="121"/>
                    <a:pt x="99" y="122"/>
                    <a:pt x="96" y="121"/>
                  </a:cubicBezTo>
                  <a:cubicBezTo>
                    <a:pt x="93" y="121"/>
                    <a:pt x="93" y="121"/>
                    <a:pt x="92" y="121"/>
                  </a:cubicBezTo>
                  <a:cubicBezTo>
                    <a:pt x="91" y="120"/>
                    <a:pt x="90" y="118"/>
                    <a:pt x="89" y="119"/>
                  </a:cubicBezTo>
                  <a:cubicBezTo>
                    <a:pt x="88" y="121"/>
                    <a:pt x="90" y="120"/>
                    <a:pt x="88" y="121"/>
                  </a:cubicBezTo>
                  <a:cubicBezTo>
                    <a:pt x="87" y="121"/>
                    <a:pt x="84" y="120"/>
                    <a:pt x="84" y="120"/>
                  </a:cubicBezTo>
                  <a:cubicBezTo>
                    <a:pt x="84" y="120"/>
                    <a:pt x="80" y="121"/>
                    <a:pt x="79" y="120"/>
                  </a:cubicBezTo>
                  <a:cubicBezTo>
                    <a:pt x="79" y="120"/>
                    <a:pt x="79" y="119"/>
                    <a:pt x="78" y="119"/>
                  </a:cubicBezTo>
                  <a:cubicBezTo>
                    <a:pt x="77" y="119"/>
                    <a:pt x="77" y="120"/>
                    <a:pt x="77" y="120"/>
                  </a:cubicBezTo>
                  <a:cubicBezTo>
                    <a:pt x="79" y="122"/>
                    <a:pt x="79" y="122"/>
                    <a:pt x="79" y="122"/>
                  </a:cubicBezTo>
                  <a:cubicBezTo>
                    <a:pt x="82" y="123"/>
                    <a:pt x="82" y="123"/>
                    <a:pt x="82" y="123"/>
                  </a:cubicBezTo>
                  <a:cubicBezTo>
                    <a:pt x="82" y="123"/>
                    <a:pt x="83" y="124"/>
                    <a:pt x="82" y="124"/>
                  </a:cubicBezTo>
                  <a:cubicBezTo>
                    <a:pt x="81" y="125"/>
                    <a:pt x="80" y="125"/>
                    <a:pt x="79" y="125"/>
                  </a:cubicBezTo>
                  <a:cubicBezTo>
                    <a:pt x="78" y="125"/>
                    <a:pt x="76" y="127"/>
                    <a:pt x="75" y="126"/>
                  </a:cubicBezTo>
                  <a:cubicBezTo>
                    <a:pt x="74" y="124"/>
                    <a:pt x="74" y="124"/>
                    <a:pt x="74" y="123"/>
                  </a:cubicBezTo>
                  <a:cubicBezTo>
                    <a:pt x="73" y="123"/>
                    <a:pt x="73" y="122"/>
                    <a:pt x="72" y="122"/>
                  </a:cubicBezTo>
                  <a:cubicBezTo>
                    <a:pt x="71" y="122"/>
                    <a:pt x="70" y="122"/>
                    <a:pt x="70" y="122"/>
                  </a:cubicBezTo>
                  <a:cubicBezTo>
                    <a:pt x="71" y="124"/>
                    <a:pt x="71" y="124"/>
                    <a:pt x="71" y="124"/>
                  </a:cubicBezTo>
                  <a:cubicBezTo>
                    <a:pt x="71" y="124"/>
                    <a:pt x="69" y="124"/>
                    <a:pt x="69" y="124"/>
                  </a:cubicBezTo>
                  <a:cubicBezTo>
                    <a:pt x="68" y="124"/>
                    <a:pt x="68" y="125"/>
                    <a:pt x="67" y="124"/>
                  </a:cubicBezTo>
                  <a:cubicBezTo>
                    <a:pt x="65" y="123"/>
                    <a:pt x="65" y="123"/>
                    <a:pt x="64" y="123"/>
                  </a:cubicBezTo>
                  <a:cubicBezTo>
                    <a:pt x="63" y="123"/>
                    <a:pt x="62" y="122"/>
                    <a:pt x="61" y="122"/>
                  </a:cubicBezTo>
                  <a:cubicBezTo>
                    <a:pt x="61" y="123"/>
                    <a:pt x="60" y="123"/>
                    <a:pt x="59" y="123"/>
                  </a:cubicBezTo>
                  <a:cubicBezTo>
                    <a:pt x="59" y="123"/>
                    <a:pt x="56" y="124"/>
                    <a:pt x="56" y="124"/>
                  </a:cubicBezTo>
                  <a:cubicBezTo>
                    <a:pt x="55" y="124"/>
                    <a:pt x="53" y="124"/>
                    <a:pt x="53" y="124"/>
                  </a:cubicBezTo>
                  <a:cubicBezTo>
                    <a:pt x="53" y="124"/>
                    <a:pt x="60" y="131"/>
                    <a:pt x="76" y="131"/>
                  </a:cubicBezTo>
                  <a:cubicBezTo>
                    <a:pt x="76" y="131"/>
                    <a:pt x="40" y="133"/>
                    <a:pt x="20" y="98"/>
                  </a:cubicBezTo>
                  <a:cubicBezTo>
                    <a:pt x="0" y="62"/>
                    <a:pt x="14" y="17"/>
                    <a:pt x="60" y="1"/>
                  </a:cubicBezTo>
                  <a:cubicBezTo>
                    <a:pt x="60" y="1"/>
                    <a:pt x="26" y="14"/>
                    <a:pt x="16" y="48"/>
                  </a:cubicBezTo>
                  <a:cubicBezTo>
                    <a:pt x="17" y="48"/>
                    <a:pt x="17" y="48"/>
                    <a:pt x="17" y="48"/>
                  </a:cubicBezTo>
                  <a:cubicBezTo>
                    <a:pt x="18" y="47"/>
                    <a:pt x="18" y="48"/>
                    <a:pt x="18" y="46"/>
                  </a:cubicBezTo>
                  <a:cubicBezTo>
                    <a:pt x="19" y="45"/>
                    <a:pt x="19" y="45"/>
                    <a:pt x="19" y="44"/>
                  </a:cubicBezTo>
                  <a:cubicBezTo>
                    <a:pt x="20" y="43"/>
                    <a:pt x="20" y="44"/>
                    <a:pt x="20" y="42"/>
                  </a:cubicBezTo>
                  <a:cubicBezTo>
                    <a:pt x="21" y="41"/>
                    <a:pt x="21" y="42"/>
                    <a:pt x="22" y="41"/>
                  </a:cubicBezTo>
                  <a:cubicBezTo>
                    <a:pt x="23" y="40"/>
                    <a:pt x="23" y="38"/>
                    <a:pt x="24" y="38"/>
                  </a:cubicBezTo>
                  <a:cubicBezTo>
                    <a:pt x="24" y="37"/>
                    <a:pt x="26" y="37"/>
                    <a:pt x="26" y="37"/>
                  </a:cubicBezTo>
                  <a:cubicBezTo>
                    <a:pt x="27" y="37"/>
                    <a:pt x="26" y="36"/>
                    <a:pt x="27" y="37"/>
                  </a:cubicBezTo>
                  <a:cubicBezTo>
                    <a:pt x="27" y="37"/>
                    <a:pt x="26" y="39"/>
                    <a:pt x="26" y="39"/>
                  </a:cubicBezTo>
                  <a:cubicBezTo>
                    <a:pt x="26" y="41"/>
                    <a:pt x="26" y="41"/>
                    <a:pt x="26" y="41"/>
                  </a:cubicBezTo>
                  <a:cubicBezTo>
                    <a:pt x="26" y="41"/>
                    <a:pt x="25" y="43"/>
                    <a:pt x="25" y="44"/>
                  </a:cubicBezTo>
                  <a:cubicBezTo>
                    <a:pt x="25" y="45"/>
                    <a:pt x="26" y="46"/>
                    <a:pt x="26" y="46"/>
                  </a:cubicBezTo>
                  <a:cubicBezTo>
                    <a:pt x="26" y="46"/>
                    <a:pt x="26" y="48"/>
                    <a:pt x="27" y="49"/>
                  </a:cubicBezTo>
                  <a:cubicBezTo>
                    <a:pt x="27" y="49"/>
                    <a:pt x="31" y="49"/>
                    <a:pt x="31" y="49"/>
                  </a:cubicBezTo>
                  <a:cubicBezTo>
                    <a:pt x="31" y="49"/>
                    <a:pt x="32" y="48"/>
                    <a:pt x="33" y="47"/>
                  </a:cubicBezTo>
                  <a:cubicBezTo>
                    <a:pt x="33" y="46"/>
                    <a:pt x="35" y="46"/>
                    <a:pt x="35" y="45"/>
                  </a:cubicBezTo>
                  <a:cubicBezTo>
                    <a:pt x="36" y="45"/>
                    <a:pt x="35" y="44"/>
                    <a:pt x="36" y="43"/>
                  </a:cubicBezTo>
                  <a:cubicBezTo>
                    <a:pt x="37" y="41"/>
                    <a:pt x="36" y="42"/>
                    <a:pt x="37" y="41"/>
                  </a:cubicBezTo>
                  <a:cubicBezTo>
                    <a:pt x="38" y="39"/>
                    <a:pt x="38" y="39"/>
                    <a:pt x="38" y="39"/>
                  </a:cubicBezTo>
                  <a:cubicBezTo>
                    <a:pt x="38" y="39"/>
                    <a:pt x="41" y="39"/>
                    <a:pt x="40" y="40"/>
                  </a:cubicBezTo>
                  <a:cubicBezTo>
                    <a:pt x="39" y="42"/>
                    <a:pt x="40" y="43"/>
                    <a:pt x="40" y="44"/>
                  </a:cubicBezTo>
                  <a:cubicBezTo>
                    <a:pt x="39" y="44"/>
                    <a:pt x="38" y="43"/>
                    <a:pt x="38" y="44"/>
                  </a:cubicBezTo>
                  <a:cubicBezTo>
                    <a:pt x="37" y="46"/>
                    <a:pt x="37" y="46"/>
                    <a:pt x="37" y="47"/>
                  </a:cubicBezTo>
                  <a:cubicBezTo>
                    <a:pt x="36" y="47"/>
                    <a:pt x="36" y="49"/>
                    <a:pt x="35" y="50"/>
                  </a:cubicBezTo>
                  <a:cubicBezTo>
                    <a:pt x="35" y="50"/>
                    <a:pt x="33" y="50"/>
                    <a:pt x="33" y="50"/>
                  </a:cubicBezTo>
                  <a:cubicBezTo>
                    <a:pt x="33" y="51"/>
                    <a:pt x="34" y="52"/>
                    <a:pt x="33" y="53"/>
                  </a:cubicBezTo>
                  <a:cubicBezTo>
                    <a:pt x="32" y="53"/>
                    <a:pt x="32" y="53"/>
                    <a:pt x="31" y="53"/>
                  </a:cubicBezTo>
                  <a:cubicBezTo>
                    <a:pt x="31" y="53"/>
                    <a:pt x="31" y="53"/>
                    <a:pt x="30" y="53"/>
                  </a:cubicBezTo>
                  <a:cubicBezTo>
                    <a:pt x="29" y="52"/>
                    <a:pt x="28" y="52"/>
                    <a:pt x="28" y="52"/>
                  </a:cubicBezTo>
                  <a:cubicBezTo>
                    <a:pt x="28" y="52"/>
                    <a:pt x="26" y="53"/>
                    <a:pt x="26" y="54"/>
                  </a:cubicBezTo>
                  <a:cubicBezTo>
                    <a:pt x="26" y="54"/>
                    <a:pt x="27" y="57"/>
                    <a:pt x="27" y="57"/>
                  </a:cubicBezTo>
                  <a:cubicBezTo>
                    <a:pt x="28" y="60"/>
                    <a:pt x="28" y="60"/>
                    <a:pt x="28" y="60"/>
                  </a:cubicBezTo>
                  <a:cubicBezTo>
                    <a:pt x="28" y="60"/>
                    <a:pt x="28" y="64"/>
                    <a:pt x="29" y="64"/>
                  </a:cubicBezTo>
                  <a:cubicBezTo>
                    <a:pt x="29" y="64"/>
                    <a:pt x="30" y="66"/>
                    <a:pt x="31" y="67"/>
                  </a:cubicBezTo>
                  <a:cubicBezTo>
                    <a:pt x="31" y="67"/>
                    <a:pt x="31" y="70"/>
                    <a:pt x="31" y="70"/>
                  </a:cubicBezTo>
                  <a:cubicBezTo>
                    <a:pt x="33" y="72"/>
                    <a:pt x="33" y="72"/>
                    <a:pt x="33" y="72"/>
                  </a:cubicBezTo>
                  <a:cubicBezTo>
                    <a:pt x="33" y="72"/>
                    <a:pt x="33" y="74"/>
                    <a:pt x="33" y="75"/>
                  </a:cubicBezTo>
                  <a:cubicBezTo>
                    <a:pt x="33" y="75"/>
                    <a:pt x="32" y="78"/>
                    <a:pt x="33" y="79"/>
                  </a:cubicBezTo>
                  <a:cubicBezTo>
                    <a:pt x="33" y="80"/>
                    <a:pt x="35" y="82"/>
                    <a:pt x="35" y="82"/>
                  </a:cubicBezTo>
                  <a:cubicBezTo>
                    <a:pt x="35" y="82"/>
                    <a:pt x="32" y="84"/>
                    <a:pt x="34" y="84"/>
                  </a:cubicBezTo>
                  <a:cubicBezTo>
                    <a:pt x="35" y="84"/>
                    <a:pt x="36" y="86"/>
                    <a:pt x="36" y="87"/>
                  </a:cubicBezTo>
                  <a:cubicBezTo>
                    <a:pt x="37" y="87"/>
                    <a:pt x="37" y="88"/>
                    <a:pt x="37" y="88"/>
                  </a:cubicBezTo>
                  <a:cubicBezTo>
                    <a:pt x="38" y="88"/>
                    <a:pt x="40" y="89"/>
                    <a:pt x="40" y="89"/>
                  </a:cubicBezTo>
                  <a:cubicBezTo>
                    <a:pt x="40" y="90"/>
                    <a:pt x="40" y="91"/>
                    <a:pt x="40" y="91"/>
                  </a:cubicBezTo>
                  <a:cubicBezTo>
                    <a:pt x="42" y="95"/>
                    <a:pt x="42" y="95"/>
                    <a:pt x="42" y="95"/>
                  </a:cubicBezTo>
                  <a:cubicBezTo>
                    <a:pt x="45" y="98"/>
                    <a:pt x="45" y="98"/>
                    <a:pt x="45" y="98"/>
                  </a:cubicBezTo>
                  <a:cubicBezTo>
                    <a:pt x="45" y="98"/>
                    <a:pt x="45" y="99"/>
                    <a:pt x="46" y="99"/>
                  </a:cubicBezTo>
                  <a:cubicBezTo>
                    <a:pt x="46" y="100"/>
                    <a:pt x="50" y="101"/>
                    <a:pt x="50" y="101"/>
                  </a:cubicBezTo>
                  <a:cubicBezTo>
                    <a:pt x="51" y="102"/>
                    <a:pt x="53" y="103"/>
                    <a:pt x="54" y="103"/>
                  </a:cubicBezTo>
                  <a:cubicBezTo>
                    <a:pt x="54" y="103"/>
                    <a:pt x="53" y="105"/>
                    <a:pt x="54" y="103"/>
                  </a:cubicBezTo>
                  <a:cubicBezTo>
                    <a:pt x="56" y="101"/>
                    <a:pt x="55" y="102"/>
                    <a:pt x="56" y="100"/>
                  </a:cubicBezTo>
                  <a:cubicBezTo>
                    <a:pt x="57" y="97"/>
                    <a:pt x="57" y="99"/>
                    <a:pt x="57" y="97"/>
                  </a:cubicBezTo>
                  <a:cubicBezTo>
                    <a:pt x="57" y="95"/>
                    <a:pt x="57" y="97"/>
                    <a:pt x="57" y="95"/>
                  </a:cubicBezTo>
                  <a:cubicBezTo>
                    <a:pt x="57" y="93"/>
                    <a:pt x="56" y="95"/>
                    <a:pt x="57" y="93"/>
                  </a:cubicBezTo>
                  <a:cubicBezTo>
                    <a:pt x="58" y="91"/>
                    <a:pt x="58" y="91"/>
                    <a:pt x="59" y="90"/>
                  </a:cubicBezTo>
                  <a:cubicBezTo>
                    <a:pt x="61" y="89"/>
                    <a:pt x="62" y="90"/>
                    <a:pt x="61" y="88"/>
                  </a:cubicBezTo>
                  <a:cubicBezTo>
                    <a:pt x="60" y="86"/>
                    <a:pt x="60" y="88"/>
                    <a:pt x="60" y="86"/>
                  </a:cubicBezTo>
                  <a:cubicBezTo>
                    <a:pt x="60" y="84"/>
                    <a:pt x="60" y="84"/>
                    <a:pt x="59" y="83"/>
                  </a:cubicBezTo>
                  <a:cubicBezTo>
                    <a:pt x="58" y="82"/>
                    <a:pt x="57" y="82"/>
                    <a:pt x="57" y="80"/>
                  </a:cubicBezTo>
                  <a:cubicBezTo>
                    <a:pt x="57" y="79"/>
                    <a:pt x="57" y="79"/>
                    <a:pt x="57" y="78"/>
                  </a:cubicBezTo>
                  <a:cubicBezTo>
                    <a:pt x="58" y="77"/>
                    <a:pt x="59" y="76"/>
                    <a:pt x="59" y="75"/>
                  </a:cubicBezTo>
                  <a:cubicBezTo>
                    <a:pt x="59" y="75"/>
                    <a:pt x="59" y="75"/>
                    <a:pt x="60" y="74"/>
                  </a:cubicBezTo>
                  <a:cubicBezTo>
                    <a:pt x="61" y="72"/>
                    <a:pt x="62" y="72"/>
                    <a:pt x="62" y="72"/>
                  </a:cubicBezTo>
                  <a:cubicBezTo>
                    <a:pt x="62" y="72"/>
                    <a:pt x="62" y="68"/>
                    <a:pt x="62" y="67"/>
                  </a:cubicBezTo>
                  <a:cubicBezTo>
                    <a:pt x="62" y="66"/>
                    <a:pt x="62" y="68"/>
                    <a:pt x="62" y="66"/>
                  </a:cubicBezTo>
                  <a:cubicBezTo>
                    <a:pt x="61" y="64"/>
                    <a:pt x="61" y="63"/>
                    <a:pt x="61" y="63"/>
                  </a:cubicBezTo>
                  <a:cubicBezTo>
                    <a:pt x="61" y="63"/>
                    <a:pt x="64" y="61"/>
                    <a:pt x="64" y="61"/>
                  </a:cubicBezTo>
                  <a:cubicBezTo>
                    <a:pt x="65" y="61"/>
                    <a:pt x="65" y="63"/>
                    <a:pt x="67" y="62"/>
                  </a:cubicBezTo>
                  <a:cubicBezTo>
                    <a:pt x="68" y="61"/>
                    <a:pt x="68" y="60"/>
                    <a:pt x="68" y="60"/>
                  </a:cubicBezTo>
                  <a:cubicBezTo>
                    <a:pt x="69" y="59"/>
                    <a:pt x="70" y="59"/>
                    <a:pt x="70" y="60"/>
                  </a:cubicBezTo>
                  <a:cubicBezTo>
                    <a:pt x="71" y="60"/>
                    <a:pt x="73" y="60"/>
                    <a:pt x="74" y="61"/>
                  </a:cubicBezTo>
                  <a:cubicBezTo>
                    <a:pt x="76" y="62"/>
                    <a:pt x="76" y="61"/>
                    <a:pt x="78" y="61"/>
                  </a:cubicBezTo>
                  <a:cubicBezTo>
                    <a:pt x="80" y="61"/>
                    <a:pt x="82" y="62"/>
                    <a:pt x="83" y="61"/>
                  </a:cubicBezTo>
                  <a:cubicBezTo>
                    <a:pt x="85" y="60"/>
                    <a:pt x="85" y="62"/>
                    <a:pt x="86" y="60"/>
                  </a:cubicBezTo>
                  <a:cubicBezTo>
                    <a:pt x="86" y="58"/>
                    <a:pt x="86" y="59"/>
                    <a:pt x="87" y="58"/>
                  </a:cubicBezTo>
                  <a:cubicBezTo>
                    <a:pt x="88" y="57"/>
                    <a:pt x="89" y="58"/>
                    <a:pt x="89" y="56"/>
                  </a:cubicBezTo>
                  <a:cubicBezTo>
                    <a:pt x="89" y="55"/>
                    <a:pt x="88" y="55"/>
                    <a:pt x="89" y="54"/>
                  </a:cubicBezTo>
                  <a:cubicBezTo>
                    <a:pt x="90" y="53"/>
                    <a:pt x="89" y="55"/>
                    <a:pt x="90" y="53"/>
                  </a:cubicBezTo>
                  <a:cubicBezTo>
                    <a:pt x="92" y="51"/>
                    <a:pt x="93" y="52"/>
                    <a:pt x="92" y="51"/>
                  </a:cubicBezTo>
                  <a:cubicBezTo>
                    <a:pt x="92" y="49"/>
                    <a:pt x="91" y="50"/>
                    <a:pt x="91" y="48"/>
                  </a:cubicBezTo>
                  <a:cubicBezTo>
                    <a:pt x="91" y="46"/>
                    <a:pt x="88" y="49"/>
                    <a:pt x="90" y="45"/>
                  </a:cubicBezTo>
                  <a:cubicBezTo>
                    <a:pt x="92" y="42"/>
                    <a:pt x="92" y="42"/>
                    <a:pt x="90" y="40"/>
                  </a:cubicBezTo>
                  <a:cubicBezTo>
                    <a:pt x="89" y="37"/>
                    <a:pt x="87" y="36"/>
                    <a:pt x="87" y="35"/>
                  </a:cubicBezTo>
                  <a:cubicBezTo>
                    <a:pt x="86" y="35"/>
                    <a:pt x="86" y="33"/>
                    <a:pt x="85" y="33"/>
                  </a:cubicBezTo>
                  <a:cubicBezTo>
                    <a:pt x="84" y="32"/>
                    <a:pt x="85" y="32"/>
                    <a:pt x="83" y="32"/>
                  </a:cubicBezTo>
                  <a:cubicBezTo>
                    <a:pt x="82" y="32"/>
                    <a:pt x="80" y="31"/>
                    <a:pt x="80" y="30"/>
                  </a:cubicBezTo>
                  <a:cubicBezTo>
                    <a:pt x="79" y="30"/>
                    <a:pt x="77" y="28"/>
                    <a:pt x="77" y="28"/>
                  </a:cubicBezTo>
                  <a:cubicBezTo>
                    <a:pt x="76" y="28"/>
                    <a:pt x="76" y="28"/>
                    <a:pt x="75" y="28"/>
                  </a:cubicBezTo>
                  <a:cubicBezTo>
                    <a:pt x="74" y="28"/>
                    <a:pt x="73" y="27"/>
                    <a:pt x="72" y="27"/>
                  </a:cubicBezTo>
                  <a:cubicBezTo>
                    <a:pt x="71" y="27"/>
                    <a:pt x="73" y="28"/>
                    <a:pt x="71" y="27"/>
                  </a:cubicBezTo>
                  <a:cubicBezTo>
                    <a:pt x="68" y="27"/>
                    <a:pt x="69" y="27"/>
                    <a:pt x="68" y="27"/>
                  </a:cubicBezTo>
                  <a:cubicBezTo>
                    <a:pt x="67" y="27"/>
                    <a:pt x="68" y="27"/>
                    <a:pt x="67" y="27"/>
                  </a:cubicBezTo>
                  <a:cubicBezTo>
                    <a:pt x="66" y="27"/>
                    <a:pt x="66" y="25"/>
                    <a:pt x="66" y="27"/>
                  </a:cubicBezTo>
                  <a:cubicBezTo>
                    <a:pt x="65" y="30"/>
                    <a:pt x="67" y="31"/>
                    <a:pt x="65" y="31"/>
                  </a:cubicBezTo>
                  <a:cubicBezTo>
                    <a:pt x="63" y="31"/>
                    <a:pt x="65" y="31"/>
                    <a:pt x="63" y="31"/>
                  </a:cubicBezTo>
                  <a:cubicBezTo>
                    <a:pt x="61" y="31"/>
                    <a:pt x="61" y="31"/>
                    <a:pt x="60" y="32"/>
                  </a:cubicBezTo>
                  <a:cubicBezTo>
                    <a:pt x="60" y="32"/>
                    <a:pt x="59" y="33"/>
                    <a:pt x="58" y="33"/>
                  </a:cubicBezTo>
                  <a:cubicBezTo>
                    <a:pt x="56" y="33"/>
                    <a:pt x="58" y="35"/>
                    <a:pt x="56" y="33"/>
                  </a:cubicBezTo>
                  <a:cubicBezTo>
                    <a:pt x="54" y="31"/>
                    <a:pt x="58" y="30"/>
                    <a:pt x="54" y="31"/>
                  </a:cubicBezTo>
                  <a:cubicBezTo>
                    <a:pt x="51" y="31"/>
                    <a:pt x="50" y="32"/>
                    <a:pt x="50" y="32"/>
                  </a:cubicBezTo>
                  <a:cubicBezTo>
                    <a:pt x="49" y="31"/>
                    <a:pt x="49" y="32"/>
                    <a:pt x="47" y="31"/>
                  </a:cubicBezTo>
                  <a:cubicBezTo>
                    <a:pt x="46" y="30"/>
                    <a:pt x="46" y="30"/>
                    <a:pt x="45" y="31"/>
                  </a:cubicBezTo>
                  <a:cubicBezTo>
                    <a:pt x="44" y="31"/>
                    <a:pt x="44" y="32"/>
                    <a:pt x="44" y="31"/>
                  </a:cubicBezTo>
                  <a:cubicBezTo>
                    <a:pt x="43" y="30"/>
                    <a:pt x="42" y="30"/>
                    <a:pt x="44" y="29"/>
                  </a:cubicBezTo>
                  <a:cubicBezTo>
                    <a:pt x="46" y="28"/>
                    <a:pt x="46" y="29"/>
                    <a:pt x="46" y="28"/>
                  </a:cubicBezTo>
                  <a:cubicBezTo>
                    <a:pt x="47" y="27"/>
                    <a:pt x="45" y="27"/>
                    <a:pt x="47" y="27"/>
                  </a:cubicBezTo>
                  <a:cubicBezTo>
                    <a:pt x="49" y="26"/>
                    <a:pt x="48" y="26"/>
                    <a:pt x="50" y="26"/>
                  </a:cubicBezTo>
                  <a:cubicBezTo>
                    <a:pt x="51" y="25"/>
                    <a:pt x="53" y="27"/>
                    <a:pt x="53" y="26"/>
                  </a:cubicBezTo>
                  <a:cubicBezTo>
                    <a:pt x="53" y="25"/>
                    <a:pt x="56" y="27"/>
                    <a:pt x="53" y="25"/>
                  </a:cubicBezTo>
                  <a:cubicBezTo>
                    <a:pt x="51" y="22"/>
                    <a:pt x="52" y="21"/>
                    <a:pt x="50" y="22"/>
                  </a:cubicBezTo>
                  <a:cubicBezTo>
                    <a:pt x="49" y="22"/>
                    <a:pt x="49" y="24"/>
                    <a:pt x="48" y="23"/>
                  </a:cubicBezTo>
                  <a:cubicBezTo>
                    <a:pt x="47" y="22"/>
                    <a:pt x="45" y="21"/>
                    <a:pt x="47" y="20"/>
                  </a:cubicBezTo>
                  <a:cubicBezTo>
                    <a:pt x="49" y="18"/>
                    <a:pt x="47" y="19"/>
                    <a:pt x="49" y="18"/>
                  </a:cubicBezTo>
                  <a:cubicBezTo>
                    <a:pt x="51" y="17"/>
                    <a:pt x="53" y="22"/>
                    <a:pt x="54" y="21"/>
                  </a:cubicBezTo>
                  <a:cubicBezTo>
                    <a:pt x="55" y="21"/>
                    <a:pt x="56" y="20"/>
                    <a:pt x="56" y="20"/>
                  </a:cubicBezTo>
                  <a:cubicBezTo>
                    <a:pt x="57" y="21"/>
                    <a:pt x="57" y="22"/>
                    <a:pt x="57" y="24"/>
                  </a:cubicBezTo>
                  <a:cubicBezTo>
                    <a:pt x="57" y="25"/>
                    <a:pt x="56" y="25"/>
                    <a:pt x="58" y="24"/>
                  </a:cubicBezTo>
                  <a:cubicBezTo>
                    <a:pt x="60" y="23"/>
                    <a:pt x="56" y="24"/>
                    <a:pt x="60" y="22"/>
                  </a:cubicBezTo>
                  <a:cubicBezTo>
                    <a:pt x="65" y="20"/>
                    <a:pt x="66" y="21"/>
                    <a:pt x="67" y="21"/>
                  </a:cubicBezTo>
                  <a:cubicBezTo>
                    <a:pt x="68" y="22"/>
                    <a:pt x="69" y="22"/>
                    <a:pt x="69" y="22"/>
                  </a:cubicBezTo>
                  <a:cubicBezTo>
                    <a:pt x="69" y="23"/>
                    <a:pt x="68" y="24"/>
                    <a:pt x="69" y="23"/>
                  </a:cubicBezTo>
                  <a:cubicBezTo>
                    <a:pt x="71" y="22"/>
                    <a:pt x="73" y="23"/>
                    <a:pt x="73" y="23"/>
                  </a:cubicBezTo>
                  <a:cubicBezTo>
                    <a:pt x="73" y="23"/>
                    <a:pt x="74" y="23"/>
                    <a:pt x="75" y="24"/>
                  </a:cubicBezTo>
                  <a:cubicBezTo>
                    <a:pt x="75" y="24"/>
                    <a:pt x="77" y="25"/>
                    <a:pt x="78" y="25"/>
                  </a:cubicBezTo>
                  <a:cubicBezTo>
                    <a:pt x="79" y="24"/>
                    <a:pt x="81" y="25"/>
                    <a:pt x="79" y="23"/>
                  </a:cubicBezTo>
                  <a:cubicBezTo>
                    <a:pt x="77" y="21"/>
                    <a:pt x="79" y="22"/>
                    <a:pt x="76" y="21"/>
                  </a:cubicBezTo>
                  <a:cubicBezTo>
                    <a:pt x="73" y="20"/>
                    <a:pt x="69" y="19"/>
                    <a:pt x="73" y="19"/>
                  </a:cubicBezTo>
                  <a:cubicBezTo>
                    <a:pt x="76" y="18"/>
                    <a:pt x="71" y="18"/>
                    <a:pt x="76" y="16"/>
                  </a:cubicBezTo>
                  <a:cubicBezTo>
                    <a:pt x="80" y="14"/>
                    <a:pt x="80" y="16"/>
                    <a:pt x="80" y="14"/>
                  </a:cubicBezTo>
                  <a:cubicBezTo>
                    <a:pt x="80" y="11"/>
                    <a:pt x="80" y="10"/>
                    <a:pt x="81" y="11"/>
                  </a:cubicBezTo>
                  <a:cubicBezTo>
                    <a:pt x="82" y="11"/>
                    <a:pt x="85" y="11"/>
                    <a:pt x="86" y="11"/>
                  </a:cubicBezTo>
                  <a:cubicBezTo>
                    <a:pt x="87" y="12"/>
                    <a:pt x="86" y="13"/>
                    <a:pt x="88" y="11"/>
                  </a:cubicBezTo>
                  <a:cubicBezTo>
                    <a:pt x="90" y="10"/>
                    <a:pt x="91" y="12"/>
                    <a:pt x="90" y="10"/>
                  </a:cubicBezTo>
                  <a:cubicBezTo>
                    <a:pt x="89" y="8"/>
                    <a:pt x="89" y="8"/>
                    <a:pt x="88" y="7"/>
                  </a:cubicBezTo>
                  <a:cubicBezTo>
                    <a:pt x="87" y="6"/>
                    <a:pt x="87" y="2"/>
                    <a:pt x="84" y="3"/>
                  </a:cubicBezTo>
                  <a:cubicBezTo>
                    <a:pt x="81" y="5"/>
                    <a:pt x="82" y="4"/>
                    <a:pt x="79" y="4"/>
                  </a:cubicBezTo>
                  <a:cubicBezTo>
                    <a:pt x="77" y="5"/>
                    <a:pt x="76" y="4"/>
                    <a:pt x="76" y="4"/>
                  </a:cubicBezTo>
                  <a:cubicBezTo>
                    <a:pt x="76" y="3"/>
                    <a:pt x="79" y="2"/>
                    <a:pt x="79" y="2"/>
                  </a:cubicBezTo>
                  <a:cubicBezTo>
                    <a:pt x="79" y="2"/>
                    <a:pt x="80" y="2"/>
                    <a:pt x="79" y="2"/>
                  </a:cubicBezTo>
                  <a:cubicBezTo>
                    <a:pt x="79" y="1"/>
                    <a:pt x="78" y="0"/>
                    <a:pt x="78" y="0"/>
                  </a:cubicBezTo>
                  <a:cubicBezTo>
                    <a:pt x="79" y="0"/>
                    <a:pt x="79" y="0"/>
                    <a:pt x="79" y="0"/>
                  </a:cubicBezTo>
                  <a:cubicBezTo>
                    <a:pt x="79" y="0"/>
                    <a:pt x="88" y="0"/>
                    <a:pt x="9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p>
          </p:txBody>
        </p:sp>
        <p:sp>
          <p:nvSpPr>
            <p:cNvPr id="99" name="Freeform 22">
              <a:extLst>
                <a:ext uri="{FF2B5EF4-FFF2-40B4-BE49-F238E27FC236}">
                  <a16:creationId xmlns:a16="http://schemas.microsoft.com/office/drawing/2014/main" id="{CA775AB7-0CEE-4B73-8B19-891A4E86F7AA}"/>
                </a:ext>
              </a:extLst>
            </p:cNvPr>
            <p:cNvSpPr>
              <a:spLocks noEditPoints="1"/>
            </p:cNvSpPr>
            <p:nvPr/>
          </p:nvSpPr>
          <p:spPr bwMode="auto">
            <a:xfrm>
              <a:off x="1105855" y="3437414"/>
              <a:ext cx="404813" cy="406400"/>
            </a:xfrm>
            <a:custGeom>
              <a:gdLst>
                <a:gd name="T0" fmla="*/ 68 w 136"/>
                <a:gd name="T1" fmla="*/ 0 h 136"/>
                <a:gd name="T2" fmla="*/ 136 w 136"/>
                <a:gd name="T3" fmla="*/ 68 h 136"/>
                <a:gd name="T4" fmla="*/ 68 w 136"/>
                <a:gd name="T5" fmla="*/ 136 h 136"/>
                <a:gd name="T6" fmla="*/ 0 w 136"/>
                <a:gd name="T7" fmla="*/ 68 h 136"/>
                <a:gd name="T8" fmla="*/ 68 w 136"/>
                <a:gd name="T9" fmla="*/ 0 h 136"/>
                <a:gd name="T10" fmla="*/ 68 w 136"/>
                <a:gd name="T11" fmla="*/ 133 h 136"/>
                <a:gd name="T12" fmla="*/ 133 w 136"/>
                <a:gd name="T13" fmla="*/ 68 h 136"/>
                <a:gd name="T14" fmla="*/ 68 w 136"/>
                <a:gd name="T15" fmla="*/ 3 h 136"/>
                <a:gd name="T16" fmla="*/ 3 w 136"/>
                <a:gd name="T17" fmla="*/ 68 h 136"/>
                <a:gd name="T18" fmla="*/ 68 w 136"/>
                <a:gd name="T19" fmla="*/ 133 h 136"/>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6" h="136">
                  <a:moveTo>
                    <a:pt x="68" y="0"/>
                  </a:moveTo>
                  <a:cubicBezTo>
                    <a:pt x="105" y="0"/>
                    <a:pt x="136" y="31"/>
                    <a:pt x="136" y="68"/>
                  </a:cubicBezTo>
                  <a:cubicBezTo>
                    <a:pt x="136" y="106"/>
                    <a:pt x="105" y="136"/>
                    <a:pt x="68" y="136"/>
                  </a:cubicBezTo>
                  <a:cubicBezTo>
                    <a:pt x="31" y="136"/>
                    <a:pt x="0" y="106"/>
                    <a:pt x="0" y="68"/>
                  </a:cubicBezTo>
                  <a:cubicBezTo>
                    <a:pt x="0" y="31"/>
                    <a:pt x="31" y="0"/>
                    <a:pt x="68" y="0"/>
                  </a:cubicBezTo>
                  <a:close/>
                  <a:moveTo>
                    <a:pt x="68" y="133"/>
                  </a:moveTo>
                  <a:cubicBezTo>
                    <a:pt x="104" y="133"/>
                    <a:pt x="133" y="104"/>
                    <a:pt x="133" y="68"/>
                  </a:cubicBezTo>
                  <a:cubicBezTo>
                    <a:pt x="133" y="32"/>
                    <a:pt x="104" y="3"/>
                    <a:pt x="68" y="3"/>
                  </a:cubicBezTo>
                  <a:cubicBezTo>
                    <a:pt x="32" y="3"/>
                    <a:pt x="3" y="32"/>
                    <a:pt x="3" y="68"/>
                  </a:cubicBezTo>
                  <a:cubicBezTo>
                    <a:pt x="3" y="104"/>
                    <a:pt x="32" y="133"/>
                    <a:pt x="68"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p>
          </p:txBody>
        </p:sp>
        <p:sp>
          <p:nvSpPr>
            <p:cNvPr id="100" name="Freeform 23">
              <a:extLst>
                <a:ext uri="{FF2B5EF4-FFF2-40B4-BE49-F238E27FC236}">
                  <a16:creationId xmlns:a16="http://schemas.microsoft.com/office/drawing/2014/main" id="{C703A539-8290-43F3-93D9-B4093A5E8213}"/>
                </a:ext>
              </a:extLst>
            </p:cNvPr>
            <p:cNvSpPr/>
            <p:nvPr/>
          </p:nvSpPr>
          <p:spPr bwMode="auto">
            <a:xfrm>
              <a:off x="1066167" y="3446939"/>
              <a:ext cx="454025" cy="396875"/>
            </a:xfrm>
            <a:custGeom>
              <a:gdLst>
                <a:gd name="T0" fmla="*/ 109 w 152"/>
                <a:gd name="T1" fmla="*/ 10 h 133"/>
                <a:gd name="T2" fmla="*/ 111 w 152"/>
                <a:gd name="T3" fmla="*/ 15 h 133"/>
                <a:gd name="T4" fmla="*/ 114 w 152"/>
                <a:gd name="T5" fmla="*/ 19 h 133"/>
                <a:gd name="T6" fmla="*/ 117 w 152"/>
                <a:gd name="T7" fmla="*/ 17 h 133"/>
                <a:gd name="T8" fmla="*/ 117 w 152"/>
                <a:gd name="T9" fmla="*/ 22 h 133"/>
                <a:gd name="T10" fmla="*/ 124 w 152"/>
                <a:gd name="T11" fmla="*/ 23 h 133"/>
                <a:gd name="T12" fmla="*/ 128 w 152"/>
                <a:gd name="T13" fmla="*/ 27 h 133"/>
                <a:gd name="T14" fmla="*/ 134 w 152"/>
                <a:gd name="T15" fmla="*/ 36 h 133"/>
                <a:gd name="T16" fmla="*/ 138 w 152"/>
                <a:gd name="T17" fmla="*/ 41 h 133"/>
                <a:gd name="T18" fmla="*/ 135 w 152"/>
                <a:gd name="T19" fmla="*/ 45 h 133"/>
                <a:gd name="T20" fmla="*/ 134 w 152"/>
                <a:gd name="T21" fmla="*/ 47 h 133"/>
                <a:gd name="T22" fmla="*/ 137 w 152"/>
                <a:gd name="T23" fmla="*/ 44 h 133"/>
                <a:gd name="T24" fmla="*/ 140 w 152"/>
                <a:gd name="T25" fmla="*/ 40 h 133"/>
                <a:gd name="T26" fmla="*/ 141 w 152"/>
                <a:gd name="T27" fmla="*/ 46 h 133"/>
                <a:gd name="T28" fmla="*/ 141 w 152"/>
                <a:gd name="T29" fmla="*/ 56 h 133"/>
                <a:gd name="T30" fmla="*/ 136 w 152"/>
                <a:gd name="T31" fmla="*/ 53 h 133"/>
                <a:gd name="T32" fmla="*/ 131 w 152"/>
                <a:gd name="T33" fmla="*/ 59 h 133"/>
                <a:gd name="T34" fmla="*/ 125 w 152"/>
                <a:gd name="T35" fmla="*/ 65 h 133"/>
                <a:gd name="T36" fmla="*/ 119 w 152"/>
                <a:gd name="T37" fmla="*/ 71 h 133"/>
                <a:gd name="T38" fmla="*/ 111 w 152"/>
                <a:gd name="T39" fmla="*/ 78 h 133"/>
                <a:gd name="T40" fmla="*/ 114 w 152"/>
                <a:gd name="T41" fmla="*/ 90 h 133"/>
                <a:gd name="T42" fmla="*/ 120 w 152"/>
                <a:gd name="T43" fmla="*/ 104 h 133"/>
                <a:gd name="T44" fmla="*/ 118 w 152"/>
                <a:gd name="T45" fmla="*/ 114 h 133"/>
                <a:gd name="T46" fmla="*/ 122 w 152"/>
                <a:gd name="T47" fmla="*/ 114 h 133"/>
                <a:gd name="T48" fmla="*/ 131 w 152"/>
                <a:gd name="T49" fmla="*/ 99 h 133"/>
                <a:gd name="T50" fmla="*/ 141 w 152"/>
                <a:gd name="T51" fmla="*/ 75 h 133"/>
                <a:gd name="T52" fmla="*/ 145 w 152"/>
                <a:gd name="T53" fmla="*/ 58 h 133"/>
                <a:gd name="T54" fmla="*/ 103 w 152"/>
                <a:gd name="T55" fmla="*/ 123 h 133"/>
                <a:gd name="T56" fmla="*/ 93 w 152"/>
                <a:gd name="T57" fmla="*/ 121 h 133"/>
                <a:gd name="T58" fmla="*/ 79 w 152"/>
                <a:gd name="T59" fmla="*/ 119 h 133"/>
                <a:gd name="T60" fmla="*/ 80 w 152"/>
                <a:gd name="T61" fmla="*/ 125 h 133"/>
                <a:gd name="T62" fmla="*/ 72 w 152"/>
                <a:gd name="T63" fmla="*/ 124 h 133"/>
                <a:gd name="T64" fmla="*/ 60 w 152"/>
                <a:gd name="T65" fmla="*/ 123 h 133"/>
                <a:gd name="T66" fmla="*/ 61 w 152"/>
                <a:gd name="T67" fmla="*/ 2 h 133"/>
                <a:gd name="T68" fmla="*/ 21 w 152"/>
                <a:gd name="T69" fmla="*/ 43 h 133"/>
                <a:gd name="T70" fmla="*/ 26 w 152"/>
                <a:gd name="T71" fmla="*/ 39 h 133"/>
                <a:gd name="T72" fmla="*/ 31 w 152"/>
                <a:gd name="T73" fmla="*/ 50 h 133"/>
                <a:gd name="T74" fmla="*/ 39 w 152"/>
                <a:gd name="T75" fmla="*/ 40 h 133"/>
                <a:gd name="T76" fmla="*/ 36 w 152"/>
                <a:gd name="T77" fmla="*/ 50 h 133"/>
                <a:gd name="T78" fmla="*/ 28 w 152"/>
                <a:gd name="T79" fmla="*/ 53 h 133"/>
                <a:gd name="T80" fmla="*/ 31 w 152"/>
                <a:gd name="T81" fmla="*/ 67 h 133"/>
                <a:gd name="T82" fmla="*/ 35 w 152"/>
                <a:gd name="T83" fmla="*/ 82 h 133"/>
                <a:gd name="T84" fmla="*/ 40 w 152"/>
                <a:gd name="T85" fmla="*/ 92 h 133"/>
                <a:gd name="T86" fmla="*/ 54 w 152"/>
                <a:gd name="T87" fmla="*/ 103 h 133"/>
                <a:gd name="T88" fmla="*/ 58 w 152"/>
                <a:gd name="T89" fmla="*/ 93 h 133"/>
                <a:gd name="T90" fmla="*/ 57 w 152"/>
                <a:gd name="T91" fmla="*/ 81 h 133"/>
                <a:gd name="T92" fmla="*/ 62 w 152"/>
                <a:gd name="T93" fmla="*/ 68 h 133"/>
                <a:gd name="T94" fmla="*/ 69 w 152"/>
                <a:gd name="T95" fmla="*/ 60 h 133"/>
                <a:gd name="T96" fmla="*/ 86 w 152"/>
                <a:gd name="T97" fmla="*/ 60 h 133"/>
                <a:gd name="T98" fmla="*/ 93 w 152"/>
                <a:gd name="T99" fmla="*/ 51 h 133"/>
                <a:gd name="T100" fmla="*/ 86 w 152"/>
                <a:gd name="T101" fmla="*/ 33 h 133"/>
                <a:gd name="T102" fmla="*/ 73 w 152"/>
                <a:gd name="T103" fmla="*/ 28 h 133"/>
                <a:gd name="T104" fmla="*/ 65 w 152"/>
                <a:gd name="T105" fmla="*/ 31 h 133"/>
                <a:gd name="T106" fmla="*/ 55 w 152"/>
                <a:gd name="T107" fmla="*/ 31 h 133"/>
                <a:gd name="T108" fmla="*/ 44 w 152"/>
                <a:gd name="T109" fmla="*/ 29 h 133"/>
                <a:gd name="T110" fmla="*/ 54 w 152"/>
                <a:gd name="T111" fmla="*/ 25 h 133"/>
                <a:gd name="T112" fmla="*/ 55 w 152"/>
                <a:gd name="T113" fmla="*/ 21 h 133"/>
                <a:gd name="T114" fmla="*/ 68 w 152"/>
                <a:gd name="T115" fmla="*/ 22 h 133"/>
                <a:gd name="T116" fmla="*/ 78 w 152"/>
                <a:gd name="T117" fmla="*/ 25 h 133"/>
                <a:gd name="T118" fmla="*/ 81 w 152"/>
                <a:gd name="T119" fmla="*/ 14 h 133"/>
                <a:gd name="T120" fmla="*/ 88 w 152"/>
                <a:gd name="T121" fmla="*/ 7 h 133"/>
                <a:gd name="T122" fmla="*/ 80 w 152"/>
                <a:gd name="T123" fmla="*/ 2 h 133"/>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52" h="133">
                  <a:moveTo>
                    <a:pt x="91" y="0"/>
                  </a:moveTo>
                  <a:cubicBezTo>
                    <a:pt x="91" y="0"/>
                    <a:pt x="113" y="3"/>
                    <a:pt x="129" y="21"/>
                  </a:cubicBezTo>
                  <a:cubicBezTo>
                    <a:pt x="129" y="21"/>
                    <a:pt x="117" y="9"/>
                    <a:pt x="110" y="9"/>
                  </a:cubicBezTo>
                  <a:cubicBezTo>
                    <a:pt x="108" y="9"/>
                    <a:pt x="108" y="9"/>
                    <a:pt x="108" y="9"/>
                  </a:cubicBezTo>
                  <a:cubicBezTo>
                    <a:pt x="108" y="9"/>
                    <a:pt x="108" y="10"/>
                    <a:pt x="109" y="10"/>
                  </a:cubicBezTo>
                  <a:cubicBezTo>
                    <a:pt x="109" y="11"/>
                    <a:pt x="110" y="12"/>
                    <a:pt x="110" y="12"/>
                  </a:cubicBezTo>
                  <a:cubicBezTo>
                    <a:pt x="110" y="12"/>
                    <a:pt x="110" y="13"/>
                    <a:pt x="110" y="13"/>
                  </a:cubicBezTo>
                  <a:cubicBezTo>
                    <a:pt x="110" y="14"/>
                    <a:pt x="110" y="14"/>
                    <a:pt x="110" y="14"/>
                  </a:cubicBezTo>
                  <a:cubicBezTo>
                    <a:pt x="110" y="14"/>
                    <a:pt x="111" y="14"/>
                    <a:pt x="111" y="15"/>
                  </a:cubicBezTo>
                  <a:cubicBezTo>
                    <a:pt x="111" y="15"/>
                    <a:pt x="111" y="15"/>
                    <a:pt x="111" y="15"/>
                  </a:cubicBezTo>
                  <a:cubicBezTo>
                    <a:pt x="111" y="16"/>
                    <a:pt x="111" y="17"/>
                    <a:pt x="111" y="17"/>
                  </a:cubicBezTo>
                  <a:cubicBezTo>
                    <a:pt x="111" y="18"/>
                    <a:pt x="111" y="18"/>
                    <a:pt x="111" y="18"/>
                  </a:cubicBezTo>
                  <a:cubicBezTo>
                    <a:pt x="112" y="19"/>
                    <a:pt x="112" y="19"/>
                    <a:pt x="112" y="19"/>
                  </a:cubicBezTo>
                  <a:cubicBezTo>
                    <a:pt x="113" y="19"/>
                    <a:pt x="113" y="19"/>
                    <a:pt x="113" y="19"/>
                  </a:cubicBezTo>
                  <a:cubicBezTo>
                    <a:pt x="113" y="19"/>
                    <a:pt x="114" y="20"/>
                    <a:pt x="114" y="19"/>
                  </a:cubicBezTo>
                  <a:cubicBezTo>
                    <a:pt x="115" y="19"/>
                    <a:pt x="115" y="18"/>
                    <a:pt x="115" y="18"/>
                  </a:cubicBezTo>
                  <a:cubicBezTo>
                    <a:pt x="113" y="17"/>
                    <a:pt x="113" y="17"/>
                    <a:pt x="113" y="17"/>
                  </a:cubicBezTo>
                  <a:cubicBezTo>
                    <a:pt x="113" y="17"/>
                    <a:pt x="113" y="17"/>
                    <a:pt x="114" y="17"/>
                  </a:cubicBezTo>
                  <a:cubicBezTo>
                    <a:pt x="114" y="17"/>
                    <a:pt x="114" y="16"/>
                    <a:pt x="115" y="16"/>
                  </a:cubicBezTo>
                  <a:cubicBezTo>
                    <a:pt x="115" y="16"/>
                    <a:pt x="117" y="17"/>
                    <a:pt x="117" y="17"/>
                  </a:cubicBezTo>
                  <a:cubicBezTo>
                    <a:pt x="118" y="18"/>
                    <a:pt x="118" y="18"/>
                    <a:pt x="118" y="18"/>
                  </a:cubicBezTo>
                  <a:cubicBezTo>
                    <a:pt x="118" y="18"/>
                    <a:pt x="118" y="19"/>
                    <a:pt x="118" y="19"/>
                  </a:cubicBezTo>
                  <a:cubicBezTo>
                    <a:pt x="118" y="19"/>
                    <a:pt x="117" y="20"/>
                    <a:pt x="117" y="20"/>
                  </a:cubicBezTo>
                  <a:cubicBezTo>
                    <a:pt x="117" y="20"/>
                    <a:pt x="117" y="20"/>
                    <a:pt x="117" y="21"/>
                  </a:cubicBezTo>
                  <a:cubicBezTo>
                    <a:pt x="117" y="21"/>
                    <a:pt x="117" y="22"/>
                    <a:pt x="117" y="22"/>
                  </a:cubicBezTo>
                  <a:cubicBezTo>
                    <a:pt x="117" y="22"/>
                    <a:pt x="118" y="22"/>
                    <a:pt x="118" y="22"/>
                  </a:cubicBezTo>
                  <a:cubicBezTo>
                    <a:pt x="119" y="22"/>
                    <a:pt x="120" y="22"/>
                    <a:pt x="120" y="21"/>
                  </a:cubicBezTo>
                  <a:cubicBezTo>
                    <a:pt x="121" y="21"/>
                    <a:pt x="121" y="21"/>
                    <a:pt x="122" y="21"/>
                  </a:cubicBezTo>
                  <a:cubicBezTo>
                    <a:pt x="122" y="21"/>
                    <a:pt x="122" y="22"/>
                    <a:pt x="122" y="22"/>
                  </a:cubicBezTo>
                  <a:cubicBezTo>
                    <a:pt x="123" y="22"/>
                    <a:pt x="124" y="23"/>
                    <a:pt x="124" y="23"/>
                  </a:cubicBezTo>
                  <a:cubicBezTo>
                    <a:pt x="124" y="23"/>
                    <a:pt x="125" y="23"/>
                    <a:pt x="125" y="23"/>
                  </a:cubicBezTo>
                  <a:cubicBezTo>
                    <a:pt x="125" y="24"/>
                    <a:pt x="125" y="25"/>
                    <a:pt x="125" y="25"/>
                  </a:cubicBezTo>
                  <a:cubicBezTo>
                    <a:pt x="125" y="25"/>
                    <a:pt x="126" y="26"/>
                    <a:pt x="127" y="26"/>
                  </a:cubicBezTo>
                  <a:cubicBezTo>
                    <a:pt x="128" y="26"/>
                    <a:pt x="128" y="26"/>
                    <a:pt x="128" y="26"/>
                  </a:cubicBezTo>
                  <a:cubicBezTo>
                    <a:pt x="128" y="27"/>
                    <a:pt x="128" y="27"/>
                    <a:pt x="128" y="27"/>
                  </a:cubicBezTo>
                  <a:cubicBezTo>
                    <a:pt x="128" y="27"/>
                    <a:pt x="129" y="28"/>
                    <a:pt x="130" y="29"/>
                  </a:cubicBezTo>
                  <a:cubicBezTo>
                    <a:pt x="130" y="29"/>
                    <a:pt x="132" y="31"/>
                    <a:pt x="132" y="31"/>
                  </a:cubicBezTo>
                  <a:cubicBezTo>
                    <a:pt x="132" y="31"/>
                    <a:pt x="133" y="31"/>
                    <a:pt x="133" y="32"/>
                  </a:cubicBezTo>
                  <a:cubicBezTo>
                    <a:pt x="134" y="33"/>
                    <a:pt x="133" y="34"/>
                    <a:pt x="134" y="34"/>
                  </a:cubicBezTo>
                  <a:cubicBezTo>
                    <a:pt x="134" y="34"/>
                    <a:pt x="134" y="35"/>
                    <a:pt x="134" y="36"/>
                  </a:cubicBezTo>
                  <a:cubicBezTo>
                    <a:pt x="134" y="36"/>
                    <a:pt x="135" y="37"/>
                    <a:pt x="135" y="37"/>
                  </a:cubicBezTo>
                  <a:cubicBezTo>
                    <a:pt x="135" y="38"/>
                    <a:pt x="136" y="38"/>
                    <a:pt x="136" y="38"/>
                  </a:cubicBezTo>
                  <a:cubicBezTo>
                    <a:pt x="136" y="38"/>
                    <a:pt x="138" y="39"/>
                    <a:pt x="138" y="39"/>
                  </a:cubicBezTo>
                  <a:cubicBezTo>
                    <a:pt x="139" y="39"/>
                    <a:pt x="139" y="40"/>
                    <a:pt x="139" y="40"/>
                  </a:cubicBezTo>
                  <a:cubicBezTo>
                    <a:pt x="139" y="41"/>
                    <a:pt x="138" y="41"/>
                    <a:pt x="138" y="41"/>
                  </a:cubicBezTo>
                  <a:cubicBezTo>
                    <a:pt x="138" y="41"/>
                    <a:pt x="137" y="41"/>
                    <a:pt x="137" y="41"/>
                  </a:cubicBezTo>
                  <a:cubicBezTo>
                    <a:pt x="137" y="41"/>
                    <a:pt x="137" y="43"/>
                    <a:pt x="137" y="43"/>
                  </a:cubicBezTo>
                  <a:cubicBezTo>
                    <a:pt x="137" y="43"/>
                    <a:pt x="137" y="44"/>
                    <a:pt x="137" y="44"/>
                  </a:cubicBezTo>
                  <a:cubicBezTo>
                    <a:pt x="136" y="44"/>
                    <a:pt x="136" y="44"/>
                    <a:pt x="136" y="44"/>
                  </a:cubicBezTo>
                  <a:cubicBezTo>
                    <a:pt x="135" y="45"/>
                    <a:pt x="135" y="45"/>
                    <a:pt x="135" y="45"/>
                  </a:cubicBezTo>
                  <a:cubicBezTo>
                    <a:pt x="133" y="45"/>
                    <a:pt x="133" y="45"/>
                    <a:pt x="133" y="45"/>
                  </a:cubicBezTo>
                  <a:cubicBezTo>
                    <a:pt x="133" y="46"/>
                    <a:pt x="133" y="46"/>
                    <a:pt x="133" y="46"/>
                  </a:cubicBezTo>
                  <a:cubicBezTo>
                    <a:pt x="133" y="46"/>
                    <a:pt x="133" y="47"/>
                    <a:pt x="133" y="47"/>
                  </a:cubicBezTo>
                  <a:cubicBezTo>
                    <a:pt x="133" y="47"/>
                    <a:pt x="134" y="48"/>
                    <a:pt x="134" y="47"/>
                  </a:cubicBezTo>
                  <a:cubicBezTo>
                    <a:pt x="134" y="47"/>
                    <a:pt x="134" y="47"/>
                    <a:pt x="134" y="47"/>
                  </a:cubicBezTo>
                  <a:cubicBezTo>
                    <a:pt x="134" y="46"/>
                    <a:pt x="134" y="46"/>
                    <a:pt x="135" y="46"/>
                  </a:cubicBezTo>
                  <a:cubicBezTo>
                    <a:pt x="135" y="46"/>
                    <a:pt x="136" y="46"/>
                    <a:pt x="136" y="46"/>
                  </a:cubicBezTo>
                  <a:cubicBezTo>
                    <a:pt x="136" y="46"/>
                    <a:pt x="137" y="46"/>
                    <a:pt x="137" y="46"/>
                  </a:cubicBezTo>
                  <a:cubicBezTo>
                    <a:pt x="138" y="45"/>
                    <a:pt x="138" y="46"/>
                    <a:pt x="138" y="45"/>
                  </a:cubicBezTo>
                  <a:cubicBezTo>
                    <a:pt x="138" y="44"/>
                    <a:pt x="137" y="44"/>
                    <a:pt x="137" y="44"/>
                  </a:cubicBezTo>
                  <a:cubicBezTo>
                    <a:pt x="138" y="44"/>
                    <a:pt x="138" y="43"/>
                    <a:pt x="138" y="43"/>
                  </a:cubicBezTo>
                  <a:cubicBezTo>
                    <a:pt x="139" y="43"/>
                    <a:pt x="138" y="43"/>
                    <a:pt x="139" y="43"/>
                  </a:cubicBezTo>
                  <a:cubicBezTo>
                    <a:pt x="139" y="42"/>
                    <a:pt x="139" y="42"/>
                    <a:pt x="140" y="42"/>
                  </a:cubicBezTo>
                  <a:cubicBezTo>
                    <a:pt x="140" y="42"/>
                    <a:pt x="140" y="42"/>
                    <a:pt x="140" y="42"/>
                  </a:cubicBezTo>
                  <a:cubicBezTo>
                    <a:pt x="140" y="41"/>
                    <a:pt x="140" y="41"/>
                    <a:pt x="140" y="40"/>
                  </a:cubicBezTo>
                  <a:cubicBezTo>
                    <a:pt x="140" y="40"/>
                    <a:pt x="140" y="39"/>
                    <a:pt x="140" y="39"/>
                  </a:cubicBezTo>
                  <a:cubicBezTo>
                    <a:pt x="140" y="39"/>
                    <a:pt x="139" y="37"/>
                    <a:pt x="139" y="37"/>
                  </a:cubicBezTo>
                  <a:cubicBezTo>
                    <a:pt x="139" y="37"/>
                    <a:pt x="141" y="41"/>
                    <a:pt x="142" y="44"/>
                  </a:cubicBezTo>
                  <a:cubicBezTo>
                    <a:pt x="142" y="44"/>
                    <a:pt x="141" y="44"/>
                    <a:pt x="141" y="44"/>
                  </a:cubicBezTo>
                  <a:cubicBezTo>
                    <a:pt x="141" y="45"/>
                    <a:pt x="141" y="45"/>
                    <a:pt x="141" y="46"/>
                  </a:cubicBezTo>
                  <a:cubicBezTo>
                    <a:pt x="141" y="46"/>
                    <a:pt x="141" y="46"/>
                    <a:pt x="141" y="48"/>
                  </a:cubicBezTo>
                  <a:cubicBezTo>
                    <a:pt x="141" y="50"/>
                    <a:pt x="141" y="50"/>
                    <a:pt x="141" y="51"/>
                  </a:cubicBezTo>
                  <a:cubicBezTo>
                    <a:pt x="141" y="51"/>
                    <a:pt x="142" y="52"/>
                    <a:pt x="142" y="52"/>
                  </a:cubicBezTo>
                  <a:cubicBezTo>
                    <a:pt x="142" y="53"/>
                    <a:pt x="141" y="55"/>
                    <a:pt x="141" y="55"/>
                  </a:cubicBezTo>
                  <a:cubicBezTo>
                    <a:pt x="141" y="55"/>
                    <a:pt x="141" y="55"/>
                    <a:pt x="141" y="56"/>
                  </a:cubicBezTo>
                  <a:cubicBezTo>
                    <a:pt x="140" y="56"/>
                    <a:pt x="141" y="57"/>
                    <a:pt x="140" y="56"/>
                  </a:cubicBezTo>
                  <a:cubicBezTo>
                    <a:pt x="140" y="55"/>
                    <a:pt x="139" y="54"/>
                    <a:pt x="139" y="54"/>
                  </a:cubicBezTo>
                  <a:cubicBezTo>
                    <a:pt x="139" y="54"/>
                    <a:pt x="139" y="54"/>
                    <a:pt x="139" y="54"/>
                  </a:cubicBezTo>
                  <a:cubicBezTo>
                    <a:pt x="139" y="54"/>
                    <a:pt x="139" y="53"/>
                    <a:pt x="138" y="53"/>
                  </a:cubicBezTo>
                  <a:cubicBezTo>
                    <a:pt x="137" y="53"/>
                    <a:pt x="137" y="53"/>
                    <a:pt x="136" y="53"/>
                  </a:cubicBezTo>
                  <a:cubicBezTo>
                    <a:pt x="136" y="54"/>
                    <a:pt x="137" y="55"/>
                    <a:pt x="136" y="55"/>
                  </a:cubicBezTo>
                  <a:cubicBezTo>
                    <a:pt x="136" y="55"/>
                    <a:pt x="134" y="54"/>
                    <a:pt x="134" y="54"/>
                  </a:cubicBezTo>
                  <a:cubicBezTo>
                    <a:pt x="133" y="55"/>
                    <a:pt x="133" y="55"/>
                    <a:pt x="132" y="55"/>
                  </a:cubicBezTo>
                  <a:cubicBezTo>
                    <a:pt x="132" y="56"/>
                    <a:pt x="132" y="57"/>
                    <a:pt x="132" y="57"/>
                  </a:cubicBezTo>
                  <a:cubicBezTo>
                    <a:pt x="131" y="58"/>
                    <a:pt x="131" y="58"/>
                    <a:pt x="131" y="59"/>
                  </a:cubicBezTo>
                  <a:cubicBezTo>
                    <a:pt x="131" y="60"/>
                    <a:pt x="129" y="60"/>
                    <a:pt x="129" y="60"/>
                  </a:cubicBezTo>
                  <a:cubicBezTo>
                    <a:pt x="129" y="60"/>
                    <a:pt x="127" y="60"/>
                    <a:pt x="127" y="61"/>
                  </a:cubicBezTo>
                  <a:cubicBezTo>
                    <a:pt x="126" y="61"/>
                    <a:pt x="127" y="62"/>
                    <a:pt x="126" y="62"/>
                  </a:cubicBezTo>
                  <a:cubicBezTo>
                    <a:pt x="125" y="62"/>
                    <a:pt x="125" y="64"/>
                    <a:pt x="125" y="64"/>
                  </a:cubicBezTo>
                  <a:cubicBezTo>
                    <a:pt x="125" y="64"/>
                    <a:pt x="125" y="65"/>
                    <a:pt x="125" y="65"/>
                  </a:cubicBezTo>
                  <a:cubicBezTo>
                    <a:pt x="125" y="66"/>
                    <a:pt x="125" y="67"/>
                    <a:pt x="125" y="67"/>
                  </a:cubicBezTo>
                  <a:cubicBezTo>
                    <a:pt x="124" y="67"/>
                    <a:pt x="123" y="67"/>
                    <a:pt x="123" y="67"/>
                  </a:cubicBezTo>
                  <a:cubicBezTo>
                    <a:pt x="123" y="67"/>
                    <a:pt x="123" y="68"/>
                    <a:pt x="122" y="68"/>
                  </a:cubicBezTo>
                  <a:cubicBezTo>
                    <a:pt x="121" y="69"/>
                    <a:pt x="120" y="69"/>
                    <a:pt x="120" y="69"/>
                  </a:cubicBezTo>
                  <a:cubicBezTo>
                    <a:pt x="119" y="70"/>
                    <a:pt x="120" y="71"/>
                    <a:pt x="119" y="71"/>
                  </a:cubicBezTo>
                  <a:cubicBezTo>
                    <a:pt x="118" y="70"/>
                    <a:pt x="116" y="70"/>
                    <a:pt x="116" y="71"/>
                  </a:cubicBezTo>
                  <a:cubicBezTo>
                    <a:pt x="115" y="71"/>
                    <a:pt x="116" y="72"/>
                    <a:pt x="114" y="73"/>
                  </a:cubicBezTo>
                  <a:cubicBezTo>
                    <a:pt x="112" y="74"/>
                    <a:pt x="112" y="74"/>
                    <a:pt x="111" y="74"/>
                  </a:cubicBezTo>
                  <a:cubicBezTo>
                    <a:pt x="111" y="75"/>
                    <a:pt x="110" y="74"/>
                    <a:pt x="110" y="76"/>
                  </a:cubicBezTo>
                  <a:cubicBezTo>
                    <a:pt x="111" y="77"/>
                    <a:pt x="111" y="78"/>
                    <a:pt x="111" y="78"/>
                  </a:cubicBezTo>
                  <a:cubicBezTo>
                    <a:pt x="112" y="79"/>
                    <a:pt x="113" y="80"/>
                    <a:pt x="113" y="81"/>
                  </a:cubicBezTo>
                  <a:cubicBezTo>
                    <a:pt x="114" y="82"/>
                    <a:pt x="114" y="82"/>
                    <a:pt x="114" y="83"/>
                  </a:cubicBezTo>
                  <a:cubicBezTo>
                    <a:pt x="113" y="84"/>
                    <a:pt x="113" y="85"/>
                    <a:pt x="113" y="86"/>
                  </a:cubicBezTo>
                  <a:cubicBezTo>
                    <a:pt x="113" y="86"/>
                    <a:pt x="113" y="88"/>
                    <a:pt x="113" y="88"/>
                  </a:cubicBezTo>
                  <a:cubicBezTo>
                    <a:pt x="113" y="89"/>
                    <a:pt x="114" y="90"/>
                    <a:pt x="114" y="90"/>
                  </a:cubicBezTo>
                  <a:cubicBezTo>
                    <a:pt x="114" y="90"/>
                    <a:pt x="113" y="91"/>
                    <a:pt x="114" y="92"/>
                  </a:cubicBezTo>
                  <a:cubicBezTo>
                    <a:pt x="114" y="93"/>
                    <a:pt x="116" y="94"/>
                    <a:pt x="116" y="94"/>
                  </a:cubicBezTo>
                  <a:cubicBezTo>
                    <a:pt x="117" y="94"/>
                    <a:pt x="118" y="95"/>
                    <a:pt x="118" y="95"/>
                  </a:cubicBezTo>
                  <a:cubicBezTo>
                    <a:pt x="118" y="95"/>
                    <a:pt x="118" y="98"/>
                    <a:pt x="118" y="98"/>
                  </a:cubicBezTo>
                  <a:cubicBezTo>
                    <a:pt x="118" y="99"/>
                    <a:pt x="121" y="103"/>
                    <a:pt x="120" y="104"/>
                  </a:cubicBezTo>
                  <a:cubicBezTo>
                    <a:pt x="119" y="105"/>
                    <a:pt x="119" y="106"/>
                    <a:pt x="119" y="106"/>
                  </a:cubicBezTo>
                  <a:cubicBezTo>
                    <a:pt x="119" y="107"/>
                    <a:pt x="120" y="107"/>
                    <a:pt x="120" y="107"/>
                  </a:cubicBezTo>
                  <a:cubicBezTo>
                    <a:pt x="120" y="108"/>
                    <a:pt x="122" y="108"/>
                    <a:pt x="121" y="109"/>
                  </a:cubicBezTo>
                  <a:cubicBezTo>
                    <a:pt x="120" y="110"/>
                    <a:pt x="119" y="111"/>
                    <a:pt x="119" y="112"/>
                  </a:cubicBezTo>
                  <a:cubicBezTo>
                    <a:pt x="118" y="112"/>
                    <a:pt x="118" y="113"/>
                    <a:pt x="118" y="114"/>
                  </a:cubicBezTo>
                  <a:cubicBezTo>
                    <a:pt x="117" y="114"/>
                    <a:pt x="117" y="115"/>
                    <a:pt x="116" y="116"/>
                  </a:cubicBezTo>
                  <a:cubicBezTo>
                    <a:pt x="115" y="116"/>
                    <a:pt x="115" y="117"/>
                    <a:pt x="115" y="118"/>
                  </a:cubicBezTo>
                  <a:cubicBezTo>
                    <a:pt x="115" y="118"/>
                    <a:pt x="113" y="120"/>
                    <a:pt x="115" y="119"/>
                  </a:cubicBezTo>
                  <a:cubicBezTo>
                    <a:pt x="117" y="117"/>
                    <a:pt x="115" y="119"/>
                    <a:pt x="117" y="117"/>
                  </a:cubicBezTo>
                  <a:cubicBezTo>
                    <a:pt x="120" y="115"/>
                    <a:pt x="120" y="116"/>
                    <a:pt x="122" y="114"/>
                  </a:cubicBezTo>
                  <a:cubicBezTo>
                    <a:pt x="123" y="113"/>
                    <a:pt x="121" y="117"/>
                    <a:pt x="123" y="112"/>
                  </a:cubicBezTo>
                  <a:cubicBezTo>
                    <a:pt x="125" y="107"/>
                    <a:pt x="125" y="108"/>
                    <a:pt x="126" y="107"/>
                  </a:cubicBezTo>
                  <a:cubicBezTo>
                    <a:pt x="126" y="105"/>
                    <a:pt x="126" y="107"/>
                    <a:pt x="128" y="104"/>
                  </a:cubicBezTo>
                  <a:cubicBezTo>
                    <a:pt x="129" y="101"/>
                    <a:pt x="128" y="103"/>
                    <a:pt x="129" y="101"/>
                  </a:cubicBezTo>
                  <a:cubicBezTo>
                    <a:pt x="130" y="100"/>
                    <a:pt x="130" y="102"/>
                    <a:pt x="131" y="99"/>
                  </a:cubicBezTo>
                  <a:cubicBezTo>
                    <a:pt x="132" y="96"/>
                    <a:pt x="132" y="98"/>
                    <a:pt x="132" y="95"/>
                  </a:cubicBezTo>
                  <a:cubicBezTo>
                    <a:pt x="133" y="91"/>
                    <a:pt x="132" y="91"/>
                    <a:pt x="134" y="89"/>
                  </a:cubicBezTo>
                  <a:cubicBezTo>
                    <a:pt x="136" y="88"/>
                    <a:pt x="135" y="89"/>
                    <a:pt x="136" y="87"/>
                  </a:cubicBezTo>
                  <a:cubicBezTo>
                    <a:pt x="137" y="86"/>
                    <a:pt x="136" y="87"/>
                    <a:pt x="138" y="84"/>
                  </a:cubicBezTo>
                  <a:cubicBezTo>
                    <a:pt x="139" y="82"/>
                    <a:pt x="141" y="80"/>
                    <a:pt x="141" y="75"/>
                  </a:cubicBezTo>
                  <a:cubicBezTo>
                    <a:pt x="141" y="70"/>
                    <a:pt x="141" y="70"/>
                    <a:pt x="141" y="70"/>
                  </a:cubicBezTo>
                  <a:cubicBezTo>
                    <a:pt x="141" y="70"/>
                    <a:pt x="144" y="68"/>
                    <a:pt x="143" y="65"/>
                  </a:cubicBezTo>
                  <a:cubicBezTo>
                    <a:pt x="142" y="62"/>
                    <a:pt x="142" y="63"/>
                    <a:pt x="142" y="62"/>
                  </a:cubicBezTo>
                  <a:cubicBezTo>
                    <a:pt x="142" y="61"/>
                    <a:pt x="143" y="61"/>
                    <a:pt x="144" y="60"/>
                  </a:cubicBezTo>
                  <a:cubicBezTo>
                    <a:pt x="144" y="59"/>
                    <a:pt x="144" y="59"/>
                    <a:pt x="145" y="58"/>
                  </a:cubicBezTo>
                  <a:cubicBezTo>
                    <a:pt x="145" y="57"/>
                    <a:pt x="145" y="56"/>
                    <a:pt x="145" y="56"/>
                  </a:cubicBezTo>
                  <a:cubicBezTo>
                    <a:pt x="146" y="56"/>
                    <a:pt x="146" y="56"/>
                    <a:pt x="146" y="56"/>
                  </a:cubicBezTo>
                  <a:cubicBezTo>
                    <a:pt x="146" y="56"/>
                    <a:pt x="152" y="122"/>
                    <a:pt x="87" y="132"/>
                  </a:cubicBezTo>
                  <a:cubicBezTo>
                    <a:pt x="87" y="132"/>
                    <a:pt x="102" y="128"/>
                    <a:pt x="104" y="125"/>
                  </a:cubicBezTo>
                  <a:cubicBezTo>
                    <a:pt x="104" y="125"/>
                    <a:pt x="104" y="123"/>
                    <a:pt x="103" y="123"/>
                  </a:cubicBezTo>
                  <a:cubicBezTo>
                    <a:pt x="103" y="123"/>
                    <a:pt x="102" y="123"/>
                    <a:pt x="101" y="122"/>
                  </a:cubicBezTo>
                  <a:cubicBezTo>
                    <a:pt x="100" y="121"/>
                    <a:pt x="99" y="121"/>
                    <a:pt x="99" y="121"/>
                  </a:cubicBezTo>
                  <a:cubicBezTo>
                    <a:pt x="99" y="122"/>
                    <a:pt x="99" y="122"/>
                    <a:pt x="99" y="122"/>
                  </a:cubicBezTo>
                  <a:cubicBezTo>
                    <a:pt x="99" y="122"/>
                    <a:pt x="100" y="122"/>
                    <a:pt x="97" y="121"/>
                  </a:cubicBezTo>
                  <a:cubicBezTo>
                    <a:pt x="94" y="121"/>
                    <a:pt x="94" y="121"/>
                    <a:pt x="93" y="121"/>
                  </a:cubicBezTo>
                  <a:cubicBezTo>
                    <a:pt x="91" y="120"/>
                    <a:pt x="90" y="118"/>
                    <a:pt x="90" y="119"/>
                  </a:cubicBezTo>
                  <a:cubicBezTo>
                    <a:pt x="89" y="121"/>
                    <a:pt x="90" y="120"/>
                    <a:pt x="89" y="121"/>
                  </a:cubicBezTo>
                  <a:cubicBezTo>
                    <a:pt x="88" y="121"/>
                    <a:pt x="85" y="121"/>
                    <a:pt x="85" y="121"/>
                  </a:cubicBezTo>
                  <a:cubicBezTo>
                    <a:pt x="85" y="121"/>
                    <a:pt x="80" y="121"/>
                    <a:pt x="80" y="120"/>
                  </a:cubicBezTo>
                  <a:cubicBezTo>
                    <a:pt x="79" y="120"/>
                    <a:pt x="79" y="119"/>
                    <a:pt x="79" y="119"/>
                  </a:cubicBezTo>
                  <a:cubicBezTo>
                    <a:pt x="78" y="119"/>
                    <a:pt x="77" y="121"/>
                    <a:pt x="77" y="121"/>
                  </a:cubicBezTo>
                  <a:cubicBezTo>
                    <a:pt x="80" y="122"/>
                    <a:pt x="80" y="122"/>
                    <a:pt x="80" y="122"/>
                  </a:cubicBezTo>
                  <a:cubicBezTo>
                    <a:pt x="82" y="124"/>
                    <a:pt x="82" y="124"/>
                    <a:pt x="82" y="124"/>
                  </a:cubicBezTo>
                  <a:cubicBezTo>
                    <a:pt x="82" y="124"/>
                    <a:pt x="83" y="124"/>
                    <a:pt x="82" y="125"/>
                  </a:cubicBezTo>
                  <a:cubicBezTo>
                    <a:pt x="82" y="125"/>
                    <a:pt x="81" y="125"/>
                    <a:pt x="80" y="125"/>
                  </a:cubicBezTo>
                  <a:cubicBezTo>
                    <a:pt x="79" y="125"/>
                    <a:pt x="76" y="127"/>
                    <a:pt x="76" y="126"/>
                  </a:cubicBezTo>
                  <a:cubicBezTo>
                    <a:pt x="75" y="125"/>
                    <a:pt x="75" y="125"/>
                    <a:pt x="74" y="124"/>
                  </a:cubicBezTo>
                  <a:cubicBezTo>
                    <a:pt x="74" y="123"/>
                    <a:pt x="74" y="122"/>
                    <a:pt x="73" y="122"/>
                  </a:cubicBezTo>
                  <a:cubicBezTo>
                    <a:pt x="72" y="122"/>
                    <a:pt x="71" y="122"/>
                    <a:pt x="71" y="122"/>
                  </a:cubicBezTo>
                  <a:cubicBezTo>
                    <a:pt x="72" y="124"/>
                    <a:pt x="72" y="124"/>
                    <a:pt x="72" y="124"/>
                  </a:cubicBezTo>
                  <a:cubicBezTo>
                    <a:pt x="72" y="124"/>
                    <a:pt x="70" y="124"/>
                    <a:pt x="69" y="124"/>
                  </a:cubicBezTo>
                  <a:cubicBezTo>
                    <a:pt x="68" y="124"/>
                    <a:pt x="68" y="126"/>
                    <a:pt x="67" y="124"/>
                  </a:cubicBezTo>
                  <a:cubicBezTo>
                    <a:pt x="66" y="123"/>
                    <a:pt x="66" y="123"/>
                    <a:pt x="65" y="123"/>
                  </a:cubicBezTo>
                  <a:cubicBezTo>
                    <a:pt x="64" y="123"/>
                    <a:pt x="62" y="123"/>
                    <a:pt x="62" y="123"/>
                  </a:cubicBezTo>
                  <a:cubicBezTo>
                    <a:pt x="61" y="123"/>
                    <a:pt x="60" y="123"/>
                    <a:pt x="60" y="123"/>
                  </a:cubicBezTo>
                  <a:cubicBezTo>
                    <a:pt x="59" y="123"/>
                    <a:pt x="57" y="125"/>
                    <a:pt x="57" y="124"/>
                  </a:cubicBezTo>
                  <a:cubicBezTo>
                    <a:pt x="56" y="124"/>
                    <a:pt x="53" y="124"/>
                    <a:pt x="53" y="124"/>
                  </a:cubicBezTo>
                  <a:cubicBezTo>
                    <a:pt x="53" y="124"/>
                    <a:pt x="61" y="131"/>
                    <a:pt x="77" y="132"/>
                  </a:cubicBezTo>
                  <a:cubicBezTo>
                    <a:pt x="77" y="132"/>
                    <a:pt x="41" y="133"/>
                    <a:pt x="21" y="98"/>
                  </a:cubicBezTo>
                  <a:cubicBezTo>
                    <a:pt x="0" y="63"/>
                    <a:pt x="14" y="18"/>
                    <a:pt x="61" y="2"/>
                  </a:cubicBezTo>
                  <a:cubicBezTo>
                    <a:pt x="61" y="2"/>
                    <a:pt x="26" y="15"/>
                    <a:pt x="17" y="48"/>
                  </a:cubicBezTo>
                  <a:cubicBezTo>
                    <a:pt x="17" y="49"/>
                    <a:pt x="17" y="49"/>
                    <a:pt x="17" y="49"/>
                  </a:cubicBezTo>
                  <a:cubicBezTo>
                    <a:pt x="18" y="48"/>
                    <a:pt x="18" y="48"/>
                    <a:pt x="19" y="47"/>
                  </a:cubicBezTo>
                  <a:cubicBezTo>
                    <a:pt x="20" y="45"/>
                    <a:pt x="19" y="45"/>
                    <a:pt x="20" y="44"/>
                  </a:cubicBezTo>
                  <a:cubicBezTo>
                    <a:pt x="20" y="43"/>
                    <a:pt x="20" y="44"/>
                    <a:pt x="21" y="43"/>
                  </a:cubicBezTo>
                  <a:cubicBezTo>
                    <a:pt x="22" y="42"/>
                    <a:pt x="22" y="42"/>
                    <a:pt x="23" y="41"/>
                  </a:cubicBezTo>
                  <a:cubicBezTo>
                    <a:pt x="23" y="41"/>
                    <a:pt x="24" y="39"/>
                    <a:pt x="24" y="38"/>
                  </a:cubicBezTo>
                  <a:cubicBezTo>
                    <a:pt x="25" y="37"/>
                    <a:pt x="26" y="37"/>
                    <a:pt x="27" y="37"/>
                  </a:cubicBezTo>
                  <a:cubicBezTo>
                    <a:pt x="27" y="37"/>
                    <a:pt x="27" y="36"/>
                    <a:pt x="27" y="37"/>
                  </a:cubicBezTo>
                  <a:cubicBezTo>
                    <a:pt x="28" y="38"/>
                    <a:pt x="26" y="39"/>
                    <a:pt x="26" y="39"/>
                  </a:cubicBezTo>
                  <a:cubicBezTo>
                    <a:pt x="26" y="41"/>
                    <a:pt x="26" y="41"/>
                    <a:pt x="26" y="41"/>
                  </a:cubicBezTo>
                  <a:cubicBezTo>
                    <a:pt x="26" y="41"/>
                    <a:pt x="25" y="44"/>
                    <a:pt x="25" y="44"/>
                  </a:cubicBezTo>
                  <a:cubicBezTo>
                    <a:pt x="25" y="45"/>
                    <a:pt x="26" y="47"/>
                    <a:pt x="26" y="47"/>
                  </a:cubicBezTo>
                  <a:cubicBezTo>
                    <a:pt x="26" y="47"/>
                    <a:pt x="27" y="49"/>
                    <a:pt x="27" y="49"/>
                  </a:cubicBezTo>
                  <a:cubicBezTo>
                    <a:pt x="28" y="49"/>
                    <a:pt x="31" y="50"/>
                    <a:pt x="31" y="50"/>
                  </a:cubicBezTo>
                  <a:cubicBezTo>
                    <a:pt x="31" y="50"/>
                    <a:pt x="32" y="49"/>
                    <a:pt x="33" y="47"/>
                  </a:cubicBezTo>
                  <a:cubicBezTo>
                    <a:pt x="34" y="46"/>
                    <a:pt x="36" y="46"/>
                    <a:pt x="36" y="46"/>
                  </a:cubicBezTo>
                  <a:cubicBezTo>
                    <a:pt x="36" y="45"/>
                    <a:pt x="36" y="44"/>
                    <a:pt x="36" y="43"/>
                  </a:cubicBezTo>
                  <a:cubicBezTo>
                    <a:pt x="37" y="42"/>
                    <a:pt x="36" y="42"/>
                    <a:pt x="38" y="41"/>
                  </a:cubicBezTo>
                  <a:cubicBezTo>
                    <a:pt x="39" y="40"/>
                    <a:pt x="39" y="40"/>
                    <a:pt x="39" y="40"/>
                  </a:cubicBezTo>
                  <a:cubicBezTo>
                    <a:pt x="39" y="40"/>
                    <a:pt x="42" y="39"/>
                    <a:pt x="41" y="40"/>
                  </a:cubicBezTo>
                  <a:cubicBezTo>
                    <a:pt x="40" y="42"/>
                    <a:pt x="41" y="44"/>
                    <a:pt x="40" y="44"/>
                  </a:cubicBezTo>
                  <a:cubicBezTo>
                    <a:pt x="39" y="44"/>
                    <a:pt x="39" y="43"/>
                    <a:pt x="38" y="45"/>
                  </a:cubicBezTo>
                  <a:cubicBezTo>
                    <a:pt x="38" y="46"/>
                    <a:pt x="38" y="47"/>
                    <a:pt x="37" y="47"/>
                  </a:cubicBezTo>
                  <a:cubicBezTo>
                    <a:pt x="37" y="48"/>
                    <a:pt x="36" y="50"/>
                    <a:pt x="36" y="50"/>
                  </a:cubicBezTo>
                  <a:cubicBezTo>
                    <a:pt x="35" y="50"/>
                    <a:pt x="34" y="50"/>
                    <a:pt x="34" y="51"/>
                  </a:cubicBezTo>
                  <a:cubicBezTo>
                    <a:pt x="34" y="51"/>
                    <a:pt x="35" y="53"/>
                    <a:pt x="34" y="53"/>
                  </a:cubicBezTo>
                  <a:cubicBezTo>
                    <a:pt x="33" y="53"/>
                    <a:pt x="32" y="54"/>
                    <a:pt x="32" y="54"/>
                  </a:cubicBezTo>
                  <a:cubicBezTo>
                    <a:pt x="31" y="53"/>
                    <a:pt x="32" y="54"/>
                    <a:pt x="30" y="53"/>
                  </a:cubicBezTo>
                  <a:cubicBezTo>
                    <a:pt x="29" y="53"/>
                    <a:pt x="28" y="53"/>
                    <a:pt x="28" y="53"/>
                  </a:cubicBezTo>
                  <a:cubicBezTo>
                    <a:pt x="28" y="53"/>
                    <a:pt x="27" y="54"/>
                    <a:pt x="27" y="54"/>
                  </a:cubicBezTo>
                  <a:cubicBezTo>
                    <a:pt x="27" y="55"/>
                    <a:pt x="27" y="57"/>
                    <a:pt x="27" y="57"/>
                  </a:cubicBezTo>
                  <a:cubicBezTo>
                    <a:pt x="29" y="60"/>
                    <a:pt x="29" y="60"/>
                    <a:pt x="29" y="60"/>
                  </a:cubicBezTo>
                  <a:cubicBezTo>
                    <a:pt x="29" y="60"/>
                    <a:pt x="28" y="65"/>
                    <a:pt x="29" y="65"/>
                  </a:cubicBezTo>
                  <a:cubicBezTo>
                    <a:pt x="30" y="65"/>
                    <a:pt x="31" y="67"/>
                    <a:pt x="31" y="67"/>
                  </a:cubicBezTo>
                  <a:cubicBezTo>
                    <a:pt x="32" y="67"/>
                    <a:pt x="32" y="70"/>
                    <a:pt x="32" y="70"/>
                  </a:cubicBezTo>
                  <a:cubicBezTo>
                    <a:pt x="33" y="72"/>
                    <a:pt x="33" y="72"/>
                    <a:pt x="33" y="72"/>
                  </a:cubicBezTo>
                  <a:cubicBezTo>
                    <a:pt x="33" y="72"/>
                    <a:pt x="34" y="75"/>
                    <a:pt x="33" y="75"/>
                  </a:cubicBezTo>
                  <a:cubicBezTo>
                    <a:pt x="33" y="76"/>
                    <a:pt x="33" y="78"/>
                    <a:pt x="33" y="79"/>
                  </a:cubicBezTo>
                  <a:cubicBezTo>
                    <a:pt x="34" y="81"/>
                    <a:pt x="35" y="82"/>
                    <a:pt x="35" y="82"/>
                  </a:cubicBezTo>
                  <a:cubicBezTo>
                    <a:pt x="35" y="82"/>
                    <a:pt x="33" y="84"/>
                    <a:pt x="34" y="84"/>
                  </a:cubicBezTo>
                  <a:cubicBezTo>
                    <a:pt x="35" y="85"/>
                    <a:pt x="37" y="87"/>
                    <a:pt x="37" y="87"/>
                  </a:cubicBezTo>
                  <a:cubicBezTo>
                    <a:pt x="37" y="88"/>
                    <a:pt x="37" y="89"/>
                    <a:pt x="38" y="89"/>
                  </a:cubicBezTo>
                  <a:cubicBezTo>
                    <a:pt x="39" y="89"/>
                    <a:pt x="40" y="89"/>
                    <a:pt x="40" y="89"/>
                  </a:cubicBezTo>
                  <a:cubicBezTo>
                    <a:pt x="40" y="90"/>
                    <a:pt x="40" y="92"/>
                    <a:pt x="40" y="92"/>
                  </a:cubicBezTo>
                  <a:cubicBezTo>
                    <a:pt x="43" y="95"/>
                    <a:pt x="43" y="95"/>
                    <a:pt x="43" y="95"/>
                  </a:cubicBezTo>
                  <a:cubicBezTo>
                    <a:pt x="45" y="98"/>
                    <a:pt x="45" y="98"/>
                    <a:pt x="45" y="98"/>
                  </a:cubicBezTo>
                  <a:cubicBezTo>
                    <a:pt x="45" y="98"/>
                    <a:pt x="45" y="100"/>
                    <a:pt x="46" y="100"/>
                  </a:cubicBezTo>
                  <a:cubicBezTo>
                    <a:pt x="47" y="100"/>
                    <a:pt x="50" y="101"/>
                    <a:pt x="51" y="102"/>
                  </a:cubicBezTo>
                  <a:cubicBezTo>
                    <a:pt x="51" y="102"/>
                    <a:pt x="53" y="103"/>
                    <a:pt x="54" y="103"/>
                  </a:cubicBezTo>
                  <a:cubicBezTo>
                    <a:pt x="55" y="103"/>
                    <a:pt x="54" y="105"/>
                    <a:pt x="55" y="103"/>
                  </a:cubicBezTo>
                  <a:cubicBezTo>
                    <a:pt x="56" y="101"/>
                    <a:pt x="55" y="102"/>
                    <a:pt x="56" y="100"/>
                  </a:cubicBezTo>
                  <a:cubicBezTo>
                    <a:pt x="57" y="97"/>
                    <a:pt x="57" y="99"/>
                    <a:pt x="57" y="97"/>
                  </a:cubicBezTo>
                  <a:cubicBezTo>
                    <a:pt x="57" y="96"/>
                    <a:pt x="57" y="97"/>
                    <a:pt x="57" y="96"/>
                  </a:cubicBezTo>
                  <a:cubicBezTo>
                    <a:pt x="58" y="94"/>
                    <a:pt x="57" y="95"/>
                    <a:pt x="58" y="93"/>
                  </a:cubicBezTo>
                  <a:cubicBezTo>
                    <a:pt x="59" y="91"/>
                    <a:pt x="59" y="92"/>
                    <a:pt x="60" y="90"/>
                  </a:cubicBezTo>
                  <a:cubicBezTo>
                    <a:pt x="61" y="89"/>
                    <a:pt x="62" y="90"/>
                    <a:pt x="61" y="88"/>
                  </a:cubicBezTo>
                  <a:cubicBezTo>
                    <a:pt x="61" y="86"/>
                    <a:pt x="61" y="88"/>
                    <a:pt x="61" y="86"/>
                  </a:cubicBezTo>
                  <a:cubicBezTo>
                    <a:pt x="60" y="84"/>
                    <a:pt x="61" y="84"/>
                    <a:pt x="59" y="83"/>
                  </a:cubicBezTo>
                  <a:cubicBezTo>
                    <a:pt x="58" y="82"/>
                    <a:pt x="57" y="82"/>
                    <a:pt x="57" y="81"/>
                  </a:cubicBezTo>
                  <a:cubicBezTo>
                    <a:pt x="57" y="79"/>
                    <a:pt x="57" y="79"/>
                    <a:pt x="58" y="78"/>
                  </a:cubicBezTo>
                  <a:cubicBezTo>
                    <a:pt x="58" y="77"/>
                    <a:pt x="59" y="76"/>
                    <a:pt x="59" y="76"/>
                  </a:cubicBezTo>
                  <a:cubicBezTo>
                    <a:pt x="60" y="75"/>
                    <a:pt x="60" y="76"/>
                    <a:pt x="61" y="74"/>
                  </a:cubicBezTo>
                  <a:cubicBezTo>
                    <a:pt x="61" y="73"/>
                    <a:pt x="62" y="72"/>
                    <a:pt x="62" y="72"/>
                  </a:cubicBezTo>
                  <a:cubicBezTo>
                    <a:pt x="62" y="72"/>
                    <a:pt x="62" y="69"/>
                    <a:pt x="62" y="68"/>
                  </a:cubicBezTo>
                  <a:cubicBezTo>
                    <a:pt x="62" y="66"/>
                    <a:pt x="63" y="68"/>
                    <a:pt x="62" y="66"/>
                  </a:cubicBezTo>
                  <a:cubicBezTo>
                    <a:pt x="62" y="64"/>
                    <a:pt x="62" y="63"/>
                    <a:pt x="62" y="63"/>
                  </a:cubicBezTo>
                  <a:cubicBezTo>
                    <a:pt x="62" y="63"/>
                    <a:pt x="64" y="61"/>
                    <a:pt x="65" y="62"/>
                  </a:cubicBezTo>
                  <a:cubicBezTo>
                    <a:pt x="66" y="62"/>
                    <a:pt x="66" y="63"/>
                    <a:pt x="67" y="62"/>
                  </a:cubicBezTo>
                  <a:cubicBezTo>
                    <a:pt x="69" y="61"/>
                    <a:pt x="68" y="60"/>
                    <a:pt x="69" y="60"/>
                  </a:cubicBezTo>
                  <a:cubicBezTo>
                    <a:pt x="69" y="60"/>
                    <a:pt x="70" y="59"/>
                    <a:pt x="71" y="60"/>
                  </a:cubicBezTo>
                  <a:cubicBezTo>
                    <a:pt x="72" y="61"/>
                    <a:pt x="73" y="61"/>
                    <a:pt x="75" y="61"/>
                  </a:cubicBezTo>
                  <a:cubicBezTo>
                    <a:pt x="76" y="62"/>
                    <a:pt x="77" y="62"/>
                    <a:pt x="79" y="62"/>
                  </a:cubicBezTo>
                  <a:cubicBezTo>
                    <a:pt x="80" y="62"/>
                    <a:pt x="83" y="62"/>
                    <a:pt x="84" y="62"/>
                  </a:cubicBezTo>
                  <a:cubicBezTo>
                    <a:pt x="85" y="61"/>
                    <a:pt x="86" y="62"/>
                    <a:pt x="86" y="60"/>
                  </a:cubicBezTo>
                  <a:cubicBezTo>
                    <a:pt x="87" y="59"/>
                    <a:pt x="86" y="59"/>
                    <a:pt x="88" y="58"/>
                  </a:cubicBezTo>
                  <a:cubicBezTo>
                    <a:pt x="89" y="57"/>
                    <a:pt x="89" y="58"/>
                    <a:pt x="89" y="57"/>
                  </a:cubicBezTo>
                  <a:cubicBezTo>
                    <a:pt x="90" y="55"/>
                    <a:pt x="89" y="56"/>
                    <a:pt x="90" y="54"/>
                  </a:cubicBezTo>
                  <a:cubicBezTo>
                    <a:pt x="91" y="53"/>
                    <a:pt x="89" y="55"/>
                    <a:pt x="91" y="53"/>
                  </a:cubicBezTo>
                  <a:cubicBezTo>
                    <a:pt x="93" y="51"/>
                    <a:pt x="93" y="53"/>
                    <a:pt x="93" y="51"/>
                  </a:cubicBezTo>
                  <a:cubicBezTo>
                    <a:pt x="92" y="50"/>
                    <a:pt x="92" y="51"/>
                    <a:pt x="92" y="49"/>
                  </a:cubicBezTo>
                  <a:cubicBezTo>
                    <a:pt x="92" y="47"/>
                    <a:pt x="89" y="49"/>
                    <a:pt x="91" y="46"/>
                  </a:cubicBezTo>
                  <a:cubicBezTo>
                    <a:pt x="92" y="42"/>
                    <a:pt x="93" y="43"/>
                    <a:pt x="91" y="40"/>
                  </a:cubicBezTo>
                  <a:cubicBezTo>
                    <a:pt x="89" y="37"/>
                    <a:pt x="87" y="36"/>
                    <a:pt x="87" y="36"/>
                  </a:cubicBezTo>
                  <a:cubicBezTo>
                    <a:pt x="87" y="35"/>
                    <a:pt x="86" y="33"/>
                    <a:pt x="86" y="33"/>
                  </a:cubicBezTo>
                  <a:cubicBezTo>
                    <a:pt x="85" y="33"/>
                    <a:pt x="85" y="32"/>
                    <a:pt x="84" y="32"/>
                  </a:cubicBezTo>
                  <a:cubicBezTo>
                    <a:pt x="83" y="32"/>
                    <a:pt x="81" y="32"/>
                    <a:pt x="80" y="31"/>
                  </a:cubicBezTo>
                  <a:cubicBezTo>
                    <a:pt x="79" y="30"/>
                    <a:pt x="78" y="28"/>
                    <a:pt x="77" y="28"/>
                  </a:cubicBezTo>
                  <a:cubicBezTo>
                    <a:pt x="77" y="28"/>
                    <a:pt x="77" y="28"/>
                    <a:pt x="76" y="28"/>
                  </a:cubicBezTo>
                  <a:cubicBezTo>
                    <a:pt x="74" y="28"/>
                    <a:pt x="74" y="28"/>
                    <a:pt x="73" y="28"/>
                  </a:cubicBezTo>
                  <a:cubicBezTo>
                    <a:pt x="72" y="28"/>
                    <a:pt x="74" y="28"/>
                    <a:pt x="71" y="28"/>
                  </a:cubicBezTo>
                  <a:cubicBezTo>
                    <a:pt x="69" y="27"/>
                    <a:pt x="69" y="27"/>
                    <a:pt x="69" y="27"/>
                  </a:cubicBezTo>
                  <a:cubicBezTo>
                    <a:pt x="68" y="27"/>
                    <a:pt x="68" y="27"/>
                    <a:pt x="67" y="27"/>
                  </a:cubicBezTo>
                  <a:cubicBezTo>
                    <a:pt x="66" y="28"/>
                    <a:pt x="66" y="25"/>
                    <a:pt x="66" y="28"/>
                  </a:cubicBezTo>
                  <a:cubicBezTo>
                    <a:pt x="66" y="30"/>
                    <a:pt x="67" y="31"/>
                    <a:pt x="65" y="31"/>
                  </a:cubicBezTo>
                  <a:cubicBezTo>
                    <a:pt x="63" y="31"/>
                    <a:pt x="65" y="31"/>
                    <a:pt x="63" y="31"/>
                  </a:cubicBezTo>
                  <a:cubicBezTo>
                    <a:pt x="61" y="31"/>
                    <a:pt x="62" y="32"/>
                    <a:pt x="61" y="32"/>
                  </a:cubicBezTo>
                  <a:cubicBezTo>
                    <a:pt x="60" y="33"/>
                    <a:pt x="60" y="33"/>
                    <a:pt x="58" y="33"/>
                  </a:cubicBezTo>
                  <a:cubicBezTo>
                    <a:pt x="57" y="33"/>
                    <a:pt x="59" y="35"/>
                    <a:pt x="57" y="33"/>
                  </a:cubicBezTo>
                  <a:cubicBezTo>
                    <a:pt x="55" y="31"/>
                    <a:pt x="58" y="31"/>
                    <a:pt x="55" y="31"/>
                  </a:cubicBezTo>
                  <a:cubicBezTo>
                    <a:pt x="51" y="31"/>
                    <a:pt x="51" y="32"/>
                    <a:pt x="50" y="32"/>
                  </a:cubicBezTo>
                  <a:cubicBezTo>
                    <a:pt x="50" y="32"/>
                    <a:pt x="49" y="32"/>
                    <a:pt x="48" y="31"/>
                  </a:cubicBezTo>
                  <a:cubicBezTo>
                    <a:pt x="46" y="31"/>
                    <a:pt x="46" y="31"/>
                    <a:pt x="45" y="31"/>
                  </a:cubicBezTo>
                  <a:cubicBezTo>
                    <a:pt x="45" y="31"/>
                    <a:pt x="45" y="33"/>
                    <a:pt x="44" y="31"/>
                  </a:cubicBezTo>
                  <a:cubicBezTo>
                    <a:pt x="44" y="30"/>
                    <a:pt x="42" y="30"/>
                    <a:pt x="44" y="29"/>
                  </a:cubicBezTo>
                  <a:cubicBezTo>
                    <a:pt x="46" y="28"/>
                    <a:pt x="47" y="30"/>
                    <a:pt x="47" y="28"/>
                  </a:cubicBezTo>
                  <a:cubicBezTo>
                    <a:pt x="47" y="27"/>
                    <a:pt x="45" y="27"/>
                    <a:pt x="47" y="27"/>
                  </a:cubicBezTo>
                  <a:cubicBezTo>
                    <a:pt x="49" y="27"/>
                    <a:pt x="49" y="27"/>
                    <a:pt x="50" y="26"/>
                  </a:cubicBezTo>
                  <a:cubicBezTo>
                    <a:pt x="52" y="26"/>
                    <a:pt x="53" y="28"/>
                    <a:pt x="54" y="26"/>
                  </a:cubicBezTo>
                  <a:cubicBezTo>
                    <a:pt x="54" y="25"/>
                    <a:pt x="57" y="27"/>
                    <a:pt x="54" y="25"/>
                  </a:cubicBezTo>
                  <a:cubicBezTo>
                    <a:pt x="51" y="23"/>
                    <a:pt x="52" y="22"/>
                    <a:pt x="51" y="22"/>
                  </a:cubicBezTo>
                  <a:cubicBezTo>
                    <a:pt x="49" y="23"/>
                    <a:pt x="50" y="24"/>
                    <a:pt x="48" y="23"/>
                  </a:cubicBezTo>
                  <a:cubicBezTo>
                    <a:pt x="47" y="22"/>
                    <a:pt x="45" y="22"/>
                    <a:pt x="47" y="20"/>
                  </a:cubicBezTo>
                  <a:cubicBezTo>
                    <a:pt x="49" y="19"/>
                    <a:pt x="48" y="19"/>
                    <a:pt x="50" y="19"/>
                  </a:cubicBezTo>
                  <a:cubicBezTo>
                    <a:pt x="52" y="18"/>
                    <a:pt x="54" y="22"/>
                    <a:pt x="55" y="21"/>
                  </a:cubicBezTo>
                  <a:cubicBezTo>
                    <a:pt x="56" y="21"/>
                    <a:pt x="56" y="20"/>
                    <a:pt x="57" y="21"/>
                  </a:cubicBezTo>
                  <a:cubicBezTo>
                    <a:pt x="57" y="21"/>
                    <a:pt x="57" y="23"/>
                    <a:pt x="58" y="24"/>
                  </a:cubicBezTo>
                  <a:cubicBezTo>
                    <a:pt x="58" y="25"/>
                    <a:pt x="57" y="26"/>
                    <a:pt x="59" y="25"/>
                  </a:cubicBezTo>
                  <a:cubicBezTo>
                    <a:pt x="61" y="24"/>
                    <a:pt x="56" y="24"/>
                    <a:pt x="61" y="22"/>
                  </a:cubicBezTo>
                  <a:cubicBezTo>
                    <a:pt x="65" y="21"/>
                    <a:pt x="67" y="21"/>
                    <a:pt x="68" y="22"/>
                  </a:cubicBezTo>
                  <a:cubicBezTo>
                    <a:pt x="68" y="22"/>
                    <a:pt x="69" y="22"/>
                    <a:pt x="70" y="23"/>
                  </a:cubicBezTo>
                  <a:cubicBezTo>
                    <a:pt x="70" y="23"/>
                    <a:pt x="68" y="24"/>
                    <a:pt x="70" y="23"/>
                  </a:cubicBezTo>
                  <a:cubicBezTo>
                    <a:pt x="72" y="22"/>
                    <a:pt x="74" y="24"/>
                    <a:pt x="74" y="24"/>
                  </a:cubicBezTo>
                  <a:cubicBezTo>
                    <a:pt x="74" y="24"/>
                    <a:pt x="74" y="23"/>
                    <a:pt x="75" y="24"/>
                  </a:cubicBezTo>
                  <a:cubicBezTo>
                    <a:pt x="76" y="25"/>
                    <a:pt x="77" y="25"/>
                    <a:pt x="78" y="25"/>
                  </a:cubicBezTo>
                  <a:cubicBezTo>
                    <a:pt x="79" y="25"/>
                    <a:pt x="81" y="25"/>
                    <a:pt x="80" y="23"/>
                  </a:cubicBezTo>
                  <a:cubicBezTo>
                    <a:pt x="78" y="21"/>
                    <a:pt x="79" y="22"/>
                    <a:pt x="77" y="21"/>
                  </a:cubicBezTo>
                  <a:cubicBezTo>
                    <a:pt x="74" y="20"/>
                    <a:pt x="70" y="20"/>
                    <a:pt x="73" y="19"/>
                  </a:cubicBezTo>
                  <a:cubicBezTo>
                    <a:pt x="77" y="18"/>
                    <a:pt x="72" y="18"/>
                    <a:pt x="76" y="16"/>
                  </a:cubicBezTo>
                  <a:cubicBezTo>
                    <a:pt x="81" y="14"/>
                    <a:pt x="81" y="17"/>
                    <a:pt x="81" y="14"/>
                  </a:cubicBezTo>
                  <a:cubicBezTo>
                    <a:pt x="80" y="11"/>
                    <a:pt x="81" y="11"/>
                    <a:pt x="82" y="11"/>
                  </a:cubicBezTo>
                  <a:cubicBezTo>
                    <a:pt x="83" y="11"/>
                    <a:pt x="86" y="12"/>
                    <a:pt x="87" y="12"/>
                  </a:cubicBezTo>
                  <a:cubicBezTo>
                    <a:pt x="88" y="12"/>
                    <a:pt x="86" y="13"/>
                    <a:pt x="88" y="12"/>
                  </a:cubicBezTo>
                  <a:cubicBezTo>
                    <a:pt x="91" y="10"/>
                    <a:pt x="91" y="12"/>
                    <a:pt x="91" y="10"/>
                  </a:cubicBezTo>
                  <a:cubicBezTo>
                    <a:pt x="90" y="9"/>
                    <a:pt x="90" y="8"/>
                    <a:pt x="88" y="7"/>
                  </a:cubicBezTo>
                  <a:cubicBezTo>
                    <a:pt x="87" y="6"/>
                    <a:pt x="87" y="2"/>
                    <a:pt x="84" y="4"/>
                  </a:cubicBezTo>
                  <a:cubicBezTo>
                    <a:pt x="81" y="5"/>
                    <a:pt x="82" y="5"/>
                    <a:pt x="80" y="5"/>
                  </a:cubicBezTo>
                  <a:cubicBezTo>
                    <a:pt x="77" y="5"/>
                    <a:pt x="76" y="5"/>
                    <a:pt x="76" y="4"/>
                  </a:cubicBezTo>
                  <a:cubicBezTo>
                    <a:pt x="76" y="4"/>
                    <a:pt x="79" y="2"/>
                    <a:pt x="79" y="2"/>
                  </a:cubicBezTo>
                  <a:cubicBezTo>
                    <a:pt x="79" y="2"/>
                    <a:pt x="80" y="2"/>
                    <a:pt x="80" y="2"/>
                  </a:cubicBezTo>
                  <a:cubicBezTo>
                    <a:pt x="79" y="2"/>
                    <a:pt x="79" y="1"/>
                    <a:pt x="79" y="1"/>
                  </a:cubicBezTo>
                  <a:cubicBezTo>
                    <a:pt x="80" y="0"/>
                    <a:pt x="80" y="0"/>
                    <a:pt x="80" y="0"/>
                  </a:cubicBezTo>
                  <a:cubicBezTo>
                    <a:pt x="80" y="0"/>
                    <a:pt x="88" y="0"/>
                    <a:pt x="9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p>
          </p:txBody>
        </p:sp>
        <p:sp>
          <p:nvSpPr>
            <p:cNvPr id="101" name="Freeform 24">
              <a:extLst>
                <a:ext uri="{FF2B5EF4-FFF2-40B4-BE49-F238E27FC236}">
                  <a16:creationId xmlns:a16="http://schemas.microsoft.com/office/drawing/2014/main" id="{87622B7E-379C-4DD5-BE33-2A70C6E318AD}"/>
                </a:ext>
              </a:extLst>
            </p:cNvPr>
            <p:cNvSpPr>
              <a:spLocks noEditPoints="1"/>
            </p:cNvSpPr>
            <p:nvPr/>
          </p:nvSpPr>
          <p:spPr bwMode="auto">
            <a:xfrm>
              <a:off x="3323592" y="4204177"/>
              <a:ext cx="492125" cy="325438"/>
            </a:xfrm>
            <a:custGeom>
              <a:gdLst>
                <a:gd name="T0" fmla="*/ 7 w 165"/>
                <a:gd name="T1" fmla="*/ 24 h 109"/>
                <a:gd name="T2" fmla="*/ 42 w 165"/>
                <a:gd name="T3" fmla="*/ 0 h 109"/>
                <a:gd name="T4" fmla="*/ 84 w 165"/>
                <a:gd name="T5" fmla="*/ 107 h 109"/>
                <a:gd name="T6" fmla="*/ 37 w 165"/>
                <a:gd name="T7" fmla="*/ 63 h 109"/>
                <a:gd name="T8" fmla="*/ 7 w 165"/>
                <a:gd name="T9" fmla="*/ 24 h 109"/>
                <a:gd name="T10" fmla="*/ 99 w 165"/>
                <a:gd name="T11" fmla="*/ 20 h 109"/>
                <a:gd name="T12" fmla="*/ 92 w 165"/>
                <a:gd name="T13" fmla="*/ 27 h 109"/>
                <a:gd name="T14" fmla="*/ 99 w 165"/>
                <a:gd name="T15" fmla="*/ 34 h 109"/>
                <a:gd name="T16" fmla="*/ 106 w 165"/>
                <a:gd name="T17" fmla="*/ 27 h 109"/>
                <a:gd name="T18" fmla="*/ 99 w 165"/>
                <a:gd name="T19" fmla="*/ 20 h 109"/>
                <a:gd name="T20" fmla="*/ 115 w 165"/>
                <a:gd name="T21" fmla="*/ 48 h 109"/>
                <a:gd name="T22" fmla="*/ 106 w 165"/>
                <a:gd name="T23" fmla="*/ 39 h 109"/>
                <a:gd name="T24" fmla="*/ 96 w 165"/>
                <a:gd name="T25" fmla="*/ 48 h 109"/>
                <a:gd name="T26" fmla="*/ 106 w 165"/>
                <a:gd name="T27" fmla="*/ 58 h 109"/>
                <a:gd name="T28" fmla="*/ 115 w 165"/>
                <a:gd name="T29" fmla="*/ 48 h 109"/>
                <a:gd name="T30" fmla="*/ 99 w 165"/>
                <a:gd name="T31" fmla="*/ 83 h 109"/>
                <a:gd name="T32" fmla="*/ 110 w 165"/>
                <a:gd name="T33" fmla="*/ 72 h 109"/>
                <a:gd name="T34" fmla="*/ 99 w 165"/>
                <a:gd name="T35" fmla="*/ 61 h 109"/>
                <a:gd name="T36" fmla="*/ 88 w 165"/>
                <a:gd name="T37" fmla="*/ 72 h 109"/>
                <a:gd name="T38" fmla="*/ 99 w 165"/>
                <a:gd name="T39" fmla="*/ 83 h 109"/>
                <a:gd name="T40" fmla="*/ 80 w 165"/>
                <a:gd name="T41" fmla="*/ 101 h 109"/>
                <a:gd name="T42" fmla="*/ 91 w 165"/>
                <a:gd name="T43" fmla="*/ 90 h 109"/>
                <a:gd name="T44" fmla="*/ 80 w 165"/>
                <a:gd name="T45" fmla="*/ 78 h 109"/>
                <a:gd name="T46" fmla="*/ 68 w 165"/>
                <a:gd name="T47" fmla="*/ 90 h 109"/>
                <a:gd name="T48" fmla="*/ 80 w 165"/>
                <a:gd name="T49" fmla="*/ 101 h 109"/>
                <a:gd name="T50" fmla="*/ 32 w 165"/>
                <a:gd name="T51" fmla="*/ 47 h 109"/>
                <a:gd name="T52" fmla="*/ 46 w 165"/>
                <a:gd name="T53" fmla="*/ 32 h 109"/>
                <a:gd name="T54" fmla="*/ 32 w 165"/>
                <a:gd name="T55" fmla="*/ 18 h 109"/>
                <a:gd name="T56" fmla="*/ 17 w 165"/>
                <a:gd name="T57" fmla="*/ 32 h 109"/>
                <a:gd name="T58" fmla="*/ 32 w 165"/>
                <a:gd name="T59" fmla="*/ 47 h 109"/>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65" h="109">
                  <a:moveTo>
                    <a:pt x="7" y="24"/>
                  </a:moveTo>
                  <a:cubicBezTo>
                    <a:pt x="15" y="3"/>
                    <a:pt x="42" y="0"/>
                    <a:pt x="42" y="0"/>
                  </a:cubicBezTo>
                  <a:cubicBezTo>
                    <a:pt x="165" y="2"/>
                    <a:pt x="116" y="104"/>
                    <a:pt x="84" y="107"/>
                  </a:cubicBezTo>
                  <a:cubicBezTo>
                    <a:pt x="53" y="109"/>
                    <a:pt x="58" y="71"/>
                    <a:pt x="37" y="63"/>
                  </a:cubicBezTo>
                  <a:cubicBezTo>
                    <a:pt x="17" y="55"/>
                    <a:pt x="0" y="46"/>
                    <a:pt x="7" y="24"/>
                  </a:cubicBezTo>
                  <a:close/>
                  <a:moveTo>
                    <a:pt x="99" y="20"/>
                  </a:moveTo>
                  <a:cubicBezTo>
                    <a:pt x="95" y="20"/>
                    <a:pt x="92" y="23"/>
                    <a:pt x="92" y="27"/>
                  </a:cubicBezTo>
                  <a:cubicBezTo>
                    <a:pt x="92" y="31"/>
                    <a:pt x="95" y="34"/>
                    <a:pt x="99" y="34"/>
                  </a:cubicBezTo>
                  <a:cubicBezTo>
                    <a:pt x="103" y="34"/>
                    <a:pt x="106" y="31"/>
                    <a:pt x="106" y="27"/>
                  </a:cubicBezTo>
                  <a:cubicBezTo>
                    <a:pt x="106" y="23"/>
                    <a:pt x="103" y="20"/>
                    <a:pt x="99" y="20"/>
                  </a:cubicBezTo>
                  <a:close/>
                  <a:moveTo>
                    <a:pt x="115" y="48"/>
                  </a:moveTo>
                  <a:cubicBezTo>
                    <a:pt x="115" y="43"/>
                    <a:pt x="111" y="39"/>
                    <a:pt x="106" y="39"/>
                  </a:cubicBezTo>
                  <a:cubicBezTo>
                    <a:pt x="100" y="39"/>
                    <a:pt x="96" y="43"/>
                    <a:pt x="96" y="48"/>
                  </a:cubicBezTo>
                  <a:cubicBezTo>
                    <a:pt x="96" y="54"/>
                    <a:pt x="100" y="58"/>
                    <a:pt x="106" y="58"/>
                  </a:cubicBezTo>
                  <a:cubicBezTo>
                    <a:pt x="111" y="58"/>
                    <a:pt x="115" y="54"/>
                    <a:pt x="115" y="48"/>
                  </a:cubicBezTo>
                  <a:close/>
                  <a:moveTo>
                    <a:pt x="99" y="83"/>
                  </a:moveTo>
                  <a:cubicBezTo>
                    <a:pt x="105" y="83"/>
                    <a:pt x="110" y="78"/>
                    <a:pt x="110" y="72"/>
                  </a:cubicBezTo>
                  <a:cubicBezTo>
                    <a:pt x="110" y="66"/>
                    <a:pt x="105" y="61"/>
                    <a:pt x="99" y="61"/>
                  </a:cubicBezTo>
                  <a:cubicBezTo>
                    <a:pt x="93" y="61"/>
                    <a:pt x="88" y="66"/>
                    <a:pt x="88" y="72"/>
                  </a:cubicBezTo>
                  <a:cubicBezTo>
                    <a:pt x="88" y="78"/>
                    <a:pt x="93" y="83"/>
                    <a:pt x="99" y="83"/>
                  </a:cubicBezTo>
                  <a:close/>
                  <a:moveTo>
                    <a:pt x="80" y="101"/>
                  </a:moveTo>
                  <a:cubicBezTo>
                    <a:pt x="86" y="101"/>
                    <a:pt x="91" y="96"/>
                    <a:pt x="91" y="90"/>
                  </a:cubicBezTo>
                  <a:cubicBezTo>
                    <a:pt x="91" y="83"/>
                    <a:pt x="86" y="78"/>
                    <a:pt x="80" y="78"/>
                  </a:cubicBezTo>
                  <a:cubicBezTo>
                    <a:pt x="73" y="78"/>
                    <a:pt x="68" y="83"/>
                    <a:pt x="68" y="90"/>
                  </a:cubicBezTo>
                  <a:cubicBezTo>
                    <a:pt x="68" y="96"/>
                    <a:pt x="73" y="101"/>
                    <a:pt x="80" y="101"/>
                  </a:cubicBezTo>
                  <a:close/>
                  <a:moveTo>
                    <a:pt x="32" y="47"/>
                  </a:moveTo>
                  <a:cubicBezTo>
                    <a:pt x="39" y="47"/>
                    <a:pt x="46" y="40"/>
                    <a:pt x="46" y="32"/>
                  </a:cubicBezTo>
                  <a:cubicBezTo>
                    <a:pt x="46" y="25"/>
                    <a:pt x="39" y="18"/>
                    <a:pt x="32" y="18"/>
                  </a:cubicBezTo>
                  <a:cubicBezTo>
                    <a:pt x="24" y="18"/>
                    <a:pt x="17" y="25"/>
                    <a:pt x="17" y="32"/>
                  </a:cubicBezTo>
                  <a:cubicBezTo>
                    <a:pt x="17" y="40"/>
                    <a:pt x="24" y="47"/>
                    <a:pt x="32" y="4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p>
          </p:txBody>
        </p:sp>
        <p:sp>
          <p:nvSpPr>
            <p:cNvPr id="102" name="Freeform 25">
              <a:extLst>
                <a:ext uri="{FF2B5EF4-FFF2-40B4-BE49-F238E27FC236}">
                  <a16:creationId xmlns:a16="http://schemas.microsoft.com/office/drawing/2014/main" id="{913E23C4-7D9D-4793-B77D-32421FA0ADBD}"/>
                </a:ext>
              </a:extLst>
            </p:cNvPr>
            <p:cNvSpPr>
              <a:spLocks noEditPoints="1"/>
            </p:cNvSpPr>
            <p:nvPr/>
          </p:nvSpPr>
          <p:spPr bwMode="auto">
            <a:xfrm>
              <a:off x="1239205" y="3966052"/>
              <a:ext cx="677863" cy="604838"/>
            </a:xfrm>
            <a:custGeom>
              <a:gdLst>
                <a:gd name="T0" fmla="*/ 200 w 227"/>
                <a:gd name="T1" fmla="*/ 185 h 203"/>
                <a:gd name="T2" fmla="*/ 140 w 227"/>
                <a:gd name="T3" fmla="*/ 183 h 203"/>
                <a:gd name="T4" fmla="*/ 181 w 227"/>
                <a:gd name="T5" fmla="*/ 25 h 203"/>
                <a:gd name="T6" fmla="*/ 198 w 227"/>
                <a:gd name="T7" fmla="*/ 115 h 203"/>
                <a:gd name="T8" fmla="*/ 200 w 227"/>
                <a:gd name="T9" fmla="*/ 185 h 203"/>
                <a:gd name="T10" fmla="*/ 91 w 227"/>
                <a:gd name="T11" fmla="*/ 113 h 203"/>
                <a:gd name="T12" fmla="*/ 105 w 227"/>
                <a:gd name="T13" fmla="*/ 110 h 203"/>
                <a:gd name="T14" fmla="*/ 103 w 227"/>
                <a:gd name="T15" fmla="*/ 96 h 203"/>
                <a:gd name="T16" fmla="*/ 89 w 227"/>
                <a:gd name="T17" fmla="*/ 98 h 203"/>
                <a:gd name="T18" fmla="*/ 91 w 227"/>
                <a:gd name="T19" fmla="*/ 113 h 203"/>
                <a:gd name="T20" fmla="*/ 96 w 227"/>
                <a:gd name="T21" fmla="*/ 66 h 203"/>
                <a:gd name="T22" fmla="*/ 99 w 227"/>
                <a:gd name="T23" fmla="*/ 85 h 203"/>
                <a:gd name="T24" fmla="*/ 118 w 227"/>
                <a:gd name="T25" fmla="*/ 82 h 203"/>
                <a:gd name="T26" fmla="*/ 115 w 227"/>
                <a:gd name="T27" fmla="*/ 63 h 203"/>
                <a:gd name="T28" fmla="*/ 96 w 227"/>
                <a:gd name="T29" fmla="*/ 66 h 203"/>
                <a:gd name="T30" fmla="*/ 144 w 227"/>
                <a:gd name="T31" fmla="*/ 40 h 203"/>
                <a:gd name="T32" fmla="*/ 122 w 227"/>
                <a:gd name="T33" fmla="*/ 43 h 203"/>
                <a:gd name="T34" fmla="*/ 125 w 227"/>
                <a:gd name="T35" fmla="*/ 65 h 203"/>
                <a:gd name="T36" fmla="*/ 147 w 227"/>
                <a:gd name="T37" fmla="*/ 62 h 203"/>
                <a:gd name="T38" fmla="*/ 144 w 227"/>
                <a:gd name="T39" fmla="*/ 40 h 203"/>
                <a:gd name="T40" fmla="*/ 182 w 227"/>
                <a:gd name="T41" fmla="*/ 35 h 203"/>
                <a:gd name="T42" fmla="*/ 159 w 227"/>
                <a:gd name="T43" fmla="*/ 39 h 203"/>
                <a:gd name="T44" fmla="*/ 162 w 227"/>
                <a:gd name="T45" fmla="*/ 62 h 203"/>
                <a:gd name="T46" fmla="*/ 186 w 227"/>
                <a:gd name="T47" fmla="*/ 58 h 203"/>
                <a:gd name="T48" fmla="*/ 182 w 227"/>
                <a:gd name="T49" fmla="*/ 35 h 203"/>
                <a:gd name="T50" fmla="*/ 191 w 227"/>
                <a:gd name="T51" fmla="*/ 139 h 203"/>
                <a:gd name="T52" fmla="*/ 163 w 227"/>
                <a:gd name="T53" fmla="*/ 143 h 203"/>
                <a:gd name="T54" fmla="*/ 167 w 227"/>
                <a:gd name="T55" fmla="*/ 172 h 203"/>
                <a:gd name="T56" fmla="*/ 195 w 227"/>
                <a:gd name="T57" fmla="*/ 167 h 203"/>
                <a:gd name="T58" fmla="*/ 191 w 227"/>
                <a:gd name="T59" fmla="*/ 139 h 203"/>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26" h="203">
                  <a:moveTo>
                    <a:pt x="200" y="185"/>
                  </a:moveTo>
                  <a:cubicBezTo>
                    <a:pt x="173" y="203"/>
                    <a:pt x="140" y="183"/>
                    <a:pt x="140" y="183"/>
                  </a:cubicBezTo>
                  <a:cubicBezTo>
                    <a:pt x="0" y="76"/>
                    <a:pt x="143" y="0"/>
                    <a:pt x="181" y="25"/>
                  </a:cubicBezTo>
                  <a:cubicBezTo>
                    <a:pt x="220" y="49"/>
                    <a:pt x="182" y="88"/>
                    <a:pt x="198" y="115"/>
                  </a:cubicBezTo>
                  <a:cubicBezTo>
                    <a:pt x="215" y="141"/>
                    <a:pt x="227" y="167"/>
                    <a:pt x="200" y="185"/>
                  </a:cubicBezTo>
                  <a:close/>
                  <a:moveTo>
                    <a:pt x="91" y="113"/>
                  </a:moveTo>
                  <a:cubicBezTo>
                    <a:pt x="96" y="116"/>
                    <a:pt x="102" y="115"/>
                    <a:pt x="105" y="110"/>
                  </a:cubicBezTo>
                  <a:cubicBezTo>
                    <a:pt x="109" y="106"/>
                    <a:pt x="108" y="99"/>
                    <a:pt x="103" y="96"/>
                  </a:cubicBezTo>
                  <a:cubicBezTo>
                    <a:pt x="99" y="93"/>
                    <a:pt x="92" y="94"/>
                    <a:pt x="89" y="98"/>
                  </a:cubicBezTo>
                  <a:cubicBezTo>
                    <a:pt x="86" y="103"/>
                    <a:pt x="86" y="109"/>
                    <a:pt x="91" y="113"/>
                  </a:cubicBezTo>
                  <a:close/>
                  <a:moveTo>
                    <a:pt x="96" y="66"/>
                  </a:moveTo>
                  <a:cubicBezTo>
                    <a:pt x="92" y="72"/>
                    <a:pt x="93" y="80"/>
                    <a:pt x="99" y="85"/>
                  </a:cubicBezTo>
                  <a:cubicBezTo>
                    <a:pt x="105" y="89"/>
                    <a:pt x="114" y="88"/>
                    <a:pt x="118" y="82"/>
                  </a:cubicBezTo>
                  <a:cubicBezTo>
                    <a:pt x="123" y="76"/>
                    <a:pt x="121" y="67"/>
                    <a:pt x="115" y="63"/>
                  </a:cubicBezTo>
                  <a:cubicBezTo>
                    <a:pt x="109" y="58"/>
                    <a:pt x="101" y="60"/>
                    <a:pt x="96" y="66"/>
                  </a:cubicBezTo>
                  <a:close/>
                  <a:moveTo>
                    <a:pt x="144" y="40"/>
                  </a:moveTo>
                  <a:cubicBezTo>
                    <a:pt x="137" y="35"/>
                    <a:pt x="128" y="36"/>
                    <a:pt x="122" y="43"/>
                  </a:cubicBezTo>
                  <a:cubicBezTo>
                    <a:pt x="117" y="50"/>
                    <a:pt x="119" y="60"/>
                    <a:pt x="125" y="65"/>
                  </a:cubicBezTo>
                  <a:cubicBezTo>
                    <a:pt x="132" y="70"/>
                    <a:pt x="142" y="68"/>
                    <a:pt x="147" y="62"/>
                  </a:cubicBezTo>
                  <a:cubicBezTo>
                    <a:pt x="152" y="55"/>
                    <a:pt x="151" y="45"/>
                    <a:pt x="144" y="40"/>
                  </a:cubicBezTo>
                  <a:close/>
                  <a:moveTo>
                    <a:pt x="182" y="35"/>
                  </a:moveTo>
                  <a:cubicBezTo>
                    <a:pt x="175" y="29"/>
                    <a:pt x="165" y="31"/>
                    <a:pt x="159" y="39"/>
                  </a:cubicBezTo>
                  <a:cubicBezTo>
                    <a:pt x="153" y="46"/>
                    <a:pt x="155" y="57"/>
                    <a:pt x="162" y="62"/>
                  </a:cubicBezTo>
                  <a:cubicBezTo>
                    <a:pt x="170" y="68"/>
                    <a:pt x="180" y="66"/>
                    <a:pt x="186" y="58"/>
                  </a:cubicBezTo>
                  <a:cubicBezTo>
                    <a:pt x="191" y="51"/>
                    <a:pt x="190" y="40"/>
                    <a:pt x="182" y="35"/>
                  </a:cubicBezTo>
                  <a:close/>
                  <a:moveTo>
                    <a:pt x="191" y="139"/>
                  </a:moveTo>
                  <a:cubicBezTo>
                    <a:pt x="182" y="132"/>
                    <a:pt x="169" y="134"/>
                    <a:pt x="163" y="143"/>
                  </a:cubicBezTo>
                  <a:cubicBezTo>
                    <a:pt x="156" y="152"/>
                    <a:pt x="158" y="165"/>
                    <a:pt x="167" y="172"/>
                  </a:cubicBezTo>
                  <a:cubicBezTo>
                    <a:pt x="176" y="178"/>
                    <a:pt x="189" y="176"/>
                    <a:pt x="195" y="167"/>
                  </a:cubicBezTo>
                  <a:cubicBezTo>
                    <a:pt x="202" y="158"/>
                    <a:pt x="200" y="146"/>
                    <a:pt x="191" y="13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p>
          </p:txBody>
        </p:sp>
        <p:sp>
          <p:nvSpPr>
            <p:cNvPr id="103" name="Freeform 26">
              <a:extLst>
                <a:ext uri="{FF2B5EF4-FFF2-40B4-BE49-F238E27FC236}">
                  <a16:creationId xmlns:a16="http://schemas.microsoft.com/office/drawing/2014/main" id="{A2BF248A-F872-4B48-82E2-BC981A363324}"/>
                </a:ext>
              </a:extLst>
            </p:cNvPr>
            <p:cNvSpPr/>
            <p:nvPr/>
          </p:nvSpPr>
          <p:spPr bwMode="auto">
            <a:xfrm>
              <a:off x="4082417" y="1713389"/>
              <a:ext cx="112713" cy="114300"/>
            </a:xfrm>
            <a:custGeom>
              <a:gdLst>
                <a:gd name="T0" fmla="*/ 34 w 38"/>
                <a:gd name="T1" fmla="*/ 26 h 38"/>
                <a:gd name="T2" fmla="*/ 27 w 38"/>
                <a:gd name="T3" fmla="*/ 4 h 38"/>
                <a:gd name="T4" fmla="*/ 4 w 38"/>
                <a:gd name="T5" fmla="*/ 11 h 38"/>
                <a:gd name="T6" fmla="*/ 12 w 38"/>
                <a:gd name="T7" fmla="*/ 34 h 38"/>
                <a:gd name="T8" fmla="*/ 34 w 38"/>
                <a:gd name="T9" fmla="*/ 26 h 38"/>
              </a:gdLst>
              <a:cxnLst>
                <a:cxn ang="0">
                  <a:pos x="T0" y="T1"/>
                </a:cxn>
                <a:cxn ang="0">
                  <a:pos x="T2" y="T3"/>
                </a:cxn>
                <a:cxn ang="0">
                  <a:pos x="T4" y="T5"/>
                </a:cxn>
                <a:cxn ang="0">
                  <a:pos x="T6" y="T7"/>
                </a:cxn>
                <a:cxn ang="0">
                  <a:pos x="T8" y="T9"/>
                </a:cxn>
              </a:cxnLst>
              <a:rect l="0" t="0" r="r" b="b"/>
              <a:pathLst>
                <a:path w="38" h="38">
                  <a:moveTo>
                    <a:pt x="34" y="26"/>
                  </a:moveTo>
                  <a:cubicBezTo>
                    <a:pt x="38" y="18"/>
                    <a:pt x="35" y="8"/>
                    <a:pt x="27" y="4"/>
                  </a:cubicBezTo>
                  <a:cubicBezTo>
                    <a:pt x="19" y="0"/>
                    <a:pt x="9" y="3"/>
                    <a:pt x="4" y="11"/>
                  </a:cubicBezTo>
                  <a:cubicBezTo>
                    <a:pt x="0" y="20"/>
                    <a:pt x="4" y="30"/>
                    <a:pt x="12" y="34"/>
                  </a:cubicBezTo>
                  <a:cubicBezTo>
                    <a:pt x="20" y="38"/>
                    <a:pt x="30" y="35"/>
                    <a:pt x="34" y="2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p>
          </p:txBody>
        </p:sp>
        <p:sp>
          <p:nvSpPr>
            <p:cNvPr id="104" name="Freeform 27">
              <a:extLst>
                <a:ext uri="{FF2B5EF4-FFF2-40B4-BE49-F238E27FC236}">
                  <a16:creationId xmlns:a16="http://schemas.microsoft.com/office/drawing/2014/main" id="{D9EF1DE1-90B6-4F55-8EF5-0F0A5EEFD70B}"/>
                </a:ext>
              </a:extLst>
            </p:cNvPr>
            <p:cNvSpPr/>
            <p:nvPr/>
          </p:nvSpPr>
          <p:spPr bwMode="auto">
            <a:xfrm>
              <a:off x="3855405" y="1781652"/>
              <a:ext cx="282575" cy="239713"/>
            </a:xfrm>
            <a:custGeom>
              <a:gdLst>
                <a:gd name="T0" fmla="*/ 95 w 95"/>
                <a:gd name="T1" fmla="*/ 8 h 80"/>
                <a:gd name="T2" fmla="*/ 23 w 95"/>
                <a:gd name="T3" fmla="*/ 73 h 80"/>
                <a:gd name="T4" fmla="*/ 2 w 95"/>
                <a:gd name="T5" fmla="*/ 79 h 80"/>
                <a:gd name="T6" fmla="*/ 86 w 95"/>
                <a:gd name="T7" fmla="*/ 0 h 80"/>
                <a:gd name="T8" fmla="*/ 95 w 95"/>
                <a:gd name="T9" fmla="*/ 8 h 80"/>
              </a:gdLst>
              <a:cxnLst>
                <a:cxn ang="0">
                  <a:pos x="T0" y="T1"/>
                </a:cxn>
                <a:cxn ang="0">
                  <a:pos x="T2" y="T3"/>
                </a:cxn>
                <a:cxn ang="0">
                  <a:pos x="T4" y="T5"/>
                </a:cxn>
                <a:cxn ang="0">
                  <a:pos x="T6" y="T7"/>
                </a:cxn>
                <a:cxn ang="0">
                  <a:pos x="T8" y="T9"/>
                </a:cxn>
              </a:cxnLst>
              <a:rect l="0" t="0" r="r" b="b"/>
              <a:pathLst>
                <a:path w="95" h="80">
                  <a:moveTo>
                    <a:pt x="95" y="8"/>
                  </a:moveTo>
                  <a:cubicBezTo>
                    <a:pt x="94" y="8"/>
                    <a:pt x="23" y="73"/>
                    <a:pt x="23" y="73"/>
                  </a:cubicBezTo>
                  <a:cubicBezTo>
                    <a:pt x="23" y="73"/>
                    <a:pt x="3" y="80"/>
                    <a:pt x="2" y="79"/>
                  </a:cubicBezTo>
                  <a:cubicBezTo>
                    <a:pt x="0" y="79"/>
                    <a:pt x="86" y="0"/>
                    <a:pt x="86" y="0"/>
                  </a:cubicBezTo>
                  <a:lnTo>
                    <a:pt x="95"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p>
          </p:txBody>
        </p:sp>
        <p:sp>
          <p:nvSpPr>
            <p:cNvPr id="105" name="Freeform 28">
              <a:extLst>
                <a:ext uri="{FF2B5EF4-FFF2-40B4-BE49-F238E27FC236}">
                  <a16:creationId xmlns:a16="http://schemas.microsoft.com/office/drawing/2014/main" id="{14C9CCED-4389-4C55-A3D0-32E0F7037E72}"/>
                </a:ext>
              </a:extLst>
            </p:cNvPr>
            <p:cNvSpPr/>
            <p:nvPr/>
          </p:nvSpPr>
          <p:spPr bwMode="auto">
            <a:xfrm>
              <a:off x="4099880" y="1794352"/>
              <a:ext cx="47625" cy="349250"/>
            </a:xfrm>
            <a:custGeom>
              <a:gdLst>
                <a:gd name="T0" fmla="*/ 6 w 30"/>
                <a:gd name="T1" fmla="*/ 2 h 220"/>
                <a:gd name="T2" fmla="*/ 0 w 30"/>
                <a:gd name="T3" fmla="*/ 182 h 220"/>
                <a:gd name="T4" fmla="*/ 11 w 30"/>
                <a:gd name="T5" fmla="*/ 220 h 220"/>
                <a:gd name="T6" fmla="*/ 22 w 30"/>
                <a:gd name="T7" fmla="*/ 182 h 220"/>
                <a:gd name="T8" fmla="*/ 30 w 30"/>
                <a:gd name="T9" fmla="*/ 4 h 220"/>
                <a:gd name="T10" fmla="*/ 6 w 30"/>
                <a:gd name="T11" fmla="*/ 0 h 220"/>
                <a:gd name="T12" fmla="*/ 6 w 30"/>
                <a:gd name="T13" fmla="*/ 2 h 220"/>
              </a:gdLst>
              <a:cxnLst>
                <a:cxn ang="0">
                  <a:pos x="T0" y="T1"/>
                </a:cxn>
                <a:cxn ang="0">
                  <a:pos x="T2" y="T3"/>
                </a:cxn>
                <a:cxn ang="0">
                  <a:pos x="T4" y="T5"/>
                </a:cxn>
                <a:cxn ang="0">
                  <a:pos x="T6" y="T7"/>
                </a:cxn>
                <a:cxn ang="0">
                  <a:pos x="T8" y="T9"/>
                </a:cxn>
                <a:cxn ang="0">
                  <a:pos x="T10" y="T11"/>
                </a:cxn>
                <a:cxn ang="0">
                  <a:pos x="T12" y="T13"/>
                </a:cxn>
              </a:cxnLst>
              <a:rect l="0" t="0" r="r" b="b"/>
              <a:pathLst>
                <a:path w="30" h="220">
                  <a:moveTo>
                    <a:pt x="6" y="2"/>
                  </a:moveTo>
                  <a:lnTo>
                    <a:pt x="0" y="182"/>
                  </a:lnTo>
                  <a:lnTo>
                    <a:pt x="11" y="220"/>
                  </a:lnTo>
                  <a:lnTo>
                    <a:pt x="22" y="182"/>
                  </a:lnTo>
                  <a:lnTo>
                    <a:pt x="30" y="4"/>
                  </a:lnTo>
                  <a:lnTo>
                    <a:pt x="6" y="0"/>
                  </a:lnTo>
                  <a:lnTo>
                    <a:pt x="6"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p>
          </p:txBody>
        </p:sp>
        <p:sp>
          <p:nvSpPr>
            <p:cNvPr id="106" name="Freeform 29">
              <a:extLst>
                <a:ext uri="{FF2B5EF4-FFF2-40B4-BE49-F238E27FC236}">
                  <a16:creationId xmlns:a16="http://schemas.microsoft.com/office/drawing/2014/main" id="{A3CDDC29-731D-4131-8681-62DEF4F1BAB4}"/>
                </a:ext>
              </a:extLst>
            </p:cNvPr>
            <p:cNvSpPr/>
            <p:nvPr/>
          </p:nvSpPr>
          <p:spPr bwMode="auto">
            <a:xfrm>
              <a:off x="4099880" y="1794352"/>
              <a:ext cx="47625" cy="349250"/>
            </a:xfrm>
            <a:custGeom>
              <a:gdLst>
                <a:gd name="T0" fmla="*/ 6 w 30"/>
                <a:gd name="T1" fmla="*/ 2 h 220"/>
                <a:gd name="T2" fmla="*/ 0 w 30"/>
                <a:gd name="T3" fmla="*/ 182 h 220"/>
                <a:gd name="T4" fmla="*/ 11 w 30"/>
                <a:gd name="T5" fmla="*/ 220 h 220"/>
                <a:gd name="T6" fmla="*/ 22 w 30"/>
                <a:gd name="T7" fmla="*/ 182 h 220"/>
                <a:gd name="T8" fmla="*/ 30 w 30"/>
                <a:gd name="T9" fmla="*/ 4 h 220"/>
                <a:gd name="T10" fmla="*/ 6 w 30"/>
                <a:gd name="T11" fmla="*/ 0 h 220"/>
              </a:gdLst>
              <a:cxnLst>
                <a:cxn ang="0">
                  <a:pos x="T0" y="T1"/>
                </a:cxn>
                <a:cxn ang="0">
                  <a:pos x="T2" y="T3"/>
                </a:cxn>
                <a:cxn ang="0">
                  <a:pos x="T4" y="T5"/>
                </a:cxn>
                <a:cxn ang="0">
                  <a:pos x="T6" y="T7"/>
                </a:cxn>
                <a:cxn ang="0">
                  <a:pos x="T8" y="T9"/>
                </a:cxn>
                <a:cxn ang="0">
                  <a:pos x="T10" y="T11"/>
                </a:cxn>
              </a:cxnLst>
              <a:rect l="0" t="0" r="r" b="b"/>
              <a:pathLst>
                <a:path w="30" h="220">
                  <a:moveTo>
                    <a:pt x="6" y="2"/>
                  </a:moveTo>
                  <a:lnTo>
                    <a:pt x="0" y="182"/>
                  </a:lnTo>
                  <a:lnTo>
                    <a:pt x="11" y="220"/>
                  </a:lnTo>
                  <a:lnTo>
                    <a:pt x="22" y="182"/>
                  </a:lnTo>
                  <a:lnTo>
                    <a:pt x="30" y="4"/>
                  </a:lnTo>
                  <a:lnTo>
                    <a:pt x="6" y="0"/>
                  </a:ln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p>
          </p:txBody>
        </p:sp>
        <p:sp>
          <p:nvSpPr>
            <p:cNvPr id="107" name="Freeform 30">
              <a:extLst>
                <a:ext uri="{FF2B5EF4-FFF2-40B4-BE49-F238E27FC236}">
                  <a16:creationId xmlns:a16="http://schemas.microsoft.com/office/drawing/2014/main" id="{080763D4-D50D-4675-A83C-6A3E589D7BA8}"/>
                </a:ext>
              </a:extLst>
            </p:cNvPr>
            <p:cNvSpPr/>
            <p:nvPr/>
          </p:nvSpPr>
          <p:spPr bwMode="auto">
            <a:xfrm>
              <a:off x="4144330" y="1689577"/>
              <a:ext cx="36513" cy="53975"/>
            </a:xfrm>
            <a:custGeom>
              <a:gdLst>
                <a:gd name="T0" fmla="*/ 0 w 12"/>
                <a:gd name="T1" fmla="*/ 13 h 18"/>
                <a:gd name="T2" fmla="*/ 2 w 12"/>
                <a:gd name="T3" fmla="*/ 17 h 18"/>
                <a:gd name="T4" fmla="*/ 2 w 12"/>
                <a:gd name="T5" fmla="*/ 17 h 18"/>
                <a:gd name="T6" fmla="*/ 6 w 12"/>
                <a:gd name="T7" fmla="*/ 16 h 18"/>
                <a:gd name="T8" fmla="*/ 11 w 12"/>
                <a:gd name="T9" fmla="*/ 5 h 18"/>
                <a:gd name="T10" fmla="*/ 10 w 12"/>
                <a:gd name="T11" fmla="*/ 1 h 18"/>
                <a:gd name="T12" fmla="*/ 10 w 12"/>
                <a:gd name="T13" fmla="*/ 1 h 18"/>
                <a:gd name="T14" fmla="*/ 6 w 12"/>
                <a:gd name="T15" fmla="*/ 2 h 18"/>
                <a:gd name="T16" fmla="*/ 0 w 12"/>
                <a:gd name="T17" fmla="*/ 13 h 18"/>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 h="18">
                  <a:moveTo>
                    <a:pt x="0" y="13"/>
                  </a:moveTo>
                  <a:cubicBezTo>
                    <a:pt x="0" y="15"/>
                    <a:pt x="0" y="17"/>
                    <a:pt x="2" y="17"/>
                  </a:cubicBezTo>
                  <a:cubicBezTo>
                    <a:pt x="2" y="17"/>
                    <a:pt x="2" y="17"/>
                    <a:pt x="2" y="17"/>
                  </a:cubicBezTo>
                  <a:cubicBezTo>
                    <a:pt x="3" y="18"/>
                    <a:pt x="5" y="18"/>
                    <a:pt x="6" y="16"/>
                  </a:cubicBezTo>
                  <a:cubicBezTo>
                    <a:pt x="11" y="5"/>
                    <a:pt x="11" y="5"/>
                    <a:pt x="11" y="5"/>
                  </a:cubicBezTo>
                  <a:cubicBezTo>
                    <a:pt x="12" y="4"/>
                    <a:pt x="11" y="2"/>
                    <a:pt x="10" y="1"/>
                  </a:cubicBezTo>
                  <a:cubicBezTo>
                    <a:pt x="10" y="1"/>
                    <a:pt x="10" y="1"/>
                    <a:pt x="10" y="1"/>
                  </a:cubicBezTo>
                  <a:cubicBezTo>
                    <a:pt x="8" y="0"/>
                    <a:pt x="7" y="1"/>
                    <a:pt x="6" y="2"/>
                  </a:cubicBezTo>
                  <a:lnTo>
                    <a:pt x="0" y="1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p>
          </p:txBody>
        </p:sp>
        <p:sp>
          <p:nvSpPr>
            <p:cNvPr id="108" name="Freeform 31">
              <a:extLst>
                <a:ext uri="{FF2B5EF4-FFF2-40B4-BE49-F238E27FC236}">
                  <a16:creationId xmlns:a16="http://schemas.microsoft.com/office/drawing/2014/main" id="{3FDDBC73-A222-4416-8F25-17374A7ED12A}"/>
                </a:ext>
              </a:extLst>
            </p:cNvPr>
            <p:cNvSpPr/>
            <p:nvPr/>
          </p:nvSpPr>
          <p:spPr bwMode="auto">
            <a:xfrm>
              <a:off x="4225292" y="3542189"/>
              <a:ext cx="109538" cy="111125"/>
            </a:xfrm>
            <a:custGeom>
              <a:gdLst>
                <a:gd name="T0" fmla="*/ 31 w 37"/>
                <a:gd name="T1" fmla="*/ 8 h 37"/>
                <a:gd name="T2" fmla="*/ 7 w 37"/>
                <a:gd name="T3" fmla="*/ 7 h 37"/>
                <a:gd name="T4" fmla="*/ 6 w 37"/>
                <a:gd name="T5" fmla="*/ 30 h 37"/>
                <a:gd name="T6" fmla="*/ 30 w 37"/>
                <a:gd name="T7" fmla="*/ 31 h 37"/>
                <a:gd name="T8" fmla="*/ 31 w 37"/>
                <a:gd name="T9" fmla="*/ 8 h 37"/>
              </a:gdLst>
              <a:cxnLst>
                <a:cxn ang="0">
                  <a:pos x="T0" y="T1"/>
                </a:cxn>
                <a:cxn ang="0">
                  <a:pos x="T2" y="T3"/>
                </a:cxn>
                <a:cxn ang="0">
                  <a:pos x="T4" y="T5"/>
                </a:cxn>
                <a:cxn ang="0">
                  <a:pos x="T6" y="T7"/>
                </a:cxn>
                <a:cxn ang="0">
                  <a:pos x="T8" y="T9"/>
                </a:cxn>
              </a:cxnLst>
              <a:rect l="0" t="0" r="r" b="b"/>
              <a:pathLst>
                <a:path w="37" h="37">
                  <a:moveTo>
                    <a:pt x="31" y="8"/>
                  </a:moveTo>
                  <a:cubicBezTo>
                    <a:pt x="25" y="1"/>
                    <a:pt x="14" y="0"/>
                    <a:pt x="7" y="7"/>
                  </a:cubicBezTo>
                  <a:cubicBezTo>
                    <a:pt x="0" y="13"/>
                    <a:pt x="0" y="23"/>
                    <a:pt x="6" y="30"/>
                  </a:cubicBezTo>
                  <a:cubicBezTo>
                    <a:pt x="12" y="37"/>
                    <a:pt x="23" y="37"/>
                    <a:pt x="30" y="31"/>
                  </a:cubicBezTo>
                  <a:cubicBezTo>
                    <a:pt x="36" y="25"/>
                    <a:pt x="37" y="15"/>
                    <a:pt x="31"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p>
          </p:txBody>
        </p:sp>
        <p:sp>
          <p:nvSpPr>
            <p:cNvPr id="109" name="Freeform 32">
              <a:extLst>
                <a:ext uri="{FF2B5EF4-FFF2-40B4-BE49-F238E27FC236}">
                  <a16:creationId xmlns:a16="http://schemas.microsoft.com/office/drawing/2014/main" id="{ACE4AB4A-8337-4145-B3AE-A4709E3F9BCC}"/>
                </a:ext>
              </a:extLst>
            </p:cNvPr>
            <p:cNvSpPr/>
            <p:nvPr/>
          </p:nvSpPr>
          <p:spPr bwMode="auto">
            <a:xfrm>
              <a:off x="4280855" y="3613627"/>
              <a:ext cx="134938" cy="338138"/>
            </a:xfrm>
            <a:custGeom>
              <a:gdLst>
                <a:gd name="T0" fmla="*/ 10 w 45"/>
                <a:gd name="T1" fmla="*/ 0 h 113"/>
                <a:gd name="T2" fmla="*/ 45 w 45"/>
                <a:gd name="T3" fmla="*/ 90 h 113"/>
                <a:gd name="T4" fmla="*/ 44 w 45"/>
                <a:gd name="T5" fmla="*/ 112 h 113"/>
                <a:gd name="T6" fmla="*/ 0 w 45"/>
                <a:gd name="T7" fmla="*/ 5 h 113"/>
                <a:gd name="T8" fmla="*/ 10 w 45"/>
                <a:gd name="T9" fmla="*/ 0 h 113"/>
              </a:gdLst>
              <a:cxnLst>
                <a:cxn ang="0">
                  <a:pos x="T0" y="T1"/>
                </a:cxn>
                <a:cxn ang="0">
                  <a:pos x="T2" y="T3"/>
                </a:cxn>
                <a:cxn ang="0">
                  <a:pos x="T4" y="T5"/>
                </a:cxn>
                <a:cxn ang="0">
                  <a:pos x="T6" y="T7"/>
                </a:cxn>
                <a:cxn ang="0">
                  <a:pos x="T8" y="T9"/>
                </a:cxn>
              </a:cxnLst>
              <a:rect l="0" t="0" r="r" b="b"/>
              <a:pathLst>
                <a:path w="45" h="113">
                  <a:moveTo>
                    <a:pt x="10" y="0"/>
                  </a:moveTo>
                  <a:cubicBezTo>
                    <a:pt x="11" y="0"/>
                    <a:pt x="45" y="90"/>
                    <a:pt x="45" y="90"/>
                  </a:cubicBezTo>
                  <a:cubicBezTo>
                    <a:pt x="45" y="90"/>
                    <a:pt x="45" y="111"/>
                    <a:pt x="44" y="112"/>
                  </a:cubicBezTo>
                  <a:cubicBezTo>
                    <a:pt x="43" y="113"/>
                    <a:pt x="0" y="5"/>
                    <a:pt x="0" y="5"/>
                  </a:cubicBezTo>
                  <a:lnTo>
                    <a:pt x="1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p>
          </p:txBody>
        </p:sp>
        <p:sp>
          <p:nvSpPr>
            <p:cNvPr id="110" name="Freeform 33">
              <a:extLst>
                <a:ext uri="{FF2B5EF4-FFF2-40B4-BE49-F238E27FC236}">
                  <a16:creationId xmlns:a16="http://schemas.microsoft.com/office/drawing/2014/main" id="{99508626-4312-4C91-939E-3809C94946F6}"/>
                </a:ext>
              </a:extLst>
            </p:cNvPr>
            <p:cNvSpPr/>
            <p:nvPr/>
          </p:nvSpPr>
          <p:spPr bwMode="auto">
            <a:xfrm>
              <a:off x="4290380" y="3602514"/>
              <a:ext cx="331788" cy="149225"/>
            </a:xfrm>
            <a:custGeom>
              <a:gdLst>
                <a:gd name="T0" fmla="*/ 4 w 209"/>
                <a:gd name="T1" fmla="*/ 22 h 94"/>
                <a:gd name="T2" fmla="*/ 169 w 209"/>
                <a:gd name="T3" fmla="*/ 92 h 94"/>
                <a:gd name="T4" fmla="*/ 209 w 209"/>
                <a:gd name="T5" fmla="*/ 94 h 94"/>
                <a:gd name="T6" fmla="*/ 177 w 209"/>
                <a:gd name="T7" fmla="*/ 71 h 94"/>
                <a:gd name="T8" fmla="*/ 13 w 209"/>
                <a:gd name="T9" fmla="*/ 0 h 94"/>
                <a:gd name="T10" fmla="*/ 0 w 209"/>
                <a:gd name="T11" fmla="*/ 20 h 94"/>
                <a:gd name="T12" fmla="*/ 4 w 209"/>
                <a:gd name="T13" fmla="*/ 22 h 94"/>
              </a:gdLst>
              <a:cxnLst>
                <a:cxn ang="0">
                  <a:pos x="T0" y="T1"/>
                </a:cxn>
                <a:cxn ang="0">
                  <a:pos x="T2" y="T3"/>
                </a:cxn>
                <a:cxn ang="0">
                  <a:pos x="T4" y="T5"/>
                </a:cxn>
                <a:cxn ang="0">
                  <a:pos x="T6" y="T7"/>
                </a:cxn>
                <a:cxn ang="0">
                  <a:pos x="T8" y="T9"/>
                </a:cxn>
                <a:cxn ang="0">
                  <a:pos x="T10" y="T11"/>
                </a:cxn>
                <a:cxn ang="0">
                  <a:pos x="T12" y="T13"/>
                </a:cxn>
              </a:cxnLst>
              <a:rect l="0" t="0" r="r" b="b"/>
              <a:pathLst>
                <a:path w="209" h="94">
                  <a:moveTo>
                    <a:pt x="4" y="22"/>
                  </a:moveTo>
                  <a:lnTo>
                    <a:pt x="169" y="92"/>
                  </a:lnTo>
                  <a:lnTo>
                    <a:pt x="209" y="94"/>
                  </a:lnTo>
                  <a:lnTo>
                    <a:pt x="177" y="71"/>
                  </a:lnTo>
                  <a:lnTo>
                    <a:pt x="13" y="0"/>
                  </a:lnTo>
                  <a:lnTo>
                    <a:pt x="0" y="20"/>
                  </a:lnTo>
                  <a:lnTo>
                    <a:pt x="4" y="2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p>
          </p:txBody>
        </p:sp>
        <p:sp>
          <p:nvSpPr>
            <p:cNvPr id="111" name="Freeform 34">
              <a:extLst>
                <a:ext uri="{FF2B5EF4-FFF2-40B4-BE49-F238E27FC236}">
                  <a16:creationId xmlns:a16="http://schemas.microsoft.com/office/drawing/2014/main" id="{4D641C85-D942-4CAE-9632-4C78BD53AD8E}"/>
                </a:ext>
              </a:extLst>
            </p:cNvPr>
            <p:cNvSpPr/>
            <p:nvPr/>
          </p:nvSpPr>
          <p:spPr bwMode="auto">
            <a:xfrm>
              <a:off x="4290380" y="3602514"/>
              <a:ext cx="331788" cy="149225"/>
            </a:xfrm>
            <a:custGeom>
              <a:gdLst>
                <a:gd name="T0" fmla="*/ 4 w 209"/>
                <a:gd name="T1" fmla="*/ 22 h 94"/>
                <a:gd name="T2" fmla="*/ 169 w 209"/>
                <a:gd name="T3" fmla="*/ 92 h 94"/>
                <a:gd name="T4" fmla="*/ 209 w 209"/>
                <a:gd name="T5" fmla="*/ 94 h 94"/>
                <a:gd name="T6" fmla="*/ 177 w 209"/>
                <a:gd name="T7" fmla="*/ 71 h 94"/>
                <a:gd name="T8" fmla="*/ 13 w 209"/>
                <a:gd name="T9" fmla="*/ 0 h 94"/>
                <a:gd name="T10" fmla="*/ 0 w 209"/>
                <a:gd name="T11" fmla="*/ 20 h 94"/>
              </a:gdLst>
              <a:cxnLst>
                <a:cxn ang="0">
                  <a:pos x="T0" y="T1"/>
                </a:cxn>
                <a:cxn ang="0">
                  <a:pos x="T2" y="T3"/>
                </a:cxn>
                <a:cxn ang="0">
                  <a:pos x="T4" y="T5"/>
                </a:cxn>
                <a:cxn ang="0">
                  <a:pos x="T6" y="T7"/>
                </a:cxn>
                <a:cxn ang="0">
                  <a:pos x="T8" y="T9"/>
                </a:cxn>
                <a:cxn ang="0">
                  <a:pos x="T10" y="T11"/>
                </a:cxn>
              </a:cxnLst>
              <a:rect l="0" t="0" r="r" b="b"/>
              <a:pathLst>
                <a:path w="209" h="94">
                  <a:moveTo>
                    <a:pt x="4" y="22"/>
                  </a:moveTo>
                  <a:lnTo>
                    <a:pt x="169" y="92"/>
                  </a:lnTo>
                  <a:lnTo>
                    <a:pt x="209" y="94"/>
                  </a:lnTo>
                  <a:lnTo>
                    <a:pt x="177" y="71"/>
                  </a:lnTo>
                  <a:lnTo>
                    <a:pt x="13" y="0"/>
                  </a:lnTo>
                  <a:lnTo>
                    <a:pt x="0" y="20"/>
                  </a:ln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p>
          </p:txBody>
        </p:sp>
        <p:sp>
          <p:nvSpPr>
            <p:cNvPr id="112" name="Freeform 35">
              <a:extLst>
                <a:ext uri="{FF2B5EF4-FFF2-40B4-BE49-F238E27FC236}">
                  <a16:creationId xmlns:a16="http://schemas.microsoft.com/office/drawing/2014/main" id="{0AB292BB-66A5-4939-B9D0-147FC677536A}"/>
                </a:ext>
              </a:extLst>
            </p:cNvPr>
            <p:cNvSpPr/>
            <p:nvPr/>
          </p:nvSpPr>
          <p:spPr bwMode="auto">
            <a:xfrm>
              <a:off x="4215767" y="3535839"/>
              <a:ext cx="44450" cy="46038"/>
            </a:xfrm>
            <a:custGeom>
              <a:gdLst>
                <a:gd name="T0" fmla="*/ 9 w 15"/>
                <a:gd name="T1" fmla="*/ 14 h 15"/>
                <a:gd name="T2" fmla="*/ 14 w 15"/>
                <a:gd name="T3" fmla="*/ 14 h 15"/>
                <a:gd name="T4" fmla="*/ 14 w 15"/>
                <a:gd name="T5" fmla="*/ 14 h 15"/>
                <a:gd name="T6" fmla="*/ 14 w 15"/>
                <a:gd name="T7" fmla="*/ 10 h 15"/>
                <a:gd name="T8" fmla="*/ 6 w 15"/>
                <a:gd name="T9" fmla="*/ 1 h 15"/>
                <a:gd name="T10" fmla="*/ 1 w 15"/>
                <a:gd name="T11" fmla="*/ 1 h 15"/>
                <a:gd name="T12" fmla="*/ 1 w 15"/>
                <a:gd name="T13" fmla="*/ 1 h 15"/>
                <a:gd name="T14" fmla="*/ 1 w 15"/>
                <a:gd name="T15" fmla="*/ 5 h 15"/>
                <a:gd name="T16" fmla="*/ 9 w 15"/>
                <a:gd name="T17" fmla="*/ 14 h 15"/>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 h="15">
                  <a:moveTo>
                    <a:pt x="9" y="14"/>
                  </a:moveTo>
                  <a:cubicBezTo>
                    <a:pt x="11" y="15"/>
                    <a:pt x="12" y="15"/>
                    <a:pt x="14" y="14"/>
                  </a:cubicBezTo>
                  <a:cubicBezTo>
                    <a:pt x="14" y="14"/>
                    <a:pt x="14" y="14"/>
                    <a:pt x="14" y="14"/>
                  </a:cubicBezTo>
                  <a:cubicBezTo>
                    <a:pt x="15" y="13"/>
                    <a:pt x="15" y="11"/>
                    <a:pt x="14" y="10"/>
                  </a:cubicBezTo>
                  <a:cubicBezTo>
                    <a:pt x="6" y="1"/>
                    <a:pt x="6" y="1"/>
                    <a:pt x="6" y="1"/>
                  </a:cubicBezTo>
                  <a:cubicBezTo>
                    <a:pt x="5" y="0"/>
                    <a:pt x="3" y="0"/>
                    <a:pt x="1" y="1"/>
                  </a:cubicBezTo>
                  <a:cubicBezTo>
                    <a:pt x="1" y="1"/>
                    <a:pt x="1" y="1"/>
                    <a:pt x="1" y="1"/>
                  </a:cubicBezTo>
                  <a:cubicBezTo>
                    <a:pt x="0" y="2"/>
                    <a:pt x="0" y="4"/>
                    <a:pt x="1" y="5"/>
                  </a:cubicBezTo>
                  <a:lnTo>
                    <a:pt x="9" y="1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p>
          </p:txBody>
        </p:sp>
        <p:sp>
          <p:nvSpPr>
            <p:cNvPr id="113" name="Freeform 36">
              <a:extLst>
                <a:ext uri="{FF2B5EF4-FFF2-40B4-BE49-F238E27FC236}">
                  <a16:creationId xmlns:a16="http://schemas.microsoft.com/office/drawing/2014/main" id="{63273730-50FF-40E8-98E3-2B35E031F67E}"/>
                </a:ext>
              </a:extLst>
            </p:cNvPr>
            <p:cNvSpPr/>
            <p:nvPr/>
          </p:nvSpPr>
          <p:spPr bwMode="auto">
            <a:xfrm>
              <a:off x="983617" y="2889727"/>
              <a:ext cx="109538" cy="109538"/>
            </a:xfrm>
            <a:custGeom>
              <a:gdLst>
                <a:gd name="T0" fmla="*/ 31 w 37"/>
                <a:gd name="T1" fmla="*/ 7 h 37"/>
                <a:gd name="T2" fmla="*/ 7 w 37"/>
                <a:gd name="T3" fmla="*/ 6 h 37"/>
                <a:gd name="T4" fmla="*/ 6 w 37"/>
                <a:gd name="T5" fmla="*/ 30 h 37"/>
                <a:gd name="T6" fmla="*/ 30 w 37"/>
                <a:gd name="T7" fmla="*/ 31 h 37"/>
                <a:gd name="T8" fmla="*/ 31 w 37"/>
                <a:gd name="T9" fmla="*/ 7 h 37"/>
              </a:gdLst>
              <a:cxnLst>
                <a:cxn ang="0">
                  <a:pos x="T0" y="T1"/>
                </a:cxn>
                <a:cxn ang="0">
                  <a:pos x="T2" y="T3"/>
                </a:cxn>
                <a:cxn ang="0">
                  <a:pos x="T4" y="T5"/>
                </a:cxn>
                <a:cxn ang="0">
                  <a:pos x="T6" y="T7"/>
                </a:cxn>
                <a:cxn ang="0">
                  <a:pos x="T8" y="T9"/>
                </a:cxn>
              </a:cxnLst>
              <a:rect l="0" t="0" r="r" b="b"/>
              <a:pathLst>
                <a:path w="37" h="37">
                  <a:moveTo>
                    <a:pt x="31" y="7"/>
                  </a:moveTo>
                  <a:cubicBezTo>
                    <a:pt x="25" y="0"/>
                    <a:pt x="14" y="0"/>
                    <a:pt x="7" y="6"/>
                  </a:cubicBezTo>
                  <a:cubicBezTo>
                    <a:pt x="1" y="12"/>
                    <a:pt x="0" y="23"/>
                    <a:pt x="6" y="30"/>
                  </a:cubicBezTo>
                  <a:cubicBezTo>
                    <a:pt x="12" y="36"/>
                    <a:pt x="23" y="37"/>
                    <a:pt x="30" y="31"/>
                  </a:cubicBezTo>
                  <a:cubicBezTo>
                    <a:pt x="36" y="25"/>
                    <a:pt x="37" y="14"/>
                    <a:pt x="31"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p>
          </p:txBody>
        </p:sp>
        <p:sp>
          <p:nvSpPr>
            <p:cNvPr id="114" name="Freeform 37">
              <a:extLst>
                <a:ext uri="{FF2B5EF4-FFF2-40B4-BE49-F238E27FC236}">
                  <a16:creationId xmlns:a16="http://schemas.microsoft.com/office/drawing/2014/main" id="{2C13BFC6-E7E5-459C-8EE8-32792A3383DA}"/>
                </a:ext>
              </a:extLst>
            </p:cNvPr>
            <p:cNvSpPr/>
            <p:nvPr/>
          </p:nvSpPr>
          <p:spPr bwMode="auto">
            <a:xfrm>
              <a:off x="1039180" y="2957989"/>
              <a:ext cx="138113" cy="339725"/>
            </a:xfrm>
            <a:custGeom>
              <a:gdLst>
                <a:gd name="T0" fmla="*/ 10 w 46"/>
                <a:gd name="T1" fmla="*/ 0 h 114"/>
                <a:gd name="T2" fmla="*/ 46 w 46"/>
                <a:gd name="T3" fmla="*/ 91 h 114"/>
                <a:gd name="T4" fmla="*/ 44 w 46"/>
                <a:gd name="T5" fmla="*/ 113 h 114"/>
                <a:gd name="T6" fmla="*/ 0 w 46"/>
                <a:gd name="T7" fmla="*/ 6 h 114"/>
                <a:gd name="T8" fmla="*/ 10 w 46"/>
                <a:gd name="T9" fmla="*/ 0 h 114"/>
              </a:gdLst>
              <a:cxnLst>
                <a:cxn ang="0">
                  <a:pos x="T0" y="T1"/>
                </a:cxn>
                <a:cxn ang="0">
                  <a:pos x="T2" y="T3"/>
                </a:cxn>
                <a:cxn ang="0">
                  <a:pos x="T4" y="T5"/>
                </a:cxn>
                <a:cxn ang="0">
                  <a:pos x="T6" y="T7"/>
                </a:cxn>
                <a:cxn ang="0">
                  <a:pos x="T8" y="T9"/>
                </a:cxn>
              </a:cxnLst>
              <a:rect l="0" t="0" r="r" b="b"/>
              <a:pathLst>
                <a:path w="46" h="114">
                  <a:moveTo>
                    <a:pt x="10" y="0"/>
                  </a:moveTo>
                  <a:cubicBezTo>
                    <a:pt x="11" y="1"/>
                    <a:pt x="46" y="91"/>
                    <a:pt x="46" y="91"/>
                  </a:cubicBezTo>
                  <a:cubicBezTo>
                    <a:pt x="46" y="91"/>
                    <a:pt x="45" y="111"/>
                    <a:pt x="44" y="113"/>
                  </a:cubicBezTo>
                  <a:cubicBezTo>
                    <a:pt x="43" y="114"/>
                    <a:pt x="0" y="6"/>
                    <a:pt x="0" y="6"/>
                  </a:cubicBezTo>
                  <a:lnTo>
                    <a:pt x="1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p>
          </p:txBody>
        </p:sp>
        <p:sp>
          <p:nvSpPr>
            <p:cNvPr id="115" name="Freeform 38">
              <a:extLst>
                <a:ext uri="{FF2B5EF4-FFF2-40B4-BE49-F238E27FC236}">
                  <a16:creationId xmlns:a16="http://schemas.microsoft.com/office/drawing/2014/main" id="{873194EF-65F1-4F63-8AAF-060293C857D9}"/>
                </a:ext>
              </a:extLst>
            </p:cNvPr>
            <p:cNvSpPr/>
            <p:nvPr/>
          </p:nvSpPr>
          <p:spPr bwMode="auto">
            <a:xfrm>
              <a:off x="1051880" y="2945289"/>
              <a:ext cx="327025" cy="149225"/>
            </a:xfrm>
            <a:custGeom>
              <a:gdLst>
                <a:gd name="T0" fmla="*/ 2 w 206"/>
                <a:gd name="T1" fmla="*/ 23 h 94"/>
                <a:gd name="T2" fmla="*/ 167 w 206"/>
                <a:gd name="T3" fmla="*/ 92 h 94"/>
                <a:gd name="T4" fmla="*/ 206 w 206"/>
                <a:gd name="T5" fmla="*/ 94 h 94"/>
                <a:gd name="T6" fmla="*/ 175 w 206"/>
                <a:gd name="T7" fmla="*/ 72 h 94"/>
                <a:gd name="T8" fmla="*/ 11 w 206"/>
                <a:gd name="T9" fmla="*/ 0 h 94"/>
                <a:gd name="T10" fmla="*/ 0 w 206"/>
                <a:gd name="T11" fmla="*/ 23 h 94"/>
                <a:gd name="T12" fmla="*/ 2 w 206"/>
                <a:gd name="T13" fmla="*/ 23 h 94"/>
              </a:gdLst>
              <a:cxnLst>
                <a:cxn ang="0">
                  <a:pos x="T0" y="T1"/>
                </a:cxn>
                <a:cxn ang="0">
                  <a:pos x="T2" y="T3"/>
                </a:cxn>
                <a:cxn ang="0">
                  <a:pos x="T4" y="T5"/>
                </a:cxn>
                <a:cxn ang="0">
                  <a:pos x="T6" y="T7"/>
                </a:cxn>
                <a:cxn ang="0">
                  <a:pos x="T8" y="T9"/>
                </a:cxn>
                <a:cxn ang="0">
                  <a:pos x="T10" y="T11"/>
                </a:cxn>
                <a:cxn ang="0">
                  <a:pos x="T12" y="T13"/>
                </a:cxn>
              </a:cxnLst>
              <a:rect l="0" t="0" r="r" b="b"/>
              <a:pathLst>
                <a:path w="206" h="94">
                  <a:moveTo>
                    <a:pt x="2" y="23"/>
                  </a:moveTo>
                  <a:lnTo>
                    <a:pt x="167" y="92"/>
                  </a:lnTo>
                  <a:lnTo>
                    <a:pt x="206" y="94"/>
                  </a:lnTo>
                  <a:lnTo>
                    <a:pt x="175" y="72"/>
                  </a:lnTo>
                  <a:lnTo>
                    <a:pt x="11" y="0"/>
                  </a:lnTo>
                  <a:lnTo>
                    <a:pt x="0" y="23"/>
                  </a:lnTo>
                  <a:lnTo>
                    <a:pt x="2" y="2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p>
          </p:txBody>
        </p:sp>
        <p:sp>
          <p:nvSpPr>
            <p:cNvPr id="116" name="Freeform 39">
              <a:extLst>
                <a:ext uri="{FF2B5EF4-FFF2-40B4-BE49-F238E27FC236}">
                  <a16:creationId xmlns:a16="http://schemas.microsoft.com/office/drawing/2014/main" id="{BF1490A1-F27F-4DA7-A359-C67C448AA4DA}"/>
                </a:ext>
              </a:extLst>
            </p:cNvPr>
            <p:cNvSpPr/>
            <p:nvPr/>
          </p:nvSpPr>
          <p:spPr bwMode="auto">
            <a:xfrm>
              <a:off x="1051880" y="2945289"/>
              <a:ext cx="327025" cy="149225"/>
            </a:xfrm>
            <a:custGeom>
              <a:gdLst>
                <a:gd name="T0" fmla="*/ 2 w 206"/>
                <a:gd name="T1" fmla="*/ 23 h 94"/>
                <a:gd name="T2" fmla="*/ 167 w 206"/>
                <a:gd name="T3" fmla="*/ 92 h 94"/>
                <a:gd name="T4" fmla="*/ 206 w 206"/>
                <a:gd name="T5" fmla="*/ 94 h 94"/>
                <a:gd name="T6" fmla="*/ 175 w 206"/>
                <a:gd name="T7" fmla="*/ 72 h 94"/>
                <a:gd name="T8" fmla="*/ 11 w 206"/>
                <a:gd name="T9" fmla="*/ 0 h 94"/>
                <a:gd name="T10" fmla="*/ 0 w 206"/>
                <a:gd name="T11" fmla="*/ 23 h 94"/>
              </a:gdLst>
              <a:cxnLst>
                <a:cxn ang="0">
                  <a:pos x="T0" y="T1"/>
                </a:cxn>
                <a:cxn ang="0">
                  <a:pos x="T2" y="T3"/>
                </a:cxn>
                <a:cxn ang="0">
                  <a:pos x="T4" y="T5"/>
                </a:cxn>
                <a:cxn ang="0">
                  <a:pos x="T6" y="T7"/>
                </a:cxn>
                <a:cxn ang="0">
                  <a:pos x="T8" y="T9"/>
                </a:cxn>
                <a:cxn ang="0">
                  <a:pos x="T10" y="T11"/>
                </a:cxn>
              </a:cxnLst>
              <a:rect l="0" t="0" r="r" b="b"/>
              <a:pathLst>
                <a:path w="206" h="94">
                  <a:moveTo>
                    <a:pt x="2" y="23"/>
                  </a:moveTo>
                  <a:lnTo>
                    <a:pt x="167" y="92"/>
                  </a:lnTo>
                  <a:lnTo>
                    <a:pt x="206" y="94"/>
                  </a:lnTo>
                  <a:lnTo>
                    <a:pt x="175" y="72"/>
                  </a:lnTo>
                  <a:lnTo>
                    <a:pt x="11" y="0"/>
                  </a:lnTo>
                  <a:lnTo>
                    <a:pt x="0" y="23"/>
                  </a:ln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p>
          </p:txBody>
        </p:sp>
        <p:sp>
          <p:nvSpPr>
            <p:cNvPr id="117" name="Freeform 40">
              <a:extLst>
                <a:ext uri="{FF2B5EF4-FFF2-40B4-BE49-F238E27FC236}">
                  <a16:creationId xmlns:a16="http://schemas.microsoft.com/office/drawing/2014/main" id="{9D5C8FC3-9EB3-4DF2-A9D0-A5175EED2613}"/>
                </a:ext>
              </a:extLst>
            </p:cNvPr>
            <p:cNvSpPr/>
            <p:nvPr/>
          </p:nvSpPr>
          <p:spPr bwMode="auto">
            <a:xfrm>
              <a:off x="974092" y="2880202"/>
              <a:ext cx="44450" cy="47625"/>
            </a:xfrm>
            <a:custGeom>
              <a:gdLst>
                <a:gd name="T0" fmla="*/ 10 w 15"/>
                <a:gd name="T1" fmla="*/ 15 h 16"/>
                <a:gd name="T2" fmla="*/ 14 w 15"/>
                <a:gd name="T3" fmla="*/ 15 h 16"/>
                <a:gd name="T4" fmla="*/ 14 w 15"/>
                <a:gd name="T5" fmla="*/ 15 h 16"/>
                <a:gd name="T6" fmla="*/ 14 w 15"/>
                <a:gd name="T7" fmla="*/ 10 h 16"/>
                <a:gd name="T8" fmla="*/ 6 w 15"/>
                <a:gd name="T9" fmla="*/ 1 h 16"/>
                <a:gd name="T10" fmla="*/ 2 w 15"/>
                <a:gd name="T11" fmla="*/ 1 h 16"/>
                <a:gd name="T12" fmla="*/ 2 w 15"/>
                <a:gd name="T13" fmla="*/ 1 h 16"/>
                <a:gd name="T14" fmla="*/ 1 w 15"/>
                <a:gd name="T15" fmla="*/ 6 h 16"/>
                <a:gd name="T16" fmla="*/ 10 w 15"/>
                <a:gd name="T17" fmla="*/ 15 h 16"/>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 h="16">
                  <a:moveTo>
                    <a:pt x="10" y="15"/>
                  </a:moveTo>
                  <a:cubicBezTo>
                    <a:pt x="11" y="16"/>
                    <a:pt x="13" y="16"/>
                    <a:pt x="14" y="15"/>
                  </a:cubicBezTo>
                  <a:cubicBezTo>
                    <a:pt x="14" y="15"/>
                    <a:pt x="14" y="15"/>
                    <a:pt x="14" y="15"/>
                  </a:cubicBezTo>
                  <a:cubicBezTo>
                    <a:pt x="15" y="14"/>
                    <a:pt x="15" y="12"/>
                    <a:pt x="14" y="10"/>
                  </a:cubicBezTo>
                  <a:cubicBezTo>
                    <a:pt x="6" y="1"/>
                    <a:pt x="6" y="1"/>
                    <a:pt x="6" y="1"/>
                  </a:cubicBezTo>
                  <a:cubicBezTo>
                    <a:pt x="5" y="0"/>
                    <a:pt x="3" y="0"/>
                    <a:pt x="2" y="1"/>
                  </a:cubicBezTo>
                  <a:cubicBezTo>
                    <a:pt x="2" y="1"/>
                    <a:pt x="2" y="1"/>
                    <a:pt x="2" y="1"/>
                  </a:cubicBezTo>
                  <a:cubicBezTo>
                    <a:pt x="0" y="2"/>
                    <a:pt x="0" y="4"/>
                    <a:pt x="1" y="6"/>
                  </a:cubicBezTo>
                  <a:lnTo>
                    <a:pt x="10" y="1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p>
          </p:txBody>
        </p:sp>
        <p:sp>
          <p:nvSpPr>
            <p:cNvPr id="118" name="Freeform 41">
              <a:extLst>
                <a:ext uri="{FF2B5EF4-FFF2-40B4-BE49-F238E27FC236}">
                  <a16:creationId xmlns:a16="http://schemas.microsoft.com/office/drawing/2014/main" id="{DC7A573A-8F49-43D0-835B-E67F0780AE72}"/>
                </a:ext>
              </a:extLst>
            </p:cNvPr>
            <p:cNvSpPr/>
            <p:nvPr/>
          </p:nvSpPr>
          <p:spPr bwMode="auto">
            <a:xfrm>
              <a:off x="3156905" y="3935889"/>
              <a:ext cx="114300" cy="114300"/>
            </a:xfrm>
            <a:custGeom>
              <a:gdLst>
                <a:gd name="T0" fmla="*/ 33 w 38"/>
                <a:gd name="T1" fmla="*/ 28 h 38"/>
                <a:gd name="T2" fmla="*/ 28 w 38"/>
                <a:gd name="T3" fmla="*/ 5 h 38"/>
                <a:gd name="T4" fmla="*/ 5 w 38"/>
                <a:gd name="T5" fmla="*/ 10 h 38"/>
                <a:gd name="T6" fmla="*/ 10 w 38"/>
                <a:gd name="T7" fmla="*/ 33 h 38"/>
                <a:gd name="T8" fmla="*/ 33 w 38"/>
                <a:gd name="T9" fmla="*/ 28 h 38"/>
              </a:gdLst>
              <a:cxnLst>
                <a:cxn ang="0">
                  <a:pos x="T0" y="T1"/>
                </a:cxn>
                <a:cxn ang="0">
                  <a:pos x="T2" y="T3"/>
                </a:cxn>
                <a:cxn ang="0">
                  <a:pos x="T4" y="T5"/>
                </a:cxn>
                <a:cxn ang="0">
                  <a:pos x="T6" y="T7"/>
                </a:cxn>
                <a:cxn ang="0">
                  <a:pos x="T8" y="T9"/>
                </a:cxn>
              </a:cxnLst>
              <a:rect l="0" t="0" r="r" b="b"/>
              <a:pathLst>
                <a:path w="38" h="38">
                  <a:moveTo>
                    <a:pt x="33" y="28"/>
                  </a:moveTo>
                  <a:cubicBezTo>
                    <a:pt x="38" y="21"/>
                    <a:pt x="35" y="10"/>
                    <a:pt x="28" y="5"/>
                  </a:cubicBezTo>
                  <a:cubicBezTo>
                    <a:pt x="20" y="0"/>
                    <a:pt x="10" y="3"/>
                    <a:pt x="5" y="10"/>
                  </a:cubicBezTo>
                  <a:cubicBezTo>
                    <a:pt x="0" y="18"/>
                    <a:pt x="2" y="28"/>
                    <a:pt x="10" y="33"/>
                  </a:cubicBezTo>
                  <a:cubicBezTo>
                    <a:pt x="17" y="38"/>
                    <a:pt x="28" y="36"/>
                    <a:pt x="33" y="2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p>
          </p:txBody>
        </p:sp>
        <p:sp>
          <p:nvSpPr>
            <p:cNvPr id="119" name="Freeform 42">
              <a:extLst>
                <a:ext uri="{FF2B5EF4-FFF2-40B4-BE49-F238E27FC236}">
                  <a16:creationId xmlns:a16="http://schemas.microsoft.com/office/drawing/2014/main" id="{40A1DEBD-EB24-4B10-B175-194F77312E1B}"/>
                </a:ext>
              </a:extLst>
            </p:cNvPr>
            <p:cNvSpPr/>
            <p:nvPr/>
          </p:nvSpPr>
          <p:spPr bwMode="auto">
            <a:xfrm>
              <a:off x="2904492" y="4002564"/>
              <a:ext cx="303213" cy="211138"/>
            </a:xfrm>
            <a:custGeom>
              <a:gdLst>
                <a:gd name="T0" fmla="*/ 102 w 102"/>
                <a:gd name="T1" fmla="*/ 9 h 71"/>
                <a:gd name="T2" fmla="*/ 23 w 102"/>
                <a:gd name="T3" fmla="*/ 66 h 71"/>
                <a:gd name="T4" fmla="*/ 2 w 102"/>
                <a:gd name="T5" fmla="*/ 70 h 71"/>
                <a:gd name="T6" fmla="*/ 94 w 102"/>
                <a:gd name="T7" fmla="*/ 0 h 71"/>
                <a:gd name="T8" fmla="*/ 102 w 102"/>
                <a:gd name="T9" fmla="*/ 9 h 71"/>
              </a:gdLst>
              <a:cxnLst>
                <a:cxn ang="0">
                  <a:pos x="T0" y="T1"/>
                </a:cxn>
                <a:cxn ang="0">
                  <a:pos x="T2" y="T3"/>
                </a:cxn>
                <a:cxn ang="0">
                  <a:pos x="T4" y="T5"/>
                </a:cxn>
                <a:cxn ang="0">
                  <a:pos x="T6" y="T7"/>
                </a:cxn>
                <a:cxn ang="0">
                  <a:pos x="T8" y="T9"/>
                </a:cxn>
              </a:cxnLst>
              <a:rect l="0" t="0" r="r" b="b"/>
              <a:pathLst>
                <a:path w="102" h="71">
                  <a:moveTo>
                    <a:pt x="102" y="9"/>
                  </a:moveTo>
                  <a:cubicBezTo>
                    <a:pt x="102" y="10"/>
                    <a:pt x="23" y="66"/>
                    <a:pt x="23" y="66"/>
                  </a:cubicBezTo>
                  <a:cubicBezTo>
                    <a:pt x="23" y="66"/>
                    <a:pt x="3" y="71"/>
                    <a:pt x="2" y="70"/>
                  </a:cubicBezTo>
                  <a:cubicBezTo>
                    <a:pt x="0" y="69"/>
                    <a:pt x="94" y="0"/>
                    <a:pt x="94" y="0"/>
                  </a:cubicBezTo>
                  <a:lnTo>
                    <a:pt x="102" y="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p>
          </p:txBody>
        </p:sp>
        <p:sp>
          <p:nvSpPr>
            <p:cNvPr id="120" name="Freeform 43">
              <a:extLst>
                <a:ext uri="{FF2B5EF4-FFF2-40B4-BE49-F238E27FC236}">
                  <a16:creationId xmlns:a16="http://schemas.microsoft.com/office/drawing/2014/main" id="{E57FCD4C-33B6-4617-A374-80823017B823}"/>
                </a:ext>
              </a:extLst>
            </p:cNvPr>
            <p:cNvSpPr/>
            <p:nvPr/>
          </p:nvSpPr>
          <p:spPr bwMode="auto">
            <a:xfrm>
              <a:off x="3139442" y="4013677"/>
              <a:ext cx="77788" cy="349250"/>
            </a:xfrm>
            <a:custGeom>
              <a:gdLst>
                <a:gd name="T0" fmla="*/ 26 w 49"/>
                <a:gd name="T1" fmla="*/ 2 h 220"/>
                <a:gd name="T2" fmla="*/ 0 w 49"/>
                <a:gd name="T3" fmla="*/ 182 h 220"/>
                <a:gd name="T4" fmla="*/ 7 w 49"/>
                <a:gd name="T5" fmla="*/ 220 h 220"/>
                <a:gd name="T6" fmla="*/ 22 w 49"/>
                <a:gd name="T7" fmla="*/ 184 h 220"/>
                <a:gd name="T8" fmla="*/ 49 w 49"/>
                <a:gd name="T9" fmla="*/ 8 h 220"/>
                <a:gd name="T10" fmla="*/ 26 w 49"/>
                <a:gd name="T11" fmla="*/ 0 h 220"/>
                <a:gd name="T12" fmla="*/ 26 w 49"/>
                <a:gd name="T13" fmla="*/ 2 h 220"/>
              </a:gdLst>
              <a:cxnLst>
                <a:cxn ang="0">
                  <a:pos x="T0" y="T1"/>
                </a:cxn>
                <a:cxn ang="0">
                  <a:pos x="T2" y="T3"/>
                </a:cxn>
                <a:cxn ang="0">
                  <a:pos x="T4" y="T5"/>
                </a:cxn>
                <a:cxn ang="0">
                  <a:pos x="T6" y="T7"/>
                </a:cxn>
                <a:cxn ang="0">
                  <a:pos x="T8" y="T9"/>
                </a:cxn>
                <a:cxn ang="0">
                  <a:pos x="T10" y="T11"/>
                </a:cxn>
                <a:cxn ang="0">
                  <a:pos x="T12" y="T13"/>
                </a:cxn>
              </a:cxnLst>
              <a:rect l="0" t="0" r="r" b="b"/>
              <a:pathLst>
                <a:path w="49" h="220">
                  <a:moveTo>
                    <a:pt x="26" y="2"/>
                  </a:moveTo>
                  <a:lnTo>
                    <a:pt x="0" y="182"/>
                  </a:lnTo>
                  <a:lnTo>
                    <a:pt x="7" y="220"/>
                  </a:lnTo>
                  <a:lnTo>
                    <a:pt x="22" y="184"/>
                  </a:lnTo>
                  <a:lnTo>
                    <a:pt x="49" y="8"/>
                  </a:lnTo>
                  <a:lnTo>
                    <a:pt x="26" y="0"/>
                  </a:lnTo>
                  <a:lnTo>
                    <a:pt x="26"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p>
          </p:txBody>
        </p:sp>
        <p:sp>
          <p:nvSpPr>
            <p:cNvPr id="121" name="Freeform 44">
              <a:extLst>
                <a:ext uri="{FF2B5EF4-FFF2-40B4-BE49-F238E27FC236}">
                  <a16:creationId xmlns:a16="http://schemas.microsoft.com/office/drawing/2014/main" id="{D5069B46-638B-463D-9590-57A1787A6A59}"/>
                </a:ext>
              </a:extLst>
            </p:cNvPr>
            <p:cNvSpPr/>
            <p:nvPr/>
          </p:nvSpPr>
          <p:spPr bwMode="auto">
            <a:xfrm>
              <a:off x="3139442" y="4013677"/>
              <a:ext cx="77788" cy="349250"/>
            </a:xfrm>
            <a:custGeom>
              <a:gdLst>
                <a:gd name="T0" fmla="*/ 26 w 49"/>
                <a:gd name="T1" fmla="*/ 2 h 220"/>
                <a:gd name="T2" fmla="*/ 0 w 49"/>
                <a:gd name="T3" fmla="*/ 182 h 220"/>
                <a:gd name="T4" fmla="*/ 7 w 49"/>
                <a:gd name="T5" fmla="*/ 220 h 220"/>
                <a:gd name="T6" fmla="*/ 22 w 49"/>
                <a:gd name="T7" fmla="*/ 184 h 220"/>
                <a:gd name="T8" fmla="*/ 49 w 49"/>
                <a:gd name="T9" fmla="*/ 8 h 220"/>
                <a:gd name="T10" fmla="*/ 26 w 49"/>
                <a:gd name="T11" fmla="*/ 0 h 220"/>
              </a:gdLst>
              <a:cxnLst>
                <a:cxn ang="0">
                  <a:pos x="T0" y="T1"/>
                </a:cxn>
                <a:cxn ang="0">
                  <a:pos x="T2" y="T3"/>
                </a:cxn>
                <a:cxn ang="0">
                  <a:pos x="T4" y="T5"/>
                </a:cxn>
                <a:cxn ang="0">
                  <a:pos x="T6" y="T7"/>
                </a:cxn>
                <a:cxn ang="0">
                  <a:pos x="T8" y="T9"/>
                </a:cxn>
                <a:cxn ang="0">
                  <a:pos x="T10" y="T11"/>
                </a:cxn>
              </a:cxnLst>
              <a:rect l="0" t="0" r="r" b="b"/>
              <a:pathLst>
                <a:path w="49" h="220">
                  <a:moveTo>
                    <a:pt x="26" y="2"/>
                  </a:moveTo>
                  <a:lnTo>
                    <a:pt x="0" y="182"/>
                  </a:lnTo>
                  <a:lnTo>
                    <a:pt x="7" y="220"/>
                  </a:lnTo>
                  <a:lnTo>
                    <a:pt x="22" y="184"/>
                  </a:lnTo>
                  <a:lnTo>
                    <a:pt x="49" y="8"/>
                  </a:lnTo>
                  <a:lnTo>
                    <a:pt x="26" y="0"/>
                  </a:ln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p>
          </p:txBody>
        </p:sp>
        <p:sp>
          <p:nvSpPr>
            <p:cNvPr id="122" name="Freeform 45">
              <a:extLst>
                <a:ext uri="{FF2B5EF4-FFF2-40B4-BE49-F238E27FC236}">
                  <a16:creationId xmlns:a16="http://schemas.microsoft.com/office/drawing/2014/main" id="{B9F8170F-DBCD-4F19-A148-4F31A608BB96}"/>
                </a:ext>
              </a:extLst>
            </p:cNvPr>
            <p:cNvSpPr/>
            <p:nvPr/>
          </p:nvSpPr>
          <p:spPr bwMode="auto">
            <a:xfrm>
              <a:off x="3220405" y="3918427"/>
              <a:ext cx="41275" cy="50800"/>
            </a:xfrm>
            <a:custGeom>
              <a:gdLst>
                <a:gd name="T0" fmla="*/ 1 w 14"/>
                <a:gd name="T1" fmla="*/ 12 h 17"/>
                <a:gd name="T2" fmla="*/ 2 w 14"/>
                <a:gd name="T3" fmla="*/ 16 h 17"/>
                <a:gd name="T4" fmla="*/ 2 w 14"/>
                <a:gd name="T5" fmla="*/ 16 h 17"/>
                <a:gd name="T6" fmla="*/ 6 w 14"/>
                <a:gd name="T7" fmla="*/ 15 h 17"/>
                <a:gd name="T8" fmla="*/ 13 w 14"/>
                <a:gd name="T9" fmla="*/ 5 h 17"/>
                <a:gd name="T10" fmla="*/ 12 w 14"/>
                <a:gd name="T11" fmla="*/ 1 h 17"/>
                <a:gd name="T12" fmla="*/ 12 w 14"/>
                <a:gd name="T13" fmla="*/ 1 h 17"/>
                <a:gd name="T14" fmla="*/ 8 w 14"/>
                <a:gd name="T15" fmla="*/ 2 h 17"/>
                <a:gd name="T16" fmla="*/ 1 w 14"/>
                <a:gd name="T17" fmla="*/ 12 h 17"/>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 h="17">
                  <a:moveTo>
                    <a:pt x="1" y="12"/>
                  </a:moveTo>
                  <a:cubicBezTo>
                    <a:pt x="0" y="13"/>
                    <a:pt x="1" y="15"/>
                    <a:pt x="2" y="16"/>
                  </a:cubicBezTo>
                  <a:cubicBezTo>
                    <a:pt x="2" y="16"/>
                    <a:pt x="2" y="16"/>
                    <a:pt x="2" y="16"/>
                  </a:cubicBezTo>
                  <a:cubicBezTo>
                    <a:pt x="4" y="17"/>
                    <a:pt x="5" y="17"/>
                    <a:pt x="6" y="15"/>
                  </a:cubicBezTo>
                  <a:cubicBezTo>
                    <a:pt x="13" y="5"/>
                    <a:pt x="13" y="5"/>
                    <a:pt x="13" y="5"/>
                  </a:cubicBezTo>
                  <a:cubicBezTo>
                    <a:pt x="14" y="4"/>
                    <a:pt x="14" y="2"/>
                    <a:pt x="12" y="1"/>
                  </a:cubicBezTo>
                  <a:cubicBezTo>
                    <a:pt x="12" y="1"/>
                    <a:pt x="12" y="1"/>
                    <a:pt x="12" y="1"/>
                  </a:cubicBezTo>
                  <a:cubicBezTo>
                    <a:pt x="11" y="0"/>
                    <a:pt x="9" y="0"/>
                    <a:pt x="8" y="2"/>
                  </a:cubicBezTo>
                  <a:lnTo>
                    <a:pt x="1" y="1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p>
          </p:txBody>
        </p:sp>
        <p:sp>
          <p:nvSpPr>
            <p:cNvPr id="123" name="Freeform 46">
              <a:extLst>
                <a:ext uri="{FF2B5EF4-FFF2-40B4-BE49-F238E27FC236}">
                  <a16:creationId xmlns:a16="http://schemas.microsoft.com/office/drawing/2014/main" id="{DB268838-08B3-4970-94F3-38B54977ADB5}"/>
                </a:ext>
              </a:extLst>
            </p:cNvPr>
            <p:cNvSpPr>
              <a:spLocks noEditPoints="1"/>
            </p:cNvSpPr>
            <p:nvPr/>
          </p:nvSpPr>
          <p:spPr bwMode="auto">
            <a:xfrm>
              <a:off x="4379280" y="2873852"/>
              <a:ext cx="179388" cy="488950"/>
            </a:xfrm>
            <a:custGeom>
              <a:gdLst>
                <a:gd name="T0" fmla="*/ 30 w 60"/>
                <a:gd name="T1" fmla="*/ 0 h 164"/>
                <a:gd name="T2" fmla="*/ 60 w 60"/>
                <a:gd name="T3" fmla="*/ 82 h 164"/>
                <a:gd name="T4" fmla="*/ 30 w 60"/>
                <a:gd name="T5" fmla="*/ 164 h 164"/>
                <a:gd name="T6" fmla="*/ 0 w 60"/>
                <a:gd name="T7" fmla="*/ 82 h 164"/>
                <a:gd name="T8" fmla="*/ 30 w 60"/>
                <a:gd name="T9" fmla="*/ 0 h 164"/>
                <a:gd name="T10" fmla="*/ 30 w 60"/>
                <a:gd name="T11" fmla="*/ 151 h 164"/>
                <a:gd name="T12" fmla="*/ 55 w 60"/>
                <a:gd name="T13" fmla="*/ 82 h 164"/>
                <a:gd name="T14" fmla="*/ 30 w 60"/>
                <a:gd name="T15" fmla="*/ 14 h 164"/>
                <a:gd name="T16" fmla="*/ 4 w 60"/>
                <a:gd name="T17" fmla="*/ 82 h 164"/>
                <a:gd name="T18" fmla="*/ 30 w 60"/>
                <a:gd name="T19" fmla="*/ 151 h 164"/>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164">
                  <a:moveTo>
                    <a:pt x="30" y="0"/>
                  </a:moveTo>
                  <a:cubicBezTo>
                    <a:pt x="46" y="0"/>
                    <a:pt x="60" y="37"/>
                    <a:pt x="60" y="82"/>
                  </a:cubicBezTo>
                  <a:cubicBezTo>
                    <a:pt x="60" y="128"/>
                    <a:pt x="46" y="164"/>
                    <a:pt x="30" y="164"/>
                  </a:cubicBezTo>
                  <a:cubicBezTo>
                    <a:pt x="13" y="164"/>
                    <a:pt x="0" y="128"/>
                    <a:pt x="0" y="82"/>
                  </a:cubicBezTo>
                  <a:cubicBezTo>
                    <a:pt x="0" y="37"/>
                    <a:pt x="13" y="0"/>
                    <a:pt x="30" y="0"/>
                  </a:cubicBezTo>
                  <a:close/>
                  <a:moveTo>
                    <a:pt x="30" y="151"/>
                  </a:moveTo>
                  <a:cubicBezTo>
                    <a:pt x="44" y="151"/>
                    <a:pt x="55" y="120"/>
                    <a:pt x="55" y="82"/>
                  </a:cubicBezTo>
                  <a:cubicBezTo>
                    <a:pt x="55" y="44"/>
                    <a:pt x="44" y="14"/>
                    <a:pt x="30" y="14"/>
                  </a:cubicBezTo>
                  <a:cubicBezTo>
                    <a:pt x="16" y="14"/>
                    <a:pt x="4" y="44"/>
                    <a:pt x="4" y="82"/>
                  </a:cubicBezTo>
                  <a:cubicBezTo>
                    <a:pt x="4" y="120"/>
                    <a:pt x="16" y="151"/>
                    <a:pt x="30" y="15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p>
          </p:txBody>
        </p:sp>
        <p:sp>
          <p:nvSpPr>
            <p:cNvPr id="124" name="Freeform 47">
              <a:extLst>
                <a:ext uri="{FF2B5EF4-FFF2-40B4-BE49-F238E27FC236}">
                  <a16:creationId xmlns:a16="http://schemas.microsoft.com/office/drawing/2014/main" id="{410B4657-9F5C-4DA3-8812-800D7183440E}"/>
                </a:ext>
              </a:extLst>
            </p:cNvPr>
            <p:cNvSpPr>
              <a:spLocks noEditPoints="1"/>
            </p:cNvSpPr>
            <p:nvPr/>
          </p:nvSpPr>
          <p:spPr bwMode="auto">
            <a:xfrm>
              <a:off x="4225292" y="3029427"/>
              <a:ext cx="485775" cy="179388"/>
            </a:xfrm>
            <a:custGeom>
              <a:gdLst>
                <a:gd name="T0" fmla="*/ 0 w 163"/>
                <a:gd name="T1" fmla="*/ 30 h 60"/>
                <a:gd name="T2" fmla="*/ 82 w 163"/>
                <a:gd name="T3" fmla="*/ 0 h 60"/>
                <a:gd name="T4" fmla="*/ 163 w 163"/>
                <a:gd name="T5" fmla="*/ 30 h 60"/>
                <a:gd name="T6" fmla="*/ 82 w 163"/>
                <a:gd name="T7" fmla="*/ 60 h 60"/>
                <a:gd name="T8" fmla="*/ 0 w 163"/>
                <a:gd name="T9" fmla="*/ 30 h 60"/>
                <a:gd name="T10" fmla="*/ 150 w 163"/>
                <a:gd name="T11" fmla="*/ 30 h 60"/>
                <a:gd name="T12" fmla="*/ 82 w 163"/>
                <a:gd name="T13" fmla="*/ 5 h 60"/>
                <a:gd name="T14" fmla="*/ 13 w 163"/>
                <a:gd name="T15" fmla="*/ 30 h 60"/>
                <a:gd name="T16" fmla="*/ 82 w 163"/>
                <a:gd name="T17" fmla="*/ 56 h 60"/>
                <a:gd name="T18" fmla="*/ 150 w 163"/>
                <a:gd name="T19" fmla="*/ 30 h 60"/>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3" h="60">
                  <a:moveTo>
                    <a:pt x="0" y="30"/>
                  </a:moveTo>
                  <a:cubicBezTo>
                    <a:pt x="0" y="14"/>
                    <a:pt x="36" y="0"/>
                    <a:pt x="82" y="0"/>
                  </a:cubicBezTo>
                  <a:cubicBezTo>
                    <a:pt x="127" y="0"/>
                    <a:pt x="163" y="14"/>
                    <a:pt x="163" y="30"/>
                  </a:cubicBezTo>
                  <a:cubicBezTo>
                    <a:pt x="163" y="47"/>
                    <a:pt x="127" y="60"/>
                    <a:pt x="82" y="60"/>
                  </a:cubicBezTo>
                  <a:cubicBezTo>
                    <a:pt x="36" y="60"/>
                    <a:pt x="0" y="47"/>
                    <a:pt x="0" y="30"/>
                  </a:cubicBezTo>
                  <a:close/>
                  <a:moveTo>
                    <a:pt x="150" y="30"/>
                  </a:moveTo>
                  <a:cubicBezTo>
                    <a:pt x="150" y="16"/>
                    <a:pt x="119" y="5"/>
                    <a:pt x="82" y="5"/>
                  </a:cubicBezTo>
                  <a:cubicBezTo>
                    <a:pt x="44" y="5"/>
                    <a:pt x="13" y="16"/>
                    <a:pt x="13" y="30"/>
                  </a:cubicBezTo>
                  <a:cubicBezTo>
                    <a:pt x="13" y="44"/>
                    <a:pt x="44" y="56"/>
                    <a:pt x="82" y="56"/>
                  </a:cubicBezTo>
                  <a:cubicBezTo>
                    <a:pt x="119" y="56"/>
                    <a:pt x="150" y="44"/>
                    <a:pt x="150" y="3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p>
          </p:txBody>
        </p:sp>
        <p:sp>
          <p:nvSpPr>
            <p:cNvPr id="125" name="Freeform 48">
              <a:extLst>
                <a:ext uri="{FF2B5EF4-FFF2-40B4-BE49-F238E27FC236}">
                  <a16:creationId xmlns:a16="http://schemas.microsoft.com/office/drawing/2014/main" id="{F48E5CFA-8469-42B2-B7CB-BE30F77E3F25}"/>
                </a:ext>
              </a:extLst>
            </p:cNvPr>
            <p:cNvSpPr>
              <a:spLocks noEditPoints="1"/>
            </p:cNvSpPr>
            <p:nvPr/>
          </p:nvSpPr>
          <p:spPr bwMode="auto">
            <a:xfrm>
              <a:off x="4260217" y="2913539"/>
              <a:ext cx="414338" cy="414338"/>
            </a:xfrm>
            <a:custGeom>
              <a:gdLst>
                <a:gd name="T0" fmla="*/ 12 w 139"/>
                <a:gd name="T1" fmla="*/ 11 h 139"/>
                <a:gd name="T2" fmla="*/ 91 w 139"/>
                <a:gd name="T3" fmla="*/ 48 h 139"/>
                <a:gd name="T4" fmla="*/ 127 w 139"/>
                <a:gd name="T5" fmla="*/ 127 h 139"/>
                <a:gd name="T6" fmla="*/ 48 w 139"/>
                <a:gd name="T7" fmla="*/ 91 h 139"/>
                <a:gd name="T8" fmla="*/ 12 w 139"/>
                <a:gd name="T9" fmla="*/ 11 h 139"/>
                <a:gd name="T10" fmla="*/ 118 w 139"/>
                <a:gd name="T11" fmla="*/ 118 h 139"/>
                <a:gd name="T12" fmla="*/ 87 w 139"/>
                <a:gd name="T13" fmla="*/ 51 h 139"/>
                <a:gd name="T14" fmla="*/ 21 w 139"/>
                <a:gd name="T15" fmla="*/ 21 h 139"/>
                <a:gd name="T16" fmla="*/ 52 w 139"/>
                <a:gd name="T17" fmla="*/ 87 h 139"/>
                <a:gd name="T18" fmla="*/ 118 w 139"/>
                <a:gd name="T19" fmla="*/ 118 h 139"/>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9" h="139">
                  <a:moveTo>
                    <a:pt x="12" y="11"/>
                  </a:moveTo>
                  <a:cubicBezTo>
                    <a:pt x="24" y="0"/>
                    <a:pt x="59" y="16"/>
                    <a:pt x="91" y="48"/>
                  </a:cubicBezTo>
                  <a:cubicBezTo>
                    <a:pt x="123" y="80"/>
                    <a:pt x="139" y="115"/>
                    <a:pt x="127" y="127"/>
                  </a:cubicBezTo>
                  <a:cubicBezTo>
                    <a:pt x="116" y="139"/>
                    <a:pt x="80" y="123"/>
                    <a:pt x="48" y="91"/>
                  </a:cubicBezTo>
                  <a:cubicBezTo>
                    <a:pt x="16" y="59"/>
                    <a:pt x="0" y="23"/>
                    <a:pt x="12" y="11"/>
                  </a:cubicBezTo>
                  <a:close/>
                  <a:moveTo>
                    <a:pt x="118" y="118"/>
                  </a:moveTo>
                  <a:cubicBezTo>
                    <a:pt x="128" y="108"/>
                    <a:pt x="114" y="78"/>
                    <a:pt x="87" y="51"/>
                  </a:cubicBezTo>
                  <a:cubicBezTo>
                    <a:pt x="61" y="25"/>
                    <a:pt x="31" y="11"/>
                    <a:pt x="21" y="21"/>
                  </a:cubicBezTo>
                  <a:cubicBezTo>
                    <a:pt x="11" y="31"/>
                    <a:pt x="25" y="60"/>
                    <a:pt x="52" y="87"/>
                  </a:cubicBezTo>
                  <a:cubicBezTo>
                    <a:pt x="79" y="114"/>
                    <a:pt x="108" y="128"/>
                    <a:pt x="118"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p>
          </p:txBody>
        </p:sp>
        <p:sp>
          <p:nvSpPr>
            <p:cNvPr id="126" name="Freeform 49">
              <a:extLst>
                <a:ext uri="{FF2B5EF4-FFF2-40B4-BE49-F238E27FC236}">
                  <a16:creationId xmlns:a16="http://schemas.microsoft.com/office/drawing/2014/main" id="{8A008562-9660-4A2C-8D71-75ABA909803E}"/>
                </a:ext>
              </a:extLst>
            </p:cNvPr>
            <p:cNvSpPr>
              <a:spLocks noEditPoints="1"/>
            </p:cNvSpPr>
            <p:nvPr/>
          </p:nvSpPr>
          <p:spPr bwMode="auto">
            <a:xfrm>
              <a:off x="4260217" y="2913539"/>
              <a:ext cx="414338" cy="414338"/>
            </a:xfrm>
            <a:custGeom>
              <a:gdLst>
                <a:gd name="T0" fmla="*/ 12 w 139"/>
                <a:gd name="T1" fmla="*/ 127 h 139"/>
                <a:gd name="T2" fmla="*/ 48 w 139"/>
                <a:gd name="T3" fmla="*/ 48 h 139"/>
                <a:gd name="T4" fmla="*/ 127 w 139"/>
                <a:gd name="T5" fmla="*/ 11 h 139"/>
                <a:gd name="T6" fmla="*/ 91 w 139"/>
                <a:gd name="T7" fmla="*/ 91 h 139"/>
                <a:gd name="T8" fmla="*/ 12 w 139"/>
                <a:gd name="T9" fmla="*/ 127 h 139"/>
                <a:gd name="T10" fmla="*/ 118 w 139"/>
                <a:gd name="T11" fmla="*/ 21 h 139"/>
                <a:gd name="T12" fmla="*/ 52 w 139"/>
                <a:gd name="T13" fmla="*/ 51 h 139"/>
                <a:gd name="T14" fmla="*/ 21 w 139"/>
                <a:gd name="T15" fmla="*/ 118 h 139"/>
                <a:gd name="T16" fmla="*/ 87 w 139"/>
                <a:gd name="T17" fmla="*/ 87 h 139"/>
                <a:gd name="T18" fmla="*/ 118 w 139"/>
                <a:gd name="T19" fmla="*/ 21 h 139"/>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9" h="139">
                  <a:moveTo>
                    <a:pt x="12" y="127"/>
                  </a:moveTo>
                  <a:cubicBezTo>
                    <a:pt x="0" y="115"/>
                    <a:pt x="16" y="80"/>
                    <a:pt x="48" y="48"/>
                  </a:cubicBezTo>
                  <a:cubicBezTo>
                    <a:pt x="80" y="16"/>
                    <a:pt x="116" y="0"/>
                    <a:pt x="127" y="11"/>
                  </a:cubicBezTo>
                  <a:cubicBezTo>
                    <a:pt x="139" y="23"/>
                    <a:pt x="123" y="59"/>
                    <a:pt x="91" y="91"/>
                  </a:cubicBezTo>
                  <a:cubicBezTo>
                    <a:pt x="59" y="123"/>
                    <a:pt x="24" y="139"/>
                    <a:pt x="12" y="127"/>
                  </a:cubicBezTo>
                  <a:close/>
                  <a:moveTo>
                    <a:pt x="118" y="21"/>
                  </a:moveTo>
                  <a:cubicBezTo>
                    <a:pt x="108" y="11"/>
                    <a:pt x="79" y="25"/>
                    <a:pt x="52" y="51"/>
                  </a:cubicBezTo>
                  <a:cubicBezTo>
                    <a:pt x="25" y="78"/>
                    <a:pt x="11" y="108"/>
                    <a:pt x="21" y="118"/>
                  </a:cubicBezTo>
                  <a:cubicBezTo>
                    <a:pt x="31" y="128"/>
                    <a:pt x="61" y="114"/>
                    <a:pt x="87" y="87"/>
                  </a:cubicBezTo>
                  <a:cubicBezTo>
                    <a:pt x="114" y="60"/>
                    <a:pt x="128" y="31"/>
                    <a:pt x="118" y="2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p>
          </p:txBody>
        </p:sp>
        <p:sp>
          <p:nvSpPr>
            <p:cNvPr id="127" name="Oval 50">
              <a:extLst>
                <a:ext uri="{FF2B5EF4-FFF2-40B4-BE49-F238E27FC236}">
                  <a16:creationId xmlns:a16="http://schemas.microsoft.com/office/drawing/2014/main" id="{6F127DA2-BBBD-44CC-91C8-5C815F2AC0C7}"/>
                </a:ext>
              </a:extLst>
            </p:cNvPr>
            <p:cNvSpPr>
              <a:spLocks noChangeArrowheads="1"/>
            </p:cNvSpPr>
            <p:nvPr/>
          </p:nvSpPr>
          <p:spPr bwMode="auto">
            <a:xfrm>
              <a:off x="4430080" y="3083402"/>
              <a:ext cx="74613" cy="74613"/>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ea typeface="思源黑体旧字形 Normal" panose="020b0400000000000000" pitchFamily="34" charset="-128"/>
              </a:endParaRPr>
            </a:p>
          </p:txBody>
        </p:sp>
        <p:sp>
          <p:nvSpPr>
            <p:cNvPr id="128" name="Freeform 51">
              <a:extLst>
                <a:ext uri="{FF2B5EF4-FFF2-40B4-BE49-F238E27FC236}">
                  <a16:creationId xmlns:a16="http://schemas.microsoft.com/office/drawing/2014/main" id="{3450180F-88E3-44F3-8604-E1A5F92303EA}"/>
                </a:ext>
              </a:extLst>
            </p:cNvPr>
            <p:cNvSpPr>
              <a:spLocks noEditPoints="1"/>
            </p:cNvSpPr>
            <p:nvPr/>
          </p:nvSpPr>
          <p:spPr bwMode="auto">
            <a:xfrm>
              <a:off x="2345692" y="4261327"/>
              <a:ext cx="182563" cy="488950"/>
            </a:xfrm>
            <a:custGeom>
              <a:gdLst>
                <a:gd name="T0" fmla="*/ 30 w 61"/>
                <a:gd name="T1" fmla="*/ 0 h 164"/>
                <a:gd name="T2" fmla="*/ 61 w 61"/>
                <a:gd name="T3" fmla="*/ 82 h 164"/>
                <a:gd name="T4" fmla="*/ 30 w 61"/>
                <a:gd name="T5" fmla="*/ 164 h 164"/>
                <a:gd name="T6" fmla="*/ 0 w 61"/>
                <a:gd name="T7" fmla="*/ 82 h 164"/>
                <a:gd name="T8" fmla="*/ 30 w 61"/>
                <a:gd name="T9" fmla="*/ 0 h 164"/>
                <a:gd name="T10" fmla="*/ 30 w 61"/>
                <a:gd name="T11" fmla="*/ 151 h 164"/>
                <a:gd name="T12" fmla="*/ 56 w 61"/>
                <a:gd name="T13" fmla="*/ 82 h 164"/>
                <a:gd name="T14" fmla="*/ 30 w 61"/>
                <a:gd name="T15" fmla="*/ 13 h 164"/>
                <a:gd name="T16" fmla="*/ 5 w 61"/>
                <a:gd name="T17" fmla="*/ 82 h 164"/>
                <a:gd name="T18" fmla="*/ 30 w 61"/>
                <a:gd name="T19" fmla="*/ 151 h 164"/>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1" h="164">
                  <a:moveTo>
                    <a:pt x="30" y="0"/>
                  </a:moveTo>
                  <a:cubicBezTo>
                    <a:pt x="47" y="0"/>
                    <a:pt x="61" y="37"/>
                    <a:pt x="61" y="82"/>
                  </a:cubicBezTo>
                  <a:cubicBezTo>
                    <a:pt x="61" y="127"/>
                    <a:pt x="47" y="164"/>
                    <a:pt x="30" y="164"/>
                  </a:cubicBezTo>
                  <a:cubicBezTo>
                    <a:pt x="14" y="164"/>
                    <a:pt x="0" y="127"/>
                    <a:pt x="0" y="82"/>
                  </a:cubicBezTo>
                  <a:cubicBezTo>
                    <a:pt x="0" y="37"/>
                    <a:pt x="14" y="0"/>
                    <a:pt x="30" y="0"/>
                  </a:cubicBezTo>
                  <a:close/>
                  <a:moveTo>
                    <a:pt x="30" y="151"/>
                  </a:moveTo>
                  <a:cubicBezTo>
                    <a:pt x="44" y="151"/>
                    <a:pt x="56" y="120"/>
                    <a:pt x="56" y="82"/>
                  </a:cubicBezTo>
                  <a:cubicBezTo>
                    <a:pt x="56" y="44"/>
                    <a:pt x="44" y="13"/>
                    <a:pt x="30" y="13"/>
                  </a:cubicBezTo>
                  <a:cubicBezTo>
                    <a:pt x="16" y="13"/>
                    <a:pt x="5" y="44"/>
                    <a:pt x="5" y="82"/>
                  </a:cubicBezTo>
                  <a:cubicBezTo>
                    <a:pt x="5" y="120"/>
                    <a:pt x="16" y="151"/>
                    <a:pt x="30" y="15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p>
          </p:txBody>
        </p:sp>
        <p:sp>
          <p:nvSpPr>
            <p:cNvPr id="129" name="Freeform 52">
              <a:extLst>
                <a:ext uri="{FF2B5EF4-FFF2-40B4-BE49-F238E27FC236}">
                  <a16:creationId xmlns:a16="http://schemas.microsoft.com/office/drawing/2014/main" id="{AA7698FB-8F0C-4DC8-9E10-68BCA945A6A3}"/>
                </a:ext>
              </a:extLst>
            </p:cNvPr>
            <p:cNvSpPr>
              <a:spLocks noEditPoints="1"/>
            </p:cNvSpPr>
            <p:nvPr/>
          </p:nvSpPr>
          <p:spPr bwMode="auto">
            <a:xfrm>
              <a:off x="2193292" y="4416902"/>
              <a:ext cx="487363" cy="179388"/>
            </a:xfrm>
            <a:custGeom>
              <a:gdLst>
                <a:gd name="T0" fmla="*/ 0 w 163"/>
                <a:gd name="T1" fmla="*/ 30 h 60"/>
                <a:gd name="T2" fmla="*/ 81 w 163"/>
                <a:gd name="T3" fmla="*/ 0 h 60"/>
                <a:gd name="T4" fmla="*/ 163 w 163"/>
                <a:gd name="T5" fmla="*/ 30 h 60"/>
                <a:gd name="T6" fmla="*/ 81 w 163"/>
                <a:gd name="T7" fmla="*/ 60 h 60"/>
                <a:gd name="T8" fmla="*/ 0 w 163"/>
                <a:gd name="T9" fmla="*/ 30 h 60"/>
                <a:gd name="T10" fmla="*/ 150 w 163"/>
                <a:gd name="T11" fmla="*/ 30 h 60"/>
                <a:gd name="T12" fmla="*/ 81 w 163"/>
                <a:gd name="T13" fmla="*/ 5 h 60"/>
                <a:gd name="T14" fmla="*/ 13 w 163"/>
                <a:gd name="T15" fmla="*/ 30 h 60"/>
                <a:gd name="T16" fmla="*/ 81 w 163"/>
                <a:gd name="T17" fmla="*/ 55 h 60"/>
                <a:gd name="T18" fmla="*/ 150 w 163"/>
                <a:gd name="T19" fmla="*/ 30 h 60"/>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3" h="60">
                  <a:moveTo>
                    <a:pt x="0" y="30"/>
                  </a:moveTo>
                  <a:cubicBezTo>
                    <a:pt x="0" y="13"/>
                    <a:pt x="36" y="0"/>
                    <a:pt x="81" y="0"/>
                  </a:cubicBezTo>
                  <a:cubicBezTo>
                    <a:pt x="127" y="0"/>
                    <a:pt x="163" y="13"/>
                    <a:pt x="163" y="30"/>
                  </a:cubicBezTo>
                  <a:cubicBezTo>
                    <a:pt x="163" y="47"/>
                    <a:pt x="127" y="60"/>
                    <a:pt x="81" y="60"/>
                  </a:cubicBezTo>
                  <a:cubicBezTo>
                    <a:pt x="36" y="60"/>
                    <a:pt x="0" y="47"/>
                    <a:pt x="0" y="30"/>
                  </a:cubicBezTo>
                  <a:close/>
                  <a:moveTo>
                    <a:pt x="150" y="30"/>
                  </a:moveTo>
                  <a:cubicBezTo>
                    <a:pt x="150" y="16"/>
                    <a:pt x="119" y="5"/>
                    <a:pt x="81" y="5"/>
                  </a:cubicBezTo>
                  <a:cubicBezTo>
                    <a:pt x="44" y="5"/>
                    <a:pt x="13" y="16"/>
                    <a:pt x="13" y="30"/>
                  </a:cubicBezTo>
                  <a:cubicBezTo>
                    <a:pt x="13" y="44"/>
                    <a:pt x="44" y="55"/>
                    <a:pt x="81" y="55"/>
                  </a:cubicBezTo>
                  <a:cubicBezTo>
                    <a:pt x="119" y="55"/>
                    <a:pt x="150" y="44"/>
                    <a:pt x="150" y="3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p>
          </p:txBody>
        </p:sp>
        <p:sp>
          <p:nvSpPr>
            <p:cNvPr id="130" name="Freeform 53">
              <a:extLst>
                <a:ext uri="{FF2B5EF4-FFF2-40B4-BE49-F238E27FC236}">
                  <a16:creationId xmlns:a16="http://schemas.microsoft.com/office/drawing/2014/main" id="{9CCE1C60-DCF0-4DF7-BB12-0466C11D7EF7}"/>
                </a:ext>
              </a:extLst>
            </p:cNvPr>
            <p:cNvSpPr>
              <a:spLocks noEditPoints="1"/>
            </p:cNvSpPr>
            <p:nvPr/>
          </p:nvSpPr>
          <p:spPr bwMode="auto">
            <a:xfrm>
              <a:off x="2229805" y="4297839"/>
              <a:ext cx="414338" cy="417513"/>
            </a:xfrm>
            <a:custGeom>
              <a:gdLst>
                <a:gd name="T0" fmla="*/ 12 w 139"/>
                <a:gd name="T1" fmla="*/ 12 h 140"/>
                <a:gd name="T2" fmla="*/ 91 w 139"/>
                <a:gd name="T3" fmla="*/ 49 h 140"/>
                <a:gd name="T4" fmla="*/ 127 w 139"/>
                <a:gd name="T5" fmla="*/ 128 h 140"/>
                <a:gd name="T6" fmla="*/ 48 w 139"/>
                <a:gd name="T7" fmla="*/ 91 h 140"/>
                <a:gd name="T8" fmla="*/ 12 w 139"/>
                <a:gd name="T9" fmla="*/ 12 h 140"/>
                <a:gd name="T10" fmla="*/ 118 w 139"/>
                <a:gd name="T11" fmla="*/ 119 h 140"/>
                <a:gd name="T12" fmla="*/ 87 w 139"/>
                <a:gd name="T13" fmla="*/ 52 h 140"/>
                <a:gd name="T14" fmla="*/ 21 w 139"/>
                <a:gd name="T15" fmla="*/ 22 h 140"/>
                <a:gd name="T16" fmla="*/ 52 w 139"/>
                <a:gd name="T17" fmla="*/ 88 h 140"/>
                <a:gd name="T18" fmla="*/ 118 w 139"/>
                <a:gd name="T19" fmla="*/ 119 h 140"/>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9" h="140">
                  <a:moveTo>
                    <a:pt x="12" y="12"/>
                  </a:moveTo>
                  <a:cubicBezTo>
                    <a:pt x="23" y="0"/>
                    <a:pt x="59" y="17"/>
                    <a:pt x="91" y="49"/>
                  </a:cubicBezTo>
                  <a:cubicBezTo>
                    <a:pt x="123" y="81"/>
                    <a:pt x="139" y="116"/>
                    <a:pt x="127" y="128"/>
                  </a:cubicBezTo>
                  <a:cubicBezTo>
                    <a:pt x="115" y="140"/>
                    <a:pt x="80" y="123"/>
                    <a:pt x="48" y="91"/>
                  </a:cubicBezTo>
                  <a:cubicBezTo>
                    <a:pt x="16" y="59"/>
                    <a:pt x="0" y="24"/>
                    <a:pt x="12" y="12"/>
                  </a:cubicBezTo>
                  <a:close/>
                  <a:moveTo>
                    <a:pt x="118" y="119"/>
                  </a:moveTo>
                  <a:cubicBezTo>
                    <a:pt x="128" y="109"/>
                    <a:pt x="114" y="79"/>
                    <a:pt x="87" y="52"/>
                  </a:cubicBezTo>
                  <a:cubicBezTo>
                    <a:pt x="60" y="25"/>
                    <a:pt x="31" y="12"/>
                    <a:pt x="21" y="22"/>
                  </a:cubicBezTo>
                  <a:cubicBezTo>
                    <a:pt x="11" y="31"/>
                    <a:pt x="25" y="61"/>
                    <a:pt x="52" y="88"/>
                  </a:cubicBezTo>
                  <a:cubicBezTo>
                    <a:pt x="78" y="115"/>
                    <a:pt x="108" y="128"/>
                    <a:pt x="118" y="11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p>
          </p:txBody>
        </p:sp>
        <p:sp>
          <p:nvSpPr>
            <p:cNvPr id="131" name="Freeform 54">
              <a:extLst>
                <a:ext uri="{FF2B5EF4-FFF2-40B4-BE49-F238E27FC236}">
                  <a16:creationId xmlns:a16="http://schemas.microsoft.com/office/drawing/2014/main" id="{CF4C4758-BC59-455D-B512-B94241251787}"/>
                </a:ext>
              </a:extLst>
            </p:cNvPr>
            <p:cNvSpPr>
              <a:spLocks noEditPoints="1"/>
            </p:cNvSpPr>
            <p:nvPr/>
          </p:nvSpPr>
          <p:spPr bwMode="auto">
            <a:xfrm>
              <a:off x="2229805" y="4297839"/>
              <a:ext cx="414338" cy="417513"/>
            </a:xfrm>
            <a:custGeom>
              <a:gdLst>
                <a:gd name="T0" fmla="*/ 12 w 139"/>
                <a:gd name="T1" fmla="*/ 128 h 140"/>
                <a:gd name="T2" fmla="*/ 48 w 139"/>
                <a:gd name="T3" fmla="*/ 49 h 140"/>
                <a:gd name="T4" fmla="*/ 127 w 139"/>
                <a:gd name="T5" fmla="*/ 12 h 140"/>
                <a:gd name="T6" fmla="*/ 91 w 139"/>
                <a:gd name="T7" fmla="*/ 91 h 140"/>
                <a:gd name="T8" fmla="*/ 12 w 139"/>
                <a:gd name="T9" fmla="*/ 128 h 140"/>
                <a:gd name="T10" fmla="*/ 118 w 139"/>
                <a:gd name="T11" fmla="*/ 22 h 140"/>
                <a:gd name="T12" fmla="*/ 52 w 139"/>
                <a:gd name="T13" fmla="*/ 52 h 140"/>
                <a:gd name="T14" fmla="*/ 21 w 139"/>
                <a:gd name="T15" fmla="*/ 119 h 140"/>
                <a:gd name="T16" fmla="*/ 87 w 139"/>
                <a:gd name="T17" fmla="*/ 88 h 140"/>
                <a:gd name="T18" fmla="*/ 118 w 139"/>
                <a:gd name="T19" fmla="*/ 22 h 140"/>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9" h="140">
                  <a:moveTo>
                    <a:pt x="12" y="128"/>
                  </a:moveTo>
                  <a:cubicBezTo>
                    <a:pt x="0" y="116"/>
                    <a:pt x="16" y="81"/>
                    <a:pt x="48" y="49"/>
                  </a:cubicBezTo>
                  <a:cubicBezTo>
                    <a:pt x="80" y="17"/>
                    <a:pt x="115" y="0"/>
                    <a:pt x="127" y="12"/>
                  </a:cubicBezTo>
                  <a:cubicBezTo>
                    <a:pt x="139" y="24"/>
                    <a:pt x="123" y="59"/>
                    <a:pt x="91" y="91"/>
                  </a:cubicBezTo>
                  <a:cubicBezTo>
                    <a:pt x="59" y="123"/>
                    <a:pt x="23" y="140"/>
                    <a:pt x="12" y="128"/>
                  </a:cubicBezTo>
                  <a:close/>
                  <a:moveTo>
                    <a:pt x="118" y="22"/>
                  </a:moveTo>
                  <a:cubicBezTo>
                    <a:pt x="108" y="12"/>
                    <a:pt x="78" y="25"/>
                    <a:pt x="52" y="52"/>
                  </a:cubicBezTo>
                  <a:cubicBezTo>
                    <a:pt x="25" y="79"/>
                    <a:pt x="11" y="109"/>
                    <a:pt x="21" y="119"/>
                  </a:cubicBezTo>
                  <a:cubicBezTo>
                    <a:pt x="31" y="128"/>
                    <a:pt x="60" y="115"/>
                    <a:pt x="87" y="88"/>
                  </a:cubicBezTo>
                  <a:cubicBezTo>
                    <a:pt x="114" y="61"/>
                    <a:pt x="128" y="31"/>
                    <a:pt x="118"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p>
          </p:txBody>
        </p:sp>
        <p:sp>
          <p:nvSpPr>
            <p:cNvPr id="132" name="Oval 55">
              <a:extLst>
                <a:ext uri="{FF2B5EF4-FFF2-40B4-BE49-F238E27FC236}">
                  <a16:creationId xmlns:a16="http://schemas.microsoft.com/office/drawing/2014/main" id="{F8B2D29C-A448-42F3-957D-C3DBF7300191}"/>
                </a:ext>
              </a:extLst>
            </p:cNvPr>
            <p:cNvSpPr>
              <a:spLocks noChangeArrowheads="1"/>
            </p:cNvSpPr>
            <p:nvPr/>
          </p:nvSpPr>
          <p:spPr bwMode="auto">
            <a:xfrm>
              <a:off x="2399667" y="4467702"/>
              <a:ext cx="74613" cy="77788"/>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ea typeface="思源黑体旧字形 Normal" panose="020b0400000000000000" pitchFamily="34" charset="-128"/>
              </a:endParaRPr>
            </a:p>
          </p:txBody>
        </p:sp>
        <p:sp>
          <p:nvSpPr>
            <p:cNvPr id="133" name="Freeform 56">
              <a:extLst>
                <a:ext uri="{FF2B5EF4-FFF2-40B4-BE49-F238E27FC236}">
                  <a16:creationId xmlns:a16="http://schemas.microsoft.com/office/drawing/2014/main" id="{931E9B09-384D-49E8-867E-94B9E431A0EB}"/>
                </a:ext>
              </a:extLst>
            </p:cNvPr>
            <p:cNvSpPr>
              <a:spLocks noEditPoints="1"/>
            </p:cNvSpPr>
            <p:nvPr/>
          </p:nvSpPr>
          <p:spPr bwMode="auto">
            <a:xfrm>
              <a:off x="1167767" y="2226152"/>
              <a:ext cx="179388" cy="490538"/>
            </a:xfrm>
            <a:custGeom>
              <a:gdLst>
                <a:gd name="T0" fmla="*/ 30 w 60"/>
                <a:gd name="T1" fmla="*/ 0 h 164"/>
                <a:gd name="T2" fmla="*/ 60 w 60"/>
                <a:gd name="T3" fmla="*/ 82 h 164"/>
                <a:gd name="T4" fmla="*/ 30 w 60"/>
                <a:gd name="T5" fmla="*/ 164 h 164"/>
                <a:gd name="T6" fmla="*/ 0 w 60"/>
                <a:gd name="T7" fmla="*/ 82 h 164"/>
                <a:gd name="T8" fmla="*/ 30 w 60"/>
                <a:gd name="T9" fmla="*/ 0 h 164"/>
                <a:gd name="T10" fmla="*/ 30 w 60"/>
                <a:gd name="T11" fmla="*/ 151 h 164"/>
                <a:gd name="T12" fmla="*/ 55 w 60"/>
                <a:gd name="T13" fmla="*/ 82 h 164"/>
                <a:gd name="T14" fmla="*/ 30 w 60"/>
                <a:gd name="T15" fmla="*/ 13 h 164"/>
                <a:gd name="T16" fmla="*/ 5 w 60"/>
                <a:gd name="T17" fmla="*/ 82 h 164"/>
                <a:gd name="T18" fmla="*/ 30 w 60"/>
                <a:gd name="T19" fmla="*/ 151 h 164"/>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164">
                  <a:moveTo>
                    <a:pt x="30" y="0"/>
                  </a:moveTo>
                  <a:cubicBezTo>
                    <a:pt x="46" y="0"/>
                    <a:pt x="60" y="37"/>
                    <a:pt x="60" y="82"/>
                  </a:cubicBezTo>
                  <a:cubicBezTo>
                    <a:pt x="60" y="127"/>
                    <a:pt x="46" y="164"/>
                    <a:pt x="30" y="164"/>
                  </a:cubicBezTo>
                  <a:cubicBezTo>
                    <a:pt x="13" y="164"/>
                    <a:pt x="0" y="127"/>
                    <a:pt x="0" y="82"/>
                  </a:cubicBezTo>
                  <a:cubicBezTo>
                    <a:pt x="0" y="37"/>
                    <a:pt x="13" y="0"/>
                    <a:pt x="30" y="0"/>
                  </a:cubicBezTo>
                  <a:close/>
                  <a:moveTo>
                    <a:pt x="30" y="151"/>
                  </a:moveTo>
                  <a:cubicBezTo>
                    <a:pt x="44" y="151"/>
                    <a:pt x="55" y="120"/>
                    <a:pt x="55" y="82"/>
                  </a:cubicBezTo>
                  <a:cubicBezTo>
                    <a:pt x="55" y="44"/>
                    <a:pt x="44" y="13"/>
                    <a:pt x="30" y="13"/>
                  </a:cubicBezTo>
                  <a:cubicBezTo>
                    <a:pt x="16" y="13"/>
                    <a:pt x="5" y="44"/>
                    <a:pt x="5" y="82"/>
                  </a:cubicBezTo>
                  <a:cubicBezTo>
                    <a:pt x="5" y="120"/>
                    <a:pt x="16" y="151"/>
                    <a:pt x="30" y="15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p>
          </p:txBody>
        </p:sp>
        <p:sp>
          <p:nvSpPr>
            <p:cNvPr id="134" name="Freeform 57">
              <a:extLst>
                <a:ext uri="{FF2B5EF4-FFF2-40B4-BE49-F238E27FC236}">
                  <a16:creationId xmlns:a16="http://schemas.microsoft.com/office/drawing/2014/main" id="{B5D9AD0F-AF8A-4F3A-952C-6886293B4BD8}"/>
                </a:ext>
              </a:extLst>
            </p:cNvPr>
            <p:cNvSpPr>
              <a:spLocks noEditPoints="1"/>
            </p:cNvSpPr>
            <p:nvPr/>
          </p:nvSpPr>
          <p:spPr bwMode="auto">
            <a:xfrm>
              <a:off x="1012192" y="2381727"/>
              <a:ext cx="490538" cy="179388"/>
            </a:xfrm>
            <a:custGeom>
              <a:gdLst>
                <a:gd name="T0" fmla="*/ 0 w 164"/>
                <a:gd name="T1" fmla="*/ 30 h 60"/>
                <a:gd name="T2" fmla="*/ 82 w 164"/>
                <a:gd name="T3" fmla="*/ 0 h 60"/>
                <a:gd name="T4" fmla="*/ 164 w 164"/>
                <a:gd name="T5" fmla="*/ 30 h 60"/>
                <a:gd name="T6" fmla="*/ 82 w 164"/>
                <a:gd name="T7" fmla="*/ 60 h 60"/>
                <a:gd name="T8" fmla="*/ 0 w 164"/>
                <a:gd name="T9" fmla="*/ 30 h 60"/>
                <a:gd name="T10" fmla="*/ 150 w 164"/>
                <a:gd name="T11" fmla="*/ 30 h 60"/>
                <a:gd name="T12" fmla="*/ 82 w 164"/>
                <a:gd name="T13" fmla="*/ 5 h 60"/>
                <a:gd name="T14" fmla="*/ 13 w 164"/>
                <a:gd name="T15" fmla="*/ 30 h 60"/>
                <a:gd name="T16" fmla="*/ 82 w 164"/>
                <a:gd name="T17" fmla="*/ 55 h 60"/>
                <a:gd name="T18" fmla="*/ 150 w 164"/>
                <a:gd name="T19" fmla="*/ 30 h 60"/>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4" h="60">
                  <a:moveTo>
                    <a:pt x="0" y="30"/>
                  </a:moveTo>
                  <a:cubicBezTo>
                    <a:pt x="0" y="13"/>
                    <a:pt x="37" y="0"/>
                    <a:pt x="82" y="0"/>
                  </a:cubicBezTo>
                  <a:cubicBezTo>
                    <a:pt x="127" y="0"/>
                    <a:pt x="164" y="13"/>
                    <a:pt x="164" y="30"/>
                  </a:cubicBezTo>
                  <a:cubicBezTo>
                    <a:pt x="164" y="47"/>
                    <a:pt x="127" y="60"/>
                    <a:pt x="82" y="60"/>
                  </a:cubicBezTo>
                  <a:cubicBezTo>
                    <a:pt x="37" y="60"/>
                    <a:pt x="0" y="47"/>
                    <a:pt x="0" y="30"/>
                  </a:cubicBezTo>
                  <a:close/>
                  <a:moveTo>
                    <a:pt x="150" y="30"/>
                  </a:moveTo>
                  <a:cubicBezTo>
                    <a:pt x="150" y="16"/>
                    <a:pt x="120" y="5"/>
                    <a:pt x="82" y="5"/>
                  </a:cubicBezTo>
                  <a:cubicBezTo>
                    <a:pt x="44" y="5"/>
                    <a:pt x="13" y="16"/>
                    <a:pt x="13" y="30"/>
                  </a:cubicBezTo>
                  <a:cubicBezTo>
                    <a:pt x="13" y="44"/>
                    <a:pt x="44" y="55"/>
                    <a:pt x="82" y="55"/>
                  </a:cubicBezTo>
                  <a:cubicBezTo>
                    <a:pt x="120" y="55"/>
                    <a:pt x="150" y="44"/>
                    <a:pt x="150" y="3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p>
          </p:txBody>
        </p:sp>
        <p:sp>
          <p:nvSpPr>
            <p:cNvPr id="135" name="Freeform 58">
              <a:extLst>
                <a:ext uri="{FF2B5EF4-FFF2-40B4-BE49-F238E27FC236}">
                  <a16:creationId xmlns:a16="http://schemas.microsoft.com/office/drawing/2014/main" id="{A282359A-0FCE-4A52-81D4-6494D45F7741}"/>
                </a:ext>
              </a:extLst>
            </p:cNvPr>
            <p:cNvSpPr>
              <a:spLocks noEditPoints="1"/>
            </p:cNvSpPr>
            <p:nvPr/>
          </p:nvSpPr>
          <p:spPr bwMode="auto">
            <a:xfrm>
              <a:off x="1048705" y="2262664"/>
              <a:ext cx="414338" cy="417513"/>
            </a:xfrm>
            <a:custGeom>
              <a:gdLst>
                <a:gd name="T0" fmla="*/ 12 w 139"/>
                <a:gd name="T1" fmla="*/ 12 h 140"/>
                <a:gd name="T2" fmla="*/ 91 w 139"/>
                <a:gd name="T3" fmla="*/ 49 h 140"/>
                <a:gd name="T4" fmla="*/ 128 w 139"/>
                <a:gd name="T5" fmla="*/ 128 h 140"/>
                <a:gd name="T6" fmla="*/ 48 w 139"/>
                <a:gd name="T7" fmla="*/ 91 h 140"/>
                <a:gd name="T8" fmla="*/ 12 w 139"/>
                <a:gd name="T9" fmla="*/ 12 h 140"/>
                <a:gd name="T10" fmla="*/ 118 w 139"/>
                <a:gd name="T11" fmla="*/ 119 h 140"/>
                <a:gd name="T12" fmla="*/ 88 w 139"/>
                <a:gd name="T13" fmla="*/ 52 h 140"/>
                <a:gd name="T14" fmla="*/ 21 w 139"/>
                <a:gd name="T15" fmla="*/ 22 h 140"/>
                <a:gd name="T16" fmla="*/ 52 w 139"/>
                <a:gd name="T17" fmla="*/ 88 h 140"/>
                <a:gd name="T18" fmla="*/ 118 w 139"/>
                <a:gd name="T19" fmla="*/ 119 h 140"/>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9" h="140">
                  <a:moveTo>
                    <a:pt x="12" y="12"/>
                  </a:moveTo>
                  <a:cubicBezTo>
                    <a:pt x="24" y="0"/>
                    <a:pt x="59" y="17"/>
                    <a:pt x="91" y="49"/>
                  </a:cubicBezTo>
                  <a:cubicBezTo>
                    <a:pt x="123" y="81"/>
                    <a:pt x="139" y="116"/>
                    <a:pt x="128" y="128"/>
                  </a:cubicBezTo>
                  <a:cubicBezTo>
                    <a:pt x="116" y="140"/>
                    <a:pt x="80" y="123"/>
                    <a:pt x="48" y="91"/>
                  </a:cubicBezTo>
                  <a:cubicBezTo>
                    <a:pt x="17" y="59"/>
                    <a:pt x="0" y="24"/>
                    <a:pt x="12" y="12"/>
                  </a:cubicBezTo>
                  <a:close/>
                  <a:moveTo>
                    <a:pt x="118" y="119"/>
                  </a:moveTo>
                  <a:cubicBezTo>
                    <a:pt x="128" y="109"/>
                    <a:pt x="114" y="79"/>
                    <a:pt x="88" y="52"/>
                  </a:cubicBezTo>
                  <a:cubicBezTo>
                    <a:pt x="61" y="25"/>
                    <a:pt x="31" y="12"/>
                    <a:pt x="21" y="22"/>
                  </a:cubicBezTo>
                  <a:cubicBezTo>
                    <a:pt x="12" y="31"/>
                    <a:pt x="25" y="61"/>
                    <a:pt x="52" y="88"/>
                  </a:cubicBezTo>
                  <a:cubicBezTo>
                    <a:pt x="79" y="115"/>
                    <a:pt x="108" y="128"/>
                    <a:pt x="118" y="11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p>
          </p:txBody>
        </p:sp>
        <p:sp>
          <p:nvSpPr>
            <p:cNvPr id="136" name="Freeform 59">
              <a:extLst>
                <a:ext uri="{FF2B5EF4-FFF2-40B4-BE49-F238E27FC236}">
                  <a16:creationId xmlns:a16="http://schemas.microsoft.com/office/drawing/2014/main" id="{33B45001-8648-4002-9B69-A7CBB0411837}"/>
                </a:ext>
              </a:extLst>
            </p:cNvPr>
            <p:cNvSpPr>
              <a:spLocks noEditPoints="1"/>
            </p:cNvSpPr>
            <p:nvPr/>
          </p:nvSpPr>
          <p:spPr bwMode="auto">
            <a:xfrm>
              <a:off x="1048705" y="2262664"/>
              <a:ext cx="414338" cy="417513"/>
            </a:xfrm>
            <a:custGeom>
              <a:gdLst>
                <a:gd name="T0" fmla="*/ 12 w 139"/>
                <a:gd name="T1" fmla="*/ 128 h 140"/>
                <a:gd name="T2" fmla="*/ 48 w 139"/>
                <a:gd name="T3" fmla="*/ 49 h 140"/>
                <a:gd name="T4" fmla="*/ 128 w 139"/>
                <a:gd name="T5" fmla="*/ 12 h 140"/>
                <a:gd name="T6" fmla="*/ 91 w 139"/>
                <a:gd name="T7" fmla="*/ 91 h 140"/>
                <a:gd name="T8" fmla="*/ 12 w 139"/>
                <a:gd name="T9" fmla="*/ 128 h 140"/>
                <a:gd name="T10" fmla="*/ 118 w 139"/>
                <a:gd name="T11" fmla="*/ 22 h 140"/>
                <a:gd name="T12" fmla="*/ 52 w 139"/>
                <a:gd name="T13" fmla="*/ 52 h 140"/>
                <a:gd name="T14" fmla="*/ 21 w 139"/>
                <a:gd name="T15" fmla="*/ 119 h 140"/>
                <a:gd name="T16" fmla="*/ 88 w 139"/>
                <a:gd name="T17" fmla="*/ 88 h 140"/>
                <a:gd name="T18" fmla="*/ 118 w 139"/>
                <a:gd name="T19" fmla="*/ 22 h 140"/>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9" h="140">
                  <a:moveTo>
                    <a:pt x="12" y="128"/>
                  </a:moveTo>
                  <a:cubicBezTo>
                    <a:pt x="0" y="116"/>
                    <a:pt x="17" y="81"/>
                    <a:pt x="48" y="49"/>
                  </a:cubicBezTo>
                  <a:cubicBezTo>
                    <a:pt x="80" y="17"/>
                    <a:pt x="116" y="0"/>
                    <a:pt x="128" y="12"/>
                  </a:cubicBezTo>
                  <a:cubicBezTo>
                    <a:pt x="139" y="24"/>
                    <a:pt x="123" y="59"/>
                    <a:pt x="91" y="91"/>
                  </a:cubicBezTo>
                  <a:cubicBezTo>
                    <a:pt x="59" y="123"/>
                    <a:pt x="24" y="140"/>
                    <a:pt x="12" y="128"/>
                  </a:cubicBezTo>
                  <a:close/>
                  <a:moveTo>
                    <a:pt x="118" y="22"/>
                  </a:moveTo>
                  <a:cubicBezTo>
                    <a:pt x="108" y="12"/>
                    <a:pt x="79" y="25"/>
                    <a:pt x="52" y="52"/>
                  </a:cubicBezTo>
                  <a:cubicBezTo>
                    <a:pt x="25" y="79"/>
                    <a:pt x="12" y="109"/>
                    <a:pt x="21" y="119"/>
                  </a:cubicBezTo>
                  <a:cubicBezTo>
                    <a:pt x="31" y="128"/>
                    <a:pt x="61" y="115"/>
                    <a:pt x="88" y="88"/>
                  </a:cubicBezTo>
                  <a:cubicBezTo>
                    <a:pt x="114" y="61"/>
                    <a:pt x="128" y="31"/>
                    <a:pt x="118"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p>
          </p:txBody>
        </p:sp>
        <p:sp>
          <p:nvSpPr>
            <p:cNvPr id="137" name="Oval 60">
              <a:extLst>
                <a:ext uri="{FF2B5EF4-FFF2-40B4-BE49-F238E27FC236}">
                  <a16:creationId xmlns:a16="http://schemas.microsoft.com/office/drawing/2014/main" id="{C5F7CB94-9C4F-448D-BF4A-44253ADFEC9F}"/>
                </a:ext>
              </a:extLst>
            </p:cNvPr>
            <p:cNvSpPr>
              <a:spLocks noChangeArrowheads="1"/>
            </p:cNvSpPr>
            <p:nvPr/>
          </p:nvSpPr>
          <p:spPr bwMode="auto">
            <a:xfrm>
              <a:off x="1218567" y="2432527"/>
              <a:ext cx="74613" cy="77788"/>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ea typeface="思源黑体旧字形 Normal" panose="020b0400000000000000" pitchFamily="34" charset="-128"/>
              </a:endParaRPr>
            </a:p>
          </p:txBody>
        </p:sp>
        <p:sp>
          <p:nvSpPr>
            <p:cNvPr id="138" name="Freeform 61">
              <a:extLst>
                <a:ext uri="{FF2B5EF4-FFF2-40B4-BE49-F238E27FC236}">
                  <a16:creationId xmlns:a16="http://schemas.microsoft.com/office/drawing/2014/main" id="{DE479307-4B91-40ED-A2D7-78974EE6E724}"/>
                </a:ext>
              </a:extLst>
            </p:cNvPr>
            <p:cNvSpPr>
              <a:spLocks noEditPoints="1"/>
            </p:cNvSpPr>
            <p:nvPr/>
          </p:nvSpPr>
          <p:spPr bwMode="auto">
            <a:xfrm>
              <a:off x="1605917" y="3358039"/>
              <a:ext cx="409575" cy="411163"/>
            </a:xfrm>
            <a:custGeom>
              <a:gdLst>
                <a:gd name="T0" fmla="*/ 44 w 137"/>
                <a:gd name="T1" fmla="*/ 14 h 138"/>
                <a:gd name="T2" fmla="*/ 124 w 137"/>
                <a:gd name="T3" fmla="*/ 44 h 138"/>
                <a:gd name="T4" fmla="*/ 94 w 137"/>
                <a:gd name="T5" fmla="*/ 124 h 138"/>
                <a:gd name="T6" fmla="*/ 14 w 137"/>
                <a:gd name="T7" fmla="*/ 94 h 138"/>
                <a:gd name="T8" fmla="*/ 44 w 137"/>
                <a:gd name="T9" fmla="*/ 14 h 138"/>
                <a:gd name="T10" fmla="*/ 89 w 137"/>
                <a:gd name="T11" fmla="*/ 114 h 138"/>
                <a:gd name="T12" fmla="*/ 113 w 137"/>
                <a:gd name="T13" fmla="*/ 49 h 138"/>
                <a:gd name="T14" fmla="*/ 48 w 137"/>
                <a:gd name="T15" fmla="*/ 24 h 138"/>
                <a:gd name="T16" fmla="*/ 24 w 137"/>
                <a:gd name="T17" fmla="*/ 89 h 138"/>
                <a:gd name="T18" fmla="*/ 89 w 137"/>
                <a:gd name="T19" fmla="*/ 114 h 138"/>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7" h="138">
                  <a:moveTo>
                    <a:pt x="44" y="14"/>
                  </a:moveTo>
                  <a:cubicBezTo>
                    <a:pt x="74" y="0"/>
                    <a:pt x="110" y="14"/>
                    <a:pt x="124" y="44"/>
                  </a:cubicBezTo>
                  <a:cubicBezTo>
                    <a:pt x="137" y="74"/>
                    <a:pt x="124" y="110"/>
                    <a:pt x="94" y="124"/>
                  </a:cubicBezTo>
                  <a:cubicBezTo>
                    <a:pt x="63" y="138"/>
                    <a:pt x="27" y="124"/>
                    <a:pt x="14" y="94"/>
                  </a:cubicBezTo>
                  <a:cubicBezTo>
                    <a:pt x="0" y="64"/>
                    <a:pt x="13" y="28"/>
                    <a:pt x="44" y="14"/>
                  </a:cubicBezTo>
                  <a:close/>
                  <a:moveTo>
                    <a:pt x="89" y="114"/>
                  </a:moveTo>
                  <a:cubicBezTo>
                    <a:pt x="114" y="103"/>
                    <a:pt x="124" y="73"/>
                    <a:pt x="113" y="49"/>
                  </a:cubicBezTo>
                  <a:cubicBezTo>
                    <a:pt x="102" y="24"/>
                    <a:pt x="73" y="13"/>
                    <a:pt x="48" y="24"/>
                  </a:cubicBezTo>
                  <a:cubicBezTo>
                    <a:pt x="24" y="35"/>
                    <a:pt x="13" y="65"/>
                    <a:pt x="24" y="89"/>
                  </a:cubicBezTo>
                  <a:cubicBezTo>
                    <a:pt x="35" y="114"/>
                    <a:pt x="64" y="125"/>
                    <a:pt x="89" y="1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p>
          </p:txBody>
        </p:sp>
        <p:sp>
          <p:nvSpPr>
            <p:cNvPr id="139" name="Freeform 62">
              <a:extLst>
                <a:ext uri="{FF2B5EF4-FFF2-40B4-BE49-F238E27FC236}">
                  <a16:creationId xmlns:a16="http://schemas.microsoft.com/office/drawing/2014/main" id="{1AF39310-8640-49E9-AE00-B3156E842108}"/>
                </a:ext>
              </a:extLst>
            </p:cNvPr>
            <p:cNvSpPr/>
            <p:nvPr/>
          </p:nvSpPr>
          <p:spPr bwMode="auto">
            <a:xfrm>
              <a:off x="1853567" y="3700939"/>
              <a:ext cx="119063" cy="179388"/>
            </a:xfrm>
            <a:custGeom>
              <a:gdLst>
                <a:gd name="T0" fmla="*/ 47 w 75"/>
                <a:gd name="T1" fmla="*/ 113 h 113"/>
                <a:gd name="T2" fmla="*/ 75 w 75"/>
                <a:gd name="T3" fmla="*/ 99 h 113"/>
                <a:gd name="T4" fmla="*/ 28 w 75"/>
                <a:gd name="T5" fmla="*/ 0 h 113"/>
                <a:gd name="T6" fmla="*/ 0 w 75"/>
                <a:gd name="T7" fmla="*/ 11 h 113"/>
                <a:gd name="T8" fmla="*/ 47 w 75"/>
                <a:gd name="T9" fmla="*/ 113 h 113"/>
              </a:gdLst>
              <a:cxnLst>
                <a:cxn ang="0">
                  <a:pos x="T0" y="T1"/>
                </a:cxn>
                <a:cxn ang="0">
                  <a:pos x="T2" y="T3"/>
                </a:cxn>
                <a:cxn ang="0">
                  <a:pos x="T4" y="T5"/>
                </a:cxn>
                <a:cxn ang="0">
                  <a:pos x="T6" y="T7"/>
                </a:cxn>
                <a:cxn ang="0">
                  <a:pos x="T8" y="T9"/>
                </a:cxn>
              </a:cxnLst>
              <a:rect l="0" t="0" r="r" b="b"/>
              <a:pathLst>
                <a:path w="75" h="113">
                  <a:moveTo>
                    <a:pt x="47" y="113"/>
                  </a:moveTo>
                  <a:lnTo>
                    <a:pt x="75" y="99"/>
                  </a:lnTo>
                  <a:lnTo>
                    <a:pt x="28" y="0"/>
                  </a:lnTo>
                  <a:lnTo>
                    <a:pt x="0" y="11"/>
                  </a:lnTo>
                  <a:lnTo>
                    <a:pt x="47" y="11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p>
          </p:txBody>
        </p:sp>
        <p:sp>
          <p:nvSpPr>
            <p:cNvPr id="140" name="Freeform 63">
              <a:extLst>
                <a:ext uri="{FF2B5EF4-FFF2-40B4-BE49-F238E27FC236}">
                  <a16:creationId xmlns:a16="http://schemas.microsoft.com/office/drawing/2014/main" id="{A6DFB5B4-C7C9-4F0C-A215-8ACA421C165D}"/>
                </a:ext>
              </a:extLst>
            </p:cNvPr>
            <p:cNvSpPr/>
            <p:nvPr/>
          </p:nvSpPr>
          <p:spPr bwMode="auto">
            <a:xfrm>
              <a:off x="1871030" y="3751739"/>
              <a:ext cx="158750" cy="238125"/>
            </a:xfrm>
            <a:custGeom>
              <a:gdLst>
                <a:gd name="T0" fmla="*/ 26 w 53"/>
                <a:gd name="T1" fmla="*/ 71 h 80"/>
                <a:gd name="T2" fmla="*/ 43 w 53"/>
                <a:gd name="T3" fmla="*/ 77 h 80"/>
                <a:gd name="T4" fmla="*/ 43 w 53"/>
                <a:gd name="T5" fmla="*/ 77 h 80"/>
                <a:gd name="T6" fmla="*/ 50 w 53"/>
                <a:gd name="T7" fmla="*/ 60 h 80"/>
                <a:gd name="T8" fmla="*/ 27 w 53"/>
                <a:gd name="T9" fmla="*/ 9 h 80"/>
                <a:gd name="T10" fmla="*/ 10 w 53"/>
                <a:gd name="T11" fmla="*/ 3 h 80"/>
                <a:gd name="T12" fmla="*/ 10 w 53"/>
                <a:gd name="T13" fmla="*/ 3 h 80"/>
                <a:gd name="T14" fmla="*/ 3 w 53"/>
                <a:gd name="T15" fmla="*/ 20 h 80"/>
                <a:gd name="T16" fmla="*/ 26 w 53"/>
                <a:gd name="T17" fmla="*/ 71 h 80"/>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2" h="80">
                  <a:moveTo>
                    <a:pt x="26" y="71"/>
                  </a:moveTo>
                  <a:cubicBezTo>
                    <a:pt x="29" y="77"/>
                    <a:pt x="37" y="80"/>
                    <a:pt x="43" y="77"/>
                  </a:cubicBezTo>
                  <a:cubicBezTo>
                    <a:pt x="43" y="77"/>
                    <a:pt x="43" y="77"/>
                    <a:pt x="43" y="77"/>
                  </a:cubicBezTo>
                  <a:cubicBezTo>
                    <a:pt x="50" y="74"/>
                    <a:pt x="53" y="67"/>
                    <a:pt x="50" y="60"/>
                  </a:cubicBezTo>
                  <a:cubicBezTo>
                    <a:pt x="27" y="9"/>
                    <a:pt x="27" y="9"/>
                    <a:pt x="27" y="9"/>
                  </a:cubicBezTo>
                  <a:cubicBezTo>
                    <a:pt x="24" y="3"/>
                    <a:pt x="16" y="0"/>
                    <a:pt x="10" y="3"/>
                  </a:cubicBezTo>
                  <a:cubicBezTo>
                    <a:pt x="10" y="3"/>
                    <a:pt x="10" y="3"/>
                    <a:pt x="10" y="3"/>
                  </a:cubicBezTo>
                  <a:cubicBezTo>
                    <a:pt x="3" y="6"/>
                    <a:pt x="0" y="14"/>
                    <a:pt x="3" y="20"/>
                  </a:cubicBezTo>
                  <a:lnTo>
                    <a:pt x="26" y="7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p>
          </p:txBody>
        </p:sp>
        <p:sp>
          <p:nvSpPr>
            <p:cNvPr id="141" name="Freeform 64">
              <a:extLst>
                <a:ext uri="{FF2B5EF4-FFF2-40B4-BE49-F238E27FC236}">
                  <a16:creationId xmlns:a16="http://schemas.microsoft.com/office/drawing/2014/main" id="{D0CAE9EE-8714-4183-AEFE-9249E36F207E}"/>
                </a:ext>
              </a:extLst>
            </p:cNvPr>
            <p:cNvSpPr>
              <a:spLocks noEditPoints="1"/>
            </p:cNvSpPr>
            <p:nvPr/>
          </p:nvSpPr>
          <p:spPr bwMode="auto">
            <a:xfrm>
              <a:off x="3488692" y="3554889"/>
              <a:ext cx="401638" cy="404813"/>
            </a:xfrm>
            <a:custGeom>
              <a:gdLst>
                <a:gd name="T0" fmla="*/ 105 w 135"/>
                <a:gd name="T1" fmla="*/ 21 h 136"/>
                <a:gd name="T2" fmla="*/ 114 w 135"/>
                <a:gd name="T3" fmla="*/ 106 h 136"/>
                <a:gd name="T4" fmla="*/ 29 w 135"/>
                <a:gd name="T5" fmla="*/ 115 h 136"/>
                <a:gd name="T6" fmla="*/ 21 w 135"/>
                <a:gd name="T7" fmla="*/ 30 h 136"/>
                <a:gd name="T8" fmla="*/ 105 w 135"/>
                <a:gd name="T9" fmla="*/ 21 h 136"/>
                <a:gd name="T10" fmla="*/ 36 w 135"/>
                <a:gd name="T11" fmla="*/ 106 h 136"/>
                <a:gd name="T12" fmla="*/ 106 w 135"/>
                <a:gd name="T13" fmla="*/ 99 h 136"/>
                <a:gd name="T14" fmla="*/ 98 w 135"/>
                <a:gd name="T15" fmla="*/ 30 h 136"/>
                <a:gd name="T16" fmla="*/ 29 w 135"/>
                <a:gd name="T17" fmla="*/ 37 h 136"/>
                <a:gd name="T18" fmla="*/ 36 w 135"/>
                <a:gd name="T19" fmla="*/ 106 h 136"/>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5" h="136">
                  <a:moveTo>
                    <a:pt x="105" y="21"/>
                  </a:moveTo>
                  <a:cubicBezTo>
                    <a:pt x="131" y="42"/>
                    <a:pt x="135" y="80"/>
                    <a:pt x="114" y="106"/>
                  </a:cubicBezTo>
                  <a:cubicBezTo>
                    <a:pt x="93" y="132"/>
                    <a:pt x="55" y="136"/>
                    <a:pt x="29" y="115"/>
                  </a:cubicBezTo>
                  <a:cubicBezTo>
                    <a:pt x="4" y="94"/>
                    <a:pt x="0" y="56"/>
                    <a:pt x="21" y="30"/>
                  </a:cubicBezTo>
                  <a:cubicBezTo>
                    <a:pt x="42" y="4"/>
                    <a:pt x="80" y="0"/>
                    <a:pt x="105" y="21"/>
                  </a:cubicBezTo>
                  <a:close/>
                  <a:moveTo>
                    <a:pt x="36" y="106"/>
                  </a:moveTo>
                  <a:cubicBezTo>
                    <a:pt x="58" y="123"/>
                    <a:pt x="88" y="120"/>
                    <a:pt x="106" y="99"/>
                  </a:cubicBezTo>
                  <a:cubicBezTo>
                    <a:pt x="123" y="78"/>
                    <a:pt x="119" y="47"/>
                    <a:pt x="98" y="30"/>
                  </a:cubicBezTo>
                  <a:cubicBezTo>
                    <a:pt x="77" y="13"/>
                    <a:pt x="46" y="16"/>
                    <a:pt x="29" y="37"/>
                  </a:cubicBezTo>
                  <a:cubicBezTo>
                    <a:pt x="12" y="58"/>
                    <a:pt x="15" y="89"/>
                    <a:pt x="36" y="10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p>
          </p:txBody>
        </p:sp>
        <p:sp>
          <p:nvSpPr>
            <p:cNvPr id="142" name="Freeform 65">
              <a:extLst>
                <a:ext uri="{FF2B5EF4-FFF2-40B4-BE49-F238E27FC236}">
                  <a16:creationId xmlns:a16="http://schemas.microsoft.com/office/drawing/2014/main" id="{17546616-B060-45B9-B4C3-D58E0D69FD98}"/>
                </a:ext>
              </a:extLst>
            </p:cNvPr>
            <p:cNvSpPr/>
            <p:nvPr/>
          </p:nvSpPr>
          <p:spPr bwMode="auto">
            <a:xfrm>
              <a:off x="3458530" y="3867627"/>
              <a:ext cx="149225" cy="166688"/>
            </a:xfrm>
            <a:custGeom>
              <a:gdLst>
                <a:gd name="T0" fmla="*/ 0 w 94"/>
                <a:gd name="T1" fmla="*/ 85 h 105"/>
                <a:gd name="T2" fmla="*/ 24 w 94"/>
                <a:gd name="T3" fmla="*/ 105 h 105"/>
                <a:gd name="T4" fmla="*/ 94 w 94"/>
                <a:gd name="T5" fmla="*/ 19 h 105"/>
                <a:gd name="T6" fmla="*/ 69 w 94"/>
                <a:gd name="T7" fmla="*/ 0 h 105"/>
                <a:gd name="T8" fmla="*/ 0 w 94"/>
                <a:gd name="T9" fmla="*/ 85 h 105"/>
              </a:gdLst>
              <a:cxnLst>
                <a:cxn ang="0">
                  <a:pos x="T0" y="T1"/>
                </a:cxn>
                <a:cxn ang="0">
                  <a:pos x="T2" y="T3"/>
                </a:cxn>
                <a:cxn ang="0">
                  <a:pos x="T4" y="T5"/>
                </a:cxn>
                <a:cxn ang="0">
                  <a:pos x="T6" y="T7"/>
                </a:cxn>
                <a:cxn ang="0">
                  <a:pos x="T8" y="T9"/>
                </a:cxn>
              </a:cxnLst>
              <a:rect l="0" t="0" r="r" b="b"/>
              <a:pathLst>
                <a:path w="94" h="105">
                  <a:moveTo>
                    <a:pt x="0" y="85"/>
                  </a:moveTo>
                  <a:lnTo>
                    <a:pt x="24" y="105"/>
                  </a:lnTo>
                  <a:lnTo>
                    <a:pt x="94" y="19"/>
                  </a:lnTo>
                  <a:lnTo>
                    <a:pt x="69" y="0"/>
                  </a:lnTo>
                  <a:lnTo>
                    <a:pt x="0" y="8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p>
          </p:txBody>
        </p:sp>
        <p:sp>
          <p:nvSpPr>
            <p:cNvPr id="143" name="Freeform 66">
              <a:extLst>
                <a:ext uri="{FF2B5EF4-FFF2-40B4-BE49-F238E27FC236}">
                  <a16:creationId xmlns:a16="http://schemas.microsoft.com/office/drawing/2014/main" id="{BCF7AE67-6850-4CE3-9619-F60145CDDF8C}"/>
                </a:ext>
              </a:extLst>
            </p:cNvPr>
            <p:cNvSpPr/>
            <p:nvPr/>
          </p:nvSpPr>
          <p:spPr bwMode="auto">
            <a:xfrm>
              <a:off x="3380742" y="3912077"/>
              <a:ext cx="190500" cy="214313"/>
            </a:xfrm>
            <a:custGeom>
              <a:gdLst>
                <a:gd name="T0" fmla="*/ 5 w 64"/>
                <a:gd name="T1" fmla="*/ 49 h 72"/>
                <a:gd name="T2" fmla="*/ 6 w 64"/>
                <a:gd name="T3" fmla="*/ 68 h 72"/>
                <a:gd name="T4" fmla="*/ 6 w 64"/>
                <a:gd name="T5" fmla="*/ 68 h 72"/>
                <a:gd name="T6" fmla="*/ 25 w 64"/>
                <a:gd name="T7" fmla="*/ 66 h 72"/>
                <a:gd name="T8" fmla="*/ 60 w 64"/>
                <a:gd name="T9" fmla="*/ 23 h 72"/>
                <a:gd name="T10" fmla="*/ 58 w 64"/>
                <a:gd name="T11" fmla="*/ 4 h 72"/>
                <a:gd name="T12" fmla="*/ 58 w 64"/>
                <a:gd name="T13" fmla="*/ 4 h 72"/>
                <a:gd name="T14" fmla="*/ 40 w 64"/>
                <a:gd name="T15" fmla="*/ 6 h 72"/>
                <a:gd name="T16" fmla="*/ 5 w 64"/>
                <a:gd name="T17" fmla="*/ 49 h 72"/>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72">
                  <a:moveTo>
                    <a:pt x="5" y="49"/>
                  </a:moveTo>
                  <a:cubicBezTo>
                    <a:pt x="0" y="55"/>
                    <a:pt x="1" y="63"/>
                    <a:pt x="6" y="68"/>
                  </a:cubicBezTo>
                  <a:cubicBezTo>
                    <a:pt x="6" y="68"/>
                    <a:pt x="6" y="68"/>
                    <a:pt x="6" y="68"/>
                  </a:cubicBezTo>
                  <a:cubicBezTo>
                    <a:pt x="12" y="72"/>
                    <a:pt x="20" y="71"/>
                    <a:pt x="25" y="66"/>
                  </a:cubicBezTo>
                  <a:cubicBezTo>
                    <a:pt x="60" y="23"/>
                    <a:pt x="60" y="23"/>
                    <a:pt x="60" y="23"/>
                  </a:cubicBezTo>
                  <a:cubicBezTo>
                    <a:pt x="64" y="17"/>
                    <a:pt x="63" y="9"/>
                    <a:pt x="58" y="4"/>
                  </a:cubicBezTo>
                  <a:cubicBezTo>
                    <a:pt x="58" y="4"/>
                    <a:pt x="58" y="4"/>
                    <a:pt x="58" y="4"/>
                  </a:cubicBezTo>
                  <a:cubicBezTo>
                    <a:pt x="52" y="0"/>
                    <a:pt x="44" y="1"/>
                    <a:pt x="40" y="6"/>
                  </a:cubicBezTo>
                  <a:lnTo>
                    <a:pt x="5" y="4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p>
          </p:txBody>
        </p:sp>
        <p:sp>
          <p:nvSpPr>
            <p:cNvPr id="144" name="Freeform 67">
              <a:extLst>
                <a:ext uri="{FF2B5EF4-FFF2-40B4-BE49-F238E27FC236}">
                  <a16:creationId xmlns:a16="http://schemas.microsoft.com/office/drawing/2014/main" id="{EB9259B4-57AD-4A8D-AF62-4AFEADFFBC78}"/>
                </a:ext>
              </a:extLst>
            </p:cNvPr>
            <p:cNvSpPr>
              <a:spLocks noEditPoints="1"/>
            </p:cNvSpPr>
            <p:nvPr/>
          </p:nvSpPr>
          <p:spPr bwMode="auto">
            <a:xfrm>
              <a:off x="1439230" y="2632552"/>
              <a:ext cx="325438" cy="623888"/>
            </a:xfrm>
            <a:custGeom>
              <a:gdLst>
                <a:gd name="T0" fmla="*/ 205 w 205"/>
                <a:gd name="T1" fmla="*/ 0 h 393"/>
                <a:gd name="T2" fmla="*/ 205 w 205"/>
                <a:gd name="T3" fmla="*/ 393 h 393"/>
                <a:gd name="T4" fmla="*/ 0 w 205"/>
                <a:gd name="T5" fmla="*/ 393 h 393"/>
                <a:gd name="T6" fmla="*/ 205 w 205"/>
                <a:gd name="T7" fmla="*/ 0 h 393"/>
                <a:gd name="T8" fmla="*/ 175 w 205"/>
                <a:gd name="T9" fmla="*/ 152 h 393"/>
                <a:gd name="T10" fmla="*/ 68 w 205"/>
                <a:gd name="T11" fmla="*/ 340 h 393"/>
                <a:gd name="T12" fmla="*/ 175 w 205"/>
                <a:gd name="T13" fmla="*/ 340 h 393"/>
                <a:gd name="T14" fmla="*/ 175 w 205"/>
                <a:gd name="T15" fmla="*/ 152 h 393"/>
              </a:gd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05" h="393">
                  <a:moveTo>
                    <a:pt x="205" y="0"/>
                  </a:moveTo>
                  <a:lnTo>
                    <a:pt x="205" y="393"/>
                  </a:lnTo>
                  <a:lnTo>
                    <a:pt x="0" y="393"/>
                  </a:lnTo>
                  <a:lnTo>
                    <a:pt x="205" y="0"/>
                  </a:lnTo>
                  <a:close/>
                  <a:moveTo>
                    <a:pt x="175" y="152"/>
                  </a:moveTo>
                  <a:lnTo>
                    <a:pt x="68" y="340"/>
                  </a:lnTo>
                  <a:lnTo>
                    <a:pt x="175" y="340"/>
                  </a:lnTo>
                  <a:lnTo>
                    <a:pt x="175" y="15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p>
          </p:txBody>
        </p:sp>
        <p:sp>
          <p:nvSpPr>
            <p:cNvPr id="145" name="Rectangle 68">
              <a:extLst>
                <a:ext uri="{FF2B5EF4-FFF2-40B4-BE49-F238E27FC236}">
                  <a16:creationId xmlns:a16="http://schemas.microsoft.com/office/drawing/2014/main" id="{DE4231E5-6A68-4C4F-AE1E-0B8BA41AA56B}"/>
                </a:ext>
              </a:extLst>
            </p:cNvPr>
            <p:cNvSpPr>
              <a:spLocks noChangeArrowheads="1"/>
            </p:cNvSpPr>
            <p:nvPr/>
          </p:nvSpPr>
          <p:spPr bwMode="auto">
            <a:xfrm>
              <a:off x="1847217" y="2645252"/>
              <a:ext cx="84138" cy="6111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121920" tIns="60960" rIns="121920" bIns="60960" numCol="1" anchor="t" anchorCtr="0" compatLnSpc="1"/>
            <a:lstStyle/>
            <a:p>
              <a:endParaRPr lang="zh-CN" altLang="en-US" sz="2400">
                <a:ea typeface="思源黑体旧字形 Normal" panose="020b0400000000000000" pitchFamily="34" charset="-128"/>
              </a:endParaRPr>
            </a:p>
          </p:txBody>
        </p:sp>
        <p:sp>
          <p:nvSpPr>
            <p:cNvPr id="146" name="Freeform 69">
              <a:extLst>
                <a:ext uri="{FF2B5EF4-FFF2-40B4-BE49-F238E27FC236}">
                  <a16:creationId xmlns:a16="http://schemas.microsoft.com/office/drawing/2014/main" id="{192F9A93-270B-42DA-80D7-F014F9F7CDAE}"/>
                </a:ext>
              </a:extLst>
            </p:cNvPr>
            <p:cNvSpPr>
              <a:spLocks noEditPoints="1"/>
            </p:cNvSpPr>
            <p:nvPr/>
          </p:nvSpPr>
          <p:spPr bwMode="auto">
            <a:xfrm>
              <a:off x="2858455" y="4478814"/>
              <a:ext cx="388938" cy="173038"/>
            </a:xfrm>
            <a:custGeom>
              <a:gdLst>
                <a:gd name="T0" fmla="*/ 245 w 245"/>
                <a:gd name="T1" fmla="*/ 0 h 109"/>
                <a:gd name="T2" fmla="*/ 57 w 245"/>
                <a:gd name="T3" fmla="*/ 109 h 109"/>
                <a:gd name="T4" fmla="*/ 0 w 245"/>
                <a:gd name="T5" fmla="*/ 10 h 109"/>
                <a:gd name="T6" fmla="*/ 245 w 245"/>
                <a:gd name="T7" fmla="*/ 0 h 109"/>
                <a:gd name="T8" fmla="*/ 164 w 245"/>
                <a:gd name="T9" fmla="*/ 28 h 109"/>
                <a:gd name="T10" fmla="*/ 44 w 245"/>
                <a:gd name="T11" fmla="*/ 28 h 109"/>
                <a:gd name="T12" fmla="*/ 74 w 245"/>
                <a:gd name="T13" fmla="*/ 79 h 109"/>
                <a:gd name="T14" fmla="*/ 164 w 245"/>
                <a:gd name="T15" fmla="*/ 28 h 109"/>
              </a:gd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5" h="109">
                  <a:moveTo>
                    <a:pt x="245" y="0"/>
                  </a:moveTo>
                  <a:lnTo>
                    <a:pt x="57" y="109"/>
                  </a:lnTo>
                  <a:lnTo>
                    <a:pt x="0" y="10"/>
                  </a:lnTo>
                  <a:lnTo>
                    <a:pt x="245" y="0"/>
                  </a:lnTo>
                  <a:close/>
                  <a:moveTo>
                    <a:pt x="164" y="28"/>
                  </a:moveTo>
                  <a:lnTo>
                    <a:pt x="44" y="28"/>
                  </a:lnTo>
                  <a:lnTo>
                    <a:pt x="74" y="79"/>
                  </a:lnTo>
                  <a:lnTo>
                    <a:pt x="164" y="2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p>
          </p:txBody>
        </p:sp>
        <p:sp>
          <p:nvSpPr>
            <p:cNvPr id="147" name="Freeform 70">
              <a:extLst>
                <a:ext uri="{FF2B5EF4-FFF2-40B4-BE49-F238E27FC236}">
                  <a16:creationId xmlns:a16="http://schemas.microsoft.com/office/drawing/2014/main" id="{2C92BA32-EB4B-4837-8C49-5F89C6AD08E1}"/>
                </a:ext>
              </a:extLst>
            </p:cNvPr>
            <p:cNvSpPr/>
            <p:nvPr/>
          </p:nvSpPr>
          <p:spPr bwMode="auto">
            <a:xfrm>
              <a:off x="2972755" y="4523264"/>
              <a:ext cx="315913" cy="209550"/>
            </a:xfrm>
            <a:custGeom>
              <a:gdLst>
                <a:gd name="T0" fmla="*/ 0 w 199"/>
                <a:gd name="T1" fmla="*/ 106 h 132"/>
                <a:gd name="T2" fmla="*/ 15 w 199"/>
                <a:gd name="T3" fmla="*/ 132 h 132"/>
                <a:gd name="T4" fmla="*/ 199 w 199"/>
                <a:gd name="T5" fmla="*/ 25 h 132"/>
                <a:gd name="T6" fmla="*/ 184 w 199"/>
                <a:gd name="T7" fmla="*/ 0 h 132"/>
                <a:gd name="T8" fmla="*/ 0 w 199"/>
                <a:gd name="T9" fmla="*/ 106 h 132"/>
              </a:gdLst>
              <a:cxnLst>
                <a:cxn ang="0">
                  <a:pos x="T0" y="T1"/>
                </a:cxn>
                <a:cxn ang="0">
                  <a:pos x="T2" y="T3"/>
                </a:cxn>
                <a:cxn ang="0">
                  <a:pos x="T4" y="T5"/>
                </a:cxn>
                <a:cxn ang="0">
                  <a:pos x="T6" y="T7"/>
                </a:cxn>
                <a:cxn ang="0">
                  <a:pos x="T8" y="T9"/>
                </a:cxn>
              </a:cxnLst>
              <a:rect l="0" t="0" r="r" b="b"/>
              <a:pathLst>
                <a:path w="199" h="132">
                  <a:moveTo>
                    <a:pt x="0" y="106"/>
                  </a:moveTo>
                  <a:lnTo>
                    <a:pt x="15" y="132"/>
                  </a:lnTo>
                  <a:lnTo>
                    <a:pt x="199" y="25"/>
                  </a:lnTo>
                  <a:lnTo>
                    <a:pt x="184" y="0"/>
                  </a:lnTo>
                  <a:lnTo>
                    <a:pt x="0" y="10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p>
          </p:txBody>
        </p:sp>
        <p:sp>
          <p:nvSpPr>
            <p:cNvPr id="148" name="Freeform 71">
              <a:extLst>
                <a:ext uri="{FF2B5EF4-FFF2-40B4-BE49-F238E27FC236}">
                  <a16:creationId xmlns:a16="http://schemas.microsoft.com/office/drawing/2014/main" id="{6CB307A4-709F-472D-A55B-48A26B0415F7}"/>
                </a:ext>
              </a:extLst>
            </p:cNvPr>
            <p:cNvSpPr/>
            <p:nvPr/>
          </p:nvSpPr>
          <p:spPr bwMode="auto">
            <a:xfrm>
              <a:off x="2101217" y="1316514"/>
              <a:ext cx="277813" cy="254000"/>
            </a:xfrm>
            <a:custGeom>
              <a:gdLst>
                <a:gd name="T0" fmla="*/ 48 w 93"/>
                <a:gd name="T1" fmla="*/ 85 h 85"/>
                <a:gd name="T2" fmla="*/ 93 w 93"/>
                <a:gd name="T3" fmla="*/ 85 h 85"/>
                <a:gd name="T4" fmla="*/ 93 w 93"/>
                <a:gd name="T5" fmla="*/ 17 h 85"/>
                <a:gd name="T6" fmla="*/ 47 w 93"/>
                <a:gd name="T7" fmla="*/ 17 h 85"/>
                <a:gd name="T8" fmla="*/ 0 w 93"/>
                <a:gd name="T9" fmla="*/ 17 h 85"/>
                <a:gd name="T10" fmla="*/ 0 w 93"/>
                <a:gd name="T11" fmla="*/ 85 h 85"/>
                <a:gd name="T12" fmla="*/ 48 w 93"/>
                <a:gd name="T13" fmla="*/ 85 h 85"/>
              </a:gdLst>
              <a:cxnLst>
                <a:cxn ang="0">
                  <a:pos x="T0" y="T1"/>
                </a:cxn>
                <a:cxn ang="0">
                  <a:pos x="T2" y="T3"/>
                </a:cxn>
                <a:cxn ang="0">
                  <a:pos x="T4" y="T5"/>
                </a:cxn>
                <a:cxn ang="0">
                  <a:pos x="T6" y="T7"/>
                </a:cxn>
                <a:cxn ang="0">
                  <a:pos x="T8" y="T9"/>
                </a:cxn>
                <a:cxn ang="0">
                  <a:pos x="T10" y="T11"/>
                </a:cxn>
                <a:cxn ang="0">
                  <a:pos x="T12" y="T13"/>
                </a:cxn>
              </a:cxnLst>
              <a:rect l="0" t="0" r="r" b="b"/>
              <a:pathLst>
                <a:path w="93" h="85">
                  <a:moveTo>
                    <a:pt x="48" y="85"/>
                  </a:moveTo>
                  <a:cubicBezTo>
                    <a:pt x="48" y="85"/>
                    <a:pt x="64" y="69"/>
                    <a:pt x="93" y="85"/>
                  </a:cubicBezTo>
                  <a:cubicBezTo>
                    <a:pt x="93" y="17"/>
                    <a:pt x="93" y="17"/>
                    <a:pt x="93" y="17"/>
                  </a:cubicBezTo>
                  <a:cubicBezTo>
                    <a:pt x="93" y="17"/>
                    <a:pt x="63" y="0"/>
                    <a:pt x="47" y="17"/>
                  </a:cubicBezTo>
                  <a:cubicBezTo>
                    <a:pt x="0" y="17"/>
                    <a:pt x="0" y="17"/>
                    <a:pt x="0" y="17"/>
                  </a:cubicBezTo>
                  <a:cubicBezTo>
                    <a:pt x="0" y="85"/>
                    <a:pt x="0" y="85"/>
                    <a:pt x="0" y="85"/>
                  </a:cubicBezTo>
                  <a:lnTo>
                    <a:pt x="48" y="8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p>
          </p:txBody>
        </p:sp>
        <p:sp>
          <p:nvSpPr>
            <p:cNvPr id="149" name="Freeform 72">
              <a:extLst>
                <a:ext uri="{FF2B5EF4-FFF2-40B4-BE49-F238E27FC236}">
                  <a16:creationId xmlns:a16="http://schemas.microsoft.com/office/drawing/2014/main" id="{2F0CB9F5-6D9B-4811-A721-783FE3BD4CB5}"/>
                </a:ext>
              </a:extLst>
            </p:cNvPr>
            <p:cNvSpPr/>
            <p:nvPr/>
          </p:nvSpPr>
          <p:spPr bwMode="auto">
            <a:xfrm>
              <a:off x="1898017" y="2259489"/>
              <a:ext cx="274638" cy="257175"/>
            </a:xfrm>
            <a:custGeom>
              <a:gdLst>
                <a:gd name="T0" fmla="*/ 47 w 92"/>
                <a:gd name="T1" fmla="*/ 86 h 86"/>
                <a:gd name="T2" fmla="*/ 92 w 92"/>
                <a:gd name="T3" fmla="*/ 85 h 86"/>
                <a:gd name="T4" fmla="*/ 92 w 92"/>
                <a:gd name="T5" fmla="*/ 17 h 86"/>
                <a:gd name="T6" fmla="*/ 46 w 92"/>
                <a:gd name="T7" fmla="*/ 17 h 86"/>
                <a:gd name="T8" fmla="*/ 0 w 92"/>
                <a:gd name="T9" fmla="*/ 17 h 86"/>
                <a:gd name="T10" fmla="*/ 0 w 92"/>
                <a:gd name="T11" fmla="*/ 85 h 86"/>
                <a:gd name="T12" fmla="*/ 47 w 92"/>
                <a:gd name="T13" fmla="*/ 86 h 86"/>
              </a:gdLst>
              <a:cxnLst>
                <a:cxn ang="0">
                  <a:pos x="T0" y="T1"/>
                </a:cxn>
                <a:cxn ang="0">
                  <a:pos x="T2" y="T3"/>
                </a:cxn>
                <a:cxn ang="0">
                  <a:pos x="T4" y="T5"/>
                </a:cxn>
                <a:cxn ang="0">
                  <a:pos x="T6" y="T7"/>
                </a:cxn>
                <a:cxn ang="0">
                  <a:pos x="T8" y="T9"/>
                </a:cxn>
                <a:cxn ang="0">
                  <a:pos x="T10" y="T11"/>
                </a:cxn>
                <a:cxn ang="0">
                  <a:pos x="T12" y="T13"/>
                </a:cxn>
              </a:cxnLst>
              <a:rect l="0" t="0" r="r" b="b"/>
              <a:pathLst>
                <a:path w="92" h="86">
                  <a:moveTo>
                    <a:pt x="47" y="86"/>
                  </a:moveTo>
                  <a:cubicBezTo>
                    <a:pt x="47" y="86"/>
                    <a:pt x="63" y="70"/>
                    <a:pt x="92" y="85"/>
                  </a:cubicBezTo>
                  <a:cubicBezTo>
                    <a:pt x="92" y="17"/>
                    <a:pt x="92" y="17"/>
                    <a:pt x="92" y="17"/>
                  </a:cubicBezTo>
                  <a:cubicBezTo>
                    <a:pt x="92" y="17"/>
                    <a:pt x="62" y="0"/>
                    <a:pt x="46" y="17"/>
                  </a:cubicBezTo>
                  <a:cubicBezTo>
                    <a:pt x="0" y="17"/>
                    <a:pt x="0" y="17"/>
                    <a:pt x="0" y="17"/>
                  </a:cubicBezTo>
                  <a:cubicBezTo>
                    <a:pt x="0" y="85"/>
                    <a:pt x="0" y="85"/>
                    <a:pt x="0" y="85"/>
                  </a:cubicBezTo>
                  <a:lnTo>
                    <a:pt x="47" y="8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p>
          </p:txBody>
        </p:sp>
        <p:sp>
          <p:nvSpPr>
            <p:cNvPr id="150" name="Freeform 73">
              <a:extLst>
                <a:ext uri="{FF2B5EF4-FFF2-40B4-BE49-F238E27FC236}">
                  <a16:creationId xmlns:a16="http://schemas.microsoft.com/office/drawing/2014/main" id="{D3D0C43F-C6A3-4272-B98B-78C9F17D7908}"/>
                </a:ext>
              </a:extLst>
            </p:cNvPr>
            <p:cNvSpPr/>
            <p:nvPr/>
          </p:nvSpPr>
          <p:spPr bwMode="auto">
            <a:xfrm>
              <a:off x="3715705" y="2686527"/>
              <a:ext cx="342900" cy="330200"/>
            </a:xfrm>
            <a:custGeom>
              <a:gdLst>
                <a:gd name="T0" fmla="*/ 37 w 115"/>
                <a:gd name="T1" fmla="*/ 83 h 111"/>
                <a:gd name="T2" fmla="*/ 73 w 115"/>
                <a:gd name="T3" fmla="*/ 111 h 111"/>
                <a:gd name="T4" fmla="*/ 115 w 115"/>
                <a:gd name="T5" fmla="*/ 58 h 111"/>
                <a:gd name="T6" fmla="*/ 79 w 115"/>
                <a:gd name="T7" fmla="*/ 29 h 111"/>
                <a:gd name="T8" fmla="*/ 43 w 115"/>
                <a:gd name="T9" fmla="*/ 0 h 111"/>
                <a:gd name="T10" fmla="*/ 0 w 115"/>
                <a:gd name="T11" fmla="*/ 53 h 111"/>
                <a:gd name="T12" fmla="*/ 37 w 115"/>
                <a:gd name="T13" fmla="*/ 83 h 111"/>
              </a:gdLst>
              <a:cxnLst>
                <a:cxn ang="0">
                  <a:pos x="T0" y="T1"/>
                </a:cxn>
                <a:cxn ang="0">
                  <a:pos x="T2" y="T3"/>
                </a:cxn>
                <a:cxn ang="0">
                  <a:pos x="T4" y="T5"/>
                </a:cxn>
                <a:cxn ang="0">
                  <a:pos x="T6" y="T7"/>
                </a:cxn>
                <a:cxn ang="0">
                  <a:pos x="T8" y="T9"/>
                </a:cxn>
                <a:cxn ang="0">
                  <a:pos x="T10" y="T11"/>
                </a:cxn>
                <a:cxn ang="0">
                  <a:pos x="T12" y="T13"/>
                </a:cxn>
              </a:cxnLst>
              <a:rect l="0" t="0" r="r" b="b"/>
              <a:pathLst>
                <a:path w="115" h="110">
                  <a:moveTo>
                    <a:pt x="37" y="83"/>
                  </a:moveTo>
                  <a:cubicBezTo>
                    <a:pt x="37" y="83"/>
                    <a:pt x="59" y="81"/>
                    <a:pt x="73" y="111"/>
                  </a:cubicBezTo>
                  <a:cubicBezTo>
                    <a:pt x="115" y="58"/>
                    <a:pt x="115" y="58"/>
                    <a:pt x="115" y="58"/>
                  </a:cubicBezTo>
                  <a:cubicBezTo>
                    <a:pt x="115" y="58"/>
                    <a:pt x="102" y="26"/>
                    <a:pt x="79" y="29"/>
                  </a:cubicBezTo>
                  <a:cubicBezTo>
                    <a:pt x="43" y="0"/>
                    <a:pt x="43" y="0"/>
                    <a:pt x="43" y="0"/>
                  </a:cubicBezTo>
                  <a:cubicBezTo>
                    <a:pt x="0" y="53"/>
                    <a:pt x="0" y="53"/>
                    <a:pt x="0" y="53"/>
                  </a:cubicBezTo>
                  <a:lnTo>
                    <a:pt x="37" y="8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p>
          </p:txBody>
        </p:sp>
        <p:sp>
          <p:nvSpPr>
            <p:cNvPr id="151" name="Freeform 74">
              <a:extLst>
                <a:ext uri="{FF2B5EF4-FFF2-40B4-BE49-F238E27FC236}">
                  <a16:creationId xmlns:a16="http://schemas.microsoft.com/office/drawing/2014/main" id="{420318AC-C2B6-4C57-8434-2ED5D604A58C}"/>
                </a:ext>
              </a:extLst>
            </p:cNvPr>
            <p:cNvSpPr/>
            <p:nvPr/>
          </p:nvSpPr>
          <p:spPr bwMode="auto">
            <a:xfrm>
              <a:off x="2528255" y="3959702"/>
              <a:ext cx="277813" cy="257175"/>
            </a:xfrm>
            <a:custGeom>
              <a:gdLst>
                <a:gd name="T0" fmla="*/ 48 w 93"/>
                <a:gd name="T1" fmla="*/ 86 h 86"/>
                <a:gd name="T2" fmla="*/ 93 w 93"/>
                <a:gd name="T3" fmla="*/ 86 h 86"/>
                <a:gd name="T4" fmla="*/ 93 w 93"/>
                <a:gd name="T5" fmla="*/ 18 h 86"/>
                <a:gd name="T6" fmla="*/ 46 w 93"/>
                <a:gd name="T7" fmla="*/ 18 h 86"/>
                <a:gd name="T8" fmla="*/ 0 w 93"/>
                <a:gd name="T9" fmla="*/ 18 h 86"/>
                <a:gd name="T10" fmla="*/ 0 w 93"/>
                <a:gd name="T11" fmla="*/ 86 h 86"/>
                <a:gd name="T12" fmla="*/ 48 w 93"/>
                <a:gd name="T13" fmla="*/ 86 h 86"/>
              </a:gdLst>
              <a:cxnLst>
                <a:cxn ang="0">
                  <a:pos x="T0" y="T1"/>
                </a:cxn>
                <a:cxn ang="0">
                  <a:pos x="T2" y="T3"/>
                </a:cxn>
                <a:cxn ang="0">
                  <a:pos x="T4" y="T5"/>
                </a:cxn>
                <a:cxn ang="0">
                  <a:pos x="T6" y="T7"/>
                </a:cxn>
                <a:cxn ang="0">
                  <a:pos x="T8" y="T9"/>
                </a:cxn>
                <a:cxn ang="0">
                  <a:pos x="T10" y="T11"/>
                </a:cxn>
                <a:cxn ang="0">
                  <a:pos x="T12" y="T13"/>
                </a:cxn>
              </a:cxnLst>
              <a:rect l="0" t="0" r="r" b="b"/>
              <a:pathLst>
                <a:path w="93" h="86">
                  <a:moveTo>
                    <a:pt x="48" y="86"/>
                  </a:moveTo>
                  <a:cubicBezTo>
                    <a:pt x="48" y="86"/>
                    <a:pt x="64" y="70"/>
                    <a:pt x="93" y="86"/>
                  </a:cubicBezTo>
                  <a:cubicBezTo>
                    <a:pt x="93" y="18"/>
                    <a:pt x="93" y="18"/>
                    <a:pt x="93" y="18"/>
                  </a:cubicBezTo>
                  <a:cubicBezTo>
                    <a:pt x="93" y="18"/>
                    <a:pt x="63" y="0"/>
                    <a:pt x="46" y="18"/>
                  </a:cubicBezTo>
                  <a:cubicBezTo>
                    <a:pt x="0" y="18"/>
                    <a:pt x="0" y="18"/>
                    <a:pt x="0" y="18"/>
                  </a:cubicBezTo>
                  <a:cubicBezTo>
                    <a:pt x="0" y="86"/>
                    <a:pt x="0" y="86"/>
                    <a:pt x="0" y="86"/>
                  </a:cubicBezTo>
                  <a:lnTo>
                    <a:pt x="48" y="8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p>
          </p:txBody>
        </p:sp>
        <p:sp>
          <p:nvSpPr>
            <p:cNvPr id="152" name="Freeform 75">
              <a:extLst>
                <a:ext uri="{FF2B5EF4-FFF2-40B4-BE49-F238E27FC236}">
                  <a16:creationId xmlns:a16="http://schemas.microsoft.com/office/drawing/2014/main" id="{CECA0F11-8B37-46F5-8F4F-4AC0D31C70CE}"/>
                </a:ext>
              </a:extLst>
            </p:cNvPr>
            <p:cNvSpPr/>
            <p:nvPr/>
          </p:nvSpPr>
          <p:spPr bwMode="auto">
            <a:xfrm>
              <a:off x="3472817" y="1797527"/>
              <a:ext cx="93663" cy="20638"/>
            </a:xfrm>
            <a:custGeom>
              <a:gdLst>
                <a:gd name="T0" fmla="*/ 0 w 31"/>
                <a:gd name="T1" fmla="*/ 4 h 7"/>
                <a:gd name="T2" fmla="*/ 5 w 31"/>
                <a:gd name="T3" fmla="*/ 7 h 7"/>
                <a:gd name="T4" fmla="*/ 26 w 31"/>
                <a:gd name="T5" fmla="*/ 7 h 7"/>
                <a:gd name="T6" fmla="*/ 31 w 31"/>
                <a:gd name="T7" fmla="*/ 4 h 7"/>
                <a:gd name="T8" fmla="*/ 31 w 31"/>
                <a:gd name="T9" fmla="*/ 4 h 7"/>
                <a:gd name="T10" fmla="*/ 26 w 31"/>
                <a:gd name="T11" fmla="*/ 0 h 7"/>
                <a:gd name="T12" fmla="*/ 5 w 31"/>
                <a:gd name="T13" fmla="*/ 0 h 7"/>
                <a:gd name="T14" fmla="*/ 0 w 31"/>
                <a:gd name="T15" fmla="*/ 4 h 7"/>
              </a:gd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1" h="7">
                  <a:moveTo>
                    <a:pt x="0" y="4"/>
                  </a:moveTo>
                  <a:cubicBezTo>
                    <a:pt x="0" y="6"/>
                    <a:pt x="2" y="7"/>
                    <a:pt x="5" y="7"/>
                  </a:cubicBezTo>
                  <a:cubicBezTo>
                    <a:pt x="26" y="7"/>
                    <a:pt x="26" y="7"/>
                    <a:pt x="26" y="7"/>
                  </a:cubicBezTo>
                  <a:cubicBezTo>
                    <a:pt x="29" y="7"/>
                    <a:pt x="31" y="6"/>
                    <a:pt x="31" y="4"/>
                  </a:cubicBezTo>
                  <a:cubicBezTo>
                    <a:pt x="31" y="4"/>
                    <a:pt x="31" y="4"/>
                    <a:pt x="31" y="4"/>
                  </a:cubicBezTo>
                  <a:cubicBezTo>
                    <a:pt x="31" y="1"/>
                    <a:pt x="29" y="0"/>
                    <a:pt x="26" y="0"/>
                  </a:cubicBezTo>
                  <a:cubicBezTo>
                    <a:pt x="5" y="0"/>
                    <a:pt x="5" y="0"/>
                    <a:pt x="5" y="0"/>
                  </a:cubicBezTo>
                  <a:cubicBezTo>
                    <a:pt x="2" y="0"/>
                    <a:pt x="0" y="1"/>
                    <a:pt x="0"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p>
          </p:txBody>
        </p:sp>
        <p:sp>
          <p:nvSpPr>
            <p:cNvPr id="153" name="Freeform 76">
              <a:extLst>
                <a:ext uri="{FF2B5EF4-FFF2-40B4-BE49-F238E27FC236}">
                  <a16:creationId xmlns:a16="http://schemas.microsoft.com/office/drawing/2014/main" id="{D364BAB9-5B51-48A8-A3BE-6A2E2A5CE426}"/>
                </a:ext>
              </a:extLst>
            </p:cNvPr>
            <p:cNvSpPr/>
            <p:nvPr/>
          </p:nvSpPr>
          <p:spPr bwMode="auto">
            <a:xfrm>
              <a:off x="3472817" y="1821339"/>
              <a:ext cx="93663" cy="20638"/>
            </a:xfrm>
            <a:custGeom>
              <a:gdLst>
                <a:gd name="T0" fmla="*/ 0 w 31"/>
                <a:gd name="T1" fmla="*/ 4 h 7"/>
                <a:gd name="T2" fmla="*/ 5 w 31"/>
                <a:gd name="T3" fmla="*/ 7 h 7"/>
                <a:gd name="T4" fmla="*/ 26 w 31"/>
                <a:gd name="T5" fmla="*/ 7 h 7"/>
                <a:gd name="T6" fmla="*/ 31 w 31"/>
                <a:gd name="T7" fmla="*/ 4 h 7"/>
                <a:gd name="T8" fmla="*/ 31 w 31"/>
                <a:gd name="T9" fmla="*/ 4 h 7"/>
                <a:gd name="T10" fmla="*/ 26 w 31"/>
                <a:gd name="T11" fmla="*/ 0 h 7"/>
                <a:gd name="T12" fmla="*/ 5 w 31"/>
                <a:gd name="T13" fmla="*/ 0 h 7"/>
                <a:gd name="T14" fmla="*/ 0 w 31"/>
                <a:gd name="T15" fmla="*/ 4 h 7"/>
              </a:gd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1" h="7">
                  <a:moveTo>
                    <a:pt x="0" y="4"/>
                  </a:moveTo>
                  <a:cubicBezTo>
                    <a:pt x="0" y="6"/>
                    <a:pt x="2" y="7"/>
                    <a:pt x="5" y="7"/>
                  </a:cubicBezTo>
                  <a:cubicBezTo>
                    <a:pt x="26" y="7"/>
                    <a:pt x="26" y="7"/>
                    <a:pt x="26" y="7"/>
                  </a:cubicBezTo>
                  <a:cubicBezTo>
                    <a:pt x="29" y="7"/>
                    <a:pt x="31" y="6"/>
                    <a:pt x="31" y="4"/>
                  </a:cubicBezTo>
                  <a:cubicBezTo>
                    <a:pt x="31" y="4"/>
                    <a:pt x="31" y="4"/>
                    <a:pt x="31" y="4"/>
                  </a:cubicBezTo>
                  <a:cubicBezTo>
                    <a:pt x="31" y="1"/>
                    <a:pt x="29" y="0"/>
                    <a:pt x="26" y="0"/>
                  </a:cubicBezTo>
                  <a:cubicBezTo>
                    <a:pt x="5" y="0"/>
                    <a:pt x="5" y="0"/>
                    <a:pt x="5" y="0"/>
                  </a:cubicBezTo>
                  <a:cubicBezTo>
                    <a:pt x="2" y="0"/>
                    <a:pt x="0" y="1"/>
                    <a:pt x="0"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p>
          </p:txBody>
        </p:sp>
        <p:sp>
          <p:nvSpPr>
            <p:cNvPr id="154" name="Freeform 77">
              <a:extLst>
                <a:ext uri="{FF2B5EF4-FFF2-40B4-BE49-F238E27FC236}">
                  <a16:creationId xmlns:a16="http://schemas.microsoft.com/office/drawing/2014/main" id="{7BF5708C-D3C3-4AEB-A3EE-F57ED3AB2611}"/>
                </a:ext>
              </a:extLst>
            </p:cNvPr>
            <p:cNvSpPr/>
            <p:nvPr/>
          </p:nvSpPr>
          <p:spPr bwMode="auto">
            <a:xfrm>
              <a:off x="3491867" y="1845152"/>
              <a:ext cx="55563" cy="20638"/>
            </a:xfrm>
            <a:custGeom>
              <a:gdLst>
                <a:gd name="T0" fmla="*/ 0 w 19"/>
                <a:gd name="T1" fmla="*/ 4 h 7"/>
                <a:gd name="T2" fmla="*/ 3 w 19"/>
                <a:gd name="T3" fmla="*/ 7 h 7"/>
                <a:gd name="T4" fmla="*/ 16 w 19"/>
                <a:gd name="T5" fmla="*/ 7 h 7"/>
                <a:gd name="T6" fmla="*/ 19 w 19"/>
                <a:gd name="T7" fmla="*/ 4 h 7"/>
                <a:gd name="T8" fmla="*/ 19 w 19"/>
                <a:gd name="T9" fmla="*/ 4 h 7"/>
                <a:gd name="T10" fmla="*/ 16 w 19"/>
                <a:gd name="T11" fmla="*/ 0 h 7"/>
                <a:gd name="T12" fmla="*/ 3 w 19"/>
                <a:gd name="T13" fmla="*/ 0 h 7"/>
                <a:gd name="T14" fmla="*/ 0 w 19"/>
                <a:gd name="T15" fmla="*/ 4 h 7"/>
              </a:gd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 h="7">
                  <a:moveTo>
                    <a:pt x="0" y="4"/>
                  </a:moveTo>
                  <a:cubicBezTo>
                    <a:pt x="0" y="6"/>
                    <a:pt x="2" y="7"/>
                    <a:pt x="3" y="7"/>
                  </a:cubicBezTo>
                  <a:cubicBezTo>
                    <a:pt x="16" y="7"/>
                    <a:pt x="16" y="7"/>
                    <a:pt x="16" y="7"/>
                  </a:cubicBezTo>
                  <a:cubicBezTo>
                    <a:pt x="18" y="7"/>
                    <a:pt x="19" y="6"/>
                    <a:pt x="19" y="4"/>
                  </a:cubicBezTo>
                  <a:cubicBezTo>
                    <a:pt x="19" y="4"/>
                    <a:pt x="19" y="4"/>
                    <a:pt x="19" y="4"/>
                  </a:cubicBezTo>
                  <a:cubicBezTo>
                    <a:pt x="19" y="1"/>
                    <a:pt x="18" y="0"/>
                    <a:pt x="16" y="0"/>
                  </a:cubicBezTo>
                  <a:cubicBezTo>
                    <a:pt x="3" y="0"/>
                    <a:pt x="3" y="0"/>
                    <a:pt x="3" y="0"/>
                  </a:cubicBezTo>
                  <a:cubicBezTo>
                    <a:pt x="2" y="0"/>
                    <a:pt x="0" y="1"/>
                    <a:pt x="0"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p>
          </p:txBody>
        </p:sp>
        <p:sp>
          <p:nvSpPr>
            <p:cNvPr id="155" name="Freeform 78">
              <a:extLst>
                <a:ext uri="{FF2B5EF4-FFF2-40B4-BE49-F238E27FC236}">
                  <a16:creationId xmlns:a16="http://schemas.microsoft.com/office/drawing/2014/main" id="{77C1281C-B86A-49BE-AEFE-EC7632DD5D9C}"/>
                </a:ext>
              </a:extLst>
            </p:cNvPr>
            <p:cNvSpPr>
              <a:spLocks noEditPoints="1"/>
            </p:cNvSpPr>
            <p:nvPr/>
          </p:nvSpPr>
          <p:spPr bwMode="auto">
            <a:xfrm>
              <a:off x="3323592" y="1438752"/>
              <a:ext cx="396875" cy="352425"/>
            </a:xfrm>
            <a:custGeom>
              <a:gdLst>
                <a:gd name="T0" fmla="*/ 65 w 133"/>
                <a:gd name="T1" fmla="*/ 0 h 118"/>
                <a:gd name="T2" fmla="*/ 65 w 133"/>
                <a:gd name="T3" fmla="*/ 0 h 118"/>
                <a:gd name="T4" fmla="*/ 66 w 133"/>
                <a:gd name="T5" fmla="*/ 0 h 118"/>
                <a:gd name="T6" fmla="*/ 68 w 133"/>
                <a:gd name="T7" fmla="*/ 0 h 118"/>
                <a:gd name="T8" fmla="*/ 68 w 133"/>
                <a:gd name="T9" fmla="*/ 0 h 118"/>
                <a:gd name="T10" fmla="*/ 99 w 133"/>
                <a:gd name="T11" fmla="*/ 82 h 118"/>
                <a:gd name="T12" fmla="*/ 82 w 133"/>
                <a:gd name="T13" fmla="*/ 118 h 118"/>
                <a:gd name="T14" fmla="*/ 66 w 133"/>
                <a:gd name="T15" fmla="*/ 118 h 118"/>
                <a:gd name="T16" fmla="*/ 64 w 133"/>
                <a:gd name="T17" fmla="*/ 118 h 118"/>
                <a:gd name="T18" fmla="*/ 49 w 133"/>
                <a:gd name="T19" fmla="*/ 118 h 118"/>
                <a:gd name="T20" fmla="*/ 33 w 133"/>
                <a:gd name="T21" fmla="*/ 82 h 118"/>
                <a:gd name="T22" fmla="*/ 65 w 133"/>
                <a:gd name="T23" fmla="*/ 0 h 118"/>
                <a:gd name="T24" fmla="*/ 33 w 133"/>
                <a:gd name="T25" fmla="*/ 60 h 118"/>
                <a:gd name="T26" fmla="*/ 52 w 133"/>
                <a:gd name="T27" fmla="*/ 13 h 118"/>
                <a:gd name="T28" fmla="*/ 33 w 133"/>
                <a:gd name="T29" fmla="*/ 60 h 118"/>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33" h="118">
                  <a:moveTo>
                    <a:pt x="65" y="0"/>
                  </a:moveTo>
                  <a:cubicBezTo>
                    <a:pt x="65" y="0"/>
                    <a:pt x="65" y="0"/>
                    <a:pt x="65" y="0"/>
                  </a:cubicBezTo>
                  <a:cubicBezTo>
                    <a:pt x="65" y="0"/>
                    <a:pt x="66" y="0"/>
                    <a:pt x="66" y="0"/>
                  </a:cubicBezTo>
                  <a:cubicBezTo>
                    <a:pt x="67" y="0"/>
                    <a:pt x="65" y="0"/>
                    <a:pt x="68" y="0"/>
                  </a:cubicBezTo>
                  <a:cubicBezTo>
                    <a:pt x="68" y="0"/>
                    <a:pt x="68" y="0"/>
                    <a:pt x="68" y="0"/>
                  </a:cubicBezTo>
                  <a:cubicBezTo>
                    <a:pt x="133" y="1"/>
                    <a:pt x="117" y="66"/>
                    <a:pt x="99" y="82"/>
                  </a:cubicBezTo>
                  <a:cubicBezTo>
                    <a:pt x="81" y="98"/>
                    <a:pt x="82" y="118"/>
                    <a:pt x="82" y="118"/>
                  </a:cubicBezTo>
                  <a:cubicBezTo>
                    <a:pt x="66" y="118"/>
                    <a:pt x="66" y="118"/>
                    <a:pt x="66" y="118"/>
                  </a:cubicBezTo>
                  <a:cubicBezTo>
                    <a:pt x="64" y="118"/>
                    <a:pt x="64" y="118"/>
                    <a:pt x="64" y="118"/>
                  </a:cubicBezTo>
                  <a:cubicBezTo>
                    <a:pt x="49" y="118"/>
                    <a:pt x="49" y="118"/>
                    <a:pt x="49" y="118"/>
                  </a:cubicBezTo>
                  <a:cubicBezTo>
                    <a:pt x="49" y="118"/>
                    <a:pt x="51" y="98"/>
                    <a:pt x="33" y="82"/>
                  </a:cubicBezTo>
                  <a:cubicBezTo>
                    <a:pt x="15" y="66"/>
                    <a:pt x="0" y="1"/>
                    <a:pt x="65" y="0"/>
                  </a:cubicBezTo>
                  <a:close/>
                  <a:moveTo>
                    <a:pt x="33" y="60"/>
                  </a:moveTo>
                  <a:cubicBezTo>
                    <a:pt x="22" y="29"/>
                    <a:pt x="52" y="13"/>
                    <a:pt x="52" y="13"/>
                  </a:cubicBezTo>
                  <a:cubicBezTo>
                    <a:pt x="8" y="20"/>
                    <a:pt x="33" y="60"/>
                    <a:pt x="33" y="6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p>
          </p:txBody>
        </p:sp>
        <p:sp>
          <p:nvSpPr>
            <p:cNvPr id="156" name="Freeform 79">
              <a:extLst>
                <a:ext uri="{FF2B5EF4-FFF2-40B4-BE49-F238E27FC236}">
                  <a16:creationId xmlns:a16="http://schemas.microsoft.com/office/drawing/2014/main" id="{53E6158C-8533-4D68-8742-86D220FE7125}"/>
                </a:ext>
              </a:extLst>
            </p:cNvPr>
            <p:cNvSpPr/>
            <p:nvPr/>
          </p:nvSpPr>
          <p:spPr bwMode="auto">
            <a:xfrm>
              <a:off x="1609092" y="2086452"/>
              <a:ext cx="95250" cy="20638"/>
            </a:xfrm>
            <a:custGeom>
              <a:gdLst>
                <a:gd name="T0" fmla="*/ 0 w 32"/>
                <a:gd name="T1" fmla="*/ 3 h 7"/>
                <a:gd name="T2" fmla="*/ 6 w 32"/>
                <a:gd name="T3" fmla="*/ 7 h 7"/>
                <a:gd name="T4" fmla="*/ 27 w 32"/>
                <a:gd name="T5" fmla="*/ 7 h 7"/>
                <a:gd name="T6" fmla="*/ 32 w 32"/>
                <a:gd name="T7" fmla="*/ 3 h 7"/>
                <a:gd name="T8" fmla="*/ 32 w 32"/>
                <a:gd name="T9" fmla="*/ 3 h 7"/>
                <a:gd name="T10" fmla="*/ 27 w 32"/>
                <a:gd name="T11" fmla="*/ 0 h 7"/>
                <a:gd name="T12" fmla="*/ 6 w 32"/>
                <a:gd name="T13" fmla="*/ 0 h 7"/>
                <a:gd name="T14" fmla="*/ 0 w 32"/>
                <a:gd name="T15" fmla="*/ 3 h 7"/>
              </a:gd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2" h="7">
                  <a:moveTo>
                    <a:pt x="0" y="3"/>
                  </a:moveTo>
                  <a:cubicBezTo>
                    <a:pt x="0" y="5"/>
                    <a:pt x="3" y="7"/>
                    <a:pt x="6" y="7"/>
                  </a:cubicBezTo>
                  <a:cubicBezTo>
                    <a:pt x="27" y="7"/>
                    <a:pt x="27" y="7"/>
                    <a:pt x="27" y="7"/>
                  </a:cubicBezTo>
                  <a:cubicBezTo>
                    <a:pt x="29" y="7"/>
                    <a:pt x="32" y="5"/>
                    <a:pt x="32" y="3"/>
                  </a:cubicBezTo>
                  <a:cubicBezTo>
                    <a:pt x="32" y="3"/>
                    <a:pt x="32" y="3"/>
                    <a:pt x="32" y="3"/>
                  </a:cubicBezTo>
                  <a:cubicBezTo>
                    <a:pt x="32" y="1"/>
                    <a:pt x="29" y="0"/>
                    <a:pt x="27" y="0"/>
                  </a:cubicBezTo>
                  <a:cubicBezTo>
                    <a:pt x="6" y="0"/>
                    <a:pt x="6" y="0"/>
                    <a:pt x="6" y="0"/>
                  </a:cubicBezTo>
                  <a:cubicBezTo>
                    <a:pt x="3" y="0"/>
                    <a:pt x="0" y="1"/>
                    <a:pt x="0"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p>
          </p:txBody>
        </p:sp>
        <p:sp>
          <p:nvSpPr>
            <p:cNvPr id="157" name="Freeform 80">
              <a:extLst>
                <a:ext uri="{FF2B5EF4-FFF2-40B4-BE49-F238E27FC236}">
                  <a16:creationId xmlns:a16="http://schemas.microsoft.com/office/drawing/2014/main" id="{E41DF961-C893-4BF7-9643-1815253EBB89}"/>
                </a:ext>
              </a:extLst>
            </p:cNvPr>
            <p:cNvSpPr/>
            <p:nvPr/>
          </p:nvSpPr>
          <p:spPr bwMode="auto">
            <a:xfrm>
              <a:off x="1609092" y="2110264"/>
              <a:ext cx="95250" cy="20638"/>
            </a:xfrm>
            <a:custGeom>
              <a:gdLst>
                <a:gd name="T0" fmla="*/ 0 w 32"/>
                <a:gd name="T1" fmla="*/ 3 h 7"/>
                <a:gd name="T2" fmla="*/ 6 w 32"/>
                <a:gd name="T3" fmla="*/ 7 h 7"/>
                <a:gd name="T4" fmla="*/ 27 w 32"/>
                <a:gd name="T5" fmla="*/ 7 h 7"/>
                <a:gd name="T6" fmla="*/ 32 w 32"/>
                <a:gd name="T7" fmla="*/ 3 h 7"/>
                <a:gd name="T8" fmla="*/ 32 w 32"/>
                <a:gd name="T9" fmla="*/ 3 h 7"/>
                <a:gd name="T10" fmla="*/ 27 w 32"/>
                <a:gd name="T11" fmla="*/ 0 h 7"/>
                <a:gd name="T12" fmla="*/ 6 w 32"/>
                <a:gd name="T13" fmla="*/ 0 h 7"/>
                <a:gd name="T14" fmla="*/ 0 w 32"/>
                <a:gd name="T15" fmla="*/ 3 h 7"/>
              </a:gd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2" h="7">
                  <a:moveTo>
                    <a:pt x="0" y="3"/>
                  </a:moveTo>
                  <a:cubicBezTo>
                    <a:pt x="0" y="5"/>
                    <a:pt x="3" y="7"/>
                    <a:pt x="6" y="7"/>
                  </a:cubicBezTo>
                  <a:cubicBezTo>
                    <a:pt x="27" y="7"/>
                    <a:pt x="27" y="7"/>
                    <a:pt x="27" y="7"/>
                  </a:cubicBezTo>
                  <a:cubicBezTo>
                    <a:pt x="29" y="7"/>
                    <a:pt x="32" y="5"/>
                    <a:pt x="32" y="3"/>
                  </a:cubicBezTo>
                  <a:cubicBezTo>
                    <a:pt x="32" y="3"/>
                    <a:pt x="32" y="3"/>
                    <a:pt x="32" y="3"/>
                  </a:cubicBezTo>
                  <a:cubicBezTo>
                    <a:pt x="32" y="1"/>
                    <a:pt x="29" y="0"/>
                    <a:pt x="27" y="0"/>
                  </a:cubicBezTo>
                  <a:cubicBezTo>
                    <a:pt x="6" y="0"/>
                    <a:pt x="6" y="0"/>
                    <a:pt x="6" y="0"/>
                  </a:cubicBezTo>
                  <a:cubicBezTo>
                    <a:pt x="3" y="0"/>
                    <a:pt x="0" y="1"/>
                    <a:pt x="0"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p>
          </p:txBody>
        </p:sp>
        <p:sp>
          <p:nvSpPr>
            <p:cNvPr id="158" name="Freeform 81">
              <a:extLst>
                <a:ext uri="{FF2B5EF4-FFF2-40B4-BE49-F238E27FC236}">
                  <a16:creationId xmlns:a16="http://schemas.microsoft.com/office/drawing/2014/main" id="{C15A0783-BE76-468C-A46C-339B9B4FF404}"/>
                </a:ext>
              </a:extLst>
            </p:cNvPr>
            <p:cNvSpPr/>
            <p:nvPr/>
          </p:nvSpPr>
          <p:spPr bwMode="auto">
            <a:xfrm>
              <a:off x="1629730" y="2134077"/>
              <a:ext cx="57150" cy="20638"/>
            </a:xfrm>
            <a:custGeom>
              <a:gdLst>
                <a:gd name="T0" fmla="*/ 0 w 19"/>
                <a:gd name="T1" fmla="*/ 3 h 7"/>
                <a:gd name="T2" fmla="*/ 3 w 19"/>
                <a:gd name="T3" fmla="*/ 7 h 7"/>
                <a:gd name="T4" fmla="*/ 15 w 19"/>
                <a:gd name="T5" fmla="*/ 7 h 7"/>
                <a:gd name="T6" fmla="*/ 19 w 19"/>
                <a:gd name="T7" fmla="*/ 3 h 7"/>
                <a:gd name="T8" fmla="*/ 19 w 19"/>
                <a:gd name="T9" fmla="*/ 3 h 7"/>
                <a:gd name="T10" fmla="*/ 15 w 19"/>
                <a:gd name="T11" fmla="*/ 0 h 7"/>
                <a:gd name="T12" fmla="*/ 3 w 19"/>
                <a:gd name="T13" fmla="*/ 0 h 7"/>
                <a:gd name="T14" fmla="*/ 0 w 19"/>
                <a:gd name="T15" fmla="*/ 3 h 7"/>
              </a:gd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 h="7">
                  <a:moveTo>
                    <a:pt x="0" y="3"/>
                  </a:moveTo>
                  <a:cubicBezTo>
                    <a:pt x="0" y="5"/>
                    <a:pt x="1" y="7"/>
                    <a:pt x="3" y="7"/>
                  </a:cubicBezTo>
                  <a:cubicBezTo>
                    <a:pt x="15" y="7"/>
                    <a:pt x="15" y="7"/>
                    <a:pt x="15" y="7"/>
                  </a:cubicBezTo>
                  <a:cubicBezTo>
                    <a:pt x="17" y="7"/>
                    <a:pt x="19" y="5"/>
                    <a:pt x="19" y="3"/>
                  </a:cubicBezTo>
                  <a:cubicBezTo>
                    <a:pt x="19" y="3"/>
                    <a:pt x="19" y="3"/>
                    <a:pt x="19" y="3"/>
                  </a:cubicBezTo>
                  <a:cubicBezTo>
                    <a:pt x="19" y="1"/>
                    <a:pt x="17" y="0"/>
                    <a:pt x="15" y="0"/>
                  </a:cubicBezTo>
                  <a:cubicBezTo>
                    <a:pt x="3" y="0"/>
                    <a:pt x="3" y="0"/>
                    <a:pt x="3" y="0"/>
                  </a:cubicBezTo>
                  <a:cubicBezTo>
                    <a:pt x="1" y="0"/>
                    <a:pt x="0" y="1"/>
                    <a:pt x="0"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p>
          </p:txBody>
        </p:sp>
        <p:sp>
          <p:nvSpPr>
            <p:cNvPr id="159" name="Freeform 82">
              <a:extLst>
                <a:ext uri="{FF2B5EF4-FFF2-40B4-BE49-F238E27FC236}">
                  <a16:creationId xmlns:a16="http://schemas.microsoft.com/office/drawing/2014/main" id="{A64A4F79-C938-4A1E-9731-293A9D444D5C}"/>
                </a:ext>
              </a:extLst>
            </p:cNvPr>
            <p:cNvSpPr>
              <a:spLocks noEditPoints="1"/>
            </p:cNvSpPr>
            <p:nvPr/>
          </p:nvSpPr>
          <p:spPr bwMode="auto">
            <a:xfrm>
              <a:off x="1459867" y="1726089"/>
              <a:ext cx="396875" cy="354013"/>
            </a:xfrm>
            <a:custGeom>
              <a:gdLst>
                <a:gd name="T0" fmla="*/ 66 w 133"/>
                <a:gd name="T1" fmla="*/ 0 h 119"/>
                <a:gd name="T2" fmla="*/ 66 w 133"/>
                <a:gd name="T3" fmla="*/ 0 h 119"/>
                <a:gd name="T4" fmla="*/ 67 w 133"/>
                <a:gd name="T5" fmla="*/ 0 h 119"/>
                <a:gd name="T6" fmla="*/ 68 w 133"/>
                <a:gd name="T7" fmla="*/ 0 h 119"/>
                <a:gd name="T8" fmla="*/ 68 w 133"/>
                <a:gd name="T9" fmla="*/ 0 h 119"/>
                <a:gd name="T10" fmla="*/ 100 w 133"/>
                <a:gd name="T11" fmla="*/ 83 h 119"/>
                <a:gd name="T12" fmla="*/ 82 w 133"/>
                <a:gd name="T13" fmla="*/ 119 h 119"/>
                <a:gd name="T14" fmla="*/ 67 w 133"/>
                <a:gd name="T15" fmla="*/ 119 h 119"/>
                <a:gd name="T16" fmla="*/ 64 w 133"/>
                <a:gd name="T17" fmla="*/ 119 h 119"/>
                <a:gd name="T18" fmla="*/ 50 w 133"/>
                <a:gd name="T19" fmla="*/ 119 h 119"/>
                <a:gd name="T20" fmla="*/ 33 w 133"/>
                <a:gd name="T21" fmla="*/ 83 h 119"/>
                <a:gd name="T22" fmla="*/ 66 w 133"/>
                <a:gd name="T23" fmla="*/ 0 h 119"/>
                <a:gd name="T24" fmla="*/ 34 w 133"/>
                <a:gd name="T25" fmla="*/ 61 h 119"/>
                <a:gd name="T26" fmla="*/ 53 w 133"/>
                <a:gd name="T27" fmla="*/ 13 h 119"/>
                <a:gd name="T28" fmla="*/ 34 w 133"/>
                <a:gd name="T29" fmla="*/ 61 h 119"/>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33" h="119">
                  <a:moveTo>
                    <a:pt x="66" y="0"/>
                  </a:moveTo>
                  <a:cubicBezTo>
                    <a:pt x="66" y="0"/>
                    <a:pt x="66" y="0"/>
                    <a:pt x="66" y="0"/>
                  </a:cubicBezTo>
                  <a:cubicBezTo>
                    <a:pt x="66" y="0"/>
                    <a:pt x="66" y="0"/>
                    <a:pt x="67" y="0"/>
                  </a:cubicBezTo>
                  <a:cubicBezTo>
                    <a:pt x="67" y="0"/>
                    <a:pt x="66" y="0"/>
                    <a:pt x="68" y="0"/>
                  </a:cubicBezTo>
                  <a:cubicBezTo>
                    <a:pt x="68" y="0"/>
                    <a:pt x="68" y="0"/>
                    <a:pt x="68" y="0"/>
                  </a:cubicBezTo>
                  <a:cubicBezTo>
                    <a:pt x="133" y="2"/>
                    <a:pt x="117" y="67"/>
                    <a:pt x="100" y="83"/>
                  </a:cubicBezTo>
                  <a:cubicBezTo>
                    <a:pt x="82" y="99"/>
                    <a:pt x="82" y="119"/>
                    <a:pt x="82" y="119"/>
                  </a:cubicBezTo>
                  <a:cubicBezTo>
                    <a:pt x="67" y="119"/>
                    <a:pt x="67" y="119"/>
                    <a:pt x="67" y="119"/>
                  </a:cubicBezTo>
                  <a:cubicBezTo>
                    <a:pt x="64" y="119"/>
                    <a:pt x="64" y="119"/>
                    <a:pt x="64" y="119"/>
                  </a:cubicBezTo>
                  <a:cubicBezTo>
                    <a:pt x="50" y="119"/>
                    <a:pt x="50" y="119"/>
                    <a:pt x="50" y="119"/>
                  </a:cubicBezTo>
                  <a:cubicBezTo>
                    <a:pt x="50" y="119"/>
                    <a:pt x="51" y="99"/>
                    <a:pt x="33" y="83"/>
                  </a:cubicBezTo>
                  <a:cubicBezTo>
                    <a:pt x="16" y="67"/>
                    <a:pt x="0" y="2"/>
                    <a:pt x="66" y="0"/>
                  </a:cubicBezTo>
                  <a:close/>
                  <a:moveTo>
                    <a:pt x="34" y="61"/>
                  </a:moveTo>
                  <a:cubicBezTo>
                    <a:pt x="23" y="30"/>
                    <a:pt x="53" y="13"/>
                    <a:pt x="53" y="13"/>
                  </a:cubicBezTo>
                  <a:cubicBezTo>
                    <a:pt x="8" y="21"/>
                    <a:pt x="34" y="61"/>
                    <a:pt x="34" y="6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p>
          </p:txBody>
        </p:sp>
        <p:sp>
          <p:nvSpPr>
            <p:cNvPr id="160" name="Freeform 83">
              <a:extLst>
                <a:ext uri="{FF2B5EF4-FFF2-40B4-BE49-F238E27FC236}">
                  <a16:creationId xmlns:a16="http://schemas.microsoft.com/office/drawing/2014/main" id="{93CFD7E4-5364-4EFC-920C-0BAF3AFC5749}"/>
                </a:ext>
              </a:extLst>
            </p:cNvPr>
            <p:cNvSpPr/>
            <p:nvPr/>
          </p:nvSpPr>
          <p:spPr bwMode="auto">
            <a:xfrm>
              <a:off x="4001455" y="4210527"/>
              <a:ext cx="92075" cy="23813"/>
            </a:xfrm>
            <a:custGeom>
              <a:gdLst>
                <a:gd name="T0" fmla="*/ 0 w 31"/>
                <a:gd name="T1" fmla="*/ 4 h 8"/>
                <a:gd name="T2" fmla="*/ 5 w 31"/>
                <a:gd name="T3" fmla="*/ 8 h 8"/>
                <a:gd name="T4" fmla="*/ 26 w 31"/>
                <a:gd name="T5" fmla="*/ 8 h 8"/>
                <a:gd name="T6" fmla="*/ 31 w 31"/>
                <a:gd name="T7" fmla="*/ 4 h 8"/>
                <a:gd name="T8" fmla="*/ 31 w 31"/>
                <a:gd name="T9" fmla="*/ 4 h 8"/>
                <a:gd name="T10" fmla="*/ 26 w 31"/>
                <a:gd name="T11" fmla="*/ 0 h 8"/>
                <a:gd name="T12" fmla="*/ 5 w 31"/>
                <a:gd name="T13" fmla="*/ 0 h 8"/>
                <a:gd name="T14" fmla="*/ 0 w 31"/>
                <a:gd name="T15" fmla="*/ 4 h 8"/>
              </a:gd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1" h="8">
                  <a:moveTo>
                    <a:pt x="0" y="4"/>
                  </a:moveTo>
                  <a:cubicBezTo>
                    <a:pt x="0" y="6"/>
                    <a:pt x="2" y="8"/>
                    <a:pt x="5" y="8"/>
                  </a:cubicBezTo>
                  <a:cubicBezTo>
                    <a:pt x="26" y="8"/>
                    <a:pt x="26" y="8"/>
                    <a:pt x="26" y="8"/>
                  </a:cubicBezTo>
                  <a:cubicBezTo>
                    <a:pt x="29" y="8"/>
                    <a:pt x="31" y="6"/>
                    <a:pt x="31" y="4"/>
                  </a:cubicBezTo>
                  <a:cubicBezTo>
                    <a:pt x="31" y="4"/>
                    <a:pt x="31" y="4"/>
                    <a:pt x="31" y="4"/>
                  </a:cubicBezTo>
                  <a:cubicBezTo>
                    <a:pt x="31" y="2"/>
                    <a:pt x="29" y="0"/>
                    <a:pt x="26" y="0"/>
                  </a:cubicBezTo>
                  <a:cubicBezTo>
                    <a:pt x="5" y="0"/>
                    <a:pt x="5" y="0"/>
                    <a:pt x="5" y="0"/>
                  </a:cubicBezTo>
                  <a:cubicBezTo>
                    <a:pt x="2" y="0"/>
                    <a:pt x="0" y="2"/>
                    <a:pt x="0"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p>
          </p:txBody>
        </p:sp>
        <p:sp>
          <p:nvSpPr>
            <p:cNvPr id="161" name="Freeform 84">
              <a:extLst>
                <a:ext uri="{FF2B5EF4-FFF2-40B4-BE49-F238E27FC236}">
                  <a16:creationId xmlns:a16="http://schemas.microsoft.com/office/drawing/2014/main" id="{9F8F3C48-4DFB-4E36-867E-46E846375E67}"/>
                </a:ext>
              </a:extLst>
            </p:cNvPr>
            <p:cNvSpPr/>
            <p:nvPr/>
          </p:nvSpPr>
          <p:spPr bwMode="auto">
            <a:xfrm>
              <a:off x="4001455" y="4234339"/>
              <a:ext cx="92075" cy="23813"/>
            </a:xfrm>
            <a:custGeom>
              <a:gdLst>
                <a:gd name="T0" fmla="*/ 0 w 31"/>
                <a:gd name="T1" fmla="*/ 4 h 8"/>
                <a:gd name="T2" fmla="*/ 5 w 31"/>
                <a:gd name="T3" fmla="*/ 8 h 8"/>
                <a:gd name="T4" fmla="*/ 26 w 31"/>
                <a:gd name="T5" fmla="*/ 8 h 8"/>
                <a:gd name="T6" fmla="*/ 31 w 31"/>
                <a:gd name="T7" fmla="*/ 4 h 8"/>
                <a:gd name="T8" fmla="*/ 31 w 31"/>
                <a:gd name="T9" fmla="*/ 4 h 8"/>
                <a:gd name="T10" fmla="*/ 26 w 31"/>
                <a:gd name="T11" fmla="*/ 0 h 8"/>
                <a:gd name="T12" fmla="*/ 5 w 31"/>
                <a:gd name="T13" fmla="*/ 0 h 8"/>
                <a:gd name="T14" fmla="*/ 0 w 31"/>
                <a:gd name="T15" fmla="*/ 4 h 8"/>
              </a:gd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1" h="8">
                  <a:moveTo>
                    <a:pt x="0" y="4"/>
                  </a:moveTo>
                  <a:cubicBezTo>
                    <a:pt x="0" y="6"/>
                    <a:pt x="2" y="8"/>
                    <a:pt x="5" y="8"/>
                  </a:cubicBezTo>
                  <a:cubicBezTo>
                    <a:pt x="26" y="8"/>
                    <a:pt x="26" y="8"/>
                    <a:pt x="26" y="8"/>
                  </a:cubicBezTo>
                  <a:cubicBezTo>
                    <a:pt x="29" y="8"/>
                    <a:pt x="31" y="6"/>
                    <a:pt x="31" y="4"/>
                  </a:cubicBezTo>
                  <a:cubicBezTo>
                    <a:pt x="31" y="4"/>
                    <a:pt x="31" y="4"/>
                    <a:pt x="31" y="4"/>
                  </a:cubicBezTo>
                  <a:cubicBezTo>
                    <a:pt x="31" y="2"/>
                    <a:pt x="29" y="0"/>
                    <a:pt x="26" y="0"/>
                  </a:cubicBezTo>
                  <a:cubicBezTo>
                    <a:pt x="5" y="0"/>
                    <a:pt x="5" y="0"/>
                    <a:pt x="5" y="0"/>
                  </a:cubicBezTo>
                  <a:cubicBezTo>
                    <a:pt x="2" y="0"/>
                    <a:pt x="0" y="2"/>
                    <a:pt x="0"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p>
          </p:txBody>
        </p:sp>
        <p:sp>
          <p:nvSpPr>
            <p:cNvPr id="162" name="Freeform 85">
              <a:extLst>
                <a:ext uri="{FF2B5EF4-FFF2-40B4-BE49-F238E27FC236}">
                  <a16:creationId xmlns:a16="http://schemas.microsoft.com/office/drawing/2014/main" id="{2E460208-C405-406A-88BB-33EE647E4E32}"/>
                </a:ext>
              </a:extLst>
            </p:cNvPr>
            <p:cNvSpPr/>
            <p:nvPr/>
          </p:nvSpPr>
          <p:spPr bwMode="auto">
            <a:xfrm>
              <a:off x="4018917" y="4258152"/>
              <a:ext cx="57150" cy="23813"/>
            </a:xfrm>
            <a:custGeom>
              <a:gdLst>
                <a:gd name="T0" fmla="*/ 0 w 19"/>
                <a:gd name="T1" fmla="*/ 4 h 8"/>
                <a:gd name="T2" fmla="*/ 3 w 19"/>
                <a:gd name="T3" fmla="*/ 8 h 8"/>
                <a:gd name="T4" fmla="*/ 16 w 19"/>
                <a:gd name="T5" fmla="*/ 8 h 8"/>
                <a:gd name="T6" fmla="*/ 19 w 19"/>
                <a:gd name="T7" fmla="*/ 4 h 8"/>
                <a:gd name="T8" fmla="*/ 19 w 19"/>
                <a:gd name="T9" fmla="*/ 4 h 8"/>
                <a:gd name="T10" fmla="*/ 16 w 19"/>
                <a:gd name="T11" fmla="*/ 0 h 8"/>
                <a:gd name="T12" fmla="*/ 3 w 19"/>
                <a:gd name="T13" fmla="*/ 0 h 8"/>
                <a:gd name="T14" fmla="*/ 0 w 19"/>
                <a:gd name="T15" fmla="*/ 4 h 8"/>
              </a:gd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 h="8">
                  <a:moveTo>
                    <a:pt x="0" y="4"/>
                  </a:moveTo>
                  <a:cubicBezTo>
                    <a:pt x="0" y="6"/>
                    <a:pt x="2" y="8"/>
                    <a:pt x="3" y="8"/>
                  </a:cubicBezTo>
                  <a:cubicBezTo>
                    <a:pt x="16" y="8"/>
                    <a:pt x="16" y="8"/>
                    <a:pt x="16" y="8"/>
                  </a:cubicBezTo>
                  <a:cubicBezTo>
                    <a:pt x="18" y="8"/>
                    <a:pt x="19" y="6"/>
                    <a:pt x="19" y="4"/>
                  </a:cubicBezTo>
                  <a:cubicBezTo>
                    <a:pt x="19" y="4"/>
                    <a:pt x="19" y="4"/>
                    <a:pt x="19" y="4"/>
                  </a:cubicBezTo>
                  <a:cubicBezTo>
                    <a:pt x="19" y="2"/>
                    <a:pt x="18" y="0"/>
                    <a:pt x="16" y="0"/>
                  </a:cubicBezTo>
                  <a:cubicBezTo>
                    <a:pt x="3" y="0"/>
                    <a:pt x="3" y="0"/>
                    <a:pt x="3" y="0"/>
                  </a:cubicBezTo>
                  <a:cubicBezTo>
                    <a:pt x="2" y="0"/>
                    <a:pt x="0" y="2"/>
                    <a:pt x="0"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p>
          </p:txBody>
        </p:sp>
        <p:sp>
          <p:nvSpPr>
            <p:cNvPr id="163" name="Freeform 86">
              <a:extLst>
                <a:ext uri="{FF2B5EF4-FFF2-40B4-BE49-F238E27FC236}">
                  <a16:creationId xmlns:a16="http://schemas.microsoft.com/office/drawing/2014/main" id="{B36EBC84-974A-421A-AF2A-636B507344B2}"/>
                </a:ext>
              </a:extLst>
            </p:cNvPr>
            <p:cNvSpPr>
              <a:spLocks noEditPoints="1"/>
            </p:cNvSpPr>
            <p:nvPr/>
          </p:nvSpPr>
          <p:spPr bwMode="auto">
            <a:xfrm>
              <a:off x="3852230" y="3853339"/>
              <a:ext cx="396875" cy="354013"/>
            </a:xfrm>
            <a:custGeom>
              <a:gdLst>
                <a:gd name="T0" fmla="*/ 65 w 133"/>
                <a:gd name="T1" fmla="*/ 0 h 119"/>
                <a:gd name="T2" fmla="*/ 65 w 133"/>
                <a:gd name="T3" fmla="*/ 0 h 119"/>
                <a:gd name="T4" fmla="*/ 66 w 133"/>
                <a:gd name="T5" fmla="*/ 0 h 119"/>
                <a:gd name="T6" fmla="*/ 68 w 133"/>
                <a:gd name="T7" fmla="*/ 0 h 119"/>
                <a:gd name="T8" fmla="*/ 68 w 133"/>
                <a:gd name="T9" fmla="*/ 0 h 119"/>
                <a:gd name="T10" fmla="*/ 99 w 133"/>
                <a:gd name="T11" fmla="*/ 82 h 119"/>
                <a:gd name="T12" fmla="*/ 82 w 133"/>
                <a:gd name="T13" fmla="*/ 119 h 119"/>
                <a:gd name="T14" fmla="*/ 66 w 133"/>
                <a:gd name="T15" fmla="*/ 119 h 119"/>
                <a:gd name="T16" fmla="*/ 64 w 133"/>
                <a:gd name="T17" fmla="*/ 119 h 119"/>
                <a:gd name="T18" fmla="*/ 49 w 133"/>
                <a:gd name="T19" fmla="*/ 119 h 119"/>
                <a:gd name="T20" fmla="*/ 33 w 133"/>
                <a:gd name="T21" fmla="*/ 82 h 119"/>
                <a:gd name="T22" fmla="*/ 65 w 133"/>
                <a:gd name="T23" fmla="*/ 0 h 119"/>
                <a:gd name="T24" fmla="*/ 34 w 133"/>
                <a:gd name="T25" fmla="*/ 60 h 119"/>
                <a:gd name="T26" fmla="*/ 52 w 133"/>
                <a:gd name="T27" fmla="*/ 13 h 119"/>
                <a:gd name="T28" fmla="*/ 34 w 133"/>
                <a:gd name="T29" fmla="*/ 60 h 119"/>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33" h="119">
                  <a:moveTo>
                    <a:pt x="65" y="0"/>
                  </a:moveTo>
                  <a:cubicBezTo>
                    <a:pt x="65" y="0"/>
                    <a:pt x="65" y="0"/>
                    <a:pt x="65" y="0"/>
                  </a:cubicBezTo>
                  <a:cubicBezTo>
                    <a:pt x="65" y="0"/>
                    <a:pt x="66" y="0"/>
                    <a:pt x="66" y="0"/>
                  </a:cubicBezTo>
                  <a:cubicBezTo>
                    <a:pt x="67" y="0"/>
                    <a:pt x="65" y="0"/>
                    <a:pt x="68" y="0"/>
                  </a:cubicBezTo>
                  <a:cubicBezTo>
                    <a:pt x="68" y="0"/>
                    <a:pt x="68" y="0"/>
                    <a:pt x="68" y="0"/>
                  </a:cubicBezTo>
                  <a:cubicBezTo>
                    <a:pt x="133" y="2"/>
                    <a:pt x="117" y="67"/>
                    <a:pt x="99" y="82"/>
                  </a:cubicBezTo>
                  <a:cubicBezTo>
                    <a:pt x="81" y="99"/>
                    <a:pt x="82" y="119"/>
                    <a:pt x="82" y="119"/>
                  </a:cubicBezTo>
                  <a:cubicBezTo>
                    <a:pt x="66" y="119"/>
                    <a:pt x="66" y="119"/>
                    <a:pt x="66" y="119"/>
                  </a:cubicBezTo>
                  <a:cubicBezTo>
                    <a:pt x="64" y="119"/>
                    <a:pt x="64" y="119"/>
                    <a:pt x="64" y="119"/>
                  </a:cubicBezTo>
                  <a:cubicBezTo>
                    <a:pt x="49" y="119"/>
                    <a:pt x="49" y="119"/>
                    <a:pt x="49" y="119"/>
                  </a:cubicBezTo>
                  <a:cubicBezTo>
                    <a:pt x="49" y="119"/>
                    <a:pt x="51" y="99"/>
                    <a:pt x="33" y="82"/>
                  </a:cubicBezTo>
                  <a:cubicBezTo>
                    <a:pt x="15" y="67"/>
                    <a:pt x="0" y="2"/>
                    <a:pt x="65" y="0"/>
                  </a:cubicBezTo>
                  <a:close/>
                  <a:moveTo>
                    <a:pt x="34" y="60"/>
                  </a:moveTo>
                  <a:cubicBezTo>
                    <a:pt x="22" y="30"/>
                    <a:pt x="52" y="13"/>
                    <a:pt x="52" y="13"/>
                  </a:cubicBezTo>
                  <a:cubicBezTo>
                    <a:pt x="8" y="20"/>
                    <a:pt x="34" y="60"/>
                    <a:pt x="34" y="6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p>
          </p:txBody>
        </p:sp>
        <p:sp>
          <p:nvSpPr>
            <p:cNvPr id="164" name="Freeform 87">
              <a:extLst>
                <a:ext uri="{FF2B5EF4-FFF2-40B4-BE49-F238E27FC236}">
                  <a16:creationId xmlns:a16="http://schemas.microsoft.com/office/drawing/2014/main" id="{CAF26C57-E27A-463B-AC62-759C9721511B}"/>
                </a:ext>
              </a:extLst>
            </p:cNvPr>
            <p:cNvSpPr>
              <a:spLocks noEditPoints="1"/>
            </p:cNvSpPr>
            <p:nvPr/>
          </p:nvSpPr>
          <p:spPr bwMode="auto">
            <a:xfrm>
              <a:off x="2972755" y="1868964"/>
              <a:ext cx="434975" cy="438150"/>
            </a:xfrm>
            <a:custGeom>
              <a:gdLst>
                <a:gd name="T0" fmla="*/ 53 w 146"/>
                <a:gd name="T1" fmla="*/ 71 h 147"/>
                <a:gd name="T2" fmla="*/ 56 w 146"/>
                <a:gd name="T3" fmla="*/ 63 h 147"/>
                <a:gd name="T4" fmla="*/ 56 w 146"/>
                <a:gd name="T5" fmla="*/ 28 h 147"/>
                <a:gd name="T6" fmla="*/ 52 w 146"/>
                <a:gd name="T7" fmla="*/ 24 h 147"/>
                <a:gd name="T8" fmla="*/ 52 w 146"/>
                <a:gd name="T9" fmla="*/ 24 h 147"/>
                <a:gd name="T10" fmla="*/ 52 w 146"/>
                <a:gd name="T11" fmla="*/ 9 h 147"/>
                <a:gd name="T12" fmla="*/ 52 w 146"/>
                <a:gd name="T13" fmla="*/ 9 h 147"/>
                <a:gd name="T14" fmla="*/ 52 w 146"/>
                <a:gd name="T15" fmla="*/ 8 h 147"/>
                <a:gd name="T16" fmla="*/ 73 w 146"/>
                <a:gd name="T17" fmla="*/ 0 h 147"/>
                <a:gd name="T18" fmla="*/ 94 w 146"/>
                <a:gd name="T19" fmla="*/ 8 h 147"/>
                <a:gd name="T20" fmla="*/ 94 w 146"/>
                <a:gd name="T21" fmla="*/ 9 h 147"/>
                <a:gd name="T22" fmla="*/ 95 w 146"/>
                <a:gd name="T23" fmla="*/ 9 h 147"/>
                <a:gd name="T24" fmla="*/ 95 w 146"/>
                <a:gd name="T25" fmla="*/ 24 h 147"/>
                <a:gd name="T26" fmla="*/ 94 w 146"/>
                <a:gd name="T27" fmla="*/ 24 h 147"/>
                <a:gd name="T28" fmla="*/ 88 w 146"/>
                <a:gd name="T29" fmla="*/ 28 h 147"/>
                <a:gd name="T30" fmla="*/ 88 w 146"/>
                <a:gd name="T31" fmla="*/ 63 h 147"/>
                <a:gd name="T32" fmla="*/ 93 w 146"/>
                <a:gd name="T33" fmla="*/ 71 h 147"/>
                <a:gd name="T34" fmla="*/ 126 w 146"/>
                <a:gd name="T35" fmla="*/ 135 h 147"/>
                <a:gd name="T36" fmla="*/ 73 w 146"/>
                <a:gd name="T37" fmla="*/ 147 h 147"/>
                <a:gd name="T38" fmla="*/ 20 w 146"/>
                <a:gd name="T39" fmla="*/ 135 h 147"/>
                <a:gd name="T40" fmla="*/ 53 w 146"/>
                <a:gd name="T41" fmla="*/ 71 h 147"/>
                <a:gd name="T42" fmla="*/ 54 w 146"/>
                <a:gd name="T43" fmla="*/ 136 h 147"/>
                <a:gd name="T44" fmla="*/ 30 w 146"/>
                <a:gd name="T45" fmla="*/ 119 h 147"/>
                <a:gd name="T46" fmla="*/ 50 w 146"/>
                <a:gd name="T47" fmla="*/ 85 h 147"/>
                <a:gd name="T48" fmla="*/ 23 w 146"/>
                <a:gd name="T49" fmla="*/ 121 h 147"/>
                <a:gd name="T50" fmla="*/ 54 w 146"/>
                <a:gd name="T51" fmla="*/ 136 h 147"/>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6" h="147">
                  <a:moveTo>
                    <a:pt x="53" y="71"/>
                  </a:moveTo>
                  <a:cubicBezTo>
                    <a:pt x="53" y="71"/>
                    <a:pt x="56" y="69"/>
                    <a:pt x="56" y="63"/>
                  </a:cubicBezTo>
                  <a:cubicBezTo>
                    <a:pt x="56" y="57"/>
                    <a:pt x="56" y="35"/>
                    <a:pt x="56" y="28"/>
                  </a:cubicBezTo>
                  <a:cubicBezTo>
                    <a:pt x="54" y="27"/>
                    <a:pt x="53" y="25"/>
                    <a:pt x="52" y="24"/>
                  </a:cubicBezTo>
                  <a:cubicBezTo>
                    <a:pt x="52" y="24"/>
                    <a:pt x="52" y="24"/>
                    <a:pt x="52" y="24"/>
                  </a:cubicBezTo>
                  <a:cubicBezTo>
                    <a:pt x="52" y="9"/>
                    <a:pt x="52" y="9"/>
                    <a:pt x="52" y="9"/>
                  </a:cubicBezTo>
                  <a:cubicBezTo>
                    <a:pt x="52" y="9"/>
                    <a:pt x="52" y="9"/>
                    <a:pt x="52" y="9"/>
                  </a:cubicBezTo>
                  <a:cubicBezTo>
                    <a:pt x="52" y="8"/>
                    <a:pt x="52" y="8"/>
                    <a:pt x="52" y="8"/>
                  </a:cubicBezTo>
                  <a:cubicBezTo>
                    <a:pt x="52" y="4"/>
                    <a:pt x="62" y="0"/>
                    <a:pt x="73" y="0"/>
                  </a:cubicBezTo>
                  <a:cubicBezTo>
                    <a:pt x="85" y="0"/>
                    <a:pt x="94" y="4"/>
                    <a:pt x="94" y="8"/>
                  </a:cubicBezTo>
                  <a:cubicBezTo>
                    <a:pt x="94" y="8"/>
                    <a:pt x="94" y="8"/>
                    <a:pt x="94" y="9"/>
                  </a:cubicBezTo>
                  <a:cubicBezTo>
                    <a:pt x="95" y="9"/>
                    <a:pt x="95" y="9"/>
                    <a:pt x="95" y="9"/>
                  </a:cubicBezTo>
                  <a:cubicBezTo>
                    <a:pt x="95" y="24"/>
                    <a:pt x="95" y="24"/>
                    <a:pt x="95" y="24"/>
                  </a:cubicBezTo>
                  <a:cubicBezTo>
                    <a:pt x="94" y="24"/>
                    <a:pt x="94" y="24"/>
                    <a:pt x="94" y="24"/>
                  </a:cubicBezTo>
                  <a:cubicBezTo>
                    <a:pt x="94" y="26"/>
                    <a:pt x="92" y="27"/>
                    <a:pt x="88" y="28"/>
                  </a:cubicBezTo>
                  <a:cubicBezTo>
                    <a:pt x="88" y="36"/>
                    <a:pt x="88" y="57"/>
                    <a:pt x="88" y="63"/>
                  </a:cubicBezTo>
                  <a:cubicBezTo>
                    <a:pt x="88" y="69"/>
                    <a:pt x="93" y="71"/>
                    <a:pt x="93" y="71"/>
                  </a:cubicBezTo>
                  <a:cubicBezTo>
                    <a:pt x="100" y="76"/>
                    <a:pt x="146" y="121"/>
                    <a:pt x="126" y="135"/>
                  </a:cubicBezTo>
                  <a:cubicBezTo>
                    <a:pt x="108" y="147"/>
                    <a:pt x="79" y="147"/>
                    <a:pt x="73" y="147"/>
                  </a:cubicBezTo>
                  <a:cubicBezTo>
                    <a:pt x="67" y="147"/>
                    <a:pt x="37" y="147"/>
                    <a:pt x="20" y="135"/>
                  </a:cubicBezTo>
                  <a:cubicBezTo>
                    <a:pt x="0" y="121"/>
                    <a:pt x="45" y="76"/>
                    <a:pt x="53" y="71"/>
                  </a:cubicBezTo>
                  <a:close/>
                  <a:moveTo>
                    <a:pt x="54" y="136"/>
                  </a:moveTo>
                  <a:cubicBezTo>
                    <a:pt x="54" y="136"/>
                    <a:pt x="31" y="131"/>
                    <a:pt x="30" y="119"/>
                  </a:cubicBezTo>
                  <a:cubicBezTo>
                    <a:pt x="29" y="108"/>
                    <a:pt x="50" y="85"/>
                    <a:pt x="50" y="85"/>
                  </a:cubicBezTo>
                  <a:cubicBezTo>
                    <a:pt x="50" y="85"/>
                    <a:pt x="23" y="106"/>
                    <a:pt x="23" y="121"/>
                  </a:cubicBezTo>
                  <a:cubicBezTo>
                    <a:pt x="23" y="136"/>
                    <a:pt x="54" y="136"/>
                    <a:pt x="54" y="13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p>
          </p:txBody>
        </p:sp>
        <p:sp>
          <p:nvSpPr>
            <p:cNvPr id="165" name="Freeform 88">
              <a:extLst>
                <a:ext uri="{FF2B5EF4-FFF2-40B4-BE49-F238E27FC236}">
                  <a16:creationId xmlns:a16="http://schemas.microsoft.com/office/drawing/2014/main" id="{1AF82A56-738C-4A59-BFA5-6FAC6051944E}"/>
                </a:ext>
              </a:extLst>
            </p:cNvPr>
            <p:cNvSpPr>
              <a:spLocks noEditPoints="1"/>
            </p:cNvSpPr>
            <p:nvPr/>
          </p:nvSpPr>
          <p:spPr bwMode="auto">
            <a:xfrm>
              <a:off x="2009142" y="3762852"/>
              <a:ext cx="431800" cy="441325"/>
            </a:xfrm>
            <a:custGeom>
              <a:gdLst>
                <a:gd name="T0" fmla="*/ 52 w 145"/>
                <a:gd name="T1" fmla="*/ 71 h 148"/>
                <a:gd name="T2" fmla="*/ 55 w 145"/>
                <a:gd name="T3" fmla="*/ 63 h 148"/>
                <a:gd name="T4" fmla="*/ 55 w 145"/>
                <a:gd name="T5" fmla="*/ 28 h 148"/>
                <a:gd name="T6" fmla="*/ 52 w 145"/>
                <a:gd name="T7" fmla="*/ 24 h 148"/>
                <a:gd name="T8" fmla="*/ 51 w 145"/>
                <a:gd name="T9" fmla="*/ 24 h 148"/>
                <a:gd name="T10" fmla="*/ 51 w 145"/>
                <a:gd name="T11" fmla="*/ 9 h 148"/>
                <a:gd name="T12" fmla="*/ 52 w 145"/>
                <a:gd name="T13" fmla="*/ 9 h 148"/>
                <a:gd name="T14" fmla="*/ 52 w 145"/>
                <a:gd name="T15" fmla="*/ 8 h 148"/>
                <a:gd name="T16" fmla="*/ 73 w 145"/>
                <a:gd name="T17" fmla="*/ 0 h 148"/>
                <a:gd name="T18" fmla="*/ 94 w 145"/>
                <a:gd name="T19" fmla="*/ 8 h 148"/>
                <a:gd name="T20" fmla="*/ 94 w 145"/>
                <a:gd name="T21" fmla="*/ 9 h 148"/>
                <a:gd name="T22" fmla="*/ 94 w 145"/>
                <a:gd name="T23" fmla="*/ 9 h 148"/>
                <a:gd name="T24" fmla="*/ 94 w 145"/>
                <a:gd name="T25" fmla="*/ 24 h 148"/>
                <a:gd name="T26" fmla="*/ 94 w 145"/>
                <a:gd name="T27" fmla="*/ 24 h 148"/>
                <a:gd name="T28" fmla="*/ 88 w 145"/>
                <a:gd name="T29" fmla="*/ 29 h 148"/>
                <a:gd name="T30" fmla="*/ 88 w 145"/>
                <a:gd name="T31" fmla="*/ 63 h 148"/>
                <a:gd name="T32" fmla="*/ 92 w 145"/>
                <a:gd name="T33" fmla="*/ 71 h 148"/>
                <a:gd name="T34" fmla="*/ 126 w 145"/>
                <a:gd name="T35" fmla="*/ 135 h 148"/>
                <a:gd name="T36" fmla="*/ 72 w 145"/>
                <a:gd name="T37" fmla="*/ 147 h 148"/>
                <a:gd name="T38" fmla="*/ 19 w 145"/>
                <a:gd name="T39" fmla="*/ 135 h 148"/>
                <a:gd name="T40" fmla="*/ 52 w 145"/>
                <a:gd name="T41" fmla="*/ 71 h 148"/>
                <a:gd name="T42" fmla="*/ 53 w 145"/>
                <a:gd name="T43" fmla="*/ 136 h 148"/>
                <a:gd name="T44" fmla="*/ 30 w 145"/>
                <a:gd name="T45" fmla="*/ 120 h 148"/>
                <a:gd name="T46" fmla="*/ 50 w 145"/>
                <a:gd name="T47" fmla="*/ 85 h 148"/>
                <a:gd name="T48" fmla="*/ 23 w 145"/>
                <a:gd name="T49" fmla="*/ 121 h 148"/>
                <a:gd name="T50" fmla="*/ 53 w 145"/>
                <a:gd name="T51" fmla="*/ 136 h 148"/>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5" h="148">
                  <a:moveTo>
                    <a:pt x="52" y="71"/>
                  </a:moveTo>
                  <a:cubicBezTo>
                    <a:pt x="52" y="71"/>
                    <a:pt x="55" y="70"/>
                    <a:pt x="55" y="63"/>
                  </a:cubicBezTo>
                  <a:cubicBezTo>
                    <a:pt x="55" y="57"/>
                    <a:pt x="55" y="36"/>
                    <a:pt x="55" y="28"/>
                  </a:cubicBezTo>
                  <a:cubicBezTo>
                    <a:pt x="53" y="27"/>
                    <a:pt x="52" y="26"/>
                    <a:pt x="52" y="24"/>
                  </a:cubicBezTo>
                  <a:cubicBezTo>
                    <a:pt x="51" y="24"/>
                    <a:pt x="51" y="24"/>
                    <a:pt x="51" y="24"/>
                  </a:cubicBezTo>
                  <a:cubicBezTo>
                    <a:pt x="51" y="9"/>
                    <a:pt x="51" y="9"/>
                    <a:pt x="51" y="9"/>
                  </a:cubicBezTo>
                  <a:cubicBezTo>
                    <a:pt x="52" y="9"/>
                    <a:pt x="52" y="9"/>
                    <a:pt x="52" y="9"/>
                  </a:cubicBezTo>
                  <a:cubicBezTo>
                    <a:pt x="52" y="9"/>
                    <a:pt x="52" y="8"/>
                    <a:pt x="52" y="8"/>
                  </a:cubicBezTo>
                  <a:cubicBezTo>
                    <a:pt x="52" y="4"/>
                    <a:pt x="61" y="0"/>
                    <a:pt x="73" y="0"/>
                  </a:cubicBezTo>
                  <a:cubicBezTo>
                    <a:pt x="84" y="0"/>
                    <a:pt x="94" y="4"/>
                    <a:pt x="94" y="8"/>
                  </a:cubicBezTo>
                  <a:cubicBezTo>
                    <a:pt x="94" y="8"/>
                    <a:pt x="94" y="9"/>
                    <a:pt x="94" y="9"/>
                  </a:cubicBezTo>
                  <a:cubicBezTo>
                    <a:pt x="94" y="9"/>
                    <a:pt x="94" y="9"/>
                    <a:pt x="94" y="9"/>
                  </a:cubicBezTo>
                  <a:cubicBezTo>
                    <a:pt x="94" y="24"/>
                    <a:pt x="94" y="24"/>
                    <a:pt x="94" y="24"/>
                  </a:cubicBezTo>
                  <a:cubicBezTo>
                    <a:pt x="94" y="24"/>
                    <a:pt x="94" y="24"/>
                    <a:pt x="94" y="24"/>
                  </a:cubicBezTo>
                  <a:cubicBezTo>
                    <a:pt x="93" y="26"/>
                    <a:pt x="92" y="27"/>
                    <a:pt x="88" y="29"/>
                  </a:cubicBezTo>
                  <a:cubicBezTo>
                    <a:pt x="88" y="36"/>
                    <a:pt x="88" y="57"/>
                    <a:pt x="88" y="63"/>
                  </a:cubicBezTo>
                  <a:cubicBezTo>
                    <a:pt x="88" y="70"/>
                    <a:pt x="92" y="71"/>
                    <a:pt x="92" y="71"/>
                  </a:cubicBezTo>
                  <a:cubicBezTo>
                    <a:pt x="100" y="76"/>
                    <a:pt x="145" y="121"/>
                    <a:pt x="126" y="135"/>
                  </a:cubicBezTo>
                  <a:cubicBezTo>
                    <a:pt x="108" y="148"/>
                    <a:pt x="78" y="147"/>
                    <a:pt x="72" y="147"/>
                  </a:cubicBezTo>
                  <a:cubicBezTo>
                    <a:pt x="66" y="147"/>
                    <a:pt x="37" y="148"/>
                    <a:pt x="19" y="135"/>
                  </a:cubicBezTo>
                  <a:cubicBezTo>
                    <a:pt x="0" y="121"/>
                    <a:pt x="44" y="76"/>
                    <a:pt x="52" y="71"/>
                  </a:cubicBezTo>
                  <a:close/>
                  <a:moveTo>
                    <a:pt x="53" y="136"/>
                  </a:moveTo>
                  <a:cubicBezTo>
                    <a:pt x="53" y="136"/>
                    <a:pt x="31" y="131"/>
                    <a:pt x="30" y="120"/>
                  </a:cubicBezTo>
                  <a:cubicBezTo>
                    <a:pt x="29" y="108"/>
                    <a:pt x="50" y="85"/>
                    <a:pt x="50" y="85"/>
                  </a:cubicBezTo>
                  <a:cubicBezTo>
                    <a:pt x="50" y="85"/>
                    <a:pt x="22" y="107"/>
                    <a:pt x="23" y="121"/>
                  </a:cubicBezTo>
                  <a:cubicBezTo>
                    <a:pt x="23" y="136"/>
                    <a:pt x="53" y="136"/>
                    <a:pt x="53" y="13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p>
          </p:txBody>
        </p:sp>
      </p:grpSp>
      <p:grpSp>
        <p:nvGrpSpPr>
          <p:cNvPr id="166" name="组合 165">
            <a:extLst>
              <a:ext uri="{FF2B5EF4-FFF2-40B4-BE49-F238E27FC236}">
                <a16:creationId xmlns:a16="http://schemas.microsoft.com/office/drawing/2014/main" id="{4000D65D-37CF-4F20-BFB9-4682502E4358}"/>
              </a:ext>
            </a:extLst>
          </p:cNvPr>
          <p:cNvGrpSpPr/>
          <p:nvPr/>
        </p:nvGrpSpPr>
        <p:grpSpPr>
          <a:xfrm>
            <a:off x="1518081" y="3002916"/>
            <a:ext cx="3443817" cy="3862917"/>
            <a:chOff x="1138560" y="2251393"/>
            <a:chExt cx="2582863" cy="2897188"/>
          </a:xfrm>
        </p:grpSpPr>
        <p:sp>
          <p:nvSpPr>
            <p:cNvPr id="167" name="Freeform 89">
              <a:extLst>
                <a:ext uri="{FF2B5EF4-FFF2-40B4-BE49-F238E27FC236}">
                  <a16:creationId xmlns:a16="http://schemas.microsoft.com/office/drawing/2014/main" id="{1E720903-1A92-4C07-835F-C821BEBAA653}"/>
                </a:ext>
              </a:extLst>
            </p:cNvPr>
            <p:cNvSpPr/>
            <p:nvPr/>
          </p:nvSpPr>
          <p:spPr bwMode="auto">
            <a:xfrm>
              <a:off x="1138560" y="2251393"/>
              <a:ext cx="2582863" cy="2897188"/>
            </a:xfrm>
            <a:custGeom>
              <a:gdLst>
                <a:gd name="T0" fmla="*/ 537 w 866"/>
                <a:gd name="T1" fmla="*/ 959 h 971"/>
                <a:gd name="T2" fmla="*/ 630 w 866"/>
                <a:gd name="T3" fmla="*/ 825 h 971"/>
                <a:gd name="T4" fmla="*/ 760 w 866"/>
                <a:gd name="T5" fmla="*/ 821 h 971"/>
                <a:gd name="T6" fmla="*/ 775 w 866"/>
                <a:gd name="T7" fmla="*/ 748 h 971"/>
                <a:gd name="T8" fmla="*/ 799 w 866"/>
                <a:gd name="T9" fmla="*/ 720 h 971"/>
                <a:gd name="T10" fmla="*/ 784 w 866"/>
                <a:gd name="T11" fmla="*/ 700 h 971"/>
                <a:gd name="T12" fmla="*/ 811 w 866"/>
                <a:gd name="T13" fmla="*/ 682 h 971"/>
                <a:gd name="T14" fmla="*/ 827 w 866"/>
                <a:gd name="T15" fmla="*/ 652 h 971"/>
                <a:gd name="T16" fmla="*/ 845 w 866"/>
                <a:gd name="T17" fmla="*/ 602 h 971"/>
                <a:gd name="T18" fmla="*/ 779 w 866"/>
                <a:gd name="T19" fmla="*/ 458 h 971"/>
                <a:gd name="T20" fmla="*/ 664 w 866"/>
                <a:gd name="T21" fmla="*/ 113 h 971"/>
                <a:gd name="T22" fmla="*/ 62 w 866"/>
                <a:gd name="T23" fmla="*/ 292 h 971"/>
                <a:gd name="T24" fmla="*/ 197 w 866"/>
                <a:gd name="T25" fmla="*/ 712 h 971"/>
                <a:gd name="T26" fmla="*/ 191 w 866"/>
                <a:gd name="T27" fmla="*/ 971 h 971"/>
                <a:gd name="T28" fmla="*/ 537 w 866"/>
                <a:gd name="T29" fmla="*/ 971 h 971"/>
                <a:gd name="T30" fmla="*/ 537 w 866"/>
                <a:gd name="T31" fmla="*/ 959 h 971"/>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865" h="971">
                  <a:moveTo>
                    <a:pt x="537" y="959"/>
                  </a:moveTo>
                  <a:cubicBezTo>
                    <a:pt x="537" y="959"/>
                    <a:pt x="532" y="821"/>
                    <a:pt x="630" y="825"/>
                  </a:cubicBezTo>
                  <a:cubicBezTo>
                    <a:pt x="727" y="829"/>
                    <a:pt x="736" y="858"/>
                    <a:pt x="760" y="821"/>
                  </a:cubicBezTo>
                  <a:cubicBezTo>
                    <a:pt x="783" y="784"/>
                    <a:pt x="759" y="764"/>
                    <a:pt x="775" y="748"/>
                  </a:cubicBezTo>
                  <a:cubicBezTo>
                    <a:pt x="775" y="748"/>
                    <a:pt x="799" y="736"/>
                    <a:pt x="799" y="720"/>
                  </a:cubicBezTo>
                  <a:cubicBezTo>
                    <a:pt x="800" y="704"/>
                    <a:pt x="784" y="700"/>
                    <a:pt x="784" y="700"/>
                  </a:cubicBezTo>
                  <a:cubicBezTo>
                    <a:pt x="784" y="700"/>
                    <a:pt x="810" y="699"/>
                    <a:pt x="811" y="682"/>
                  </a:cubicBezTo>
                  <a:cubicBezTo>
                    <a:pt x="812" y="665"/>
                    <a:pt x="800" y="664"/>
                    <a:pt x="827" y="652"/>
                  </a:cubicBezTo>
                  <a:cubicBezTo>
                    <a:pt x="854" y="641"/>
                    <a:pt x="862" y="630"/>
                    <a:pt x="845" y="602"/>
                  </a:cubicBezTo>
                  <a:cubicBezTo>
                    <a:pt x="829" y="573"/>
                    <a:pt x="772" y="493"/>
                    <a:pt x="779" y="458"/>
                  </a:cubicBezTo>
                  <a:cubicBezTo>
                    <a:pt x="785" y="424"/>
                    <a:pt x="866" y="226"/>
                    <a:pt x="664" y="113"/>
                  </a:cubicBezTo>
                  <a:cubicBezTo>
                    <a:pt x="461" y="0"/>
                    <a:pt x="125" y="49"/>
                    <a:pt x="62" y="292"/>
                  </a:cubicBezTo>
                  <a:cubicBezTo>
                    <a:pt x="0" y="536"/>
                    <a:pt x="197" y="712"/>
                    <a:pt x="197" y="712"/>
                  </a:cubicBezTo>
                  <a:cubicBezTo>
                    <a:pt x="197" y="712"/>
                    <a:pt x="278" y="866"/>
                    <a:pt x="191" y="971"/>
                  </a:cubicBezTo>
                  <a:cubicBezTo>
                    <a:pt x="537" y="971"/>
                    <a:pt x="537" y="971"/>
                    <a:pt x="537" y="971"/>
                  </a:cubicBezTo>
                  <a:lnTo>
                    <a:pt x="537" y="959"/>
                  </a:lnTo>
                  <a:close/>
                </a:path>
              </a:pathLst>
            </a:custGeom>
            <a:solidFill>
              <a:srgbClr val="545D79"/>
            </a:solidFill>
            <a:ln>
              <a:noFill/>
            </a:ln>
            <a:effectLst>
              <a:outerShdw blurRad="63500" algn="ctr" rotWithShape="0">
                <a:prstClr val="black">
                  <a:alpha val="40000"/>
                </a:prstClr>
              </a:outerShdw>
            </a:effectLst>
          </p:spPr>
          <p:txBody>
            <a:bodyPr vert="horz" wrap="square" lIns="91440" tIns="45720" rIns="91440" bIns="45720" numCol="1" anchor="ctr" anchorCtr="0" compatLnSpc="1">
              <a:prstTxWarp prst="textNoShape">
                <a:avLst/>
              </a:prstTxWarp>
            </a:bodyPr>
            <a:lstStyle/>
            <a:p>
              <a:pPr algn="ctr"/>
              <a:endParaRPr lang="zh-CN" altLang="en-US" sz="4800">
                <a:solidFill>
                  <a:prstClr val="white"/>
                </a:solidFill>
                <a:latin typeface="思源黑体旧字形 Normal" panose="020b0400000000000000" pitchFamily="34" charset="-128"/>
                <a:ea typeface="思源黑体旧字形 Normal" panose="020b0400000000000000" pitchFamily="34" charset="-128"/>
              </a:endParaRPr>
            </a:p>
          </p:txBody>
        </p:sp>
        <p:grpSp>
          <p:nvGrpSpPr>
            <p:cNvPr id="168" name="组合 167">
              <a:extLst>
                <a:ext uri="{FF2B5EF4-FFF2-40B4-BE49-F238E27FC236}">
                  <a16:creationId xmlns:a16="http://schemas.microsoft.com/office/drawing/2014/main" id="{5591D95F-F075-4588-B23C-64ADD6752F43}"/>
                </a:ext>
              </a:extLst>
            </p:cNvPr>
            <p:cNvGrpSpPr/>
            <p:nvPr/>
          </p:nvGrpSpPr>
          <p:grpSpPr>
            <a:xfrm>
              <a:off x="1399390" y="2514790"/>
              <a:ext cx="1856778" cy="1626658"/>
              <a:chOff x="1879447" y="2218086"/>
              <a:chExt cx="1856778" cy="1626658"/>
            </a:xfrm>
          </p:grpSpPr>
          <p:sp>
            <p:nvSpPr>
              <p:cNvPr id="169" name="Freeform 90">
                <a:extLst>
                  <a:ext uri="{FF2B5EF4-FFF2-40B4-BE49-F238E27FC236}">
                    <a16:creationId xmlns:a16="http://schemas.microsoft.com/office/drawing/2014/main" id="{C4B5D797-999B-454B-BE5E-E9C494F553B5}"/>
                  </a:ext>
                </a:extLst>
              </p:cNvPr>
              <p:cNvSpPr/>
              <p:nvPr/>
            </p:nvSpPr>
            <p:spPr bwMode="auto">
              <a:xfrm>
                <a:off x="2525080" y="2397602"/>
                <a:ext cx="719138" cy="523875"/>
              </a:xfrm>
              <a:custGeom>
                <a:gdLst>
                  <a:gd name="T0" fmla="*/ 149 w 241"/>
                  <a:gd name="T1" fmla="*/ 150 h 176"/>
                  <a:gd name="T2" fmla="*/ 84 w 241"/>
                  <a:gd name="T3" fmla="*/ 163 h 176"/>
                  <a:gd name="T4" fmla="*/ 43 w 241"/>
                  <a:gd name="T5" fmla="*/ 148 h 176"/>
                  <a:gd name="T6" fmla="*/ 1 w 241"/>
                  <a:gd name="T7" fmla="*/ 71 h 176"/>
                  <a:gd name="T8" fmla="*/ 60 w 241"/>
                  <a:gd name="T9" fmla="*/ 8 h 176"/>
                  <a:gd name="T10" fmla="*/ 124 w 241"/>
                  <a:gd name="T11" fmla="*/ 39 h 176"/>
                  <a:gd name="T12" fmla="*/ 132 w 241"/>
                  <a:gd name="T13" fmla="*/ 43 h 176"/>
                  <a:gd name="T14" fmla="*/ 140 w 241"/>
                  <a:gd name="T15" fmla="*/ 40 h 176"/>
                  <a:gd name="T16" fmla="*/ 198 w 241"/>
                  <a:gd name="T17" fmla="*/ 32 h 176"/>
                  <a:gd name="T18" fmla="*/ 241 w 241"/>
                  <a:gd name="T19" fmla="*/ 76 h 176"/>
                  <a:gd name="T20" fmla="*/ 236 w 241"/>
                  <a:gd name="T21" fmla="*/ 80 h 176"/>
                  <a:gd name="T22" fmla="*/ 186 w 241"/>
                  <a:gd name="T23" fmla="*/ 176 h 176"/>
                  <a:gd name="T24" fmla="*/ 149 w 241"/>
                  <a:gd name="T25" fmla="*/ 150 h 176"/>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41" h="176">
                    <a:moveTo>
                      <a:pt x="149" y="150"/>
                    </a:moveTo>
                    <a:cubicBezTo>
                      <a:pt x="118" y="144"/>
                      <a:pt x="95" y="156"/>
                      <a:pt x="84" y="163"/>
                    </a:cubicBezTo>
                    <a:cubicBezTo>
                      <a:pt x="76" y="158"/>
                      <a:pt x="62" y="151"/>
                      <a:pt x="43" y="148"/>
                    </a:cubicBezTo>
                    <a:cubicBezTo>
                      <a:pt x="43" y="126"/>
                      <a:pt x="33" y="88"/>
                      <a:pt x="1" y="71"/>
                    </a:cubicBezTo>
                    <a:cubicBezTo>
                      <a:pt x="0" y="54"/>
                      <a:pt x="13" y="15"/>
                      <a:pt x="60" y="8"/>
                    </a:cubicBezTo>
                    <a:cubicBezTo>
                      <a:pt x="103" y="0"/>
                      <a:pt x="124" y="37"/>
                      <a:pt x="124" y="39"/>
                    </a:cubicBezTo>
                    <a:cubicBezTo>
                      <a:pt x="126" y="41"/>
                      <a:pt x="129" y="43"/>
                      <a:pt x="132" y="43"/>
                    </a:cubicBezTo>
                    <a:cubicBezTo>
                      <a:pt x="135" y="44"/>
                      <a:pt x="138" y="42"/>
                      <a:pt x="140" y="40"/>
                    </a:cubicBezTo>
                    <a:cubicBezTo>
                      <a:pt x="140" y="39"/>
                      <a:pt x="155" y="21"/>
                      <a:pt x="198" y="32"/>
                    </a:cubicBezTo>
                    <a:cubicBezTo>
                      <a:pt x="233" y="40"/>
                      <a:pt x="240" y="66"/>
                      <a:pt x="241" y="76"/>
                    </a:cubicBezTo>
                    <a:cubicBezTo>
                      <a:pt x="239" y="77"/>
                      <a:pt x="238" y="79"/>
                      <a:pt x="236" y="80"/>
                    </a:cubicBezTo>
                    <a:cubicBezTo>
                      <a:pt x="200" y="106"/>
                      <a:pt x="189" y="147"/>
                      <a:pt x="186" y="176"/>
                    </a:cubicBezTo>
                    <a:cubicBezTo>
                      <a:pt x="179" y="164"/>
                      <a:pt x="167" y="153"/>
                      <a:pt x="149" y="150"/>
                    </a:cubicBezTo>
                    <a:close/>
                  </a:path>
                </a:pathLst>
              </a:custGeom>
              <a:solidFill>
                <a:srgbClr val="3C4157"/>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p>
            </p:txBody>
          </p:sp>
          <p:sp>
            <p:nvSpPr>
              <p:cNvPr id="170" name="Freeform 91">
                <a:extLst>
                  <a:ext uri="{FF2B5EF4-FFF2-40B4-BE49-F238E27FC236}">
                    <a16:creationId xmlns:a16="http://schemas.microsoft.com/office/drawing/2014/main" id="{F4D67095-5EBE-4AA7-8A79-5BA4DEA3D40A}"/>
                  </a:ext>
                </a:extLst>
              </p:cNvPr>
              <p:cNvSpPr/>
              <p:nvPr/>
            </p:nvSpPr>
            <p:spPr bwMode="auto">
              <a:xfrm>
                <a:off x="1879447" y="2218086"/>
                <a:ext cx="1856778" cy="1626658"/>
              </a:xfrm>
              <a:custGeom>
                <a:gdLst>
                  <a:gd name="T0" fmla="*/ 48 w 656"/>
                  <a:gd name="T1" fmla="*/ 205 h 588"/>
                  <a:gd name="T2" fmla="*/ 204 w 656"/>
                  <a:gd name="T3" fmla="*/ 82 h 588"/>
                  <a:gd name="T4" fmla="*/ 531 w 656"/>
                  <a:gd name="T5" fmla="*/ 119 h 588"/>
                  <a:gd name="T6" fmla="*/ 486 w 656"/>
                  <a:gd name="T7" fmla="*/ 359 h 588"/>
                  <a:gd name="T8" fmla="*/ 466 w 656"/>
                  <a:gd name="T9" fmla="*/ 195 h 588"/>
                  <a:gd name="T10" fmla="*/ 555 w 656"/>
                  <a:gd name="T11" fmla="*/ 247 h 588"/>
                  <a:gd name="T12" fmla="*/ 497 w 656"/>
                  <a:gd name="T13" fmla="*/ 268 h 588"/>
                  <a:gd name="T14" fmla="*/ 490 w 656"/>
                  <a:gd name="T15" fmla="*/ 285 h 588"/>
                  <a:gd name="T16" fmla="*/ 573 w 656"/>
                  <a:gd name="T17" fmla="*/ 254 h 588"/>
                  <a:gd name="T18" fmla="*/ 478 w 656"/>
                  <a:gd name="T19" fmla="*/ 168 h 588"/>
                  <a:gd name="T20" fmla="*/ 353 w 656"/>
                  <a:gd name="T21" fmla="*/ 120 h 588"/>
                  <a:gd name="T22" fmla="*/ 217 w 656"/>
                  <a:gd name="T23" fmla="*/ 124 h 588"/>
                  <a:gd name="T24" fmla="*/ 101 w 656"/>
                  <a:gd name="T25" fmla="*/ 191 h 588"/>
                  <a:gd name="T26" fmla="*/ 59 w 656"/>
                  <a:gd name="T27" fmla="*/ 339 h 588"/>
                  <a:gd name="T28" fmla="*/ 169 w 656"/>
                  <a:gd name="T29" fmla="*/ 374 h 588"/>
                  <a:gd name="T30" fmla="*/ 347 w 656"/>
                  <a:gd name="T31" fmla="*/ 402 h 588"/>
                  <a:gd name="T32" fmla="*/ 382 w 656"/>
                  <a:gd name="T33" fmla="*/ 374 h 588"/>
                  <a:gd name="T34" fmla="*/ 365 w 656"/>
                  <a:gd name="T35" fmla="*/ 366 h 588"/>
                  <a:gd name="T36" fmla="*/ 295 w 656"/>
                  <a:gd name="T37" fmla="*/ 358 h 588"/>
                  <a:gd name="T38" fmla="*/ 99 w 656"/>
                  <a:gd name="T39" fmla="*/ 366 h 588"/>
                  <a:gd name="T40" fmla="*/ 97 w 656"/>
                  <a:gd name="T41" fmla="*/ 279 h 588"/>
                  <a:gd name="T42" fmla="*/ 114 w 656"/>
                  <a:gd name="T43" fmla="*/ 203 h 588"/>
                  <a:gd name="T44" fmla="*/ 244 w 656"/>
                  <a:gd name="T45" fmla="*/ 247 h 588"/>
                  <a:gd name="T46" fmla="*/ 172 w 656"/>
                  <a:gd name="T47" fmla="*/ 302 h 588"/>
                  <a:gd name="T48" fmla="*/ 298 w 656"/>
                  <a:gd name="T49" fmla="*/ 281 h 588"/>
                  <a:gd name="T50" fmla="*/ 364 w 656"/>
                  <a:gd name="T51" fmla="*/ 268 h 588"/>
                  <a:gd name="T52" fmla="*/ 408 w 656"/>
                  <a:gd name="T53" fmla="*/ 319 h 588"/>
                  <a:gd name="T54" fmla="*/ 477 w 656"/>
                  <a:gd name="T55" fmla="*/ 404 h 588"/>
                  <a:gd name="T56" fmla="*/ 343 w 656"/>
                  <a:gd name="T57" fmla="*/ 491 h 588"/>
                  <a:gd name="T58" fmla="*/ 211 w 656"/>
                  <a:gd name="T59" fmla="*/ 441 h 588"/>
                  <a:gd name="T60" fmla="*/ 232 w 656"/>
                  <a:gd name="T61" fmla="*/ 415 h 588"/>
                  <a:gd name="T62" fmla="*/ 194 w 656"/>
                  <a:gd name="T63" fmla="*/ 435 h 588"/>
                  <a:gd name="T64" fmla="*/ 205 w 656"/>
                  <a:gd name="T65" fmla="*/ 491 h 588"/>
                  <a:gd name="T66" fmla="*/ 336 w 656"/>
                  <a:gd name="T67" fmla="*/ 513 h 588"/>
                  <a:gd name="T68" fmla="*/ 143 w 656"/>
                  <a:gd name="T69" fmla="*/ 543 h 588"/>
                  <a:gd name="T70" fmla="*/ 3 w 656"/>
                  <a:gd name="T71" fmla="*/ 310 h 588"/>
                  <a:gd name="connsiteX0" fmla="*/ 3 w 9486"/>
                  <a:gd name="connsiteY0" fmla="*/ 4594 h 9273"/>
                  <a:gd name="connsiteX1" fmla="*/ 689 w 9486"/>
                  <a:gd name="connsiteY1" fmla="*/ 2808 h 9273"/>
                  <a:gd name="connsiteX2" fmla="*/ 1268 w 9486"/>
                  <a:gd name="connsiteY2" fmla="*/ 1516 h 9273"/>
                  <a:gd name="connsiteX3" fmla="*/ 3067 w 9486"/>
                  <a:gd name="connsiteY3" fmla="*/ 717 h 9273"/>
                  <a:gd name="connsiteX4" fmla="*/ 5689 w 9486"/>
                  <a:gd name="connsiteY4" fmla="*/ 393 h 9273"/>
                  <a:gd name="connsiteX5" fmla="*/ 8052 w 9486"/>
                  <a:gd name="connsiteY5" fmla="*/ 1346 h 9273"/>
                  <a:gd name="connsiteX6" fmla="*/ 9195 w 9486"/>
                  <a:gd name="connsiteY6" fmla="*/ 4322 h 9273"/>
                  <a:gd name="connsiteX7" fmla="*/ 7366 w 9486"/>
                  <a:gd name="connsiteY7" fmla="*/ 5427 h 9273"/>
                  <a:gd name="connsiteX8" fmla="*/ 6405 w 9486"/>
                  <a:gd name="connsiteY8" fmla="*/ 4492 h 9273"/>
                  <a:gd name="connsiteX9" fmla="*/ 7061 w 9486"/>
                  <a:gd name="connsiteY9" fmla="*/ 2638 h 9273"/>
                  <a:gd name="connsiteX10" fmla="*/ 8234 w 9486"/>
                  <a:gd name="connsiteY10" fmla="*/ 2604 h 9273"/>
                  <a:gd name="connsiteX11" fmla="*/ 8417 w 9486"/>
                  <a:gd name="connsiteY11" fmla="*/ 3523 h 9273"/>
                  <a:gd name="connsiteX12" fmla="*/ 8128 w 9486"/>
                  <a:gd name="connsiteY12" fmla="*/ 3897 h 9273"/>
                  <a:gd name="connsiteX13" fmla="*/ 7533 w 9486"/>
                  <a:gd name="connsiteY13" fmla="*/ 3880 h 9273"/>
                  <a:gd name="connsiteX14" fmla="*/ 7350 w 9486"/>
                  <a:gd name="connsiteY14" fmla="*/ 3965 h 9273"/>
                  <a:gd name="connsiteX15" fmla="*/ 7427 w 9486"/>
                  <a:gd name="connsiteY15" fmla="*/ 4169 h 9273"/>
                  <a:gd name="connsiteX16" fmla="*/ 8219 w 9486"/>
                  <a:gd name="connsiteY16" fmla="*/ 4186 h 9273"/>
                  <a:gd name="connsiteX17" fmla="*/ 8692 w 9486"/>
                  <a:gd name="connsiteY17" fmla="*/ 3642 h 9273"/>
                  <a:gd name="connsiteX18" fmla="*/ 8402 w 9486"/>
                  <a:gd name="connsiteY18" fmla="*/ 2349 h 9273"/>
                  <a:gd name="connsiteX19" fmla="*/ 7244 w 9486"/>
                  <a:gd name="connsiteY19" fmla="*/ 2179 h 9273"/>
                  <a:gd name="connsiteX20" fmla="*/ 6375 w 9486"/>
                  <a:gd name="connsiteY20" fmla="*/ 1261 h 9273"/>
                  <a:gd name="connsiteX21" fmla="*/ 5338 w 9486"/>
                  <a:gd name="connsiteY21" fmla="*/ 1363 h 9273"/>
                  <a:gd name="connsiteX22" fmla="*/ 4164 w 9486"/>
                  <a:gd name="connsiteY22" fmla="*/ 836 h 9273"/>
                  <a:gd name="connsiteX23" fmla="*/ 3265 w 9486"/>
                  <a:gd name="connsiteY23" fmla="*/ 1431 h 9273"/>
                  <a:gd name="connsiteX24" fmla="*/ 3036 w 9486"/>
                  <a:gd name="connsiteY24" fmla="*/ 2111 h 9273"/>
                  <a:gd name="connsiteX25" fmla="*/ 1497 w 9486"/>
                  <a:gd name="connsiteY25" fmla="*/ 2570 h 9273"/>
                  <a:gd name="connsiteX26" fmla="*/ 1192 w 9486"/>
                  <a:gd name="connsiteY26" fmla="*/ 3897 h 9273"/>
                  <a:gd name="connsiteX27" fmla="*/ 856 w 9486"/>
                  <a:gd name="connsiteY27" fmla="*/ 5087 h 9273"/>
                  <a:gd name="connsiteX28" fmla="*/ 1344 w 9486"/>
                  <a:gd name="connsiteY28" fmla="*/ 5836 h 9273"/>
                  <a:gd name="connsiteX29" fmla="*/ 2533 w 9486"/>
                  <a:gd name="connsiteY29" fmla="*/ 5683 h 9273"/>
                  <a:gd name="connsiteX30" fmla="*/ 4286 w 9486"/>
                  <a:gd name="connsiteY30" fmla="*/ 5649 h 9273"/>
                  <a:gd name="connsiteX31" fmla="*/ 5247 w 9486"/>
                  <a:gd name="connsiteY31" fmla="*/ 6159 h 9273"/>
                  <a:gd name="connsiteX32" fmla="*/ 5323 w 9486"/>
                  <a:gd name="connsiteY32" fmla="*/ 6159 h 9273"/>
                  <a:gd name="connsiteX33" fmla="*/ 5780 w 9486"/>
                  <a:gd name="connsiteY33" fmla="*/ 5683 h 9273"/>
                  <a:gd name="connsiteX34" fmla="*/ 5704 w 9486"/>
                  <a:gd name="connsiteY34" fmla="*/ 5478 h 9273"/>
                  <a:gd name="connsiteX35" fmla="*/ 5521 w 9486"/>
                  <a:gd name="connsiteY35" fmla="*/ 5546 h 9273"/>
                  <a:gd name="connsiteX36" fmla="*/ 5262 w 9486"/>
                  <a:gd name="connsiteY36" fmla="*/ 5853 h 9273"/>
                  <a:gd name="connsiteX37" fmla="*/ 4454 w 9486"/>
                  <a:gd name="connsiteY37" fmla="*/ 5410 h 9273"/>
                  <a:gd name="connsiteX38" fmla="*/ 2381 w 9486"/>
                  <a:gd name="connsiteY38" fmla="*/ 5427 h 9273"/>
                  <a:gd name="connsiteX39" fmla="*/ 1466 w 9486"/>
                  <a:gd name="connsiteY39" fmla="*/ 5546 h 9273"/>
                  <a:gd name="connsiteX40" fmla="*/ 1146 w 9486"/>
                  <a:gd name="connsiteY40" fmla="*/ 5036 h 9273"/>
                  <a:gd name="connsiteX41" fmla="*/ 1436 w 9486"/>
                  <a:gd name="connsiteY41" fmla="*/ 4067 h 9273"/>
                  <a:gd name="connsiteX42" fmla="*/ 1481 w 9486"/>
                  <a:gd name="connsiteY42" fmla="*/ 3897 h 9273"/>
                  <a:gd name="connsiteX43" fmla="*/ 1695 w 9486"/>
                  <a:gd name="connsiteY43" fmla="*/ 2774 h 9273"/>
                  <a:gd name="connsiteX44" fmla="*/ 2975 w 9486"/>
                  <a:gd name="connsiteY44" fmla="*/ 2417 h 9273"/>
                  <a:gd name="connsiteX45" fmla="*/ 3677 w 9486"/>
                  <a:gd name="connsiteY45" fmla="*/ 3523 h 9273"/>
                  <a:gd name="connsiteX46" fmla="*/ 2564 w 9486"/>
                  <a:gd name="connsiteY46" fmla="*/ 4237 h 9273"/>
                  <a:gd name="connsiteX47" fmla="*/ 2579 w 9486"/>
                  <a:gd name="connsiteY47" fmla="*/ 4458 h 9273"/>
                  <a:gd name="connsiteX48" fmla="*/ 2777 w 9486"/>
                  <a:gd name="connsiteY48" fmla="*/ 4424 h 9273"/>
                  <a:gd name="connsiteX49" fmla="*/ 4500 w 9486"/>
                  <a:gd name="connsiteY49" fmla="*/ 4101 h 9273"/>
                  <a:gd name="connsiteX50" fmla="*/ 4683 w 9486"/>
                  <a:gd name="connsiteY50" fmla="*/ 4101 h 9273"/>
                  <a:gd name="connsiteX51" fmla="*/ 5506 w 9486"/>
                  <a:gd name="connsiteY51" fmla="*/ 3880 h 9273"/>
                  <a:gd name="connsiteX52" fmla="*/ 6055 w 9486"/>
                  <a:gd name="connsiteY52" fmla="*/ 4611 h 9273"/>
                  <a:gd name="connsiteX53" fmla="*/ 6177 w 9486"/>
                  <a:gd name="connsiteY53" fmla="*/ 4747 h 9273"/>
                  <a:gd name="connsiteX54" fmla="*/ 7183 w 9486"/>
                  <a:gd name="connsiteY54" fmla="*/ 6057 h 9273"/>
                  <a:gd name="connsiteX55" fmla="*/ 7021 w 9486"/>
                  <a:gd name="connsiteY55" fmla="*/ 6777 h 9273"/>
                  <a:gd name="connsiteX56" fmla="*/ 5201 w 9486"/>
                  <a:gd name="connsiteY56" fmla="*/ 7621 h 9273"/>
                  <a:gd name="connsiteX57" fmla="*/ 5186 w 9486"/>
                  <a:gd name="connsiteY57" fmla="*/ 7672 h 9273"/>
                  <a:gd name="connsiteX58" fmla="*/ 3311 w 9486"/>
                  <a:gd name="connsiteY58" fmla="*/ 7468 h 9273"/>
                  <a:gd name="connsiteX59" fmla="*/ 3173 w 9486"/>
                  <a:gd name="connsiteY59" fmla="*/ 6822 h 9273"/>
                  <a:gd name="connsiteX60" fmla="*/ 3402 w 9486"/>
                  <a:gd name="connsiteY60" fmla="*/ 6567 h 9273"/>
                  <a:gd name="connsiteX61" fmla="*/ 3494 w 9486"/>
                  <a:gd name="connsiteY61" fmla="*/ 6380 h 9273"/>
                  <a:gd name="connsiteX62" fmla="*/ 3311 w 9486"/>
                  <a:gd name="connsiteY62" fmla="*/ 6278 h 9273"/>
                  <a:gd name="connsiteX63" fmla="*/ 2914 w 9486"/>
                  <a:gd name="connsiteY63" fmla="*/ 6720 h 9273"/>
                  <a:gd name="connsiteX64" fmla="*/ 3082 w 9486"/>
                  <a:gd name="connsiteY64" fmla="*/ 7655 h 9273"/>
                  <a:gd name="connsiteX65" fmla="*/ 3082 w 9486"/>
                  <a:gd name="connsiteY65" fmla="*/ 7672 h 9273"/>
                  <a:gd name="connsiteX66" fmla="*/ 4439 w 9486"/>
                  <a:gd name="connsiteY66" fmla="*/ 8183 h 9273"/>
                  <a:gd name="connsiteX67" fmla="*/ 5079 w 9486"/>
                  <a:gd name="connsiteY67" fmla="*/ 8046 h 9273"/>
                  <a:gd name="connsiteX68" fmla="*/ 3219 w 9486"/>
                  <a:gd name="connsiteY68" fmla="*/ 9271 h 9273"/>
                  <a:gd name="connsiteX69" fmla="*/ 2137 w 9486"/>
                  <a:gd name="connsiteY69" fmla="*/ 8557 h 9273"/>
                  <a:gd name="connsiteX70" fmla="*/ 1161 w 9486"/>
                  <a:gd name="connsiteY70" fmla="*/ 6618 h 9273"/>
                  <a:gd name="connsiteX71" fmla="*/ 3 w 9486"/>
                  <a:gd name="connsiteY71" fmla="*/ 4594 h 9273"/>
                  <a:gd name="connsiteX0-1" fmla="*/ 3 w 10000"/>
                  <a:gd name="connsiteY0-2" fmla="*/ 4954 h 10000"/>
                  <a:gd name="connsiteX1-3" fmla="*/ 726 w 10000"/>
                  <a:gd name="connsiteY1-4" fmla="*/ 3028 h 10000"/>
                  <a:gd name="connsiteX2-5" fmla="*/ 1337 w 10000"/>
                  <a:gd name="connsiteY2-6" fmla="*/ 1635 h 10000"/>
                  <a:gd name="connsiteX3-7" fmla="*/ 3233 w 10000"/>
                  <a:gd name="connsiteY3-8" fmla="*/ 773 h 10000"/>
                  <a:gd name="connsiteX4-9" fmla="*/ 5997 w 10000"/>
                  <a:gd name="connsiteY4-10" fmla="*/ 424 h 10000"/>
                  <a:gd name="connsiteX5-11" fmla="*/ 8488 w 10000"/>
                  <a:gd name="connsiteY5-12" fmla="*/ 1452 h 10000"/>
                  <a:gd name="connsiteX6-13" fmla="*/ 9693 w 10000"/>
                  <a:gd name="connsiteY6-14" fmla="*/ 4661 h 10000"/>
                  <a:gd name="connsiteX7-15" fmla="*/ 7765 w 10000"/>
                  <a:gd name="connsiteY7-16" fmla="*/ 5852 h 10000"/>
                  <a:gd name="connsiteX8-17" fmla="*/ 6752 w 10000"/>
                  <a:gd name="connsiteY8-18" fmla="*/ 4844 h 10000"/>
                  <a:gd name="connsiteX9-19" fmla="*/ 7444 w 10000"/>
                  <a:gd name="connsiteY9-20" fmla="*/ 2845 h 10000"/>
                  <a:gd name="connsiteX10-21" fmla="*/ 8680 w 10000"/>
                  <a:gd name="connsiteY10-22" fmla="*/ 2808 h 10000"/>
                  <a:gd name="connsiteX11-23" fmla="*/ 8873 w 10000"/>
                  <a:gd name="connsiteY11-24" fmla="*/ 3799 h 10000"/>
                  <a:gd name="connsiteX12-25" fmla="*/ 8568 w 10000"/>
                  <a:gd name="connsiteY12-26" fmla="*/ 4203 h 10000"/>
                  <a:gd name="connsiteX13-27" fmla="*/ 7941 w 10000"/>
                  <a:gd name="connsiteY13-28" fmla="*/ 4184 h 10000"/>
                  <a:gd name="connsiteX14-29" fmla="*/ 7748 w 10000"/>
                  <a:gd name="connsiteY14-30" fmla="*/ 4276 h 10000"/>
                  <a:gd name="connsiteX15-31" fmla="*/ 7829 w 10000"/>
                  <a:gd name="connsiteY15-32" fmla="*/ 4496 h 10000"/>
                  <a:gd name="connsiteX16-33" fmla="*/ 8664 w 10000"/>
                  <a:gd name="connsiteY16-34" fmla="*/ 4514 h 10000"/>
                  <a:gd name="connsiteX17-35" fmla="*/ 9163 w 10000"/>
                  <a:gd name="connsiteY17-36" fmla="*/ 3928 h 10000"/>
                  <a:gd name="connsiteX18-37" fmla="*/ 8857 w 10000"/>
                  <a:gd name="connsiteY18-38" fmla="*/ 2533 h 10000"/>
                  <a:gd name="connsiteX19-39" fmla="*/ 7637 w 10000"/>
                  <a:gd name="connsiteY19-40" fmla="*/ 2350 h 10000"/>
                  <a:gd name="connsiteX20-41" fmla="*/ 6720 w 10000"/>
                  <a:gd name="connsiteY20-42" fmla="*/ 1360 h 10000"/>
                  <a:gd name="connsiteX21-43" fmla="*/ 5627 w 10000"/>
                  <a:gd name="connsiteY21-44" fmla="*/ 1470 h 10000"/>
                  <a:gd name="connsiteX22-45" fmla="*/ 4390 w 10000"/>
                  <a:gd name="connsiteY22-46" fmla="*/ 902 h 10000"/>
                  <a:gd name="connsiteX23-47" fmla="*/ 3442 w 10000"/>
                  <a:gd name="connsiteY23-48" fmla="*/ 1543 h 10000"/>
                  <a:gd name="connsiteX24-49" fmla="*/ 3201 w 10000"/>
                  <a:gd name="connsiteY24-50" fmla="*/ 2277 h 10000"/>
                  <a:gd name="connsiteX25-51" fmla="*/ 1578 w 10000"/>
                  <a:gd name="connsiteY25-52" fmla="*/ 2771 h 10000"/>
                  <a:gd name="connsiteX26-53" fmla="*/ 1257 w 10000"/>
                  <a:gd name="connsiteY26-54" fmla="*/ 4203 h 10000"/>
                  <a:gd name="connsiteX27-55" fmla="*/ 902 w 10000"/>
                  <a:gd name="connsiteY27-56" fmla="*/ 5486 h 10000"/>
                  <a:gd name="connsiteX28-57" fmla="*/ 1417 w 10000"/>
                  <a:gd name="connsiteY28-58" fmla="*/ 6294 h 10000"/>
                  <a:gd name="connsiteX29-59" fmla="*/ 2670 w 10000"/>
                  <a:gd name="connsiteY29-60" fmla="*/ 6129 h 10000"/>
                  <a:gd name="connsiteX30-61" fmla="*/ 4518 w 10000"/>
                  <a:gd name="connsiteY30-62" fmla="*/ 6092 h 10000"/>
                  <a:gd name="connsiteX31-63" fmla="*/ 5531 w 10000"/>
                  <a:gd name="connsiteY31-64" fmla="*/ 6642 h 10000"/>
                  <a:gd name="connsiteX32-65" fmla="*/ 5611 w 10000"/>
                  <a:gd name="connsiteY32-66" fmla="*/ 6642 h 10000"/>
                  <a:gd name="connsiteX33-67" fmla="*/ 6093 w 10000"/>
                  <a:gd name="connsiteY33-68" fmla="*/ 6129 h 10000"/>
                  <a:gd name="connsiteX34-69" fmla="*/ 6013 w 10000"/>
                  <a:gd name="connsiteY34-70" fmla="*/ 5907 h 10000"/>
                  <a:gd name="connsiteX35-71" fmla="*/ 5820 w 10000"/>
                  <a:gd name="connsiteY35-72" fmla="*/ 5981 h 10000"/>
                  <a:gd name="connsiteX36-73" fmla="*/ 5547 w 10000"/>
                  <a:gd name="connsiteY36-74" fmla="*/ 6312 h 10000"/>
                  <a:gd name="connsiteX37-75" fmla="*/ 4695 w 10000"/>
                  <a:gd name="connsiteY37-76" fmla="*/ 5834 h 10000"/>
                  <a:gd name="connsiteX38-77" fmla="*/ 2510 w 10000"/>
                  <a:gd name="connsiteY38-78" fmla="*/ 5852 h 10000"/>
                  <a:gd name="connsiteX39-79" fmla="*/ 1545 w 10000"/>
                  <a:gd name="connsiteY39-80" fmla="*/ 5981 h 10000"/>
                  <a:gd name="connsiteX40-81" fmla="*/ 1208 w 10000"/>
                  <a:gd name="connsiteY40-82" fmla="*/ 5431 h 10000"/>
                  <a:gd name="connsiteX41-83" fmla="*/ 1514 w 10000"/>
                  <a:gd name="connsiteY41-84" fmla="*/ 4386 h 10000"/>
                  <a:gd name="connsiteX42-85" fmla="*/ 1561 w 10000"/>
                  <a:gd name="connsiteY42-86" fmla="*/ 4203 h 10000"/>
                  <a:gd name="connsiteX43-87" fmla="*/ 1787 w 10000"/>
                  <a:gd name="connsiteY43-88" fmla="*/ 2991 h 10000"/>
                  <a:gd name="connsiteX44-89" fmla="*/ 3136 w 10000"/>
                  <a:gd name="connsiteY44-90" fmla="*/ 2606 h 10000"/>
                  <a:gd name="connsiteX45-91" fmla="*/ 3876 w 10000"/>
                  <a:gd name="connsiteY45-92" fmla="*/ 3799 h 10000"/>
                  <a:gd name="connsiteX46-93" fmla="*/ 2703 w 10000"/>
                  <a:gd name="connsiteY46-94" fmla="*/ 4569 h 10000"/>
                  <a:gd name="connsiteX47-95" fmla="*/ 2719 w 10000"/>
                  <a:gd name="connsiteY47-96" fmla="*/ 4808 h 10000"/>
                  <a:gd name="connsiteX48-97" fmla="*/ 2927 w 10000"/>
                  <a:gd name="connsiteY48-98" fmla="*/ 4771 h 10000"/>
                  <a:gd name="connsiteX49-99" fmla="*/ 4744 w 10000"/>
                  <a:gd name="connsiteY49-100" fmla="*/ 4423 h 10000"/>
                  <a:gd name="connsiteX50-101" fmla="*/ 4937 w 10000"/>
                  <a:gd name="connsiteY50-102" fmla="*/ 4423 h 10000"/>
                  <a:gd name="connsiteX51-103" fmla="*/ 5804 w 10000"/>
                  <a:gd name="connsiteY51-104" fmla="*/ 4184 h 10000"/>
                  <a:gd name="connsiteX52-105" fmla="*/ 6383 w 10000"/>
                  <a:gd name="connsiteY52-106" fmla="*/ 4973 h 10000"/>
                  <a:gd name="connsiteX53-107" fmla="*/ 6512 w 10000"/>
                  <a:gd name="connsiteY53-108" fmla="*/ 5119 h 10000"/>
                  <a:gd name="connsiteX54-109" fmla="*/ 7572 w 10000"/>
                  <a:gd name="connsiteY54-110" fmla="*/ 6532 h 10000"/>
                  <a:gd name="connsiteX55-111" fmla="*/ 7401 w 10000"/>
                  <a:gd name="connsiteY55-112" fmla="*/ 7308 h 10000"/>
                  <a:gd name="connsiteX56-113" fmla="*/ 5483 w 10000"/>
                  <a:gd name="connsiteY56-114" fmla="*/ 8218 h 10000"/>
                  <a:gd name="connsiteX57-115" fmla="*/ 5467 w 10000"/>
                  <a:gd name="connsiteY57-116" fmla="*/ 8273 h 10000"/>
                  <a:gd name="connsiteX58-117" fmla="*/ 3490 w 10000"/>
                  <a:gd name="connsiteY58-118" fmla="*/ 8053 h 10000"/>
                  <a:gd name="connsiteX59-119" fmla="*/ 3345 w 10000"/>
                  <a:gd name="connsiteY59-120" fmla="*/ 7357 h 10000"/>
                  <a:gd name="connsiteX60-121" fmla="*/ 3586 w 10000"/>
                  <a:gd name="connsiteY60-122" fmla="*/ 7082 h 10000"/>
                  <a:gd name="connsiteX61-123" fmla="*/ 3683 w 10000"/>
                  <a:gd name="connsiteY61-124" fmla="*/ 6880 h 10000"/>
                  <a:gd name="connsiteX62-125" fmla="*/ 3490 w 10000"/>
                  <a:gd name="connsiteY62-126" fmla="*/ 6770 h 10000"/>
                  <a:gd name="connsiteX63-127" fmla="*/ 3072 w 10000"/>
                  <a:gd name="connsiteY63-128" fmla="*/ 7247 h 10000"/>
                  <a:gd name="connsiteX64-129" fmla="*/ 3249 w 10000"/>
                  <a:gd name="connsiteY64-130" fmla="*/ 8255 h 10000"/>
                  <a:gd name="connsiteX65-131" fmla="*/ 3249 w 10000"/>
                  <a:gd name="connsiteY65-132" fmla="*/ 8273 h 10000"/>
                  <a:gd name="connsiteX66-133" fmla="*/ 4680 w 10000"/>
                  <a:gd name="connsiteY66-134" fmla="*/ 8825 h 10000"/>
                  <a:gd name="connsiteX67-135" fmla="*/ 5354 w 10000"/>
                  <a:gd name="connsiteY67-136" fmla="*/ 8677 h 10000"/>
                  <a:gd name="connsiteX68-137" fmla="*/ 3393 w 10000"/>
                  <a:gd name="connsiteY68-138" fmla="*/ 9998 h 10000"/>
                  <a:gd name="connsiteX69-139" fmla="*/ 2253 w 10000"/>
                  <a:gd name="connsiteY69-140" fmla="*/ 9228 h 10000"/>
                  <a:gd name="connsiteX70-141" fmla="*/ 1224 w 10000"/>
                  <a:gd name="connsiteY70-142" fmla="*/ 7137 h 10000"/>
                  <a:gd name="connsiteX71-143" fmla="*/ 3 w 10000"/>
                  <a:gd name="connsiteY71-144" fmla="*/ 4954 h 10000"/>
                  <a:gd name="connsiteX0-145" fmla="*/ 3 w 10000"/>
                  <a:gd name="connsiteY0-146" fmla="*/ 4954 h 10000"/>
                  <a:gd name="connsiteX1-147" fmla="*/ 726 w 10000"/>
                  <a:gd name="connsiteY1-148" fmla="*/ 3028 h 10000"/>
                  <a:gd name="connsiteX2-149" fmla="*/ 1337 w 10000"/>
                  <a:gd name="connsiteY2-150" fmla="*/ 1635 h 10000"/>
                  <a:gd name="connsiteX3-151" fmla="*/ 3233 w 10000"/>
                  <a:gd name="connsiteY3-152" fmla="*/ 773 h 10000"/>
                  <a:gd name="connsiteX4-153" fmla="*/ 5997 w 10000"/>
                  <a:gd name="connsiteY4-154" fmla="*/ 424 h 10000"/>
                  <a:gd name="connsiteX5-155" fmla="*/ 8488 w 10000"/>
                  <a:gd name="connsiteY5-156" fmla="*/ 1452 h 10000"/>
                  <a:gd name="connsiteX6-157" fmla="*/ 9693 w 10000"/>
                  <a:gd name="connsiteY6-158" fmla="*/ 4661 h 10000"/>
                  <a:gd name="connsiteX7-159" fmla="*/ 7765 w 10000"/>
                  <a:gd name="connsiteY7-160" fmla="*/ 5852 h 10000"/>
                  <a:gd name="connsiteX8-161" fmla="*/ 6752 w 10000"/>
                  <a:gd name="connsiteY8-162" fmla="*/ 4844 h 10000"/>
                  <a:gd name="connsiteX9-163" fmla="*/ 7444 w 10000"/>
                  <a:gd name="connsiteY9-164" fmla="*/ 2845 h 10000"/>
                  <a:gd name="connsiteX10-165" fmla="*/ 8680 w 10000"/>
                  <a:gd name="connsiteY10-166" fmla="*/ 2808 h 10000"/>
                  <a:gd name="connsiteX11-167" fmla="*/ 8873 w 10000"/>
                  <a:gd name="connsiteY11-168" fmla="*/ 3799 h 10000"/>
                  <a:gd name="connsiteX12-169" fmla="*/ 8568 w 10000"/>
                  <a:gd name="connsiteY12-170" fmla="*/ 4203 h 10000"/>
                  <a:gd name="connsiteX13-171" fmla="*/ 7941 w 10000"/>
                  <a:gd name="connsiteY13-172" fmla="*/ 4184 h 10000"/>
                  <a:gd name="connsiteX14-173" fmla="*/ 7748 w 10000"/>
                  <a:gd name="connsiteY14-174" fmla="*/ 4276 h 10000"/>
                  <a:gd name="connsiteX15-175" fmla="*/ 7829 w 10000"/>
                  <a:gd name="connsiteY15-176" fmla="*/ 4496 h 10000"/>
                  <a:gd name="connsiteX16-177" fmla="*/ 8664 w 10000"/>
                  <a:gd name="connsiteY16-178" fmla="*/ 4514 h 10000"/>
                  <a:gd name="connsiteX17-179" fmla="*/ 9163 w 10000"/>
                  <a:gd name="connsiteY17-180" fmla="*/ 3928 h 10000"/>
                  <a:gd name="connsiteX18-181" fmla="*/ 8857 w 10000"/>
                  <a:gd name="connsiteY18-182" fmla="*/ 2533 h 10000"/>
                  <a:gd name="connsiteX19-183" fmla="*/ 7637 w 10000"/>
                  <a:gd name="connsiteY19-184" fmla="*/ 2350 h 10000"/>
                  <a:gd name="connsiteX20-185" fmla="*/ 6720 w 10000"/>
                  <a:gd name="connsiteY20-186" fmla="*/ 1360 h 10000"/>
                  <a:gd name="connsiteX21-187" fmla="*/ 5627 w 10000"/>
                  <a:gd name="connsiteY21-188" fmla="*/ 1470 h 10000"/>
                  <a:gd name="connsiteX22-189" fmla="*/ 4390 w 10000"/>
                  <a:gd name="connsiteY22-190" fmla="*/ 902 h 10000"/>
                  <a:gd name="connsiteX23-191" fmla="*/ 3442 w 10000"/>
                  <a:gd name="connsiteY23-192" fmla="*/ 1543 h 10000"/>
                  <a:gd name="connsiteX24-193" fmla="*/ 3201 w 10000"/>
                  <a:gd name="connsiteY24-194" fmla="*/ 2277 h 10000"/>
                  <a:gd name="connsiteX25-195" fmla="*/ 1578 w 10000"/>
                  <a:gd name="connsiteY25-196" fmla="*/ 2771 h 10000"/>
                  <a:gd name="connsiteX26-197" fmla="*/ 1257 w 10000"/>
                  <a:gd name="connsiteY26-198" fmla="*/ 4203 h 10000"/>
                  <a:gd name="connsiteX27-199" fmla="*/ 902 w 10000"/>
                  <a:gd name="connsiteY27-200" fmla="*/ 5486 h 10000"/>
                  <a:gd name="connsiteX28-201" fmla="*/ 1417 w 10000"/>
                  <a:gd name="connsiteY28-202" fmla="*/ 6294 h 10000"/>
                  <a:gd name="connsiteX29-203" fmla="*/ 2670 w 10000"/>
                  <a:gd name="connsiteY29-204" fmla="*/ 6129 h 10000"/>
                  <a:gd name="connsiteX30-205" fmla="*/ 4518 w 10000"/>
                  <a:gd name="connsiteY30-206" fmla="*/ 6092 h 10000"/>
                  <a:gd name="connsiteX31-207" fmla="*/ 5531 w 10000"/>
                  <a:gd name="connsiteY31-208" fmla="*/ 6642 h 10000"/>
                  <a:gd name="connsiteX32-209" fmla="*/ 5611 w 10000"/>
                  <a:gd name="connsiteY32-210" fmla="*/ 6642 h 10000"/>
                  <a:gd name="connsiteX33-211" fmla="*/ 6093 w 10000"/>
                  <a:gd name="connsiteY33-212" fmla="*/ 6129 h 10000"/>
                  <a:gd name="connsiteX34-213" fmla="*/ 6013 w 10000"/>
                  <a:gd name="connsiteY34-214" fmla="*/ 5907 h 10000"/>
                  <a:gd name="connsiteX35-215" fmla="*/ 5820 w 10000"/>
                  <a:gd name="connsiteY35-216" fmla="*/ 5981 h 10000"/>
                  <a:gd name="connsiteX36-217" fmla="*/ 5547 w 10000"/>
                  <a:gd name="connsiteY36-218" fmla="*/ 6312 h 10000"/>
                  <a:gd name="connsiteX37-219" fmla="*/ 4695 w 10000"/>
                  <a:gd name="connsiteY37-220" fmla="*/ 5834 h 10000"/>
                  <a:gd name="connsiteX38-221" fmla="*/ 2510 w 10000"/>
                  <a:gd name="connsiteY38-222" fmla="*/ 5852 h 10000"/>
                  <a:gd name="connsiteX39-223" fmla="*/ 1545 w 10000"/>
                  <a:gd name="connsiteY39-224" fmla="*/ 5981 h 10000"/>
                  <a:gd name="connsiteX40-225" fmla="*/ 1208 w 10000"/>
                  <a:gd name="connsiteY40-226" fmla="*/ 5431 h 10000"/>
                  <a:gd name="connsiteX41-227" fmla="*/ 1514 w 10000"/>
                  <a:gd name="connsiteY41-228" fmla="*/ 4386 h 10000"/>
                  <a:gd name="connsiteX42-229" fmla="*/ 1561 w 10000"/>
                  <a:gd name="connsiteY42-230" fmla="*/ 4203 h 10000"/>
                  <a:gd name="connsiteX43-231" fmla="*/ 1787 w 10000"/>
                  <a:gd name="connsiteY43-232" fmla="*/ 2991 h 10000"/>
                  <a:gd name="connsiteX44-233" fmla="*/ 3136 w 10000"/>
                  <a:gd name="connsiteY44-234" fmla="*/ 2606 h 10000"/>
                  <a:gd name="connsiteX45-235" fmla="*/ 3876 w 10000"/>
                  <a:gd name="connsiteY45-236" fmla="*/ 3799 h 10000"/>
                  <a:gd name="connsiteX46-237" fmla="*/ 2703 w 10000"/>
                  <a:gd name="connsiteY46-238" fmla="*/ 4569 h 10000"/>
                  <a:gd name="connsiteX47-239" fmla="*/ 2719 w 10000"/>
                  <a:gd name="connsiteY47-240" fmla="*/ 4808 h 10000"/>
                  <a:gd name="connsiteX48-241" fmla="*/ 2927 w 10000"/>
                  <a:gd name="connsiteY48-242" fmla="*/ 4771 h 10000"/>
                  <a:gd name="connsiteX49-243" fmla="*/ 4744 w 10000"/>
                  <a:gd name="connsiteY49-244" fmla="*/ 4423 h 10000"/>
                  <a:gd name="connsiteX50-245" fmla="*/ 4937 w 10000"/>
                  <a:gd name="connsiteY50-246" fmla="*/ 4423 h 10000"/>
                  <a:gd name="connsiteX51-247" fmla="*/ 5804 w 10000"/>
                  <a:gd name="connsiteY51-248" fmla="*/ 4184 h 10000"/>
                  <a:gd name="connsiteX52-249" fmla="*/ 6383 w 10000"/>
                  <a:gd name="connsiteY52-250" fmla="*/ 4973 h 10000"/>
                  <a:gd name="connsiteX53-251" fmla="*/ 6512 w 10000"/>
                  <a:gd name="connsiteY53-252" fmla="*/ 5119 h 10000"/>
                  <a:gd name="connsiteX54-253" fmla="*/ 7572 w 10000"/>
                  <a:gd name="connsiteY54-254" fmla="*/ 6532 h 10000"/>
                  <a:gd name="connsiteX55-255" fmla="*/ 7401 w 10000"/>
                  <a:gd name="connsiteY55-256" fmla="*/ 7308 h 10000"/>
                  <a:gd name="connsiteX56-257" fmla="*/ 5483 w 10000"/>
                  <a:gd name="connsiteY56-258" fmla="*/ 8218 h 10000"/>
                  <a:gd name="connsiteX57-259" fmla="*/ 5467 w 10000"/>
                  <a:gd name="connsiteY57-260" fmla="*/ 8273 h 10000"/>
                  <a:gd name="connsiteX58-261" fmla="*/ 3490 w 10000"/>
                  <a:gd name="connsiteY58-262" fmla="*/ 8053 h 10000"/>
                  <a:gd name="connsiteX59-263" fmla="*/ 3345 w 10000"/>
                  <a:gd name="connsiteY59-264" fmla="*/ 7357 h 10000"/>
                  <a:gd name="connsiteX60-265" fmla="*/ 3586 w 10000"/>
                  <a:gd name="connsiteY60-266" fmla="*/ 7082 h 10000"/>
                  <a:gd name="connsiteX61-267" fmla="*/ 3683 w 10000"/>
                  <a:gd name="connsiteY61-268" fmla="*/ 6880 h 10000"/>
                  <a:gd name="connsiteX62-269" fmla="*/ 3490 w 10000"/>
                  <a:gd name="connsiteY62-270" fmla="*/ 6770 h 10000"/>
                  <a:gd name="connsiteX63-271" fmla="*/ 3072 w 10000"/>
                  <a:gd name="connsiteY63-272" fmla="*/ 7247 h 10000"/>
                  <a:gd name="connsiteX64-273" fmla="*/ 3249 w 10000"/>
                  <a:gd name="connsiteY64-274" fmla="*/ 8255 h 10000"/>
                  <a:gd name="connsiteX65-275" fmla="*/ 3249 w 10000"/>
                  <a:gd name="connsiteY65-276" fmla="*/ 8273 h 10000"/>
                  <a:gd name="connsiteX66-277" fmla="*/ 4680 w 10000"/>
                  <a:gd name="connsiteY66-278" fmla="*/ 8825 h 10000"/>
                  <a:gd name="connsiteX67-279" fmla="*/ 5354 w 10000"/>
                  <a:gd name="connsiteY67-280" fmla="*/ 8677 h 10000"/>
                  <a:gd name="connsiteX68-281" fmla="*/ 3393 w 10000"/>
                  <a:gd name="connsiteY68-282" fmla="*/ 9998 h 10000"/>
                  <a:gd name="connsiteX69-283" fmla="*/ 2253 w 10000"/>
                  <a:gd name="connsiteY69-284" fmla="*/ 9228 h 10000"/>
                  <a:gd name="connsiteX70-285" fmla="*/ 1224 w 10000"/>
                  <a:gd name="connsiteY70-286" fmla="*/ 7137 h 10000"/>
                  <a:gd name="connsiteX71-287" fmla="*/ 3 w 10000"/>
                  <a:gd name="connsiteY71-288" fmla="*/ 4954 h 10000"/>
                  <a:gd name="connsiteX0-289" fmla="*/ 3 w 10000"/>
                  <a:gd name="connsiteY0-290" fmla="*/ 4954 h 10000"/>
                  <a:gd name="connsiteX1-291" fmla="*/ 726 w 10000"/>
                  <a:gd name="connsiteY1-292" fmla="*/ 3028 h 10000"/>
                  <a:gd name="connsiteX2-293" fmla="*/ 1337 w 10000"/>
                  <a:gd name="connsiteY2-294" fmla="*/ 1635 h 10000"/>
                  <a:gd name="connsiteX3-295" fmla="*/ 3233 w 10000"/>
                  <a:gd name="connsiteY3-296" fmla="*/ 773 h 10000"/>
                  <a:gd name="connsiteX4-297" fmla="*/ 5997 w 10000"/>
                  <a:gd name="connsiteY4-298" fmla="*/ 424 h 10000"/>
                  <a:gd name="connsiteX5-299" fmla="*/ 8488 w 10000"/>
                  <a:gd name="connsiteY5-300" fmla="*/ 1452 h 10000"/>
                  <a:gd name="connsiteX6-301" fmla="*/ 9693 w 10000"/>
                  <a:gd name="connsiteY6-302" fmla="*/ 4661 h 10000"/>
                  <a:gd name="connsiteX7-303" fmla="*/ 7765 w 10000"/>
                  <a:gd name="connsiteY7-304" fmla="*/ 5852 h 10000"/>
                  <a:gd name="connsiteX8-305" fmla="*/ 6752 w 10000"/>
                  <a:gd name="connsiteY8-306" fmla="*/ 4844 h 10000"/>
                  <a:gd name="connsiteX9-307" fmla="*/ 7444 w 10000"/>
                  <a:gd name="connsiteY9-308" fmla="*/ 2845 h 10000"/>
                  <a:gd name="connsiteX10-309" fmla="*/ 8680 w 10000"/>
                  <a:gd name="connsiteY10-310" fmla="*/ 2808 h 10000"/>
                  <a:gd name="connsiteX11-311" fmla="*/ 8873 w 10000"/>
                  <a:gd name="connsiteY11-312" fmla="*/ 3799 h 10000"/>
                  <a:gd name="connsiteX12-313" fmla="*/ 8568 w 10000"/>
                  <a:gd name="connsiteY12-314" fmla="*/ 4203 h 10000"/>
                  <a:gd name="connsiteX13-315" fmla="*/ 7941 w 10000"/>
                  <a:gd name="connsiteY13-316" fmla="*/ 4184 h 10000"/>
                  <a:gd name="connsiteX14-317" fmla="*/ 7748 w 10000"/>
                  <a:gd name="connsiteY14-318" fmla="*/ 4276 h 10000"/>
                  <a:gd name="connsiteX15-319" fmla="*/ 7829 w 10000"/>
                  <a:gd name="connsiteY15-320" fmla="*/ 4496 h 10000"/>
                  <a:gd name="connsiteX16-321" fmla="*/ 8664 w 10000"/>
                  <a:gd name="connsiteY16-322" fmla="*/ 4514 h 10000"/>
                  <a:gd name="connsiteX17-323" fmla="*/ 9163 w 10000"/>
                  <a:gd name="connsiteY17-324" fmla="*/ 3928 h 10000"/>
                  <a:gd name="connsiteX18-325" fmla="*/ 8857 w 10000"/>
                  <a:gd name="connsiteY18-326" fmla="*/ 2533 h 10000"/>
                  <a:gd name="connsiteX19-327" fmla="*/ 7637 w 10000"/>
                  <a:gd name="connsiteY19-328" fmla="*/ 2350 h 10000"/>
                  <a:gd name="connsiteX20-329" fmla="*/ 6720 w 10000"/>
                  <a:gd name="connsiteY20-330" fmla="*/ 1360 h 10000"/>
                  <a:gd name="connsiteX21-331" fmla="*/ 5627 w 10000"/>
                  <a:gd name="connsiteY21-332" fmla="*/ 1470 h 10000"/>
                  <a:gd name="connsiteX22-333" fmla="*/ 4390 w 10000"/>
                  <a:gd name="connsiteY22-334" fmla="*/ 902 h 10000"/>
                  <a:gd name="connsiteX23-335" fmla="*/ 3442 w 10000"/>
                  <a:gd name="connsiteY23-336" fmla="*/ 1543 h 10000"/>
                  <a:gd name="connsiteX24-337" fmla="*/ 3201 w 10000"/>
                  <a:gd name="connsiteY24-338" fmla="*/ 2277 h 10000"/>
                  <a:gd name="connsiteX25-339" fmla="*/ 1578 w 10000"/>
                  <a:gd name="connsiteY25-340" fmla="*/ 2771 h 10000"/>
                  <a:gd name="connsiteX26-341" fmla="*/ 1257 w 10000"/>
                  <a:gd name="connsiteY26-342" fmla="*/ 4203 h 10000"/>
                  <a:gd name="connsiteX27-343" fmla="*/ 902 w 10000"/>
                  <a:gd name="connsiteY27-344" fmla="*/ 5486 h 10000"/>
                  <a:gd name="connsiteX28-345" fmla="*/ 1417 w 10000"/>
                  <a:gd name="connsiteY28-346" fmla="*/ 6294 h 10000"/>
                  <a:gd name="connsiteX29-347" fmla="*/ 2670 w 10000"/>
                  <a:gd name="connsiteY29-348" fmla="*/ 6129 h 10000"/>
                  <a:gd name="connsiteX30-349" fmla="*/ 4518 w 10000"/>
                  <a:gd name="connsiteY30-350" fmla="*/ 6092 h 10000"/>
                  <a:gd name="connsiteX31-351" fmla="*/ 5531 w 10000"/>
                  <a:gd name="connsiteY31-352" fmla="*/ 6642 h 10000"/>
                  <a:gd name="connsiteX32-353" fmla="*/ 5611 w 10000"/>
                  <a:gd name="connsiteY32-354" fmla="*/ 6642 h 10000"/>
                  <a:gd name="connsiteX33-355" fmla="*/ 6093 w 10000"/>
                  <a:gd name="connsiteY33-356" fmla="*/ 6129 h 10000"/>
                  <a:gd name="connsiteX34-357" fmla="*/ 6013 w 10000"/>
                  <a:gd name="connsiteY34-358" fmla="*/ 5907 h 10000"/>
                  <a:gd name="connsiteX35-359" fmla="*/ 5820 w 10000"/>
                  <a:gd name="connsiteY35-360" fmla="*/ 5981 h 10000"/>
                  <a:gd name="connsiteX36-361" fmla="*/ 5547 w 10000"/>
                  <a:gd name="connsiteY36-362" fmla="*/ 6312 h 10000"/>
                  <a:gd name="connsiteX37-363" fmla="*/ 4695 w 10000"/>
                  <a:gd name="connsiteY37-364" fmla="*/ 5834 h 10000"/>
                  <a:gd name="connsiteX38-365" fmla="*/ 2510 w 10000"/>
                  <a:gd name="connsiteY38-366" fmla="*/ 5852 h 10000"/>
                  <a:gd name="connsiteX39-367" fmla="*/ 1545 w 10000"/>
                  <a:gd name="connsiteY39-368" fmla="*/ 5981 h 10000"/>
                  <a:gd name="connsiteX40-369" fmla="*/ 1208 w 10000"/>
                  <a:gd name="connsiteY40-370" fmla="*/ 5431 h 10000"/>
                  <a:gd name="connsiteX41-371" fmla="*/ 1514 w 10000"/>
                  <a:gd name="connsiteY41-372" fmla="*/ 4386 h 10000"/>
                  <a:gd name="connsiteX42-373" fmla="*/ 1561 w 10000"/>
                  <a:gd name="connsiteY42-374" fmla="*/ 4203 h 10000"/>
                  <a:gd name="connsiteX43-375" fmla="*/ 1787 w 10000"/>
                  <a:gd name="connsiteY43-376" fmla="*/ 2991 h 10000"/>
                  <a:gd name="connsiteX44-377" fmla="*/ 3136 w 10000"/>
                  <a:gd name="connsiteY44-378" fmla="*/ 2606 h 10000"/>
                  <a:gd name="connsiteX45-379" fmla="*/ 3876 w 10000"/>
                  <a:gd name="connsiteY45-380" fmla="*/ 3799 h 10000"/>
                  <a:gd name="connsiteX46-381" fmla="*/ 2703 w 10000"/>
                  <a:gd name="connsiteY46-382" fmla="*/ 4569 h 10000"/>
                  <a:gd name="connsiteX47-383" fmla="*/ 2719 w 10000"/>
                  <a:gd name="connsiteY47-384" fmla="*/ 4808 h 10000"/>
                  <a:gd name="connsiteX48-385" fmla="*/ 2927 w 10000"/>
                  <a:gd name="connsiteY48-386" fmla="*/ 4771 h 10000"/>
                  <a:gd name="connsiteX49-387" fmla="*/ 4744 w 10000"/>
                  <a:gd name="connsiteY49-388" fmla="*/ 4423 h 10000"/>
                  <a:gd name="connsiteX50-389" fmla="*/ 4937 w 10000"/>
                  <a:gd name="connsiteY50-390" fmla="*/ 4423 h 10000"/>
                  <a:gd name="connsiteX51-391" fmla="*/ 5804 w 10000"/>
                  <a:gd name="connsiteY51-392" fmla="*/ 4184 h 10000"/>
                  <a:gd name="connsiteX52-393" fmla="*/ 6383 w 10000"/>
                  <a:gd name="connsiteY52-394" fmla="*/ 4973 h 10000"/>
                  <a:gd name="connsiteX53-395" fmla="*/ 6512 w 10000"/>
                  <a:gd name="connsiteY53-396" fmla="*/ 5119 h 10000"/>
                  <a:gd name="connsiteX54-397" fmla="*/ 7572 w 10000"/>
                  <a:gd name="connsiteY54-398" fmla="*/ 6532 h 10000"/>
                  <a:gd name="connsiteX55-399" fmla="*/ 7401 w 10000"/>
                  <a:gd name="connsiteY55-400" fmla="*/ 7308 h 10000"/>
                  <a:gd name="connsiteX56-401" fmla="*/ 5483 w 10000"/>
                  <a:gd name="connsiteY56-402" fmla="*/ 8218 h 10000"/>
                  <a:gd name="connsiteX57-403" fmla="*/ 5467 w 10000"/>
                  <a:gd name="connsiteY57-404" fmla="*/ 8273 h 10000"/>
                  <a:gd name="connsiteX58-405" fmla="*/ 3490 w 10000"/>
                  <a:gd name="connsiteY58-406" fmla="*/ 8053 h 10000"/>
                  <a:gd name="connsiteX59-407" fmla="*/ 3345 w 10000"/>
                  <a:gd name="connsiteY59-408" fmla="*/ 7357 h 10000"/>
                  <a:gd name="connsiteX60-409" fmla="*/ 3586 w 10000"/>
                  <a:gd name="connsiteY60-410" fmla="*/ 7082 h 10000"/>
                  <a:gd name="connsiteX61-411" fmla="*/ 3683 w 10000"/>
                  <a:gd name="connsiteY61-412" fmla="*/ 6880 h 10000"/>
                  <a:gd name="connsiteX62-413" fmla="*/ 3490 w 10000"/>
                  <a:gd name="connsiteY62-414" fmla="*/ 6770 h 10000"/>
                  <a:gd name="connsiteX63-415" fmla="*/ 3072 w 10000"/>
                  <a:gd name="connsiteY63-416" fmla="*/ 7247 h 10000"/>
                  <a:gd name="connsiteX64-417" fmla="*/ 3249 w 10000"/>
                  <a:gd name="connsiteY64-418" fmla="*/ 8255 h 10000"/>
                  <a:gd name="connsiteX65-419" fmla="*/ 3249 w 10000"/>
                  <a:gd name="connsiteY65-420" fmla="*/ 8273 h 10000"/>
                  <a:gd name="connsiteX66-421" fmla="*/ 4680 w 10000"/>
                  <a:gd name="connsiteY66-422" fmla="*/ 8825 h 10000"/>
                  <a:gd name="connsiteX67-423" fmla="*/ 5354 w 10000"/>
                  <a:gd name="connsiteY67-424" fmla="*/ 8677 h 10000"/>
                  <a:gd name="connsiteX68-425" fmla="*/ 3393 w 10000"/>
                  <a:gd name="connsiteY68-426" fmla="*/ 9998 h 10000"/>
                  <a:gd name="connsiteX69-427" fmla="*/ 2253 w 10000"/>
                  <a:gd name="connsiteY69-428" fmla="*/ 9228 h 10000"/>
                  <a:gd name="connsiteX70-429" fmla="*/ 1224 w 10000"/>
                  <a:gd name="connsiteY70-430" fmla="*/ 7137 h 10000"/>
                  <a:gd name="connsiteX71-431" fmla="*/ 3 w 10000"/>
                  <a:gd name="connsiteY71-432" fmla="*/ 4954 h 10000"/>
                  <a:gd name="connsiteX0-433" fmla="*/ 3 w 10000"/>
                  <a:gd name="connsiteY0-434" fmla="*/ 4954 h 10000"/>
                  <a:gd name="connsiteX1-435" fmla="*/ 726 w 10000"/>
                  <a:gd name="connsiteY1-436" fmla="*/ 3028 h 10000"/>
                  <a:gd name="connsiteX2-437" fmla="*/ 1337 w 10000"/>
                  <a:gd name="connsiteY2-438" fmla="*/ 1635 h 10000"/>
                  <a:gd name="connsiteX3-439" fmla="*/ 3233 w 10000"/>
                  <a:gd name="connsiteY3-440" fmla="*/ 773 h 10000"/>
                  <a:gd name="connsiteX4-441" fmla="*/ 5997 w 10000"/>
                  <a:gd name="connsiteY4-442" fmla="*/ 424 h 10000"/>
                  <a:gd name="connsiteX5-443" fmla="*/ 8488 w 10000"/>
                  <a:gd name="connsiteY5-444" fmla="*/ 1452 h 10000"/>
                  <a:gd name="connsiteX6-445" fmla="*/ 9693 w 10000"/>
                  <a:gd name="connsiteY6-446" fmla="*/ 4661 h 10000"/>
                  <a:gd name="connsiteX7-447" fmla="*/ 7765 w 10000"/>
                  <a:gd name="connsiteY7-448" fmla="*/ 5852 h 10000"/>
                  <a:gd name="connsiteX8-449" fmla="*/ 6752 w 10000"/>
                  <a:gd name="connsiteY8-450" fmla="*/ 4844 h 10000"/>
                  <a:gd name="connsiteX9-451" fmla="*/ 7444 w 10000"/>
                  <a:gd name="connsiteY9-452" fmla="*/ 2845 h 10000"/>
                  <a:gd name="connsiteX10-453" fmla="*/ 8680 w 10000"/>
                  <a:gd name="connsiteY10-454" fmla="*/ 2808 h 10000"/>
                  <a:gd name="connsiteX11-455" fmla="*/ 8873 w 10000"/>
                  <a:gd name="connsiteY11-456" fmla="*/ 3799 h 10000"/>
                  <a:gd name="connsiteX12-457" fmla="*/ 8568 w 10000"/>
                  <a:gd name="connsiteY12-458" fmla="*/ 4203 h 10000"/>
                  <a:gd name="connsiteX13-459" fmla="*/ 7941 w 10000"/>
                  <a:gd name="connsiteY13-460" fmla="*/ 4184 h 10000"/>
                  <a:gd name="connsiteX14-461" fmla="*/ 7748 w 10000"/>
                  <a:gd name="connsiteY14-462" fmla="*/ 4276 h 10000"/>
                  <a:gd name="connsiteX15-463" fmla="*/ 7829 w 10000"/>
                  <a:gd name="connsiteY15-464" fmla="*/ 4496 h 10000"/>
                  <a:gd name="connsiteX16-465" fmla="*/ 8664 w 10000"/>
                  <a:gd name="connsiteY16-466" fmla="*/ 4514 h 10000"/>
                  <a:gd name="connsiteX17-467" fmla="*/ 9163 w 10000"/>
                  <a:gd name="connsiteY17-468" fmla="*/ 3928 h 10000"/>
                  <a:gd name="connsiteX18-469" fmla="*/ 8857 w 10000"/>
                  <a:gd name="connsiteY18-470" fmla="*/ 2533 h 10000"/>
                  <a:gd name="connsiteX19-471" fmla="*/ 7637 w 10000"/>
                  <a:gd name="connsiteY19-472" fmla="*/ 2350 h 10000"/>
                  <a:gd name="connsiteX20-473" fmla="*/ 6720 w 10000"/>
                  <a:gd name="connsiteY20-474" fmla="*/ 1360 h 10000"/>
                  <a:gd name="connsiteX21-475" fmla="*/ 5627 w 10000"/>
                  <a:gd name="connsiteY21-476" fmla="*/ 1470 h 10000"/>
                  <a:gd name="connsiteX22-477" fmla="*/ 4390 w 10000"/>
                  <a:gd name="connsiteY22-478" fmla="*/ 902 h 10000"/>
                  <a:gd name="connsiteX23-479" fmla="*/ 3442 w 10000"/>
                  <a:gd name="connsiteY23-480" fmla="*/ 1543 h 10000"/>
                  <a:gd name="connsiteX24-481" fmla="*/ 3201 w 10000"/>
                  <a:gd name="connsiteY24-482" fmla="*/ 2277 h 10000"/>
                  <a:gd name="connsiteX25-483" fmla="*/ 1578 w 10000"/>
                  <a:gd name="connsiteY25-484" fmla="*/ 2771 h 10000"/>
                  <a:gd name="connsiteX26-485" fmla="*/ 1257 w 10000"/>
                  <a:gd name="connsiteY26-486" fmla="*/ 4203 h 10000"/>
                  <a:gd name="connsiteX27-487" fmla="*/ 902 w 10000"/>
                  <a:gd name="connsiteY27-488" fmla="*/ 5486 h 10000"/>
                  <a:gd name="connsiteX28-489" fmla="*/ 1417 w 10000"/>
                  <a:gd name="connsiteY28-490" fmla="*/ 6294 h 10000"/>
                  <a:gd name="connsiteX29-491" fmla="*/ 2670 w 10000"/>
                  <a:gd name="connsiteY29-492" fmla="*/ 6129 h 10000"/>
                  <a:gd name="connsiteX30-493" fmla="*/ 4518 w 10000"/>
                  <a:gd name="connsiteY30-494" fmla="*/ 6092 h 10000"/>
                  <a:gd name="connsiteX31-495" fmla="*/ 5531 w 10000"/>
                  <a:gd name="connsiteY31-496" fmla="*/ 6642 h 10000"/>
                  <a:gd name="connsiteX32-497" fmla="*/ 5611 w 10000"/>
                  <a:gd name="connsiteY32-498" fmla="*/ 6642 h 10000"/>
                  <a:gd name="connsiteX33-499" fmla="*/ 6093 w 10000"/>
                  <a:gd name="connsiteY33-500" fmla="*/ 6129 h 10000"/>
                  <a:gd name="connsiteX34-501" fmla="*/ 6013 w 10000"/>
                  <a:gd name="connsiteY34-502" fmla="*/ 5907 h 10000"/>
                  <a:gd name="connsiteX35-503" fmla="*/ 5820 w 10000"/>
                  <a:gd name="connsiteY35-504" fmla="*/ 5981 h 10000"/>
                  <a:gd name="connsiteX36-505" fmla="*/ 5547 w 10000"/>
                  <a:gd name="connsiteY36-506" fmla="*/ 6312 h 10000"/>
                  <a:gd name="connsiteX37-507" fmla="*/ 4695 w 10000"/>
                  <a:gd name="connsiteY37-508" fmla="*/ 5834 h 10000"/>
                  <a:gd name="connsiteX38-509" fmla="*/ 2510 w 10000"/>
                  <a:gd name="connsiteY38-510" fmla="*/ 5852 h 10000"/>
                  <a:gd name="connsiteX39-511" fmla="*/ 1545 w 10000"/>
                  <a:gd name="connsiteY39-512" fmla="*/ 5981 h 10000"/>
                  <a:gd name="connsiteX40-513" fmla="*/ 1208 w 10000"/>
                  <a:gd name="connsiteY40-514" fmla="*/ 5431 h 10000"/>
                  <a:gd name="connsiteX41-515" fmla="*/ 1514 w 10000"/>
                  <a:gd name="connsiteY41-516" fmla="*/ 4386 h 10000"/>
                  <a:gd name="connsiteX42-517" fmla="*/ 1561 w 10000"/>
                  <a:gd name="connsiteY42-518" fmla="*/ 4203 h 10000"/>
                  <a:gd name="connsiteX43-519" fmla="*/ 1787 w 10000"/>
                  <a:gd name="connsiteY43-520" fmla="*/ 2991 h 10000"/>
                  <a:gd name="connsiteX44-521" fmla="*/ 3136 w 10000"/>
                  <a:gd name="connsiteY44-522" fmla="*/ 2606 h 10000"/>
                  <a:gd name="connsiteX45-523" fmla="*/ 3876 w 10000"/>
                  <a:gd name="connsiteY45-524" fmla="*/ 3799 h 10000"/>
                  <a:gd name="connsiteX46-525" fmla="*/ 2703 w 10000"/>
                  <a:gd name="connsiteY46-526" fmla="*/ 4569 h 10000"/>
                  <a:gd name="connsiteX47-527" fmla="*/ 2719 w 10000"/>
                  <a:gd name="connsiteY47-528" fmla="*/ 4808 h 10000"/>
                  <a:gd name="connsiteX48-529" fmla="*/ 2927 w 10000"/>
                  <a:gd name="connsiteY48-530" fmla="*/ 4771 h 10000"/>
                  <a:gd name="connsiteX49-531" fmla="*/ 4744 w 10000"/>
                  <a:gd name="connsiteY49-532" fmla="*/ 4423 h 10000"/>
                  <a:gd name="connsiteX50-533" fmla="*/ 4937 w 10000"/>
                  <a:gd name="connsiteY50-534" fmla="*/ 4423 h 10000"/>
                  <a:gd name="connsiteX51-535" fmla="*/ 5804 w 10000"/>
                  <a:gd name="connsiteY51-536" fmla="*/ 4184 h 10000"/>
                  <a:gd name="connsiteX52-537" fmla="*/ 6383 w 10000"/>
                  <a:gd name="connsiteY52-538" fmla="*/ 4973 h 10000"/>
                  <a:gd name="connsiteX53-539" fmla="*/ 6512 w 10000"/>
                  <a:gd name="connsiteY53-540" fmla="*/ 5119 h 10000"/>
                  <a:gd name="connsiteX54-541" fmla="*/ 7572 w 10000"/>
                  <a:gd name="connsiteY54-542" fmla="*/ 6532 h 10000"/>
                  <a:gd name="connsiteX55-543" fmla="*/ 7414 w 10000"/>
                  <a:gd name="connsiteY55-544" fmla="*/ 7630 h 10000"/>
                  <a:gd name="connsiteX56-545" fmla="*/ 5483 w 10000"/>
                  <a:gd name="connsiteY56-546" fmla="*/ 8218 h 10000"/>
                  <a:gd name="connsiteX57-547" fmla="*/ 5467 w 10000"/>
                  <a:gd name="connsiteY57-548" fmla="*/ 8273 h 10000"/>
                  <a:gd name="connsiteX58-549" fmla="*/ 3490 w 10000"/>
                  <a:gd name="connsiteY58-550" fmla="*/ 8053 h 10000"/>
                  <a:gd name="connsiteX59-551" fmla="*/ 3345 w 10000"/>
                  <a:gd name="connsiteY59-552" fmla="*/ 7357 h 10000"/>
                  <a:gd name="connsiteX60-553" fmla="*/ 3586 w 10000"/>
                  <a:gd name="connsiteY60-554" fmla="*/ 7082 h 10000"/>
                  <a:gd name="connsiteX61-555" fmla="*/ 3683 w 10000"/>
                  <a:gd name="connsiteY61-556" fmla="*/ 6880 h 10000"/>
                  <a:gd name="connsiteX62-557" fmla="*/ 3490 w 10000"/>
                  <a:gd name="connsiteY62-558" fmla="*/ 6770 h 10000"/>
                  <a:gd name="connsiteX63-559" fmla="*/ 3072 w 10000"/>
                  <a:gd name="connsiteY63-560" fmla="*/ 7247 h 10000"/>
                  <a:gd name="connsiteX64-561" fmla="*/ 3249 w 10000"/>
                  <a:gd name="connsiteY64-562" fmla="*/ 8255 h 10000"/>
                  <a:gd name="connsiteX65-563" fmla="*/ 3249 w 10000"/>
                  <a:gd name="connsiteY65-564" fmla="*/ 8273 h 10000"/>
                  <a:gd name="connsiteX66-565" fmla="*/ 4680 w 10000"/>
                  <a:gd name="connsiteY66-566" fmla="*/ 8825 h 10000"/>
                  <a:gd name="connsiteX67-567" fmla="*/ 5354 w 10000"/>
                  <a:gd name="connsiteY67-568" fmla="*/ 8677 h 10000"/>
                  <a:gd name="connsiteX68-569" fmla="*/ 3393 w 10000"/>
                  <a:gd name="connsiteY68-570" fmla="*/ 9998 h 10000"/>
                  <a:gd name="connsiteX69-571" fmla="*/ 2253 w 10000"/>
                  <a:gd name="connsiteY69-572" fmla="*/ 9228 h 10000"/>
                  <a:gd name="connsiteX70-573" fmla="*/ 1224 w 10000"/>
                  <a:gd name="connsiteY70-574" fmla="*/ 7137 h 10000"/>
                  <a:gd name="connsiteX71-575" fmla="*/ 3 w 10000"/>
                  <a:gd name="connsiteY71-576" fmla="*/ 4954 h 10000"/>
                  <a:gd name="connsiteX0-577" fmla="*/ 3 w 10000"/>
                  <a:gd name="connsiteY0-578" fmla="*/ 4954 h 10000"/>
                  <a:gd name="connsiteX1-579" fmla="*/ 726 w 10000"/>
                  <a:gd name="connsiteY1-580" fmla="*/ 3028 h 10000"/>
                  <a:gd name="connsiteX2-581" fmla="*/ 1337 w 10000"/>
                  <a:gd name="connsiteY2-582" fmla="*/ 1635 h 10000"/>
                  <a:gd name="connsiteX3-583" fmla="*/ 3233 w 10000"/>
                  <a:gd name="connsiteY3-584" fmla="*/ 773 h 10000"/>
                  <a:gd name="connsiteX4-585" fmla="*/ 5997 w 10000"/>
                  <a:gd name="connsiteY4-586" fmla="*/ 424 h 10000"/>
                  <a:gd name="connsiteX5-587" fmla="*/ 8488 w 10000"/>
                  <a:gd name="connsiteY5-588" fmla="*/ 1452 h 10000"/>
                  <a:gd name="connsiteX6-589" fmla="*/ 9693 w 10000"/>
                  <a:gd name="connsiteY6-590" fmla="*/ 4661 h 10000"/>
                  <a:gd name="connsiteX7-591" fmla="*/ 7765 w 10000"/>
                  <a:gd name="connsiteY7-592" fmla="*/ 5852 h 10000"/>
                  <a:gd name="connsiteX8-593" fmla="*/ 6752 w 10000"/>
                  <a:gd name="connsiteY8-594" fmla="*/ 4844 h 10000"/>
                  <a:gd name="connsiteX9-595" fmla="*/ 7444 w 10000"/>
                  <a:gd name="connsiteY9-596" fmla="*/ 2845 h 10000"/>
                  <a:gd name="connsiteX10-597" fmla="*/ 8680 w 10000"/>
                  <a:gd name="connsiteY10-598" fmla="*/ 2808 h 10000"/>
                  <a:gd name="connsiteX11-599" fmla="*/ 8873 w 10000"/>
                  <a:gd name="connsiteY11-600" fmla="*/ 3799 h 10000"/>
                  <a:gd name="connsiteX12-601" fmla="*/ 8568 w 10000"/>
                  <a:gd name="connsiteY12-602" fmla="*/ 4203 h 10000"/>
                  <a:gd name="connsiteX13-603" fmla="*/ 7941 w 10000"/>
                  <a:gd name="connsiteY13-604" fmla="*/ 4184 h 10000"/>
                  <a:gd name="connsiteX14-605" fmla="*/ 7748 w 10000"/>
                  <a:gd name="connsiteY14-606" fmla="*/ 4276 h 10000"/>
                  <a:gd name="connsiteX15-607" fmla="*/ 7829 w 10000"/>
                  <a:gd name="connsiteY15-608" fmla="*/ 4496 h 10000"/>
                  <a:gd name="connsiteX16-609" fmla="*/ 8664 w 10000"/>
                  <a:gd name="connsiteY16-610" fmla="*/ 4514 h 10000"/>
                  <a:gd name="connsiteX17-611" fmla="*/ 9163 w 10000"/>
                  <a:gd name="connsiteY17-612" fmla="*/ 3928 h 10000"/>
                  <a:gd name="connsiteX18-613" fmla="*/ 8857 w 10000"/>
                  <a:gd name="connsiteY18-614" fmla="*/ 2533 h 10000"/>
                  <a:gd name="connsiteX19-615" fmla="*/ 7637 w 10000"/>
                  <a:gd name="connsiteY19-616" fmla="*/ 2350 h 10000"/>
                  <a:gd name="connsiteX20-617" fmla="*/ 6720 w 10000"/>
                  <a:gd name="connsiteY20-618" fmla="*/ 1360 h 10000"/>
                  <a:gd name="connsiteX21-619" fmla="*/ 5627 w 10000"/>
                  <a:gd name="connsiteY21-620" fmla="*/ 1470 h 10000"/>
                  <a:gd name="connsiteX22-621" fmla="*/ 4390 w 10000"/>
                  <a:gd name="connsiteY22-622" fmla="*/ 902 h 10000"/>
                  <a:gd name="connsiteX23-623" fmla="*/ 3442 w 10000"/>
                  <a:gd name="connsiteY23-624" fmla="*/ 1543 h 10000"/>
                  <a:gd name="connsiteX24-625" fmla="*/ 3201 w 10000"/>
                  <a:gd name="connsiteY24-626" fmla="*/ 2277 h 10000"/>
                  <a:gd name="connsiteX25-627" fmla="*/ 1578 w 10000"/>
                  <a:gd name="connsiteY25-628" fmla="*/ 2771 h 10000"/>
                  <a:gd name="connsiteX26-629" fmla="*/ 1257 w 10000"/>
                  <a:gd name="connsiteY26-630" fmla="*/ 4203 h 10000"/>
                  <a:gd name="connsiteX27-631" fmla="*/ 902 w 10000"/>
                  <a:gd name="connsiteY27-632" fmla="*/ 5486 h 10000"/>
                  <a:gd name="connsiteX28-633" fmla="*/ 1417 w 10000"/>
                  <a:gd name="connsiteY28-634" fmla="*/ 6294 h 10000"/>
                  <a:gd name="connsiteX29-635" fmla="*/ 2670 w 10000"/>
                  <a:gd name="connsiteY29-636" fmla="*/ 6129 h 10000"/>
                  <a:gd name="connsiteX30-637" fmla="*/ 4518 w 10000"/>
                  <a:gd name="connsiteY30-638" fmla="*/ 6092 h 10000"/>
                  <a:gd name="connsiteX31-639" fmla="*/ 5531 w 10000"/>
                  <a:gd name="connsiteY31-640" fmla="*/ 6642 h 10000"/>
                  <a:gd name="connsiteX32-641" fmla="*/ 5611 w 10000"/>
                  <a:gd name="connsiteY32-642" fmla="*/ 6642 h 10000"/>
                  <a:gd name="connsiteX33-643" fmla="*/ 6093 w 10000"/>
                  <a:gd name="connsiteY33-644" fmla="*/ 6129 h 10000"/>
                  <a:gd name="connsiteX34-645" fmla="*/ 6013 w 10000"/>
                  <a:gd name="connsiteY34-646" fmla="*/ 5907 h 10000"/>
                  <a:gd name="connsiteX35-647" fmla="*/ 5820 w 10000"/>
                  <a:gd name="connsiteY35-648" fmla="*/ 5981 h 10000"/>
                  <a:gd name="connsiteX36-649" fmla="*/ 5547 w 10000"/>
                  <a:gd name="connsiteY36-650" fmla="*/ 6312 h 10000"/>
                  <a:gd name="connsiteX37-651" fmla="*/ 4695 w 10000"/>
                  <a:gd name="connsiteY37-652" fmla="*/ 5834 h 10000"/>
                  <a:gd name="connsiteX38-653" fmla="*/ 2510 w 10000"/>
                  <a:gd name="connsiteY38-654" fmla="*/ 5852 h 10000"/>
                  <a:gd name="connsiteX39-655" fmla="*/ 1545 w 10000"/>
                  <a:gd name="connsiteY39-656" fmla="*/ 5981 h 10000"/>
                  <a:gd name="connsiteX40-657" fmla="*/ 1208 w 10000"/>
                  <a:gd name="connsiteY40-658" fmla="*/ 5431 h 10000"/>
                  <a:gd name="connsiteX41-659" fmla="*/ 1514 w 10000"/>
                  <a:gd name="connsiteY41-660" fmla="*/ 4386 h 10000"/>
                  <a:gd name="connsiteX42-661" fmla="*/ 1561 w 10000"/>
                  <a:gd name="connsiteY42-662" fmla="*/ 4203 h 10000"/>
                  <a:gd name="connsiteX43-663" fmla="*/ 1787 w 10000"/>
                  <a:gd name="connsiteY43-664" fmla="*/ 2991 h 10000"/>
                  <a:gd name="connsiteX44-665" fmla="*/ 3136 w 10000"/>
                  <a:gd name="connsiteY44-666" fmla="*/ 2606 h 10000"/>
                  <a:gd name="connsiteX45-667" fmla="*/ 3876 w 10000"/>
                  <a:gd name="connsiteY45-668" fmla="*/ 3799 h 10000"/>
                  <a:gd name="connsiteX46-669" fmla="*/ 2703 w 10000"/>
                  <a:gd name="connsiteY46-670" fmla="*/ 4569 h 10000"/>
                  <a:gd name="connsiteX47-671" fmla="*/ 2719 w 10000"/>
                  <a:gd name="connsiteY47-672" fmla="*/ 4808 h 10000"/>
                  <a:gd name="connsiteX48-673" fmla="*/ 2927 w 10000"/>
                  <a:gd name="connsiteY48-674" fmla="*/ 4771 h 10000"/>
                  <a:gd name="connsiteX49-675" fmla="*/ 4744 w 10000"/>
                  <a:gd name="connsiteY49-676" fmla="*/ 4423 h 10000"/>
                  <a:gd name="connsiteX50-677" fmla="*/ 4937 w 10000"/>
                  <a:gd name="connsiteY50-678" fmla="*/ 4423 h 10000"/>
                  <a:gd name="connsiteX51-679" fmla="*/ 5804 w 10000"/>
                  <a:gd name="connsiteY51-680" fmla="*/ 4184 h 10000"/>
                  <a:gd name="connsiteX52-681" fmla="*/ 6383 w 10000"/>
                  <a:gd name="connsiteY52-682" fmla="*/ 4973 h 10000"/>
                  <a:gd name="connsiteX53-683" fmla="*/ 6512 w 10000"/>
                  <a:gd name="connsiteY53-684" fmla="*/ 5119 h 10000"/>
                  <a:gd name="connsiteX54-685" fmla="*/ 7572 w 10000"/>
                  <a:gd name="connsiteY54-686" fmla="*/ 6532 h 10000"/>
                  <a:gd name="connsiteX55-687" fmla="*/ 7414 w 10000"/>
                  <a:gd name="connsiteY55-688" fmla="*/ 7630 h 10000"/>
                  <a:gd name="connsiteX56-689" fmla="*/ 5483 w 10000"/>
                  <a:gd name="connsiteY56-690" fmla="*/ 8218 h 10000"/>
                  <a:gd name="connsiteX57-691" fmla="*/ 5467 w 10000"/>
                  <a:gd name="connsiteY57-692" fmla="*/ 8273 h 10000"/>
                  <a:gd name="connsiteX58-693" fmla="*/ 3490 w 10000"/>
                  <a:gd name="connsiteY58-694" fmla="*/ 8053 h 10000"/>
                  <a:gd name="connsiteX59-695" fmla="*/ 3345 w 10000"/>
                  <a:gd name="connsiteY59-696" fmla="*/ 7357 h 10000"/>
                  <a:gd name="connsiteX60-697" fmla="*/ 3586 w 10000"/>
                  <a:gd name="connsiteY60-698" fmla="*/ 7082 h 10000"/>
                  <a:gd name="connsiteX61-699" fmla="*/ 3683 w 10000"/>
                  <a:gd name="connsiteY61-700" fmla="*/ 6880 h 10000"/>
                  <a:gd name="connsiteX62-701" fmla="*/ 3490 w 10000"/>
                  <a:gd name="connsiteY62-702" fmla="*/ 6770 h 10000"/>
                  <a:gd name="connsiteX63-703" fmla="*/ 3072 w 10000"/>
                  <a:gd name="connsiteY63-704" fmla="*/ 7247 h 10000"/>
                  <a:gd name="connsiteX64-705" fmla="*/ 3249 w 10000"/>
                  <a:gd name="connsiteY64-706" fmla="*/ 8255 h 10000"/>
                  <a:gd name="connsiteX65-707" fmla="*/ 3249 w 10000"/>
                  <a:gd name="connsiteY65-708" fmla="*/ 8273 h 10000"/>
                  <a:gd name="connsiteX66-709" fmla="*/ 4680 w 10000"/>
                  <a:gd name="connsiteY66-710" fmla="*/ 8825 h 10000"/>
                  <a:gd name="connsiteX67-711" fmla="*/ 5354 w 10000"/>
                  <a:gd name="connsiteY67-712" fmla="*/ 8677 h 10000"/>
                  <a:gd name="connsiteX68-713" fmla="*/ 3393 w 10000"/>
                  <a:gd name="connsiteY68-714" fmla="*/ 9998 h 10000"/>
                  <a:gd name="connsiteX69-715" fmla="*/ 2253 w 10000"/>
                  <a:gd name="connsiteY69-716" fmla="*/ 9228 h 10000"/>
                  <a:gd name="connsiteX70-717" fmla="*/ 1224 w 10000"/>
                  <a:gd name="connsiteY70-718" fmla="*/ 7137 h 10000"/>
                  <a:gd name="connsiteX71-719" fmla="*/ 3 w 10000"/>
                  <a:gd name="connsiteY71-720" fmla="*/ 4954 h 10000"/>
                  <a:gd name="connsiteX0-721" fmla="*/ 3 w 10000"/>
                  <a:gd name="connsiteY0-722" fmla="*/ 4954 h 10000"/>
                  <a:gd name="connsiteX1-723" fmla="*/ 726 w 10000"/>
                  <a:gd name="connsiteY1-724" fmla="*/ 3028 h 10000"/>
                  <a:gd name="connsiteX2-725" fmla="*/ 1337 w 10000"/>
                  <a:gd name="connsiteY2-726" fmla="*/ 1635 h 10000"/>
                  <a:gd name="connsiteX3-727" fmla="*/ 3233 w 10000"/>
                  <a:gd name="connsiteY3-728" fmla="*/ 773 h 10000"/>
                  <a:gd name="connsiteX4-729" fmla="*/ 5997 w 10000"/>
                  <a:gd name="connsiteY4-730" fmla="*/ 424 h 10000"/>
                  <a:gd name="connsiteX5-731" fmla="*/ 8488 w 10000"/>
                  <a:gd name="connsiteY5-732" fmla="*/ 1452 h 10000"/>
                  <a:gd name="connsiteX6-733" fmla="*/ 9693 w 10000"/>
                  <a:gd name="connsiteY6-734" fmla="*/ 4661 h 10000"/>
                  <a:gd name="connsiteX7-735" fmla="*/ 7765 w 10000"/>
                  <a:gd name="connsiteY7-736" fmla="*/ 5852 h 10000"/>
                  <a:gd name="connsiteX8-737" fmla="*/ 6752 w 10000"/>
                  <a:gd name="connsiteY8-738" fmla="*/ 4844 h 10000"/>
                  <a:gd name="connsiteX9-739" fmla="*/ 7444 w 10000"/>
                  <a:gd name="connsiteY9-740" fmla="*/ 2845 h 10000"/>
                  <a:gd name="connsiteX10-741" fmla="*/ 8680 w 10000"/>
                  <a:gd name="connsiteY10-742" fmla="*/ 2808 h 10000"/>
                  <a:gd name="connsiteX11-743" fmla="*/ 8873 w 10000"/>
                  <a:gd name="connsiteY11-744" fmla="*/ 3799 h 10000"/>
                  <a:gd name="connsiteX12-745" fmla="*/ 8568 w 10000"/>
                  <a:gd name="connsiteY12-746" fmla="*/ 4203 h 10000"/>
                  <a:gd name="connsiteX13-747" fmla="*/ 7941 w 10000"/>
                  <a:gd name="connsiteY13-748" fmla="*/ 4184 h 10000"/>
                  <a:gd name="connsiteX14-749" fmla="*/ 7748 w 10000"/>
                  <a:gd name="connsiteY14-750" fmla="*/ 4276 h 10000"/>
                  <a:gd name="connsiteX15-751" fmla="*/ 7829 w 10000"/>
                  <a:gd name="connsiteY15-752" fmla="*/ 4496 h 10000"/>
                  <a:gd name="connsiteX16-753" fmla="*/ 8664 w 10000"/>
                  <a:gd name="connsiteY16-754" fmla="*/ 4514 h 10000"/>
                  <a:gd name="connsiteX17-755" fmla="*/ 9163 w 10000"/>
                  <a:gd name="connsiteY17-756" fmla="*/ 3928 h 10000"/>
                  <a:gd name="connsiteX18-757" fmla="*/ 8857 w 10000"/>
                  <a:gd name="connsiteY18-758" fmla="*/ 2533 h 10000"/>
                  <a:gd name="connsiteX19-759" fmla="*/ 7637 w 10000"/>
                  <a:gd name="connsiteY19-760" fmla="*/ 2350 h 10000"/>
                  <a:gd name="connsiteX20-761" fmla="*/ 6720 w 10000"/>
                  <a:gd name="connsiteY20-762" fmla="*/ 1360 h 10000"/>
                  <a:gd name="connsiteX21-763" fmla="*/ 5627 w 10000"/>
                  <a:gd name="connsiteY21-764" fmla="*/ 1470 h 10000"/>
                  <a:gd name="connsiteX22-765" fmla="*/ 4390 w 10000"/>
                  <a:gd name="connsiteY22-766" fmla="*/ 902 h 10000"/>
                  <a:gd name="connsiteX23-767" fmla="*/ 3442 w 10000"/>
                  <a:gd name="connsiteY23-768" fmla="*/ 1543 h 10000"/>
                  <a:gd name="connsiteX24-769" fmla="*/ 3201 w 10000"/>
                  <a:gd name="connsiteY24-770" fmla="*/ 2277 h 10000"/>
                  <a:gd name="connsiteX25-771" fmla="*/ 1578 w 10000"/>
                  <a:gd name="connsiteY25-772" fmla="*/ 2771 h 10000"/>
                  <a:gd name="connsiteX26-773" fmla="*/ 1257 w 10000"/>
                  <a:gd name="connsiteY26-774" fmla="*/ 4203 h 10000"/>
                  <a:gd name="connsiteX27-775" fmla="*/ 902 w 10000"/>
                  <a:gd name="connsiteY27-776" fmla="*/ 5486 h 10000"/>
                  <a:gd name="connsiteX28-777" fmla="*/ 1417 w 10000"/>
                  <a:gd name="connsiteY28-778" fmla="*/ 6294 h 10000"/>
                  <a:gd name="connsiteX29-779" fmla="*/ 2670 w 10000"/>
                  <a:gd name="connsiteY29-780" fmla="*/ 6129 h 10000"/>
                  <a:gd name="connsiteX30-781" fmla="*/ 4518 w 10000"/>
                  <a:gd name="connsiteY30-782" fmla="*/ 6092 h 10000"/>
                  <a:gd name="connsiteX31-783" fmla="*/ 5531 w 10000"/>
                  <a:gd name="connsiteY31-784" fmla="*/ 6642 h 10000"/>
                  <a:gd name="connsiteX32-785" fmla="*/ 5611 w 10000"/>
                  <a:gd name="connsiteY32-786" fmla="*/ 6642 h 10000"/>
                  <a:gd name="connsiteX33-787" fmla="*/ 6093 w 10000"/>
                  <a:gd name="connsiteY33-788" fmla="*/ 6129 h 10000"/>
                  <a:gd name="connsiteX34-789" fmla="*/ 6013 w 10000"/>
                  <a:gd name="connsiteY34-790" fmla="*/ 5907 h 10000"/>
                  <a:gd name="connsiteX35-791" fmla="*/ 5820 w 10000"/>
                  <a:gd name="connsiteY35-792" fmla="*/ 5981 h 10000"/>
                  <a:gd name="connsiteX36-793" fmla="*/ 5547 w 10000"/>
                  <a:gd name="connsiteY36-794" fmla="*/ 6312 h 10000"/>
                  <a:gd name="connsiteX37-795" fmla="*/ 4695 w 10000"/>
                  <a:gd name="connsiteY37-796" fmla="*/ 5834 h 10000"/>
                  <a:gd name="connsiteX38-797" fmla="*/ 2510 w 10000"/>
                  <a:gd name="connsiteY38-798" fmla="*/ 5852 h 10000"/>
                  <a:gd name="connsiteX39-799" fmla="*/ 1545 w 10000"/>
                  <a:gd name="connsiteY39-800" fmla="*/ 5981 h 10000"/>
                  <a:gd name="connsiteX40-801" fmla="*/ 1208 w 10000"/>
                  <a:gd name="connsiteY40-802" fmla="*/ 5431 h 10000"/>
                  <a:gd name="connsiteX41-803" fmla="*/ 1514 w 10000"/>
                  <a:gd name="connsiteY41-804" fmla="*/ 4386 h 10000"/>
                  <a:gd name="connsiteX42-805" fmla="*/ 1561 w 10000"/>
                  <a:gd name="connsiteY42-806" fmla="*/ 4203 h 10000"/>
                  <a:gd name="connsiteX43-807" fmla="*/ 1787 w 10000"/>
                  <a:gd name="connsiteY43-808" fmla="*/ 2991 h 10000"/>
                  <a:gd name="connsiteX44-809" fmla="*/ 3136 w 10000"/>
                  <a:gd name="connsiteY44-810" fmla="*/ 2606 h 10000"/>
                  <a:gd name="connsiteX45-811" fmla="*/ 3876 w 10000"/>
                  <a:gd name="connsiteY45-812" fmla="*/ 3799 h 10000"/>
                  <a:gd name="connsiteX46-813" fmla="*/ 2703 w 10000"/>
                  <a:gd name="connsiteY46-814" fmla="*/ 4569 h 10000"/>
                  <a:gd name="connsiteX47-815" fmla="*/ 2719 w 10000"/>
                  <a:gd name="connsiteY47-816" fmla="*/ 4808 h 10000"/>
                  <a:gd name="connsiteX48-817" fmla="*/ 2927 w 10000"/>
                  <a:gd name="connsiteY48-818" fmla="*/ 4771 h 10000"/>
                  <a:gd name="connsiteX49-819" fmla="*/ 4744 w 10000"/>
                  <a:gd name="connsiteY49-820" fmla="*/ 4423 h 10000"/>
                  <a:gd name="connsiteX50-821" fmla="*/ 4937 w 10000"/>
                  <a:gd name="connsiteY50-822" fmla="*/ 4423 h 10000"/>
                  <a:gd name="connsiteX51-823" fmla="*/ 5804 w 10000"/>
                  <a:gd name="connsiteY51-824" fmla="*/ 4184 h 10000"/>
                  <a:gd name="connsiteX52-825" fmla="*/ 6383 w 10000"/>
                  <a:gd name="connsiteY52-826" fmla="*/ 4973 h 10000"/>
                  <a:gd name="connsiteX53-827" fmla="*/ 6512 w 10000"/>
                  <a:gd name="connsiteY53-828" fmla="*/ 5119 h 10000"/>
                  <a:gd name="connsiteX54-829" fmla="*/ 7572 w 10000"/>
                  <a:gd name="connsiteY54-830" fmla="*/ 6532 h 10000"/>
                  <a:gd name="connsiteX55-831" fmla="*/ 7414 w 10000"/>
                  <a:gd name="connsiteY55-832" fmla="*/ 7630 h 10000"/>
                  <a:gd name="connsiteX56-833" fmla="*/ 5483 w 10000"/>
                  <a:gd name="connsiteY56-834" fmla="*/ 8218 h 10000"/>
                  <a:gd name="connsiteX57-835" fmla="*/ 5467 w 10000"/>
                  <a:gd name="connsiteY57-836" fmla="*/ 8273 h 10000"/>
                  <a:gd name="connsiteX58-837" fmla="*/ 3490 w 10000"/>
                  <a:gd name="connsiteY58-838" fmla="*/ 8053 h 10000"/>
                  <a:gd name="connsiteX59-839" fmla="*/ 3345 w 10000"/>
                  <a:gd name="connsiteY59-840" fmla="*/ 7357 h 10000"/>
                  <a:gd name="connsiteX60-841" fmla="*/ 3586 w 10000"/>
                  <a:gd name="connsiteY60-842" fmla="*/ 7082 h 10000"/>
                  <a:gd name="connsiteX61-843" fmla="*/ 3683 w 10000"/>
                  <a:gd name="connsiteY61-844" fmla="*/ 6880 h 10000"/>
                  <a:gd name="connsiteX62-845" fmla="*/ 3490 w 10000"/>
                  <a:gd name="connsiteY62-846" fmla="*/ 6770 h 10000"/>
                  <a:gd name="connsiteX63-847" fmla="*/ 3072 w 10000"/>
                  <a:gd name="connsiteY63-848" fmla="*/ 7247 h 10000"/>
                  <a:gd name="connsiteX64-849" fmla="*/ 3249 w 10000"/>
                  <a:gd name="connsiteY64-850" fmla="*/ 8255 h 10000"/>
                  <a:gd name="connsiteX65-851" fmla="*/ 3249 w 10000"/>
                  <a:gd name="connsiteY65-852" fmla="*/ 8273 h 10000"/>
                  <a:gd name="connsiteX66-853" fmla="*/ 4680 w 10000"/>
                  <a:gd name="connsiteY66-854" fmla="*/ 8825 h 10000"/>
                  <a:gd name="connsiteX67-855" fmla="*/ 5354 w 10000"/>
                  <a:gd name="connsiteY67-856" fmla="*/ 8677 h 10000"/>
                  <a:gd name="connsiteX68-857" fmla="*/ 3393 w 10000"/>
                  <a:gd name="connsiteY68-858" fmla="*/ 9998 h 10000"/>
                  <a:gd name="connsiteX69-859" fmla="*/ 2253 w 10000"/>
                  <a:gd name="connsiteY69-860" fmla="*/ 9228 h 10000"/>
                  <a:gd name="connsiteX70-861" fmla="*/ 1224 w 10000"/>
                  <a:gd name="connsiteY70-862" fmla="*/ 7137 h 10000"/>
                  <a:gd name="connsiteX71-863" fmla="*/ 3 w 10000"/>
                  <a:gd name="connsiteY71-864" fmla="*/ 4954 h 10000"/>
                  <a:gd name="connsiteX0-865" fmla="*/ 3 w 10000"/>
                  <a:gd name="connsiteY0-866" fmla="*/ 4954 h 10000"/>
                  <a:gd name="connsiteX1-867" fmla="*/ 726 w 10000"/>
                  <a:gd name="connsiteY1-868" fmla="*/ 3028 h 10000"/>
                  <a:gd name="connsiteX2-869" fmla="*/ 1337 w 10000"/>
                  <a:gd name="connsiteY2-870" fmla="*/ 1635 h 10000"/>
                  <a:gd name="connsiteX3-871" fmla="*/ 3233 w 10000"/>
                  <a:gd name="connsiteY3-872" fmla="*/ 773 h 10000"/>
                  <a:gd name="connsiteX4-873" fmla="*/ 5997 w 10000"/>
                  <a:gd name="connsiteY4-874" fmla="*/ 424 h 10000"/>
                  <a:gd name="connsiteX5-875" fmla="*/ 8488 w 10000"/>
                  <a:gd name="connsiteY5-876" fmla="*/ 1452 h 10000"/>
                  <a:gd name="connsiteX6-877" fmla="*/ 9693 w 10000"/>
                  <a:gd name="connsiteY6-878" fmla="*/ 4661 h 10000"/>
                  <a:gd name="connsiteX7-879" fmla="*/ 7765 w 10000"/>
                  <a:gd name="connsiteY7-880" fmla="*/ 5852 h 10000"/>
                  <a:gd name="connsiteX8-881" fmla="*/ 6752 w 10000"/>
                  <a:gd name="connsiteY8-882" fmla="*/ 4844 h 10000"/>
                  <a:gd name="connsiteX9-883" fmla="*/ 7444 w 10000"/>
                  <a:gd name="connsiteY9-884" fmla="*/ 2845 h 10000"/>
                  <a:gd name="connsiteX10-885" fmla="*/ 8680 w 10000"/>
                  <a:gd name="connsiteY10-886" fmla="*/ 2808 h 10000"/>
                  <a:gd name="connsiteX11-887" fmla="*/ 8873 w 10000"/>
                  <a:gd name="connsiteY11-888" fmla="*/ 3799 h 10000"/>
                  <a:gd name="connsiteX12-889" fmla="*/ 8568 w 10000"/>
                  <a:gd name="connsiteY12-890" fmla="*/ 4203 h 10000"/>
                  <a:gd name="connsiteX13-891" fmla="*/ 7941 w 10000"/>
                  <a:gd name="connsiteY13-892" fmla="*/ 4184 h 10000"/>
                  <a:gd name="connsiteX14-893" fmla="*/ 7748 w 10000"/>
                  <a:gd name="connsiteY14-894" fmla="*/ 4276 h 10000"/>
                  <a:gd name="connsiteX15-895" fmla="*/ 7829 w 10000"/>
                  <a:gd name="connsiteY15-896" fmla="*/ 4496 h 10000"/>
                  <a:gd name="connsiteX16-897" fmla="*/ 8664 w 10000"/>
                  <a:gd name="connsiteY16-898" fmla="*/ 4514 h 10000"/>
                  <a:gd name="connsiteX17-899" fmla="*/ 9163 w 10000"/>
                  <a:gd name="connsiteY17-900" fmla="*/ 3928 h 10000"/>
                  <a:gd name="connsiteX18-901" fmla="*/ 8857 w 10000"/>
                  <a:gd name="connsiteY18-902" fmla="*/ 2533 h 10000"/>
                  <a:gd name="connsiteX19-903" fmla="*/ 7637 w 10000"/>
                  <a:gd name="connsiteY19-904" fmla="*/ 2350 h 10000"/>
                  <a:gd name="connsiteX20-905" fmla="*/ 6720 w 10000"/>
                  <a:gd name="connsiteY20-906" fmla="*/ 1360 h 10000"/>
                  <a:gd name="connsiteX21-907" fmla="*/ 5627 w 10000"/>
                  <a:gd name="connsiteY21-908" fmla="*/ 1470 h 10000"/>
                  <a:gd name="connsiteX22-909" fmla="*/ 4390 w 10000"/>
                  <a:gd name="connsiteY22-910" fmla="*/ 902 h 10000"/>
                  <a:gd name="connsiteX23-911" fmla="*/ 3442 w 10000"/>
                  <a:gd name="connsiteY23-912" fmla="*/ 1543 h 10000"/>
                  <a:gd name="connsiteX24-913" fmla="*/ 3201 w 10000"/>
                  <a:gd name="connsiteY24-914" fmla="*/ 2277 h 10000"/>
                  <a:gd name="connsiteX25-915" fmla="*/ 1578 w 10000"/>
                  <a:gd name="connsiteY25-916" fmla="*/ 2771 h 10000"/>
                  <a:gd name="connsiteX26-917" fmla="*/ 1257 w 10000"/>
                  <a:gd name="connsiteY26-918" fmla="*/ 4203 h 10000"/>
                  <a:gd name="connsiteX27-919" fmla="*/ 902 w 10000"/>
                  <a:gd name="connsiteY27-920" fmla="*/ 5486 h 10000"/>
                  <a:gd name="connsiteX28-921" fmla="*/ 1417 w 10000"/>
                  <a:gd name="connsiteY28-922" fmla="*/ 6294 h 10000"/>
                  <a:gd name="connsiteX29-923" fmla="*/ 2670 w 10000"/>
                  <a:gd name="connsiteY29-924" fmla="*/ 6129 h 10000"/>
                  <a:gd name="connsiteX30-925" fmla="*/ 4518 w 10000"/>
                  <a:gd name="connsiteY30-926" fmla="*/ 6092 h 10000"/>
                  <a:gd name="connsiteX31-927" fmla="*/ 5531 w 10000"/>
                  <a:gd name="connsiteY31-928" fmla="*/ 6642 h 10000"/>
                  <a:gd name="connsiteX32-929" fmla="*/ 5611 w 10000"/>
                  <a:gd name="connsiteY32-930" fmla="*/ 6642 h 10000"/>
                  <a:gd name="connsiteX33-931" fmla="*/ 6093 w 10000"/>
                  <a:gd name="connsiteY33-932" fmla="*/ 6129 h 10000"/>
                  <a:gd name="connsiteX34-933" fmla="*/ 6013 w 10000"/>
                  <a:gd name="connsiteY34-934" fmla="*/ 5907 h 10000"/>
                  <a:gd name="connsiteX35-935" fmla="*/ 5820 w 10000"/>
                  <a:gd name="connsiteY35-936" fmla="*/ 5981 h 10000"/>
                  <a:gd name="connsiteX36-937" fmla="*/ 5547 w 10000"/>
                  <a:gd name="connsiteY36-938" fmla="*/ 6312 h 10000"/>
                  <a:gd name="connsiteX37-939" fmla="*/ 4695 w 10000"/>
                  <a:gd name="connsiteY37-940" fmla="*/ 5834 h 10000"/>
                  <a:gd name="connsiteX38-941" fmla="*/ 2510 w 10000"/>
                  <a:gd name="connsiteY38-942" fmla="*/ 5852 h 10000"/>
                  <a:gd name="connsiteX39-943" fmla="*/ 1545 w 10000"/>
                  <a:gd name="connsiteY39-944" fmla="*/ 5981 h 10000"/>
                  <a:gd name="connsiteX40-945" fmla="*/ 1208 w 10000"/>
                  <a:gd name="connsiteY40-946" fmla="*/ 5431 h 10000"/>
                  <a:gd name="connsiteX41-947" fmla="*/ 1514 w 10000"/>
                  <a:gd name="connsiteY41-948" fmla="*/ 4386 h 10000"/>
                  <a:gd name="connsiteX42-949" fmla="*/ 1561 w 10000"/>
                  <a:gd name="connsiteY42-950" fmla="*/ 4203 h 10000"/>
                  <a:gd name="connsiteX43-951" fmla="*/ 1787 w 10000"/>
                  <a:gd name="connsiteY43-952" fmla="*/ 2991 h 10000"/>
                  <a:gd name="connsiteX44-953" fmla="*/ 3136 w 10000"/>
                  <a:gd name="connsiteY44-954" fmla="*/ 2606 h 10000"/>
                  <a:gd name="connsiteX45-955" fmla="*/ 3876 w 10000"/>
                  <a:gd name="connsiteY45-956" fmla="*/ 3799 h 10000"/>
                  <a:gd name="connsiteX46-957" fmla="*/ 2703 w 10000"/>
                  <a:gd name="connsiteY46-958" fmla="*/ 4569 h 10000"/>
                  <a:gd name="connsiteX47-959" fmla="*/ 2719 w 10000"/>
                  <a:gd name="connsiteY47-960" fmla="*/ 4808 h 10000"/>
                  <a:gd name="connsiteX48-961" fmla="*/ 2927 w 10000"/>
                  <a:gd name="connsiteY48-962" fmla="*/ 4771 h 10000"/>
                  <a:gd name="connsiteX49-963" fmla="*/ 4744 w 10000"/>
                  <a:gd name="connsiteY49-964" fmla="*/ 4423 h 10000"/>
                  <a:gd name="connsiteX50-965" fmla="*/ 4937 w 10000"/>
                  <a:gd name="connsiteY50-966" fmla="*/ 4423 h 10000"/>
                  <a:gd name="connsiteX51-967" fmla="*/ 5804 w 10000"/>
                  <a:gd name="connsiteY51-968" fmla="*/ 4184 h 10000"/>
                  <a:gd name="connsiteX52-969" fmla="*/ 6383 w 10000"/>
                  <a:gd name="connsiteY52-970" fmla="*/ 4973 h 10000"/>
                  <a:gd name="connsiteX53-971" fmla="*/ 6512 w 10000"/>
                  <a:gd name="connsiteY53-972" fmla="*/ 5119 h 10000"/>
                  <a:gd name="connsiteX54-973" fmla="*/ 7572 w 10000"/>
                  <a:gd name="connsiteY54-974" fmla="*/ 6532 h 10000"/>
                  <a:gd name="connsiteX55-975" fmla="*/ 7247 w 10000"/>
                  <a:gd name="connsiteY55-976" fmla="*/ 7791 h 10000"/>
                  <a:gd name="connsiteX56-977" fmla="*/ 5483 w 10000"/>
                  <a:gd name="connsiteY56-978" fmla="*/ 8218 h 10000"/>
                  <a:gd name="connsiteX57-979" fmla="*/ 5467 w 10000"/>
                  <a:gd name="connsiteY57-980" fmla="*/ 8273 h 10000"/>
                  <a:gd name="connsiteX58-981" fmla="*/ 3490 w 10000"/>
                  <a:gd name="connsiteY58-982" fmla="*/ 8053 h 10000"/>
                  <a:gd name="connsiteX59-983" fmla="*/ 3345 w 10000"/>
                  <a:gd name="connsiteY59-984" fmla="*/ 7357 h 10000"/>
                  <a:gd name="connsiteX60-985" fmla="*/ 3586 w 10000"/>
                  <a:gd name="connsiteY60-986" fmla="*/ 7082 h 10000"/>
                  <a:gd name="connsiteX61-987" fmla="*/ 3683 w 10000"/>
                  <a:gd name="connsiteY61-988" fmla="*/ 6880 h 10000"/>
                  <a:gd name="connsiteX62-989" fmla="*/ 3490 w 10000"/>
                  <a:gd name="connsiteY62-990" fmla="*/ 6770 h 10000"/>
                  <a:gd name="connsiteX63-991" fmla="*/ 3072 w 10000"/>
                  <a:gd name="connsiteY63-992" fmla="*/ 7247 h 10000"/>
                  <a:gd name="connsiteX64-993" fmla="*/ 3249 w 10000"/>
                  <a:gd name="connsiteY64-994" fmla="*/ 8255 h 10000"/>
                  <a:gd name="connsiteX65-995" fmla="*/ 3249 w 10000"/>
                  <a:gd name="connsiteY65-996" fmla="*/ 8273 h 10000"/>
                  <a:gd name="connsiteX66-997" fmla="*/ 4680 w 10000"/>
                  <a:gd name="connsiteY66-998" fmla="*/ 8825 h 10000"/>
                  <a:gd name="connsiteX67-999" fmla="*/ 5354 w 10000"/>
                  <a:gd name="connsiteY67-1000" fmla="*/ 8677 h 10000"/>
                  <a:gd name="connsiteX68-1001" fmla="*/ 3393 w 10000"/>
                  <a:gd name="connsiteY68-1002" fmla="*/ 9998 h 10000"/>
                  <a:gd name="connsiteX69-1003" fmla="*/ 2253 w 10000"/>
                  <a:gd name="connsiteY69-1004" fmla="*/ 9228 h 10000"/>
                  <a:gd name="connsiteX70-1005" fmla="*/ 1224 w 10000"/>
                  <a:gd name="connsiteY70-1006" fmla="*/ 7137 h 10000"/>
                  <a:gd name="connsiteX71-1007" fmla="*/ 3 w 10000"/>
                  <a:gd name="connsiteY71-1008" fmla="*/ 4954 h 10000"/>
                  <a:gd name="connsiteX0-1009" fmla="*/ 3 w 10000"/>
                  <a:gd name="connsiteY0-1010" fmla="*/ 4954 h 10000"/>
                  <a:gd name="connsiteX1-1011" fmla="*/ 726 w 10000"/>
                  <a:gd name="connsiteY1-1012" fmla="*/ 3028 h 10000"/>
                  <a:gd name="connsiteX2-1013" fmla="*/ 1337 w 10000"/>
                  <a:gd name="connsiteY2-1014" fmla="*/ 1635 h 10000"/>
                  <a:gd name="connsiteX3-1015" fmla="*/ 3233 w 10000"/>
                  <a:gd name="connsiteY3-1016" fmla="*/ 773 h 10000"/>
                  <a:gd name="connsiteX4-1017" fmla="*/ 5997 w 10000"/>
                  <a:gd name="connsiteY4-1018" fmla="*/ 424 h 10000"/>
                  <a:gd name="connsiteX5-1019" fmla="*/ 8488 w 10000"/>
                  <a:gd name="connsiteY5-1020" fmla="*/ 1452 h 10000"/>
                  <a:gd name="connsiteX6-1021" fmla="*/ 9693 w 10000"/>
                  <a:gd name="connsiteY6-1022" fmla="*/ 4661 h 10000"/>
                  <a:gd name="connsiteX7-1023" fmla="*/ 7765 w 10000"/>
                  <a:gd name="connsiteY7-1024" fmla="*/ 5852 h 10000"/>
                  <a:gd name="connsiteX8-1025" fmla="*/ 6752 w 10000"/>
                  <a:gd name="connsiteY8-1026" fmla="*/ 4844 h 10000"/>
                  <a:gd name="connsiteX9-1027" fmla="*/ 7444 w 10000"/>
                  <a:gd name="connsiteY9-1028" fmla="*/ 2845 h 10000"/>
                  <a:gd name="connsiteX10-1029" fmla="*/ 8680 w 10000"/>
                  <a:gd name="connsiteY10-1030" fmla="*/ 2808 h 10000"/>
                  <a:gd name="connsiteX11-1031" fmla="*/ 8873 w 10000"/>
                  <a:gd name="connsiteY11-1032" fmla="*/ 3799 h 10000"/>
                  <a:gd name="connsiteX12-1033" fmla="*/ 8568 w 10000"/>
                  <a:gd name="connsiteY12-1034" fmla="*/ 4203 h 10000"/>
                  <a:gd name="connsiteX13-1035" fmla="*/ 7941 w 10000"/>
                  <a:gd name="connsiteY13-1036" fmla="*/ 4184 h 10000"/>
                  <a:gd name="connsiteX14-1037" fmla="*/ 7748 w 10000"/>
                  <a:gd name="connsiteY14-1038" fmla="*/ 4276 h 10000"/>
                  <a:gd name="connsiteX15-1039" fmla="*/ 7829 w 10000"/>
                  <a:gd name="connsiteY15-1040" fmla="*/ 4496 h 10000"/>
                  <a:gd name="connsiteX16-1041" fmla="*/ 8664 w 10000"/>
                  <a:gd name="connsiteY16-1042" fmla="*/ 4514 h 10000"/>
                  <a:gd name="connsiteX17-1043" fmla="*/ 9163 w 10000"/>
                  <a:gd name="connsiteY17-1044" fmla="*/ 3928 h 10000"/>
                  <a:gd name="connsiteX18-1045" fmla="*/ 8857 w 10000"/>
                  <a:gd name="connsiteY18-1046" fmla="*/ 2533 h 10000"/>
                  <a:gd name="connsiteX19-1047" fmla="*/ 7637 w 10000"/>
                  <a:gd name="connsiteY19-1048" fmla="*/ 2350 h 10000"/>
                  <a:gd name="connsiteX20-1049" fmla="*/ 6720 w 10000"/>
                  <a:gd name="connsiteY20-1050" fmla="*/ 1360 h 10000"/>
                  <a:gd name="connsiteX21-1051" fmla="*/ 5627 w 10000"/>
                  <a:gd name="connsiteY21-1052" fmla="*/ 1470 h 10000"/>
                  <a:gd name="connsiteX22-1053" fmla="*/ 4390 w 10000"/>
                  <a:gd name="connsiteY22-1054" fmla="*/ 902 h 10000"/>
                  <a:gd name="connsiteX23-1055" fmla="*/ 3442 w 10000"/>
                  <a:gd name="connsiteY23-1056" fmla="*/ 1543 h 10000"/>
                  <a:gd name="connsiteX24-1057" fmla="*/ 3201 w 10000"/>
                  <a:gd name="connsiteY24-1058" fmla="*/ 2277 h 10000"/>
                  <a:gd name="connsiteX25-1059" fmla="*/ 1578 w 10000"/>
                  <a:gd name="connsiteY25-1060" fmla="*/ 2771 h 10000"/>
                  <a:gd name="connsiteX26-1061" fmla="*/ 1257 w 10000"/>
                  <a:gd name="connsiteY26-1062" fmla="*/ 4203 h 10000"/>
                  <a:gd name="connsiteX27-1063" fmla="*/ 902 w 10000"/>
                  <a:gd name="connsiteY27-1064" fmla="*/ 5486 h 10000"/>
                  <a:gd name="connsiteX28-1065" fmla="*/ 1417 w 10000"/>
                  <a:gd name="connsiteY28-1066" fmla="*/ 6294 h 10000"/>
                  <a:gd name="connsiteX29-1067" fmla="*/ 2670 w 10000"/>
                  <a:gd name="connsiteY29-1068" fmla="*/ 6129 h 10000"/>
                  <a:gd name="connsiteX30-1069" fmla="*/ 4518 w 10000"/>
                  <a:gd name="connsiteY30-1070" fmla="*/ 6092 h 10000"/>
                  <a:gd name="connsiteX31-1071" fmla="*/ 5531 w 10000"/>
                  <a:gd name="connsiteY31-1072" fmla="*/ 6642 h 10000"/>
                  <a:gd name="connsiteX32-1073" fmla="*/ 5611 w 10000"/>
                  <a:gd name="connsiteY32-1074" fmla="*/ 6642 h 10000"/>
                  <a:gd name="connsiteX33-1075" fmla="*/ 6093 w 10000"/>
                  <a:gd name="connsiteY33-1076" fmla="*/ 6129 h 10000"/>
                  <a:gd name="connsiteX34-1077" fmla="*/ 6013 w 10000"/>
                  <a:gd name="connsiteY34-1078" fmla="*/ 5907 h 10000"/>
                  <a:gd name="connsiteX35-1079" fmla="*/ 5820 w 10000"/>
                  <a:gd name="connsiteY35-1080" fmla="*/ 5981 h 10000"/>
                  <a:gd name="connsiteX36-1081" fmla="*/ 5547 w 10000"/>
                  <a:gd name="connsiteY36-1082" fmla="*/ 6312 h 10000"/>
                  <a:gd name="connsiteX37-1083" fmla="*/ 4695 w 10000"/>
                  <a:gd name="connsiteY37-1084" fmla="*/ 5834 h 10000"/>
                  <a:gd name="connsiteX38-1085" fmla="*/ 2510 w 10000"/>
                  <a:gd name="connsiteY38-1086" fmla="*/ 5852 h 10000"/>
                  <a:gd name="connsiteX39-1087" fmla="*/ 1545 w 10000"/>
                  <a:gd name="connsiteY39-1088" fmla="*/ 5981 h 10000"/>
                  <a:gd name="connsiteX40-1089" fmla="*/ 1208 w 10000"/>
                  <a:gd name="connsiteY40-1090" fmla="*/ 5431 h 10000"/>
                  <a:gd name="connsiteX41-1091" fmla="*/ 1514 w 10000"/>
                  <a:gd name="connsiteY41-1092" fmla="*/ 4386 h 10000"/>
                  <a:gd name="connsiteX42-1093" fmla="*/ 1561 w 10000"/>
                  <a:gd name="connsiteY42-1094" fmla="*/ 4203 h 10000"/>
                  <a:gd name="connsiteX43-1095" fmla="*/ 1787 w 10000"/>
                  <a:gd name="connsiteY43-1096" fmla="*/ 2991 h 10000"/>
                  <a:gd name="connsiteX44-1097" fmla="*/ 3136 w 10000"/>
                  <a:gd name="connsiteY44-1098" fmla="*/ 2606 h 10000"/>
                  <a:gd name="connsiteX45-1099" fmla="*/ 3876 w 10000"/>
                  <a:gd name="connsiteY45-1100" fmla="*/ 3799 h 10000"/>
                  <a:gd name="connsiteX46-1101" fmla="*/ 2703 w 10000"/>
                  <a:gd name="connsiteY46-1102" fmla="*/ 4569 h 10000"/>
                  <a:gd name="connsiteX47-1103" fmla="*/ 2719 w 10000"/>
                  <a:gd name="connsiteY47-1104" fmla="*/ 4808 h 10000"/>
                  <a:gd name="connsiteX48-1105" fmla="*/ 2927 w 10000"/>
                  <a:gd name="connsiteY48-1106" fmla="*/ 4771 h 10000"/>
                  <a:gd name="connsiteX49-1107" fmla="*/ 4744 w 10000"/>
                  <a:gd name="connsiteY49-1108" fmla="*/ 4423 h 10000"/>
                  <a:gd name="connsiteX50-1109" fmla="*/ 4937 w 10000"/>
                  <a:gd name="connsiteY50-1110" fmla="*/ 4423 h 10000"/>
                  <a:gd name="connsiteX51-1111" fmla="*/ 5804 w 10000"/>
                  <a:gd name="connsiteY51-1112" fmla="*/ 4184 h 10000"/>
                  <a:gd name="connsiteX52-1113" fmla="*/ 6383 w 10000"/>
                  <a:gd name="connsiteY52-1114" fmla="*/ 4973 h 10000"/>
                  <a:gd name="connsiteX53-1115" fmla="*/ 6512 w 10000"/>
                  <a:gd name="connsiteY53-1116" fmla="*/ 5119 h 10000"/>
                  <a:gd name="connsiteX54-1117" fmla="*/ 7572 w 10000"/>
                  <a:gd name="connsiteY54-1118" fmla="*/ 6532 h 10000"/>
                  <a:gd name="connsiteX55-1119" fmla="*/ 7247 w 10000"/>
                  <a:gd name="connsiteY55-1120" fmla="*/ 7791 h 10000"/>
                  <a:gd name="connsiteX56-1121" fmla="*/ 5483 w 10000"/>
                  <a:gd name="connsiteY56-1122" fmla="*/ 8218 h 10000"/>
                  <a:gd name="connsiteX57-1123" fmla="*/ 5467 w 10000"/>
                  <a:gd name="connsiteY57-1124" fmla="*/ 8273 h 10000"/>
                  <a:gd name="connsiteX58-1125" fmla="*/ 3490 w 10000"/>
                  <a:gd name="connsiteY58-1126" fmla="*/ 8053 h 10000"/>
                  <a:gd name="connsiteX59-1127" fmla="*/ 3345 w 10000"/>
                  <a:gd name="connsiteY59-1128" fmla="*/ 7357 h 10000"/>
                  <a:gd name="connsiteX60-1129" fmla="*/ 3586 w 10000"/>
                  <a:gd name="connsiteY60-1130" fmla="*/ 7082 h 10000"/>
                  <a:gd name="connsiteX61-1131" fmla="*/ 3683 w 10000"/>
                  <a:gd name="connsiteY61-1132" fmla="*/ 6880 h 10000"/>
                  <a:gd name="connsiteX62-1133" fmla="*/ 3490 w 10000"/>
                  <a:gd name="connsiteY62-1134" fmla="*/ 6770 h 10000"/>
                  <a:gd name="connsiteX63-1135" fmla="*/ 3072 w 10000"/>
                  <a:gd name="connsiteY63-1136" fmla="*/ 7247 h 10000"/>
                  <a:gd name="connsiteX64-1137" fmla="*/ 3249 w 10000"/>
                  <a:gd name="connsiteY64-1138" fmla="*/ 8255 h 10000"/>
                  <a:gd name="connsiteX65-1139" fmla="*/ 3249 w 10000"/>
                  <a:gd name="connsiteY65-1140" fmla="*/ 8273 h 10000"/>
                  <a:gd name="connsiteX66-1141" fmla="*/ 4680 w 10000"/>
                  <a:gd name="connsiteY66-1142" fmla="*/ 8825 h 10000"/>
                  <a:gd name="connsiteX67-1143" fmla="*/ 5354 w 10000"/>
                  <a:gd name="connsiteY67-1144" fmla="*/ 8677 h 10000"/>
                  <a:gd name="connsiteX68-1145" fmla="*/ 3393 w 10000"/>
                  <a:gd name="connsiteY68-1146" fmla="*/ 9998 h 10000"/>
                  <a:gd name="connsiteX69-1147" fmla="*/ 2253 w 10000"/>
                  <a:gd name="connsiteY69-1148" fmla="*/ 9228 h 10000"/>
                  <a:gd name="connsiteX70-1149" fmla="*/ 1224 w 10000"/>
                  <a:gd name="connsiteY70-1150" fmla="*/ 7137 h 10000"/>
                  <a:gd name="connsiteX71-1151" fmla="*/ 3 w 10000"/>
                  <a:gd name="connsiteY71-1152" fmla="*/ 4954 h 10000"/>
                  <a:gd name="connsiteX0-1153" fmla="*/ 3 w 10000"/>
                  <a:gd name="connsiteY0-1154" fmla="*/ 4954 h 10000"/>
                  <a:gd name="connsiteX1-1155" fmla="*/ 726 w 10000"/>
                  <a:gd name="connsiteY1-1156" fmla="*/ 3028 h 10000"/>
                  <a:gd name="connsiteX2-1157" fmla="*/ 1337 w 10000"/>
                  <a:gd name="connsiteY2-1158" fmla="*/ 1635 h 10000"/>
                  <a:gd name="connsiteX3-1159" fmla="*/ 3233 w 10000"/>
                  <a:gd name="connsiteY3-1160" fmla="*/ 773 h 10000"/>
                  <a:gd name="connsiteX4-1161" fmla="*/ 5997 w 10000"/>
                  <a:gd name="connsiteY4-1162" fmla="*/ 424 h 10000"/>
                  <a:gd name="connsiteX5-1163" fmla="*/ 8488 w 10000"/>
                  <a:gd name="connsiteY5-1164" fmla="*/ 1452 h 10000"/>
                  <a:gd name="connsiteX6-1165" fmla="*/ 9693 w 10000"/>
                  <a:gd name="connsiteY6-1166" fmla="*/ 4661 h 10000"/>
                  <a:gd name="connsiteX7-1167" fmla="*/ 7765 w 10000"/>
                  <a:gd name="connsiteY7-1168" fmla="*/ 5852 h 10000"/>
                  <a:gd name="connsiteX8-1169" fmla="*/ 6752 w 10000"/>
                  <a:gd name="connsiteY8-1170" fmla="*/ 4844 h 10000"/>
                  <a:gd name="connsiteX9-1171" fmla="*/ 7444 w 10000"/>
                  <a:gd name="connsiteY9-1172" fmla="*/ 2845 h 10000"/>
                  <a:gd name="connsiteX10-1173" fmla="*/ 8680 w 10000"/>
                  <a:gd name="connsiteY10-1174" fmla="*/ 2808 h 10000"/>
                  <a:gd name="connsiteX11-1175" fmla="*/ 8873 w 10000"/>
                  <a:gd name="connsiteY11-1176" fmla="*/ 3799 h 10000"/>
                  <a:gd name="connsiteX12-1177" fmla="*/ 8568 w 10000"/>
                  <a:gd name="connsiteY12-1178" fmla="*/ 4203 h 10000"/>
                  <a:gd name="connsiteX13-1179" fmla="*/ 7941 w 10000"/>
                  <a:gd name="connsiteY13-1180" fmla="*/ 4184 h 10000"/>
                  <a:gd name="connsiteX14-1181" fmla="*/ 7748 w 10000"/>
                  <a:gd name="connsiteY14-1182" fmla="*/ 4276 h 10000"/>
                  <a:gd name="connsiteX15-1183" fmla="*/ 7829 w 10000"/>
                  <a:gd name="connsiteY15-1184" fmla="*/ 4496 h 10000"/>
                  <a:gd name="connsiteX16-1185" fmla="*/ 8664 w 10000"/>
                  <a:gd name="connsiteY16-1186" fmla="*/ 4514 h 10000"/>
                  <a:gd name="connsiteX17-1187" fmla="*/ 9163 w 10000"/>
                  <a:gd name="connsiteY17-1188" fmla="*/ 3928 h 10000"/>
                  <a:gd name="connsiteX18-1189" fmla="*/ 8857 w 10000"/>
                  <a:gd name="connsiteY18-1190" fmla="*/ 2533 h 10000"/>
                  <a:gd name="connsiteX19-1191" fmla="*/ 7637 w 10000"/>
                  <a:gd name="connsiteY19-1192" fmla="*/ 2350 h 10000"/>
                  <a:gd name="connsiteX20-1193" fmla="*/ 6720 w 10000"/>
                  <a:gd name="connsiteY20-1194" fmla="*/ 1360 h 10000"/>
                  <a:gd name="connsiteX21-1195" fmla="*/ 5627 w 10000"/>
                  <a:gd name="connsiteY21-1196" fmla="*/ 1470 h 10000"/>
                  <a:gd name="connsiteX22-1197" fmla="*/ 4390 w 10000"/>
                  <a:gd name="connsiteY22-1198" fmla="*/ 902 h 10000"/>
                  <a:gd name="connsiteX23-1199" fmla="*/ 3442 w 10000"/>
                  <a:gd name="connsiteY23-1200" fmla="*/ 1543 h 10000"/>
                  <a:gd name="connsiteX24-1201" fmla="*/ 3201 w 10000"/>
                  <a:gd name="connsiteY24-1202" fmla="*/ 2277 h 10000"/>
                  <a:gd name="connsiteX25-1203" fmla="*/ 1578 w 10000"/>
                  <a:gd name="connsiteY25-1204" fmla="*/ 2771 h 10000"/>
                  <a:gd name="connsiteX26-1205" fmla="*/ 1257 w 10000"/>
                  <a:gd name="connsiteY26-1206" fmla="*/ 4203 h 10000"/>
                  <a:gd name="connsiteX27-1207" fmla="*/ 902 w 10000"/>
                  <a:gd name="connsiteY27-1208" fmla="*/ 5486 h 10000"/>
                  <a:gd name="connsiteX28-1209" fmla="*/ 1417 w 10000"/>
                  <a:gd name="connsiteY28-1210" fmla="*/ 6294 h 10000"/>
                  <a:gd name="connsiteX29-1211" fmla="*/ 2670 w 10000"/>
                  <a:gd name="connsiteY29-1212" fmla="*/ 6129 h 10000"/>
                  <a:gd name="connsiteX30-1213" fmla="*/ 4518 w 10000"/>
                  <a:gd name="connsiteY30-1214" fmla="*/ 6092 h 10000"/>
                  <a:gd name="connsiteX31-1215" fmla="*/ 5531 w 10000"/>
                  <a:gd name="connsiteY31-1216" fmla="*/ 6642 h 10000"/>
                  <a:gd name="connsiteX32-1217" fmla="*/ 5611 w 10000"/>
                  <a:gd name="connsiteY32-1218" fmla="*/ 6642 h 10000"/>
                  <a:gd name="connsiteX33-1219" fmla="*/ 6093 w 10000"/>
                  <a:gd name="connsiteY33-1220" fmla="*/ 6129 h 10000"/>
                  <a:gd name="connsiteX34-1221" fmla="*/ 6013 w 10000"/>
                  <a:gd name="connsiteY34-1222" fmla="*/ 5907 h 10000"/>
                  <a:gd name="connsiteX35-1223" fmla="*/ 5820 w 10000"/>
                  <a:gd name="connsiteY35-1224" fmla="*/ 5981 h 10000"/>
                  <a:gd name="connsiteX36-1225" fmla="*/ 5547 w 10000"/>
                  <a:gd name="connsiteY36-1226" fmla="*/ 6312 h 10000"/>
                  <a:gd name="connsiteX37-1227" fmla="*/ 4695 w 10000"/>
                  <a:gd name="connsiteY37-1228" fmla="*/ 5834 h 10000"/>
                  <a:gd name="connsiteX38-1229" fmla="*/ 2510 w 10000"/>
                  <a:gd name="connsiteY38-1230" fmla="*/ 5852 h 10000"/>
                  <a:gd name="connsiteX39-1231" fmla="*/ 1545 w 10000"/>
                  <a:gd name="connsiteY39-1232" fmla="*/ 5981 h 10000"/>
                  <a:gd name="connsiteX40-1233" fmla="*/ 1208 w 10000"/>
                  <a:gd name="connsiteY40-1234" fmla="*/ 5431 h 10000"/>
                  <a:gd name="connsiteX41-1235" fmla="*/ 1514 w 10000"/>
                  <a:gd name="connsiteY41-1236" fmla="*/ 4386 h 10000"/>
                  <a:gd name="connsiteX42-1237" fmla="*/ 1561 w 10000"/>
                  <a:gd name="connsiteY42-1238" fmla="*/ 4203 h 10000"/>
                  <a:gd name="connsiteX43-1239" fmla="*/ 1787 w 10000"/>
                  <a:gd name="connsiteY43-1240" fmla="*/ 2991 h 10000"/>
                  <a:gd name="connsiteX44-1241" fmla="*/ 3136 w 10000"/>
                  <a:gd name="connsiteY44-1242" fmla="*/ 2606 h 10000"/>
                  <a:gd name="connsiteX45-1243" fmla="*/ 3876 w 10000"/>
                  <a:gd name="connsiteY45-1244" fmla="*/ 3799 h 10000"/>
                  <a:gd name="connsiteX46-1245" fmla="*/ 2703 w 10000"/>
                  <a:gd name="connsiteY46-1246" fmla="*/ 4569 h 10000"/>
                  <a:gd name="connsiteX47-1247" fmla="*/ 2719 w 10000"/>
                  <a:gd name="connsiteY47-1248" fmla="*/ 4808 h 10000"/>
                  <a:gd name="connsiteX48-1249" fmla="*/ 2927 w 10000"/>
                  <a:gd name="connsiteY48-1250" fmla="*/ 4771 h 10000"/>
                  <a:gd name="connsiteX49-1251" fmla="*/ 4744 w 10000"/>
                  <a:gd name="connsiteY49-1252" fmla="*/ 4423 h 10000"/>
                  <a:gd name="connsiteX50-1253" fmla="*/ 4937 w 10000"/>
                  <a:gd name="connsiteY50-1254" fmla="*/ 4423 h 10000"/>
                  <a:gd name="connsiteX51-1255" fmla="*/ 5804 w 10000"/>
                  <a:gd name="connsiteY51-1256" fmla="*/ 4184 h 10000"/>
                  <a:gd name="connsiteX52-1257" fmla="*/ 6383 w 10000"/>
                  <a:gd name="connsiteY52-1258" fmla="*/ 4973 h 10000"/>
                  <a:gd name="connsiteX53-1259" fmla="*/ 6512 w 10000"/>
                  <a:gd name="connsiteY53-1260" fmla="*/ 5119 h 10000"/>
                  <a:gd name="connsiteX54-1261" fmla="*/ 7572 w 10000"/>
                  <a:gd name="connsiteY54-1262" fmla="*/ 6532 h 10000"/>
                  <a:gd name="connsiteX55-1263" fmla="*/ 7247 w 10000"/>
                  <a:gd name="connsiteY55-1264" fmla="*/ 7791 h 10000"/>
                  <a:gd name="connsiteX56-1265" fmla="*/ 5483 w 10000"/>
                  <a:gd name="connsiteY56-1266" fmla="*/ 8218 h 10000"/>
                  <a:gd name="connsiteX57-1267" fmla="*/ 5467 w 10000"/>
                  <a:gd name="connsiteY57-1268" fmla="*/ 8273 h 10000"/>
                  <a:gd name="connsiteX58-1269" fmla="*/ 3490 w 10000"/>
                  <a:gd name="connsiteY58-1270" fmla="*/ 8053 h 10000"/>
                  <a:gd name="connsiteX59-1271" fmla="*/ 3345 w 10000"/>
                  <a:gd name="connsiteY59-1272" fmla="*/ 7357 h 10000"/>
                  <a:gd name="connsiteX60-1273" fmla="*/ 3586 w 10000"/>
                  <a:gd name="connsiteY60-1274" fmla="*/ 7082 h 10000"/>
                  <a:gd name="connsiteX61-1275" fmla="*/ 3683 w 10000"/>
                  <a:gd name="connsiteY61-1276" fmla="*/ 6880 h 10000"/>
                  <a:gd name="connsiteX62-1277" fmla="*/ 3490 w 10000"/>
                  <a:gd name="connsiteY62-1278" fmla="*/ 6770 h 10000"/>
                  <a:gd name="connsiteX63-1279" fmla="*/ 3072 w 10000"/>
                  <a:gd name="connsiteY63-1280" fmla="*/ 7247 h 10000"/>
                  <a:gd name="connsiteX64-1281" fmla="*/ 3249 w 10000"/>
                  <a:gd name="connsiteY64-1282" fmla="*/ 8255 h 10000"/>
                  <a:gd name="connsiteX65-1283" fmla="*/ 3249 w 10000"/>
                  <a:gd name="connsiteY65-1284" fmla="*/ 8273 h 10000"/>
                  <a:gd name="connsiteX66-1285" fmla="*/ 4680 w 10000"/>
                  <a:gd name="connsiteY66-1286" fmla="*/ 8825 h 10000"/>
                  <a:gd name="connsiteX67-1287" fmla="*/ 5354 w 10000"/>
                  <a:gd name="connsiteY67-1288" fmla="*/ 8677 h 10000"/>
                  <a:gd name="connsiteX68-1289" fmla="*/ 3393 w 10000"/>
                  <a:gd name="connsiteY68-1290" fmla="*/ 9998 h 10000"/>
                  <a:gd name="connsiteX69-1291" fmla="*/ 2253 w 10000"/>
                  <a:gd name="connsiteY69-1292" fmla="*/ 9228 h 10000"/>
                  <a:gd name="connsiteX70-1293" fmla="*/ 1224 w 10000"/>
                  <a:gd name="connsiteY70-1294" fmla="*/ 7137 h 10000"/>
                  <a:gd name="connsiteX71-1295" fmla="*/ 3 w 10000"/>
                  <a:gd name="connsiteY71-1296" fmla="*/ 4954 h 10000"/>
                  <a:gd name="connsiteX0-1297" fmla="*/ 3 w 10000"/>
                  <a:gd name="connsiteY0-1298" fmla="*/ 4954 h 10000"/>
                  <a:gd name="connsiteX1-1299" fmla="*/ 726 w 10000"/>
                  <a:gd name="connsiteY1-1300" fmla="*/ 3028 h 10000"/>
                  <a:gd name="connsiteX2-1301" fmla="*/ 1337 w 10000"/>
                  <a:gd name="connsiteY2-1302" fmla="*/ 1635 h 10000"/>
                  <a:gd name="connsiteX3-1303" fmla="*/ 3233 w 10000"/>
                  <a:gd name="connsiteY3-1304" fmla="*/ 773 h 10000"/>
                  <a:gd name="connsiteX4-1305" fmla="*/ 5997 w 10000"/>
                  <a:gd name="connsiteY4-1306" fmla="*/ 424 h 10000"/>
                  <a:gd name="connsiteX5-1307" fmla="*/ 8488 w 10000"/>
                  <a:gd name="connsiteY5-1308" fmla="*/ 1452 h 10000"/>
                  <a:gd name="connsiteX6-1309" fmla="*/ 9693 w 10000"/>
                  <a:gd name="connsiteY6-1310" fmla="*/ 4661 h 10000"/>
                  <a:gd name="connsiteX7-1311" fmla="*/ 7765 w 10000"/>
                  <a:gd name="connsiteY7-1312" fmla="*/ 5852 h 10000"/>
                  <a:gd name="connsiteX8-1313" fmla="*/ 6752 w 10000"/>
                  <a:gd name="connsiteY8-1314" fmla="*/ 4844 h 10000"/>
                  <a:gd name="connsiteX9-1315" fmla="*/ 7444 w 10000"/>
                  <a:gd name="connsiteY9-1316" fmla="*/ 2845 h 10000"/>
                  <a:gd name="connsiteX10-1317" fmla="*/ 8680 w 10000"/>
                  <a:gd name="connsiteY10-1318" fmla="*/ 2808 h 10000"/>
                  <a:gd name="connsiteX11-1319" fmla="*/ 8873 w 10000"/>
                  <a:gd name="connsiteY11-1320" fmla="*/ 3799 h 10000"/>
                  <a:gd name="connsiteX12-1321" fmla="*/ 8568 w 10000"/>
                  <a:gd name="connsiteY12-1322" fmla="*/ 4203 h 10000"/>
                  <a:gd name="connsiteX13-1323" fmla="*/ 7941 w 10000"/>
                  <a:gd name="connsiteY13-1324" fmla="*/ 4184 h 10000"/>
                  <a:gd name="connsiteX14-1325" fmla="*/ 7748 w 10000"/>
                  <a:gd name="connsiteY14-1326" fmla="*/ 4276 h 10000"/>
                  <a:gd name="connsiteX15-1327" fmla="*/ 7829 w 10000"/>
                  <a:gd name="connsiteY15-1328" fmla="*/ 4496 h 10000"/>
                  <a:gd name="connsiteX16-1329" fmla="*/ 8664 w 10000"/>
                  <a:gd name="connsiteY16-1330" fmla="*/ 4514 h 10000"/>
                  <a:gd name="connsiteX17-1331" fmla="*/ 9163 w 10000"/>
                  <a:gd name="connsiteY17-1332" fmla="*/ 3928 h 10000"/>
                  <a:gd name="connsiteX18-1333" fmla="*/ 8857 w 10000"/>
                  <a:gd name="connsiteY18-1334" fmla="*/ 2533 h 10000"/>
                  <a:gd name="connsiteX19-1335" fmla="*/ 7637 w 10000"/>
                  <a:gd name="connsiteY19-1336" fmla="*/ 2350 h 10000"/>
                  <a:gd name="connsiteX20-1337" fmla="*/ 6720 w 10000"/>
                  <a:gd name="connsiteY20-1338" fmla="*/ 1360 h 10000"/>
                  <a:gd name="connsiteX21-1339" fmla="*/ 5627 w 10000"/>
                  <a:gd name="connsiteY21-1340" fmla="*/ 1470 h 10000"/>
                  <a:gd name="connsiteX22-1341" fmla="*/ 4390 w 10000"/>
                  <a:gd name="connsiteY22-1342" fmla="*/ 902 h 10000"/>
                  <a:gd name="connsiteX23-1343" fmla="*/ 3442 w 10000"/>
                  <a:gd name="connsiteY23-1344" fmla="*/ 1543 h 10000"/>
                  <a:gd name="connsiteX24-1345" fmla="*/ 3201 w 10000"/>
                  <a:gd name="connsiteY24-1346" fmla="*/ 2277 h 10000"/>
                  <a:gd name="connsiteX25-1347" fmla="*/ 1578 w 10000"/>
                  <a:gd name="connsiteY25-1348" fmla="*/ 2771 h 10000"/>
                  <a:gd name="connsiteX26-1349" fmla="*/ 1257 w 10000"/>
                  <a:gd name="connsiteY26-1350" fmla="*/ 4203 h 10000"/>
                  <a:gd name="connsiteX27-1351" fmla="*/ 902 w 10000"/>
                  <a:gd name="connsiteY27-1352" fmla="*/ 5486 h 10000"/>
                  <a:gd name="connsiteX28-1353" fmla="*/ 1417 w 10000"/>
                  <a:gd name="connsiteY28-1354" fmla="*/ 6294 h 10000"/>
                  <a:gd name="connsiteX29-1355" fmla="*/ 2670 w 10000"/>
                  <a:gd name="connsiteY29-1356" fmla="*/ 6129 h 10000"/>
                  <a:gd name="connsiteX30-1357" fmla="*/ 4518 w 10000"/>
                  <a:gd name="connsiteY30-1358" fmla="*/ 6092 h 10000"/>
                  <a:gd name="connsiteX31-1359" fmla="*/ 5531 w 10000"/>
                  <a:gd name="connsiteY31-1360" fmla="*/ 6642 h 10000"/>
                  <a:gd name="connsiteX32-1361" fmla="*/ 5611 w 10000"/>
                  <a:gd name="connsiteY32-1362" fmla="*/ 6642 h 10000"/>
                  <a:gd name="connsiteX33-1363" fmla="*/ 6093 w 10000"/>
                  <a:gd name="connsiteY33-1364" fmla="*/ 6129 h 10000"/>
                  <a:gd name="connsiteX34-1365" fmla="*/ 6013 w 10000"/>
                  <a:gd name="connsiteY34-1366" fmla="*/ 5907 h 10000"/>
                  <a:gd name="connsiteX35-1367" fmla="*/ 5820 w 10000"/>
                  <a:gd name="connsiteY35-1368" fmla="*/ 5981 h 10000"/>
                  <a:gd name="connsiteX36-1369" fmla="*/ 5547 w 10000"/>
                  <a:gd name="connsiteY36-1370" fmla="*/ 6312 h 10000"/>
                  <a:gd name="connsiteX37-1371" fmla="*/ 4695 w 10000"/>
                  <a:gd name="connsiteY37-1372" fmla="*/ 5834 h 10000"/>
                  <a:gd name="connsiteX38-1373" fmla="*/ 2510 w 10000"/>
                  <a:gd name="connsiteY38-1374" fmla="*/ 5852 h 10000"/>
                  <a:gd name="connsiteX39-1375" fmla="*/ 1545 w 10000"/>
                  <a:gd name="connsiteY39-1376" fmla="*/ 5981 h 10000"/>
                  <a:gd name="connsiteX40-1377" fmla="*/ 1208 w 10000"/>
                  <a:gd name="connsiteY40-1378" fmla="*/ 5431 h 10000"/>
                  <a:gd name="connsiteX41-1379" fmla="*/ 1514 w 10000"/>
                  <a:gd name="connsiteY41-1380" fmla="*/ 4386 h 10000"/>
                  <a:gd name="connsiteX42-1381" fmla="*/ 1561 w 10000"/>
                  <a:gd name="connsiteY42-1382" fmla="*/ 4203 h 10000"/>
                  <a:gd name="connsiteX43-1383" fmla="*/ 1787 w 10000"/>
                  <a:gd name="connsiteY43-1384" fmla="*/ 2991 h 10000"/>
                  <a:gd name="connsiteX44-1385" fmla="*/ 3136 w 10000"/>
                  <a:gd name="connsiteY44-1386" fmla="*/ 2606 h 10000"/>
                  <a:gd name="connsiteX45-1387" fmla="*/ 3876 w 10000"/>
                  <a:gd name="connsiteY45-1388" fmla="*/ 3799 h 10000"/>
                  <a:gd name="connsiteX46-1389" fmla="*/ 2703 w 10000"/>
                  <a:gd name="connsiteY46-1390" fmla="*/ 4569 h 10000"/>
                  <a:gd name="connsiteX47-1391" fmla="*/ 2719 w 10000"/>
                  <a:gd name="connsiteY47-1392" fmla="*/ 4808 h 10000"/>
                  <a:gd name="connsiteX48-1393" fmla="*/ 2927 w 10000"/>
                  <a:gd name="connsiteY48-1394" fmla="*/ 4771 h 10000"/>
                  <a:gd name="connsiteX49-1395" fmla="*/ 4744 w 10000"/>
                  <a:gd name="connsiteY49-1396" fmla="*/ 4423 h 10000"/>
                  <a:gd name="connsiteX50-1397" fmla="*/ 4937 w 10000"/>
                  <a:gd name="connsiteY50-1398" fmla="*/ 4423 h 10000"/>
                  <a:gd name="connsiteX51-1399" fmla="*/ 5804 w 10000"/>
                  <a:gd name="connsiteY51-1400" fmla="*/ 4184 h 10000"/>
                  <a:gd name="connsiteX52-1401" fmla="*/ 6383 w 10000"/>
                  <a:gd name="connsiteY52-1402" fmla="*/ 4973 h 10000"/>
                  <a:gd name="connsiteX53-1403" fmla="*/ 6512 w 10000"/>
                  <a:gd name="connsiteY53-1404" fmla="*/ 5119 h 10000"/>
                  <a:gd name="connsiteX54-1405" fmla="*/ 7572 w 10000"/>
                  <a:gd name="connsiteY54-1406" fmla="*/ 6532 h 10000"/>
                  <a:gd name="connsiteX55-1407" fmla="*/ 7209 w 10000"/>
                  <a:gd name="connsiteY55-1408" fmla="*/ 7879 h 10000"/>
                  <a:gd name="connsiteX56-1409" fmla="*/ 5483 w 10000"/>
                  <a:gd name="connsiteY56-1410" fmla="*/ 8218 h 10000"/>
                  <a:gd name="connsiteX57-1411" fmla="*/ 5467 w 10000"/>
                  <a:gd name="connsiteY57-1412" fmla="*/ 8273 h 10000"/>
                  <a:gd name="connsiteX58-1413" fmla="*/ 3490 w 10000"/>
                  <a:gd name="connsiteY58-1414" fmla="*/ 8053 h 10000"/>
                  <a:gd name="connsiteX59-1415" fmla="*/ 3345 w 10000"/>
                  <a:gd name="connsiteY59-1416" fmla="*/ 7357 h 10000"/>
                  <a:gd name="connsiteX60-1417" fmla="*/ 3586 w 10000"/>
                  <a:gd name="connsiteY60-1418" fmla="*/ 7082 h 10000"/>
                  <a:gd name="connsiteX61-1419" fmla="*/ 3683 w 10000"/>
                  <a:gd name="connsiteY61-1420" fmla="*/ 6880 h 10000"/>
                  <a:gd name="connsiteX62-1421" fmla="*/ 3490 w 10000"/>
                  <a:gd name="connsiteY62-1422" fmla="*/ 6770 h 10000"/>
                  <a:gd name="connsiteX63-1423" fmla="*/ 3072 w 10000"/>
                  <a:gd name="connsiteY63-1424" fmla="*/ 7247 h 10000"/>
                  <a:gd name="connsiteX64-1425" fmla="*/ 3249 w 10000"/>
                  <a:gd name="connsiteY64-1426" fmla="*/ 8255 h 10000"/>
                  <a:gd name="connsiteX65-1427" fmla="*/ 3249 w 10000"/>
                  <a:gd name="connsiteY65-1428" fmla="*/ 8273 h 10000"/>
                  <a:gd name="connsiteX66-1429" fmla="*/ 4680 w 10000"/>
                  <a:gd name="connsiteY66-1430" fmla="*/ 8825 h 10000"/>
                  <a:gd name="connsiteX67-1431" fmla="*/ 5354 w 10000"/>
                  <a:gd name="connsiteY67-1432" fmla="*/ 8677 h 10000"/>
                  <a:gd name="connsiteX68-1433" fmla="*/ 3393 w 10000"/>
                  <a:gd name="connsiteY68-1434" fmla="*/ 9998 h 10000"/>
                  <a:gd name="connsiteX69-1435" fmla="*/ 2253 w 10000"/>
                  <a:gd name="connsiteY69-1436" fmla="*/ 9228 h 10000"/>
                  <a:gd name="connsiteX70-1437" fmla="*/ 1224 w 10000"/>
                  <a:gd name="connsiteY70-1438" fmla="*/ 7137 h 10000"/>
                  <a:gd name="connsiteX71-1439" fmla="*/ 3 w 10000"/>
                  <a:gd name="connsiteY71-1440" fmla="*/ 4954 h 10000"/>
                  <a:gd name="connsiteX0-1441" fmla="*/ 3 w 10000"/>
                  <a:gd name="connsiteY0-1442" fmla="*/ 4954 h 10000"/>
                  <a:gd name="connsiteX1-1443" fmla="*/ 726 w 10000"/>
                  <a:gd name="connsiteY1-1444" fmla="*/ 3028 h 10000"/>
                  <a:gd name="connsiteX2-1445" fmla="*/ 1337 w 10000"/>
                  <a:gd name="connsiteY2-1446" fmla="*/ 1635 h 10000"/>
                  <a:gd name="connsiteX3-1447" fmla="*/ 3233 w 10000"/>
                  <a:gd name="connsiteY3-1448" fmla="*/ 773 h 10000"/>
                  <a:gd name="connsiteX4-1449" fmla="*/ 5997 w 10000"/>
                  <a:gd name="connsiteY4-1450" fmla="*/ 424 h 10000"/>
                  <a:gd name="connsiteX5-1451" fmla="*/ 8488 w 10000"/>
                  <a:gd name="connsiteY5-1452" fmla="*/ 1452 h 10000"/>
                  <a:gd name="connsiteX6-1453" fmla="*/ 9693 w 10000"/>
                  <a:gd name="connsiteY6-1454" fmla="*/ 4661 h 10000"/>
                  <a:gd name="connsiteX7-1455" fmla="*/ 7765 w 10000"/>
                  <a:gd name="connsiteY7-1456" fmla="*/ 5852 h 10000"/>
                  <a:gd name="connsiteX8-1457" fmla="*/ 6752 w 10000"/>
                  <a:gd name="connsiteY8-1458" fmla="*/ 4844 h 10000"/>
                  <a:gd name="connsiteX9-1459" fmla="*/ 7444 w 10000"/>
                  <a:gd name="connsiteY9-1460" fmla="*/ 2845 h 10000"/>
                  <a:gd name="connsiteX10-1461" fmla="*/ 8680 w 10000"/>
                  <a:gd name="connsiteY10-1462" fmla="*/ 2808 h 10000"/>
                  <a:gd name="connsiteX11-1463" fmla="*/ 8873 w 10000"/>
                  <a:gd name="connsiteY11-1464" fmla="*/ 3799 h 10000"/>
                  <a:gd name="connsiteX12-1465" fmla="*/ 8568 w 10000"/>
                  <a:gd name="connsiteY12-1466" fmla="*/ 4203 h 10000"/>
                  <a:gd name="connsiteX13-1467" fmla="*/ 7941 w 10000"/>
                  <a:gd name="connsiteY13-1468" fmla="*/ 4184 h 10000"/>
                  <a:gd name="connsiteX14-1469" fmla="*/ 7748 w 10000"/>
                  <a:gd name="connsiteY14-1470" fmla="*/ 4276 h 10000"/>
                  <a:gd name="connsiteX15-1471" fmla="*/ 7829 w 10000"/>
                  <a:gd name="connsiteY15-1472" fmla="*/ 4496 h 10000"/>
                  <a:gd name="connsiteX16-1473" fmla="*/ 8664 w 10000"/>
                  <a:gd name="connsiteY16-1474" fmla="*/ 4514 h 10000"/>
                  <a:gd name="connsiteX17-1475" fmla="*/ 9163 w 10000"/>
                  <a:gd name="connsiteY17-1476" fmla="*/ 3928 h 10000"/>
                  <a:gd name="connsiteX18-1477" fmla="*/ 8857 w 10000"/>
                  <a:gd name="connsiteY18-1478" fmla="*/ 2533 h 10000"/>
                  <a:gd name="connsiteX19-1479" fmla="*/ 7637 w 10000"/>
                  <a:gd name="connsiteY19-1480" fmla="*/ 2350 h 10000"/>
                  <a:gd name="connsiteX20-1481" fmla="*/ 6720 w 10000"/>
                  <a:gd name="connsiteY20-1482" fmla="*/ 1360 h 10000"/>
                  <a:gd name="connsiteX21-1483" fmla="*/ 5627 w 10000"/>
                  <a:gd name="connsiteY21-1484" fmla="*/ 1470 h 10000"/>
                  <a:gd name="connsiteX22-1485" fmla="*/ 4390 w 10000"/>
                  <a:gd name="connsiteY22-1486" fmla="*/ 902 h 10000"/>
                  <a:gd name="connsiteX23-1487" fmla="*/ 3442 w 10000"/>
                  <a:gd name="connsiteY23-1488" fmla="*/ 1543 h 10000"/>
                  <a:gd name="connsiteX24-1489" fmla="*/ 3201 w 10000"/>
                  <a:gd name="connsiteY24-1490" fmla="*/ 2277 h 10000"/>
                  <a:gd name="connsiteX25-1491" fmla="*/ 1578 w 10000"/>
                  <a:gd name="connsiteY25-1492" fmla="*/ 2771 h 10000"/>
                  <a:gd name="connsiteX26-1493" fmla="*/ 1257 w 10000"/>
                  <a:gd name="connsiteY26-1494" fmla="*/ 4203 h 10000"/>
                  <a:gd name="connsiteX27-1495" fmla="*/ 902 w 10000"/>
                  <a:gd name="connsiteY27-1496" fmla="*/ 5486 h 10000"/>
                  <a:gd name="connsiteX28-1497" fmla="*/ 1417 w 10000"/>
                  <a:gd name="connsiteY28-1498" fmla="*/ 6294 h 10000"/>
                  <a:gd name="connsiteX29-1499" fmla="*/ 2670 w 10000"/>
                  <a:gd name="connsiteY29-1500" fmla="*/ 6129 h 10000"/>
                  <a:gd name="connsiteX30-1501" fmla="*/ 4518 w 10000"/>
                  <a:gd name="connsiteY30-1502" fmla="*/ 6092 h 10000"/>
                  <a:gd name="connsiteX31-1503" fmla="*/ 5531 w 10000"/>
                  <a:gd name="connsiteY31-1504" fmla="*/ 6642 h 10000"/>
                  <a:gd name="connsiteX32-1505" fmla="*/ 5611 w 10000"/>
                  <a:gd name="connsiteY32-1506" fmla="*/ 6642 h 10000"/>
                  <a:gd name="connsiteX33-1507" fmla="*/ 6093 w 10000"/>
                  <a:gd name="connsiteY33-1508" fmla="*/ 6129 h 10000"/>
                  <a:gd name="connsiteX34-1509" fmla="*/ 6013 w 10000"/>
                  <a:gd name="connsiteY34-1510" fmla="*/ 5907 h 10000"/>
                  <a:gd name="connsiteX35-1511" fmla="*/ 5820 w 10000"/>
                  <a:gd name="connsiteY35-1512" fmla="*/ 5981 h 10000"/>
                  <a:gd name="connsiteX36-1513" fmla="*/ 5547 w 10000"/>
                  <a:gd name="connsiteY36-1514" fmla="*/ 6312 h 10000"/>
                  <a:gd name="connsiteX37-1515" fmla="*/ 4695 w 10000"/>
                  <a:gd name="connsiteY37-1516" fmla="*/ 5834 h 10000"/>
                  <a:gd name="connsiteX38-1517" fmla="*/ 2510 w 10000"/>
                  <a:gd name="connsiteY38-1518" fmla="*/ 5852 h 10000"/>
                  <a:gd name="connsiteX39-1519" fmla="*/ 1545 w 10000"/>
                  <a:gd name="connsiteY39-1520" fmla="*/ 5981 h 10000"/>
                  <a:gd name="connsiteX40-1521" fmla="*/ 1208 w 10000"/>
                  <a:gd name="connsiteY40-1522" fmla="*/ 5431 h 10000"/>
                  <a:gd name="connsiteX41-1523" fmla="*/ 1514 w 10000"/>
                  <a:gd name="connsiteY41-1524" fmla="*/ 4386 h 10000"/>
                  <a:gd name="connsiteX42-1525" fmla="*/ 1561 w 10000"/>
                  <a:gd name="connsiteY42-1526" fmla="*/ 4203 h 10000"/>
                  <a:gd name="connsiteX43-1527" fmla="*/ 1787 w 10000"/>
                  <a:gd name="connsiteY43-1528" fmla="*/ 2991 h 10000"/>
                  <a:gd name="connsiteX44-1529" fmla="*/ 3136 w 10000"/>
                  <a:gd name="connsiteY44-1530" fmla="*/ 2606 h 10000"/>
                  <a:gd name="connsiteX45-1531" fmla="*/ 3876 w 10000"/>
                  <a:gd name="connsiteY45-1532" fmla="*/ 3799 h 10000"/>
                  <a:gd name="connsiteX46-1533" fmla="*/ 2703 w 10000"/>
                  <a:gd name="connsiteY46-1534" fmla="*/ 4569 h 10000"/>
                  <a:gd name="connsiteX47-1535" fmla="*/ 2719 w 10000"/>
                  <a:gd name="connsiteY47-1536" fmla="*/ 4808 h 10000"/>
                  <a:gd name="connsiteX48-1537" fmla="*/ 2927 w 10000"/>
                  <a:gd name="connsiteY48-1538" fmla="*/ 4771 h 10000"/>
                  <a:gd name="connsiteX49-1539" fmla="*/ 4744 w 10000"/>
                  <a:gd name="connsiteY49-1540" fmla="*/ 4423 h 10000"/>
                  <a:gd name="connsiteX50-1541" fmla="*/ 4937 w 10000"/>
                  <a:gd name="connsiteY50-1542" fmla="*/ 4423 h 10000"/>
                  <a:gd name="connsiteX51-1543" fmla="*/ 5804 w 10000"/>
                  <a:gd name="connsiteY51-1544" fmla="*/ 4184 h 10000"/>
                  <a:gd name="connsiteX52-1545" fmla="*/ 6383 w 10000"/>
                  <a:gd name="connsiteY52-1546" fmla="*/ 4973 h 10000"/>
                  <a:gd name="connsiteX53-1547" fmla="*/ 6512 w 10000"/>
                  <a:gd name="connsiteY53-1548" fmla="*/ 5119 h 10000"/>
                  <a:gd name="connsiteX54-1549" fmla="*/ 7572 w 10000"/>
                  <a:gd name="connsiteY54-1550" fmla="*/ 6532 h 10000"/>
                  <a:gd name="connsiteX55-1551" fmla="*/ 7209 w 10000"/>
                  <a:gd name="connsiteY55-1552" fmla="*/ 7879 h 10000"/>
                  <a:gd name="connsiteX56-1553" fmla="*/ 5483 w 10000"/>
                  <a:gd name="connsiteY56-1554" fmla="*/ 8218 h 10000"/>
                  <a:gd name="connsiteX57-1555" fmla="*/ 5467 w 10000"/>
                  <a:gd name="connsiteY57-1556" fmla="*/ 8273 h 10000"/>
                  <a:gd name="connsiteX58-1557" fmla="*/ 3490 w 10000"/>
                  <a:gd name="connsiteY58-1558" fmla="*/ 8053 h 10000"/>
                  <a:gd name="connsiteX59-1559" fmla="*/ 3345 w 10000"/>
                  <a:gd name="connsiteY59-1560" fmla="*/ 7357 h 10000"/>
                  <a:gd name="connsiteX60-1561" fmla="*/ 3586 w 10000"/>
                  <a:gd name="connsiteY60-1562" fmla="*/ 7082 h 10000"/>
                  <a:gd name="connsiteX61-1563" fmla="*/ 3683 w 10000"/>
                  <a:gd name="connsiteY61-1564" fmla="*/ 6880 h 10000"/>
                  <a:gd name="connsiteX62-1565" fmla="*/ 3490 w 10000"/>
                  <a:gd name="connsiteY62-1566" fmla="*/ 6770 h 10000"/>
                  <a:gd name="connsiteX63-1567" fmla="*/ 3072 w 10000"/>
                  <a:gd name="connsiteY63-1568" fmla="*/ 7247 h 10000"/>
                  <a:gd name="connsiteX64-1569" fmla="*/ 3249 w 10000"/>
                  <a:gd name="connsiteY64-1570" fmla="*/ 8255 h 10000"/>
                  <a:gd name="connsiteX65-1571" fmla="*/ 3249 w 10000"/>
                  <a:gd name="connsiteY65-1572" fmla="*/ 8273 h 10000"/>
                  <a:gd name="connsiteX66-1573" fmla="*/ 4680 w 10000"/>
                  <a:gd name="connsiteY66-1574" fmla="*/ 8825 h 10000"/>
                  <a:gd name="connsiteX67-1575" fmla="*/ 5354 w 10000"/>
                  <a:gd name="connsiteY67-1576" fmla="*/ 8677 h 10000"/>
                  <a:gd name="connsiteX68-1577" fmla="*/ 3393 w 10000"/>
                  <a:gd name="connsiteY68-1578" fmla="*/ 9998 h 10000"/>
                  <a:gd name="connsiteX69-1579" fmla="*/ 2253 w 10000"/>
                  <a:gd name="connsiteY69-1580" fmla="*/ 9228 h 10000"/>
                  <a:gd name="connsiteX70-1581" fmla="*/ 1224 w 10000"/>
                  <a:gd name="connsiteY70-1582" fmla="*/ 7137 h 10000"/>
                  <a:gd name="connsiteX71-1583" fmla="*/ 3 w 10000"/>
                  <a:gd name="connsiteY71-1584" fmla="*/ 4954 h 10000"/>
                  <a:gd name="connsiteX0-1585" fmla="*/ 3 w 10000"/>
                  <a:gd name="connsiteY0-1586" fmla="*/ 4954 h 10000"/>
                  <a:gd name="connsiteX1-1587" fmla="*/ 726 w 10000"/>
                  <a:gd name="connsiteY1-1588" fmla="*/ 3028 h 10000"/>
                  <a:gd name="connsiteX2-1589" fmla="*/ 1337 w 10000"/>
                  <a:gd name="connsiteY2-1590" fmla="*/ 1635 h 10000"/>
                  <a:gd name="connsiteX3-1591" fmla="*/ 3233 w 10000"/>
                  <a:gd name="connsiteY3-1592" fmla="*/ 773 h 10000"/>
                  <a:gd name="connsiteX4-1593" fmla="*/ 5997 w 10000"/>
                  <a:gd name="connsiteY4-1594" fmla="*/ 424 h 10000"/>
                  <a:gd name="connsiteX5-1595" fmla="*/ 8488 w 10000"/>
                  <a:gd name="connsiteY5-1596" fmla="*/ 1452 h 10000"/>
                  <a:gd name="connsiteX6-1597" fmla="*/ 9693 w 10000"/>
                  <a:gd name="connsiteY6-1598" fmla="*/ 4661 h 10000"/>
                  <a:gd name="connsiteX7-1599" fmla="*/ 7765 w 10000"/>
                  <a:gd name="connsiteY7-1600" fmla="*/ 5852 h 10000"/>
                  <a:gd name="connsiteX8-1601" fmla="*/ 6752 w 10000"/>
                  <a:gd name="connsiteY8-1602" fmla="*/ 4844 h 10000"/>
                  <a:gd name="connsiteX9-1603" fmla="*/ 7444 w 10000"/>
                  <a:gd name="connsiteY9-1604" fmla="*/ 2845 h 10000"/>
                  <a:gd name="connsiteX10-1605" fmla="*/ 8680 w 10000"/>
                  <a:gd name="connsiteY10-1606" fmla="*/ 2808 h 10000"/>
                  <a:gd name="connsiteX11-1607" fmla="*/ 8873 w 10000"/>
                  <a:gd name="connsiteY11-1608" fmla="*/ 3799 h 10000"/>
                  <a:gd name="connsiteX12-1609" fmla="*/ 8568 w 10000"/>
                  <a:gd name="connsiteY12-1610" fmla="*/ 4203 h 10000"/>
                  <a:gd name="connsiteX13-1611" fmla="*/ 7941 w 10000"/>
                  <a:gd name="connsiteY13-1612" fmla="*/ 4184 h 10000"/>
                  <a:gd name="connsiteX14-1613" fmla="*/ 7748 w 10000"/>
                  <a:gd name="connsiteY14-1614" fmla="*/ 4276 h 10000"/>
                  <a:gd name="connsiteX15-1615" fmla="*/ 7829 w 10000"/>
                  <a:gd name="connsiteY15-1616" fmla="*/ 4496 h 10000"/>
                  <a:gd name="connsiteX16-1617" fmla="*/ 8664 w 10000"/>
                  <a:gd name="connsiteY16-1618" fmla="*/ 4514 h 10000"/>
                  <a:gd name="connsiteX17-1619" fmla="*/ 9163 w 10000"/>
                  <a:gd name="connsiteY17-1620" fmla="*/ 3928 h 10000"/>
                  <a:gd name="connsiteX18-1621" fmla="*/ 8857 w 10000"/>
                  <a:gd name="connsiteY18-1622" fmla="*/ 2533 h 10000"/>
                  <a:gd name="connsiteX19-1623" fmla="*/ 7637 w 10000"/>
                  <a:gd name="connsiteY19-1624" fmla="*/ 2350 h 10000"/>
                  <a:gd name="connsiteX20-1625" fmla="*/ 6720 w 10000"/>
                  <a:gd name="connsiteY20-1626" fmla="*/ 1360 h 10000"/>
                  <a:gd name="connsiteX21-1627" fmla="*/ 5627 w 10000"/>
                  <a:gd name="connsiteY21-1628" fmla="*/ 1470 h 10000"/>
                  <a:gd name="connsiteX22-1629" fmla="*/ 4390 w 10000"/>
                  <a:gd name="connsiteY22-1630" fmla="*/ 902 h 10000"/>
                  <a:gd name="connsiteX23-1631" fmla="*/ 3442 w 10000"/>
                  <a:gd name="connsiteY23-1632" fmla="*/ 1543 h 10000"/>
                  <a:gd name="connsiteX24-1633" fmla="*/ 3201 w 10000"/>
                  <a:gd name="connsiteY24-1634" fmla="*/ 2277 h 10000"/>
                  <a:gd name="connsiteX25-1635" fmla="*/ 1578 w 10000"/>
                  <a:gd name="connsiteY25-1636" fmla="*/ 2771 h 10000"/>
                  <a:gd name="connsiteX26-1637" fmla="*/ 1257 w 10000"/>
                  <a:gd name="connsiteY26-1638" fmla="*/ 4203 h 10000"/>
                  <a:gd name="connsiteX27-1639" fmla="*/ 902 w 10000"/>
                  <a:gd name="connsiteY27-1640" fmla="*/ 5486 h 10000"/>
                  <a:gd name="connsiteX28-1641" fmla="*/ 1417 w 10000"/>
                  <a:gd name="connsiteY28-1642" fmla="*/ 6294 h 10000"/>
                  <a:gd name="connsiteX29-1643" fmla="*/ 2670 w 10000"/>
                  <a:gd name="connsiteY29-1644" fmla="*/ 6129 h 10000"/>
                  <a:gd name="connsiteX30-1645" fmla="*/ 4518 w 10000"/>
                  <a:gd name="connsiteY30-1646" fmla="*/ 6092 h 10000"/>
                  <a:gd name="connsiteX31-1647" fmla="*/ 5531 w 10000"/>
                  <a:gd name="connsiteY31-1648" fmla="*/ 6642 h 10000"/>
                  <a:gd name="connsiteX32-1649" fmla="*/ 5611 w 10000"/>
                  <a:gd name="connsiteY32-1650" fmla="*/ 6642 h 10000"/>
                  <a:gd name="connsiteX33-1651" fmla="*/ 6093 w 10000"/>
                  <a:gd name="connsiteY33-1652" fmla="*/ 6129 h 10000"/>
                  <a:gd name="connsiteX34-1653" fmla="*/ 6013 w 10000"/>
                  <a:gd name="connsiteY34-1654" fmla="*/ 5907 h 10000"/>
                  <a:gd name="connsiteX35-1655" fmla="*/ 5820 w 10000"/>
                  <a:gd name="connsiteY35-1656" fmla="*/ 5981 h 10000"/>
                  <a:gd name="connsiteX36-1657" fmla="*/ 5547 w 10000"/>
                  <a:gd name="connsiteY36-1658" fmla="*/ 6312 h 10000"/>
                  <a:gd name="connsiteX37-1659" fmla="*/ 4695 w 10000"/>
                  <a:gd name="connsiteY37-1660" fmla="*/ 5834 h 10000"/>
                  <a:gd name="connsiteX38-1661" fmla="*/ 2510 w 10000"/>
                  <a:gd name="connsiteY38-1662" fmla="*/ 5852 h 10000"/>
                  <a:gd name="connsiteX39-1663" fmla="*/ 1545 w 10000"/>
                  <a:gd name="connsiteY39-1664" fmla="*/ 5981 h 10000"/>
                  <a:gd name="connsiteX40-1665" fmla="*/ 1208 w 10000"/>
                  <a:gd name="connsiteY40-1666" fmla="*/ 5431 h 10000"/>
                  <a:gd name="connsiteX41-1667" fmla="*/ 1514 w 10000"/>
                  <a:gd name="connsiteY41-1668" fmla="*/ 4386 h 10000"/>
                  <a:gd name="connsiteX42-1669" fmla="*/ 1561 w 10000"/>
                  <a:gd name="connsiteY42-1670" fmla="*/ 4203 h 10000"/>
                  <a:gd name="connsiteX43-1671" fmla="*/ 1787 w 10000"/>
                  <a:gd name="connsiteY43-1672" fmla="*/ 2991 h 10000"/>
                  <a:gd name="connsiteX44-1673" fmla="*/ 3136 w 10000"/>
                  <a:gd name="connsiteY44-1674" fmla="*/ 2606 h 10000"/>
                  <a:gd name="connsiteX45-1675" fmla="*/ 3876 w 10000"/>
                  <a:gd name="connsiteY45-1676" fmla="*/ 3799 h 10000"/>
                  <a:gd name="connsiteX46-1677" fmla="*/ 2703 w 10000"/>
                  <a:gd name="connsiteY46-1678" fmla="*/ 4569 h 10000"/>
                  <a:gd name="connsiteX47-1679" fmla="*/ 2719 w 10000"/>
                  <a:gd name="connsiteY47-1680" fmla="*/ 4808 h 10000"/>
                  <a:gd name="connsiteX48-1681" fmla="*/ 2927 w 10000"/>
                  <a:gd name="connsiteY48-1682" fmla="*/ 4771 h 10000"/>
                  <a:gd name="connsiteX49-1683" fmla="*/ 4744 w 10000"/>
                  <a:gd name="connsiteY49-1684" fmla="*/ 4423 h 10000"/>
                  <a:gd name="connsiteX50-1685" fmla="*/ 4937 w 10000"/>
                  <a:gd name="connsiteY50-1686" fmla="*/ 4423 h 10000"/>
                  <a:gd name="connsiteX51-1687" fmla="*/ 5804 w 10000"/>
                  <a:gd name="connsiteY51-1688" fmla="*/ 4184 h 10000"/>
                  <a:gd name="connsiteX52-1689" fmla="*/ 6383 w 10000"/>
                  <a:gd name="connsiteY52-1690" fmla="*/ 4973 h 10000"/>
                  <a:gd name="connsiteX53-1691" fmla="*/ 6512 w 10000"/>
                  <a:gd name="connsiteY53-1692" fmla="*/ 5119 h 10000"/>
                  <a:gd name="connsiteX54-1693" fmla="*/ 7572 w 10000"/>
                  <a:gd name="connsiteY54-1694" fmla="*/ 6532 h 10000"/>
                  <a:gd name="connsiteX55-1695" fmla="*/ 7273 w 10000"/>
                  <a:gd name="connsiteY55-1696" fmla="*/ 7747 h 10000"/>
                  <a:gd name="connsiteX56-1697" fmla="*/ 5483 w 10000"/>
                  <a:gd name="connsiteY56-1698" fmla="*/ 8218 h 10000"/>
                  <a:gd name="connsiteX57-1699" fmla="*/ 5467 w 10000"/>
                  <a:gd name="connsiteY57-1700" fmla="*/ 8273 h 10000"/>
                  <a:gd name="connsiteX58-1701" fmla="*/ 3490 w 10000"/>
                  <a:gd name="connsiteY58-1702" fmla="*/ 8053 h 10000"/>
                  <a:gd name="connsiteX59-1703" fmla="*/ 3345 w 10000"/>
                  <a:gd name="connsiteY59-1704" fmla="*/ 7357 h 10000"/>
                  <a:gd name="connsiteX60-1705" fmla="*/ 3586 w 10000"/>
                  <a:gd name="connsiteY60-1706" fmla="*/ 7082 h 10000"/>
                  <a:gd name="connsiteX61-1707" fmla="*/ 3683 w 10000"/>
                  <a:gd name="connsiteY61-1708" fmla="*/ 6880 h 10000"/>
                  <a:gd name="connsiteX62-1709" fmla="*/ 3490 w 10000"/>
                  <a:gd name="connsiteY62-1710" fmla="*/ 6770 h 10000"/>
                  <a:gd name="connsiteX63-1711" fmla="*/ 3072 w 10000"/>
                  <a:gd name="connsiteY63-1712" fmla="*/ 7247 h 10000"/>
                  <a:gd name="connsiteX64-1713" fmla="*/ 3249 w 10000"/>
                  <a:gd name="connsiteY64-1714" fmla="*/ 8255 h 10000"/>
                  <a:gd name="connsiteX65-1715" fmla="*/ 3249 w 10000"/>
                  <a:gd name="connsiteY65-1716" fmla="*/ 8273 h 10000"/>
                  <a:gd name="connsiteX66-1717" fmla="*/ 4680 w 10000"/>
                  <a:gd name="connsiteY66-1718" fmla="*/ 8825 h 10000"/>
                  <a:gd name="connsiteX67-1719" fmla="*/ 5354 w 10000"/>
                  <a:gd name="connsiteY67-1720" fmla="*/ 8677 h 10000"/>
                  <a:gd name="connsiteX68-1721" fmla="*/ 3393 w 10000"/>
                  <a:gd name="connsiteY68-1722" fmla="*/ 9998 h 10000"/>
                  <a:gd name="connsiteX69-1723" fmla="*/ 2253 w 10000"/>
                  <a:gd name="connsiteY69-1724" fmla="*/ 9228 h 10000"/>
                  <a:gd name="connsiteX70-1725" fmla="*/ 1224 w 10000"/>
                  <a:gd name="connsiteY70-1726" fmla="*/ 7137 h 10000"/>
                  <a:gd name="connsiteX71-1727" fmla="*/ 3 w 10000"/>
                  <a:gd name="connsiteY71-1728" fmla="*/ 4954 h 10000"/>
                  <a:gd name="connsiteX0-1729" fmla="*/ 3 w 10000"/>
                  <a:gd name="connsiteY0-1730" fmla="*/ 4954 h 10000"/>
                  <a:gd name="connsiteX1-1731" fmla="*/ 726 w 10000"/>
                  <a:gd name="connsiteY1-1732" fmla="*/ 3028 h 10000"/>
                  <a:gd name="connsiteX2-1733" fmla="*/ 1337 w 10000"/>
                  <a:gd name="connsiteY2-1734" fmla="*/ 1635 h 10000"/>
                  <a:gd name="connsiteX3-1735" fmla="*/ 3233 w 10000"/>
                  <a:gd name="connsiteY3-1736" fmla="*/ 773 h 10000"/>
                  <a:gd name="connsiteX4-1737" fmla="*/ 5997 w 10000"/>
                  <a:gd name="connsiteY4-1738" fmla="*/ 424 h 10000"/>
                  <a:gd name="connsiteX5-1739" fmla="*/ 8488 w 10000"/>
                  <a:gd name="connsiteY5-1740" fmla="*/ 1452 h 10000"/>
                  <a:gd name="connsiteX6-1741" fmla="*/ 9693 w 10000"/>
                  <a:gd name="connsiteY6-1742" fmla="*/ 4661 h 10000"/>
                  <a:gd name="connsiteX7-1743" fmla="*/ 7765 w 10000"/>
                  <a:gd name="connsiteY7-1744" fmla="*/ 5852 h 10000"/>
                  <a:gd name="connsiteX8-1745" fmla="*/ 6752 w 10000"/>
                  <a:gd name="connsiteY8-1746" fmla="*/ 4844 h 10000"/>
                  <a:gd name="connsiteX9-1747" fmla="*/ 7444 w 10000"/>
                  <a:gd name="connsiteY9-1748" fmla="*/ 2845 h 10000"/>
                  <a:gd name="connsiteX10-1749" fmla="*/ 8680 w 10000"/>
                  <a:gd name="connsiteY10-1750" fmla="*/ 2808 h 10000"/>
                  <a:gd name="connsiteX11-1751" fmla="*/ 8873 w 10000"/>
                  <a:gd name="connsiteY11-1752" fmla="*/ 3799 h 10000"/>
                  <a:gd name="connsiteX12-1753" fmla="*/ 8568 w 10000"/>
                  <a:gd name="connsiteY12-1754" fmla="*/ 4203 h 10000"/>
                  <a:gd name="connsiteX13-1755" fmla="*/ 7941 w 10000"/>
                  <a:gd name="connsiteY13-1756" fmla="*/ 4184 h 10000"/>
                  <a:gd name="connsiteX14-1757" fmla="*/ 7748 w 10000"/>
                  <a:gd name="connsiteY14-1758" fmla="*/ 4276 h 10000"/>
                  <a:gd name="connsiteX15-1759" fmla="*/ 7829 w 10000"/>
                  <a:gd name="connsiteY15-1760" fmla="*/ 4496 h 10000"/>
                  <a:gd name="connsiteX16-1761" fmla="*/ 8664 w 10000"/>
                  <a:gd name="connsiteY16-1762" fmla="*/ 4514 h 10000"/>
                  <a:gd name="connsiteX17-1763" fmla="*/ 9163 w 10000"/>
                  <a:gd name="connsiteY17-1764" fmla="*/ 3928 h 10000"/>
                  <a:gd name="connsiteX18-1765" fmla="*/ 8857 w 10000"/>
                  <a:gd name="connsiteY18-1766" fmla="*/ 2533 h 10000"/>
                  <a:gd name="connsiteX19-1767" fmla="*/ 7637 w 10000"/>
                  <a:gd name="connsiteY19-1768" fmla="*/ 2350 h 10000"/>
                  <a:gd name="connsiteX20-1769" fmla="*/ 6720 w 10000"/>
                  <a:gd name="connsiteY20-1770" fmla="*/ 1360 h 10000"/>
                  <a:gd name="connsiteX21-1771" fmla="*/ 5627 w 10000"/>
                  <a:gd name="connsiteY21-1772" fmla="*/ 1470 h 10000"/>
                  <a:gd name="connsiteX22-1773" fmla="*/ 4390 w 10000"/>
                  <a:gd name="connsiteY22-1774" fmla="*/ 902 h 10000"/>
                  <a:gd name="connsiteX23-1775" fmla="*/ 3442 w 10000"/>
                  <a:gd name="connsiteY23-1776" fmla="*/ 1543 h 10000"/>
                  <a:gd name="connsiteX24-1777" fmla="*/ 3201 w 10000"/>
                  <a:gd name="connsiteY24-1778" fmla="*/ 2277 h 10000"/>
                  <a:gd name="connsiteX25-1779" fmla="*/ 1578 w 10000"/>
                  <a:gd name="connsiteY25-1780" fmla="*/ 2771 h 10000"/>
                  <a:gd name="connsiteX26-1781" fmla="*/ 1257 w 10000"/>
                  <a:gd name="connsiteY26-1782" fmla="*/ 4203 h 10000"/>
                  <a:gd name="connsiteX27-1783" fmla="*/ 902 w 10000"/>
                  <a:gd name="connsiteY27-1784" fmla="*/ 5486 h 10000"/>
                  <a:gd name="connsiteX28-1785" fmla="*/ 1417 w 10000"/>
                  <a:gd name="connsiteY28-1786" fmla="*/ 6294 h 10000"/>
                  <a:gd name="connsiteX29-1787" fmla="*/ 2670 w 10000"/>
                  <a:gd name="connsiteY29-1788" fmla="*/ 6129 h 10000"/>
                  <a:gd name="connsiteX30-1789" fmla="*/ 4518 w 10000"/>
                  <a:gd name="connsiteY30-1790" fmla="*/ 6092 h 10000"/>
                  <a:gd name="connsiteX31-1791" fmla="*/ 5531 w 10000"/>
                  <a:gd name="connsiteY31-1792" fmla="*/ 6642 h 10000"/>
                  <a:gd name="connsiteX32-1793" fmla="*/ 5611 w 10000"/>
                  <a:gd name="connsiteY32-1794" fmla="*/ 6642 h 10000"/>
                  <a:gd name="connsiteX33-1795" fmla="*/ 6093 w 10000"/>
                  <a:gd name="connsiteY33-1796" fmla="*/ 6129 h 10000"/>
                  <a:gd name="connsiteX34-1797" fmla="*/ 6013 w 10000"/>
                  <a:gd name="connsiteY34-1798" fmla="*/ 5907 h 10000"/>
                  <a:gd name="connsiteX35-1799" fmla="*/ 5820 w 10000"/>
                  <a:gd name="connsiteY35-1800" fmla="*/ 5981 h 10000"/>
                  <a:gd name="connsiteX36-1801" fmla="*/ 5547 w 10000"/>
                  <a:gd name="connsiteY36-1802" fmla="*/ 6312 h 10000"/>
                  <a:gd name="connsiteX37-1803" fmla="*/ 4695 w 10000"/>
                  <a:gd name="connsiteY37-1804" fmla="*/ 5834 h 10000"/>
                  <a:gd name="connsiteX38-1805" fmla="*/ 2510 w 10000"/>
                  <a:gd name="connsiteY38-1806" fmla="*/ 5852 h 10000"/>
                  <a:gd name="connsiteX39-1807" fmla="*/ 1545 w 10000"/>
                  <a:gd name="connsiteY39-1808" fmla="*/ 5981 h 10000"/>
                  <a:gd name="connsiteX40-1809" fmla="*/ 1208 w 10000"/>
                  <a:gd name="connsiteY40-1810" fmla="*/ 5431 h 10000"/>
                  <a:gd name="connsiteX41-1811" fmla="*/ 1514 w 10000"/>
                  <a:gd name="connsiteY41-1812" fmla="*/ 4386 h 10000"/>
                  <a:gd name="connsiteX42-1813" fmla="*/ 1561 w 10000"/>
                  <a:gd name="connsiteY42-1814" fmla="*/ 4203 h 10000"/>
                  <a:gd name="connsiteX43-1815" fmla="*/ 1787 w 10000"/>
                  <a:gd name="connsiteY43-1816" fmla="*/ 2991 h 10000"/>
                  <a:gd name="connsiteX44-1817" fmla="*/ 3136 w 10000"/>
                  <a:gd name="connsiteY44-1818" fmla="*/ 2606 h 10000"/>
                  <a:gd name="connsiteX45-1819" fmla="*/ 3876 w 10000"/>
                  <a:gd name="connsiteY45-1820" fmla="*/ 3799 h 10000"/>
                  <a:gd name="connsiteX46-1821" fmla="*/ 2703 w 10000"/>
                  <a:gd name="connsiteY46-1822" fmla="*/ 4569 h 10000"/>
                  <a:gd name="connsiteX47-1823" fmla="*/ 2719 w 10000"/>
                  <a:gd name="connsiteY47-1824" fmla="*/ 4808 h 10000"/>
                  <a:gd name="connsiteX48-1825" fmla="*/ 2927 w 10000"/>
                  <a:gd name="connsiteY48-1826" fmla="*/ 4771 h 10000"/>
                  <a:gd name="connsiteX49-1827" fmla="*/ 4744 w 10000"/>
                  <a:gd name="connsiteY49-1828" fmla="*/ 4423 h 10000"/>
                  <a:gd name="connsiteX50-1829" fmla="*/ 4937 w 10000"/>
                  <a:gd name="connsiteY50-1830" fmla="*/ 4423 h 10000"/>
                  <a:gd name="connsiteX51-1831" fmla="*/ 5804 w 10000"/>
                  <a:gd name="connsiteY51-1832" fmla="*/ 4184 h 10000"/>
                  <a:gd name="connsiteX52-1833" fmla="*/ 6383 w 10000"/>
                  <a:gd name="connsiteY52-1834" fmla="*/ 4973 h 10000"/>
                  <a:gd name="connsiteX53-1835" fmla="*/ 6512 w 10000"/>
                  <a:gd name="connsiteY53-1836" fmla="*/ 5119 h 10000"/>
                  <a:gd name="connsiteX54-1837" fmla="*/ 7572 w 10000"/>
                  <a:gd name="connsiteY54-1838" fmla="*/ 6532 h 10000"/>
                  <a:gd name="connsiteX55-1839" fmla="*/ 7273 w 10000"/>
                  <a:gd name="connsiteY55-1840" fmla="*/ 7747 h 10000"/>
                  <a:gd name="connsiteX56-1841" fmla="*/ 5483 w 10000"/>
                  <a:gd name="connsiteY56-1842" fmla="*/ 8218 h 10000"/>
                  <a:gd name="connsiteX57-1843" fmla="*/ 5467 w 10000"/>
                  <a:gd name="connsiteY57-1844" fmla="*/ 8273 h 10000"/>
                  <a:gd name="connsiteX58-1845" fmla="*/ 3490 w 10000"/>
                  <a:gd name="connsiteY58-1846" fmla="*/ 8053 h 10000"/>
                  <a:gd name="connsiteX59-1847" fmla="*/ 3345 w 10000"/>
                  <a:gd name="connsiteY59-1848" fmla="*/ 7357 h 10000"/>
                  <a:gd name="connsiteX60-1849" fmla="*/ 3586 w 10000"/>
                  <a:gd name="connsiteY60-1850" fmla="*/ 7082 h 10000"/>
                  <a:gd name="connsiteX61-1851" fmla="*/ 3683 w 10000"/>
                  <a:gd name="connsiteY61-1852" fmla="*/ 6880 h 10000"/>
                  <a:gd name="connsiteX62-1853" fmla="*/ 3490 w 10000"/>
                  <a:gd name="connsiteY62-1854" fmla="*/ 6770 h 10000"/>
                  <a:gd name="connsiteX63-1855" fmla="*/ 3072 w 10000"/>
                  <a:gd name="connsiteY63-1856" fmla="*/ 7247 h 10000"/>
                  <a:gd name="connsiteX64-1857" fmla="*/ 3249 w 10000"/>
                  <a:gd name="connsiteY64-1858" fmla="*/ 8255 h 10000"/>
                  <a:gd name="connsiteX65-1859" fmla="*/ 3249 w 10000"/>
                  <a:gd name="connsiteY65-1860" fmla="*/ 8273 h 10000"/>
                  <a:gd name="connsiteX66-1861" fmla="*/ 4680 w 10000"/>
                  <a:gd name="connsiteY66-1862" fmla="*/ 8825 h 10000"/>
                  <a:gd name="connsiteX67-1863" fmla="*/ 5354 w 10000"/>
                  <a:gd name="connsiteY67-1864" fmla="*/ 8677 h 10000"/>
                  <a:gd name="connsiteX68-1865" fmla="*/ 3393 w 10000"/>
                  <a:gd name="connsiteY68-1866" fmla="*/ 9998 h 10000"/>
                  <a:gd name="connsiteX69-1867" fmla="*/ 2253 w 10000"/>
                  <a:gd name="connsiteY69-1868" fmla="*/ 9228 h 10000"/>
                  <a:gd name="connsiteX70-1869" fmla="*/ 1224 w 10000"/>
                  <a:gd name="connsiteY70-1870" fmla="*/ 7137 h 10000"/>
                  <a:gd name="connsiteX71-1871" fmla="*/ 3 w 10000"/>
                  <a:gd name="connsiteY71-1872" fmla="*/ 4954 h 10000"/>
                  <a:gd name="connsiteX0-1873" fmla="*/ 3 w 10000"/>
                  <a:gd name="connsiteY0-1874" fmla="*/ 4954 h 10000"/>
                  <a:gd name="connsiteX1-1875" fmla="*/ 726 w 10000"/>
                  <a:gd name="connsiteY1-1876" fmla="*/ 3028 h 10000"/>
                  <a:gd name="connsiteX2-1877" fmla="*/ 1337 w 10000"/>
                  <a:gd name="connsiteY2-1878" fmla="*/ 1635 h 10000"/>
                  <a:gd name="connsiteX3-1879" fmla="*/ 3233 w 10000"/>
                  <a:gd name="connsiteY3-1880" fmla="*/ 773 h 10000"/>
                  <a:gd name="connsiteX4-1881" fmla="*/ 5997 w 10000"/>
                  <a:gd name="connsiteY4-1882" fmla="*/ 424 h 10000"/>
                  <a:gd name="connsiteX5-1883" fmla="*/ 8488 w 10000"/>
                  <a:gd name="connsiteY5-1884" fmla="*/ 1452 h 10000"/>
                  <a:gd name="connsiteX6-1885" fmla="*/ 9693 w 10000"/>
                  <a:gd name="connsiteY6-1886" fmla="*/ 4661 h 10000"/>
                  <a:gd name="connsiteX7-1887" fmla="*/ 7765 w 10000"/>
                  <a:gd name="connsiteY7-1888" fmla="*/ 5852 h 10000"/>
                  <a:gd name="connsiteX8-1889" fmla="*/ 6752 w 10000"/>
                  <a:gd name="connsiteY8-1890" fmla="*/ 4844 h 10000"/>
                  <a:gd name="connsiteX9-1891" fmla="*/ 7444 w 10000"/>
                  <a:gd name="connsiteY9-1892" fmla="*/ 2845 h 10000"/>
                  <a:gd name="connsiteX10-1893" fmla="*/ 8680 w 10000"/>
                  <a:gd name="connsiteY10-1894" fmla="*/ 2808 h 10000"/>
                  <a:gd name="connsiteX11-1895" fmla="*/ 8873 w 10000"/>
                  <a:gd name="connsiteY11-1896" fmla="*/ 3799 h 10000"/>
                  <a:gd name="connsiteX12-1897" fmla="*/ 8568 w 10000"/>
                  <a:gd name="connsiteY12-1898" fmla="*/ 4203 h 10000"/>
                  <a:gd name="connsiteX13-1899" fmla="*/ 7941 w 10000"/>
                  <a:gd name="connsiteY13-1900" fmla="*/ 4184 h 10000"/>
                  <a:gd name="connsiteX14-1901" fmla="*/ 7748 w 10000"/>
                  <a:gd name="connsiteY14-1902" fmla="*/ 4276 h 10000"/>
                  <a:gd name="connsiteX15-1903" fmla="*/ 7829 w 10000"/>
                  <a:gd name="connsiteY15-1904" fmla="*/ 4496 h 10000"/>
                  <a:gd name="connsiteX16-1905" fmla="*/ 8664 w 10000"/>
                  <a:gd name="connsiteY16-1906" fmla="*/ 4514 h 10000"/>
                  <a:gd name="connsiteX17-1907" fmla="*/ 9163 w 10000"/>
                  <a:gd name="connsiteY17-1908" fmla="*/ 3928 h 10000"/>
                  <a:gd name="connsiteX18-1909" fmla="*/ 8857 w 10000"/>
                  <a:gd name="connsiteY18-1910" fmla="*/ 2533 h 10000"/>
                  <a:gd name="connsiteX19-1911" fmla="*/ 7637 w 10000"/>
                  <a:gd name="connsiteY19-1912" fmla="*/ 2350 h 10000"/>
                  <a:gd name="connsiteX20-1913" fmla="*/ 6720 w 10000"/>
                  <a:gd name="connsiteY20-1914" fmla="*/ 1360 h 10000"/>
                  <a:gd name="connsiteX21-1915" fmla="*/ 5627 w 10000"/>
                  <a:gd name="connsiteY21-1916" fmla="*/ 1470 h 10000"/>
                  <a:gd name="connsiteX22-1917" fmla="*/ 4390 w 10000"/>
                  <a:gd name="connsiteY22-1918" fmla="*/ 902 h 10000"/>
                  <a:gd name="connsiteX23-1919" fmla="*/ 3442 w 10000"/>
                  <a:gd name="connsiteY23-1920" fmla="*/ 1543 h 10000"/>
                  <a:gd name="connsiteX24-1921" fmla="*/ 3201 w 10000"/>
                  <a:gd name="connsiteY24-1922" fmla="*/ 2277 h 10000"/>
                  <a:gd name="connsiteX25-1923" fmla="*/ 1578 w 10000"/>
                  <a:gd name="connsiteY25-1924" fmla="*/ 2771 h 10000"/>
                  <a:gd name="connsiteX26-1925" fmla="*/ 1257 w 10000"/>
                  <a:gd name="connsiteY26-1926" fmla="*/ 4203 h 10000"/>
                  <a:gd name="connsiteX27-1927" fmla="*/ 902 w 10000"/>
                  <a:gd name="connsiteY27-1928" fmla="*/ 5486 h 10000"/>
                  <a:gd name="connsiteX28-1929" fmla="*/ 1417 w 10000"/>
                  <a:gd name="connsiteY28-1930" fmla="*/ 6294 h 10000"/>
                  <a:gd name="connsiteX29-1931" fmla="*/ 2670 w 10000"/>
                  <a:gd name="connsiteY29-1932" fmla="*/ 6129 h 10000"/>
                  <a:gd name="connsiteX30-1933" fmla="*/ 4518 w 10000"/>
                  <a:gd name="connsiteY30-1934" fmla="*/ 6092 h 10000"/>
                  <a:gd name="connsiteX31-1935" fmla="*/ 5531 w 10000"/>
                  <a:gd name="connsiteY31-1936" fmla="*/ 6642 h 10000"/>
                  <a:gd name="connsiteX32-1937" fmla="*/ 5611 w 10000"/>
                  <a:gd name="connsiteY32-1938" fmla="*/ 6642 h 10000"/>
                  <a:gd name="connsiteX33-1939" fmla="*/ 6093 w 10000"/>
                  <a:gd name="connsiteY33-1940" fmla="*/ 6129 h 10000"/>
                  <a:gd name="connsiteX34-1941" fmla="*/ 6013 w 10000"/>
                  <a:gd name="connsiteY34-1942" fmla="*/ 5907 h 10000"/>
                  <a:gd name="connsiteX35-1943" fmla="*/ 5820 w 10000"/>
                  <a:gd name="connsiteY35-1944" fmla="*/ 5981 h 10000"/>
                  <a:gd name="connsiteX36-1945" fmla="*/ 5547 w 10000"/>
                  <a:gd name="connsiteY36-1946" fmla="*/ 6312 h 10000"/>
                  <a:gd name="connsiteX37-1947" fmla="*/ 4695 w 10000"/>
                  <a:gd name="connsiteY37-1948" fmla="*/ 5834 h 10000"/>
                  <a:gd name="connsiteX38-1949" fmla="*/ 2510 w 10000"/>
                  <a:gd name="connsiteY38-1950" fmla="*/ 5852 h 10000"/>
                  <a:gd name="connsiteX39-1951" fmla="*/ 1545 w 10000"/>
                  <a:gd name="connsiteY39-1952" fmla="*/ 5981 h 10000"/>
                  <a:gd name="connsiteX40-1953" fmla="*/ 1208 w 10000"/>
                  <a:gd name="connsiteY40-1954" fmla="*/ 5431 h 10000"/>
                  <a:gd name="connsiteX41-1955" fmla="*/ 1514 w 10000"/>
                  <a:gd name="connsiteY41-1956" fmla="*/ 4386 h 10000"/>
                  <a:gd name="connsiteX42-1957" fmla="*/ 1561 w 10000"/>
                  <a:gd name="connsiteY42-1958" fmla="*/ 4203 h 10000"/>
                  <a:gd name="connsiteX43-1959" fmla="*/ 1787 w 10000"/>
                  <a:gd name="connsiteY43-1960" fmla="*/ 2991 h 10000"/>
                  <a:gd name="connsiteX44-1961" fmla="*/ 3136 w 10000"/>
                  <a:gd name="connsiteY44-1962" fmla="*/ 2606 h 10000"/>
                  <a:gd name="connsiteX45-1963" fmla="*/ 3876 w 10000"/>
                  <a:gd name="connsiteY45-1964" fmla="*/ 3799 h 10000"/>
                  <a:gd name="connsiteX46-1965" fmla="*/ 2703 w 10000"/>
                  <a:gd name="connsiteY46-1966" fmla="*/ 4569 h 10000"/>
                  <a:gd name="connsiteX47-1967" fmla="*/ 2719 w 10000"/>
                  <a:gd name="connsiteY47-1968" fmla="*/ 4808 h 10000"/>
                  <a:gd name="connsiteX48-1969" fmla="*/ 2927 w 10000"/>
                  <a:gd name="connsiteY48-1970" fmla="*/ 4771 h 10000"/>
                  <a:gd name="connsiteX49-1971" fmla="*/ 4744 w 10000"/>
                  <a:gd name="connsiteY49-1972" fmla="*/ 4423 h 10000"/>
                  <a:gd name="connsiteX50-1973" fmla="*/ 4937 w 10000"/>
                  <a:gd name="connsiteY50-1974" fmla="*/ 4423 h 10000"/>
                  <a:gd name="connsiteX51-1975" fmla="*/ 5804 w 10000"/>
                  <a:gd name="connsiteY51-1976" fmla="*/ 4184 h 10000"/>
                  <a:gd name="connsiteX52-1977" fmla="*/ 6383 w 10000"/>
                  <a:gd name="connsiteY52-1978" fmla="*/ 4973 h 10000"/>
                  <a:gd name="connsiteX53-1979" fmla="*/ 6512 w 10000"/>
                  <a:gd name="connsiteY53-1980" fmla="*/ 5119 h 10000"/>
                  <a:gd name="connsiteX54-1981" fmla="*/ 7572 w 10000"/>
                  <a:gd name="connsiteY54-1982" fmla="*/ 6532 h 10000"/>
                  <a:gd name="connsiteX55-1983" fmla="*/ 7196 w 10000"/>
                  <a:gd name="connsiteY55-1984" fmla="*/ 7806 h 10000"/>
                  <a:gd name="connsiteX56-1985" fmla="*/ 5483 w 10000"/>
                  <a:gd name="connsiteY56-1986" fmla="*/ 8218 h 10000"/>
                  <a:gd name="connsiteX57-1987" fmla="*/ 5467 w 10000"/>
                  <a:gd name="connsiteY57-1988" fmla="*/ 8273 h 10000"/>
                  <a:gd name="connsiteX58-1989" fmla="*/ 3490 w 10000"/>
                  <a:gd name="connsiteY58-1990" fmla="*/ 8053 h 10000"/>
                  <a:gd name="connsiteX59-1991" fmla="*/ 3345 w 10000"/>
                  <a:gd name="connsiteY59-1992" fmla="*/ 7357 h 10000"/>
                  <a:gd name="connsiteX60-1993" fmla="*/ 3586 w 10000"/>
                  <a:gd name="connsiteY60-1994" fmla="*/ 7082 h 10000"/>
                  <a:gd name="connsiteX61-1995" fmla="*/ 3683 w 10000"/>
                  <a:gd name="connsiteY61-1996" fmla="*/ 6880 h 10000"/>
                  <a:gd name="connsiteX62-1997" fmla="*/ 3490 w 10000"/>
                  <a:gd name="connsiteY62-1998" fmla="*/ 6770 h 10000"/>
                  <a:gd name="connsiteX63-1999" fmla="*/ 3072 w 10000"/>
                  <a:gd name="connsiteY63-2000" fmla="*/ 7247 h 10000"/>
                  <a:gd name="connsiteX64-2001" fmla="*/ 3249 w 10000"/>
                  <a:gd name="connsiteY64-2002" fmla="*/ 8255 h 10000"/>
                  <a:gd name="connsiteX65-2003" fmla="*/ 3249 w 10000"/>
                  <a:gd name="connsiteY65-2004" fmla="*/ 8273 h 10000"/>
                  <a:gd name="connsiteX66-2005" fmla="*/ 4680 w 10000"/>
                  <a:gd name="connsiteY66-2006" fmla="*/ 8825 h 10000"/>
                  <a:gd name="connsiteX67-2007" fmla="*/ 5354 w 10000"/>
                  <a:gd name="connsiteY67-2008" fmla="*/ 8677 h 10000"/>
                  <a:gd name="connsiteX68-2009" fmla="*/ 3393 w 10000"/>
                  <a:gd name="connsiteY68-2010" fmla="*/ 9998 h 10000"/>
                  <a:gd name="connsiteX69-2011" fmla="*/ 2253 w 10000"/>
                  <a:gd name="connsiteY69-2012" fmla="*/ 9228 h 10000"/>
                  <a:gd name="connsiteX70-2013" fmla="*/ 1224 w 10000"/>
                  <a:gd name="connsiteY70-2014" fmla="*/ 7137 h 10000"/>
                  <a:gd name="connsiteX71-2015" fmla="*/ 3 w 10000"/>
                  <a:gd name="connsiteY71-2016" fmla="*/ 4954 h 10000"/>
                  <a:gd name="connsiteX0-2017" fmla="*/ 3 w 10000"/>
                  <a:gd name="connsiteY0-2018" fmla="*/ 4954 h 10000"/>
                  <a:gd name="connsiteX1-2019" fmla="*/ 726 w 10000"/>
                  <a:gd name="connsiteY1-2020" fmla="*/ 3028 h 10000"/>
                  <a:gd name="connsiteX2-2021" fmla="*/ 1337 w 10000"/>
                  <a:gd name="connsiteY2-2022" fmla="*/ 1635 h 10000"/>
                  <a:gd name="connsiteX3-2023" fmla="*/ 3233 w 10000"/>
                  <a:gd name="connsiteY3-2024" fmla="*/ 773 h 10000"/>
                  <a:gd name="connsiteX4-2025" fmla="*/ 5997 w 10000"/>
                  <a:gd name="connsiteY4-2026" fmla="*/ 424 h 10000"/>
                  <a:gd name="connsiteX5-2027" fmla="*/ 8488 w 10000"/>
                  <a:gd name="connsiteY5-2028" fmla="*/ 1452 h 10000"/>
                  <a:gd name="connsiteX6-2029" fmla="*/ 9693 w 10000"/>
                  <a:gd name="connsiteY6-2030" fmla="*/ 4661 h 10000"/>
                  <a:gd name="connsiteX7-2031" fmla="*/ 7765 w 10000"/>
                  <a:gd name="connsiteY7-2032" fmla="*/ 5852 h 10000"/>
                  <a:gd name="connsiteX8-2033" fmla="*/ 6752 w 10000"/>
                  <a:gd name="connsiteY8-2034" fmla="*/ 4844 h 10000"/>
                  <a:gd name="connsiteX9-2035" fmla="*/ 7444 w 10000"/>
                  <a:gd name="connsiteY9-2036" fmla="*/ 2845 h 10000"/>
                  <a:gd name="connsiteX10-2037" fmla="*/ 8680 w 10000"/>
                  <a:gd name="connsiteY10-2038" fmla="*/ 2808 h 10000"/>
                  <a:gd name="connsiteX11-2039" fmla="*/ 8873 w 10000"/>
                  <a:gd name="connsiteY11-2040" fmla="*/ 3799 h 10000"/>
                  <a:gd name="connsiteX12-2041" fmla="*/ 8568 w 10000"/>
                  <a:gd name="connsiteY12-2042" fmla="*/ 4203 h 10000"/>
                  <a:gd name="connsiteX13-2043" fmla="*/ 7941 w 10000"/>
                  <a:gd name="connsiteY13-2044" fmla="*/ 4184 h 10000"/>
                  <a:gd name="connsiteX14-2045" fmla="*/ 7748 w 10000"/>
                  <a:gd name="connsiteY14-2046" fmla="*/ 4276 h 10000"/>
                  <a:gd name="connsiteX15-2047" fmla="*/ 7829 w 10000"/>
                  <a:gd name="connsiteY15-2048" fmla="*/ 4496 h 10000"/>
                  <a:gd name="connsiteX16-2049" fmla="*/ 8664 w 10000"/>
                  <a:gd name="connsiteY16-2050" fmla="*/ 4514 h 10000"/>
                  <a:gd name="connsiteX17-2051" fmla="*/ 9163 w 10000"/>
                  <a:gd name="connsiteY17-2052" fmla="*/ 3928 h 10000"/>
                  <a:gd name="connsiteX18-2053" fmla="*/ 8857 w 10000"/>
                  <a:gd name="connsiteY18-2054" fmla="*/ 2533 h 10000"/>
                  <a:gd name="connsiteX19-2055" fmla="*/ 7637 w 10000"/>
                  <a:gd name="connsiteY19-2056" fmla="*/ 2350 h 10000"/>
                  <a:gd name="connsiteX20-2057" fmla="*/ 6720 w 10000"/>
                  <a:gd name="connsiteY20-2058" fmla="*/ 1360 h 10000"/>
                  <a:gd name="connsiteX21-2059" fmla="*/ 5627 w 10000"/>
                  <a:gd name="connsiteY21-2060" fmla="*/ 1470 h 10000"/>
                  <a:gd name="connsiteX22-2061" fmla="*/ 4390 w 10000"/>
                  <a:gd name="connsiteY22-2062" fmla="*/ 902 h 10000"/>
                  <a:gd name="connsiteX23-2063" fmla="*/ 3442 w 10000"/>
                  <a:gd name="connsiteY23-2064" fmla="*/ 1543 h 10000"/>
                  <a:gd name="connsiteX24-2065" fmla="*/ 3201 w 10000"/>
                  <a:gd name="connsiteY24-2066" fmla="*/ 2277 h 10000"/>
                  <a:gd name="connsiteX25-2067" fmla="*/ 1578 w 10000"/>
                  <a:gd name="connsiteY25-2068" fmla="*/ 2771 h 10000"/>
                  <a:gd name="connsiteX26-2069" fmla="*/ 1257 w 10000"/>
                  <a:gd name="connsiteY26-2070" fmla="*/ 4203 h 10000"/>
                  <a:gd name="connsiteX27-2071" fmla="*/ 902 w 10000"/>
                  <a:gd name="connsiteY27-2072" fmla="*/ 5486 h 10000"/>
                  <a:gd name="connsiteX28-2073" fmla="*/ 1417 w 10000"/>
                  <a:gd name="connsiteY28-2074" fmla="*/ 6294 h 10000"/>
                  <a:gd name="connsiteX29-2075" fmla="*/ 2670 w 10000"/>
                  <a:gd name="connsiteY29-2076" fmla="*/ 6129 h 10000"/>
                  <a:gd name="connsiteX30-2077" fmla="*/ 4518 w 10000"/>
                  <a:gd name="connsiteY30-2078" fmla="*/ 6092 h 10000"/>
                  <a:gd name="connsiteX31-2079" fmla="*/ 5531 w 10000"/>
                  <a:gd name="connsiteY31-2080" fmla="*/ 6642 h 10000"/>
                  <a:gd name="connsiteX32-2081" fmla="*/ 5611 w 10000"/>
                  <a:gd name="connsiteY32-2082" fmla="*/ 6642 h 10000"/>
                  <a:gd name="connsiteX33-2083" fmla="*/ 6093 w 10000"/>
                  <a:gd name="connsiteY33-2084" fmla="*/ 6129 h 10000"/>
                  <a:gd name="connsiteX34-2085" fmla="*/ 6013 w 10000"/>
                  <a:gd name="connsiteY34-2086" fmla="*/ 5907 h 10000"/>
                  <a:gd name="connsiteX35-2087" fmla="*/ 5820 w 10000"/>
                  <a:gd name="connsiteY35-2088" fmla="*/ 5981 h 10000"/>
                  <a:gd name="connsiteX36-2089" fmla="*/ 5547 w 10000"/>
                  <a:gd name="connsiteY36-2090" fmla="*/ 6312 h 10000"/>
                  <a:gd name="connsiteX37-2091" fmla="*/ 4695 w 10000"/>
                  <a:gd name="connsiteY37-2092" fmla="*/ 5834 h 10000"/>
                  <a:gd name="connsiteX38-2093" fmla="*/ 2510 w 10000"/>
                  <a:gd name="connsiteY38-2094" fmla="*/ 5852 h 10000"/>
                  <a:gd name="connsiteX39-2095" fmla="*/ 1545 w 10000"/>
                  <a:gd name="connsiteY39-2096" fmla="*/ 5981 h 10000"/>
                  <a:gd name="connsiteX40-2097" fmla="*/ 1208 w 10000"/>
                  <a:gd name="connsiteY40-2098" fmla="*/ 5431 h 10000"/>
                  <a:gd name="connsiteX41-2099" fmla="*/ 1514 w 10000"/>
                  <a:gd name="connsiteY41-2100" fmla="*/ 4386 h 10000"/>
                  <a:gd name="connsiteX42-2101" fmla="*/ 1561 w 10000"/>
                  <a:gd name="connsiteY42-2102" fmla="*/ 4203 h 10000"/>
                  <a:gd name="connsiteX43-2103" fmla="*/ 1787 w 10000"/>
                  <a:gd name="connsiteY43-2104" fmla="*/ 2991 h 10000"/>
                  <a:gd name="connsiteX44-2105" fmla="*/ 3136 w 10000"/>
                  <a:gd name="connsiteY44-2106" fmla="*/ 2606 h 10000"/>
                  <a:gd name="connsiteX45-2107" fmla="*/ 3876 w 10000"/>
                  <a:gd name="connsiteY45-2108" fmla="*/ 3799 h 10000"/>
                  <a:gd name="connsiteX46-2109" fmla="*/ 2703 w 10000"/>
                  <a:gd name="connsiteY46-2110" fmla="*/ 4569 h 10000"/>
                  <a:gd name="connsiteX47-2111" fmla="*/ 2719 w 10000"/>
                  <a:gd name="connsiteY47-2112" fmla="*/ 4808 h 10000"/>
                  <a:gd name="connsiteX48-2113" fmla="*/ 2927 w 10000"/>
                  <a:gd name="connsiteY48-2114" fmla="*/ 4771 h 10000"/>
                  <a:gd name="connsiteX49-2115" fmla="*/ 4744 w 10000"/>
                  <a:gd name="connsiteY49-2116" fmla="*/ 4423 h 10000"/>
                  <a:gd name="connsiteX50-2117" fmla="*/ 4937 w 10000"/>
                  <a:gd name="connsiteY50-2118" fmla="*/ 4423 h 10000"/>
                  <a:gd name="connsiteX51-2119" fmla="*/ 5804 w 10000"/>
                  <a:gd name="connsiteY51-2120" fmla="*/ 4184 h 10000"/>
                  <a:gd name="connsiteX52-2121" fmla="*/ 6383 w 10000"/>
                  <a:gd name="connsiteY52-2122" fmla="*/ 4973 h 10000"/>
                  <a:gd name="connsiteX53-2123" fmla="*/ 6512 w 10000"/>
                  <a:gd name="connsiteY53-2124" fmla="*/ 5119 h 10000"/>
                  <a:gd name="connsiteX54-2125" fmla="*/ 7572 w 10000"/>
                  <a:gd name="connsiteY54-2126" fmla="*/ 6532 h 10000"/>
                  <a:gd name="connsiteX55-2127" fmla="*/ 7196 w 10000"/>
                  <a:gd name="connsiteY55-2128" fmla="*/ 7806 h 10000"/>
                  <a:gd name="connsiteX56-2129" fmla="*/ 5483 w 10000"/>
                  <a:gd name="connsiteY56-2130" fmla="*/ 8218 h 10000"/>
                  <a:gd name="connsiteX57-2131" fmla="*/ 5467 w 10000"/>
                  <a:gd name="connsiteY57-2132" fmla="*/ 8273 h 10000"/>
                  <a:gd name="connsiteX58-2133" fmla="*/ 3490 w 10000"/>
                  <a:gd name="connsiteY58-2134" fmla="*/ 8053 h 10000"/>
                  <a:gd name="connsiteX59-2135" fmla="*/ 3345 w 10000"/>
                  <a:gd name="connsiteY59-2136" fmla="*/ 7357 h 10000"/>
                  <a:gd name="connsiteX60-2137" fmla="*/ 3586 w 10000"/>
                  <a:gd name="connsiteY60-2138" fmla="*/ 7082 h 10000"/>
                  <a:gd name="connsiteX61-2139" fmla="*/ 3683 w 10000"/>
                  <a:gd name="connsiteY61-2140" fmla="*/ 6880 h 10000"/>
                  <a:gd name="connsiteX62-2141" fmla="*/ 3490 w 10000"/>
                  <a:gd name="connsiteY62-2142" fmla="*/ 6770 h 10000"/>
                  <a:gd name="connsiteX63-2143" fmla="*/ 3072 w 10000"/>
                  <a:gd name="connsiteY63-2144" fmla="*/ 7247 h 10000"/>
                  <a:gd name="connsiteX64-2145" fmla="*/ 3249 w 10000"/>
                  <a:gd name="connsiteY64-2146" fmla="*/ 8255 h 10000"/>
                  <a:gd name="connsiteX65-2147" fmla="*/ 3249 w 10000"/>
                  <a:gd name="connsiteY65-2148" fmla="*/ 8273 h 10000"/>
                  <a:gd name="connsiteX66-2149" fmla="*/ 4680 w 10000"/>
                  <a:gd name="connsiteY66-2150" fmla="*/ 8825 h 10000"/>
                  <a:gd name="connsiteX67-2151" fmla="*/ 5354 w 10000"/>
                  <a:gd name="connsiteY67-2152" fmla="*/ 8677 h 10000"/>
                  <a:gd name="connsiteX68-2153" fmla="*/ 3393 w 10000"/>
                  <a:gd name="connsiteY68-2154" fmla="*/ 9998 h 10000"/>
                  <a:gd name="connsiteX69-2155" fmla="*/ 2253 w 10000"/>
                  <a:gd name="connsiteY69-2156" fmla="*/ 9228 h 10000"/>
                  <a:gd name="connsiteX70-2157" fmla="*/ 1224 w 10000"/>
                  <a:gd name="connsiteY70-2158" fmla="*/ 7137 h 10000"/>
                  <a:gd name="connsiteX71-2159" fmla="*/ 3 w 10000"/>
                  <a:gd name="connsiteY71-2160" fmla="*/ 4954 h 10000"/>
                  <a:gd name="connsiteX0-2161" fmla="*/ 3 w 10000"/>
                  <a:gd name="connsiteY0-2162" fmla="*/ 4954 h 10000"/>
                  <a:gd name="connsiteX1-2163" fmla="*/ 726 w 10000"/>
                  <a:gd name="connsiteY1-2164" fmla="*/ 3028 h 10000"/>
                  <a:gd name="connsiteX2-2165" fmla="*/ 1337 w 10000"/>
                  <a:gd name="connsiteY2-2166" fmla="*/ 1635 h 10000"/>
                  <a:gd name="connsiteX3-2167" fmla="*/ 3233 w 10000"/>
                  <a:gd name="connsiteY3-2168" fmla="*/ 773 h 10000"/>
                  <a:gd name="connsiteX4-2169" fmla="*/ 5997 w 10000"/>
                  <a:gd name="connsiteY4-2170" fmla="*/ 424 h 10000"/>
                  <a:gd name="connsiteX5-2171" fmla="*/ 8488 w 10000"/>
                  <a:gd name="connsiteY5-2172" fmla="*/ 1452 h 10000"/>
                  <a:gd name="connsiteX6-2173" fmla="*/ 9693 w 10000"/>
                  <a:gd name="connsiteY6-2174" fmla="*/ 4661 h 10000"/>
                  <a:gd name="connsiteX7-2175" fmla="*/ 7765 w 10000"/>
                  <a:gd name="connsiteY7-2176" fmla="*/ 5852 h 10000"/>
                  <a:gd name="connsiteX8-2177" fmla="*/ 6752 w 10000"/>
                  <a:gd name="connsiteY8-2178" fmla="*/ 4844 h 10000"/>
                  <a:gd name="connsiteX9-2179" fmla="*/ 7444 w 10000"/>
                  <a:gd name="connsiteY9-2180" fmla="*/ 2845 h 10000"/>
                  <a:gd name="connsiteX10-2181" fmla="*/ 8680 w 10000"/>
                  <a:gd name="connsiteY10-2182" fmla="*/ 2808 h 10000"/>
                  <a:gd name="connsiteX11-2183" fmla="*/ 8873 w 10000"/>
                  <a:gd name="connsiteY11-2184" fmla="*/ 3799 h 10000"/>
                  <a:gd name="connsiteX12-2185" fmla="*/ 8568 w 10000"/>
                  <a:gd name="connsiteY12-2186" fmla="*/ 4203 h 10000"/>
                  <a:gd name="connsiteX13-2187" fmla="*/ 7941 w 10000"/>
                  <a:gd name="connsiteY13-2188" fmla="*/ 4184 h 10000"/>
                  <a:gd name="connsiteX14-2189" fmla="*/ 7748 w 10000"/>
                  <a:gd name="connsiteY14-2190" fmla="*/ 4276 h 10000"/>
                  <a:gd name="connsiteX15-2191" fmla="*/ 7829 w 10000"/>
                  <a:gd name="connsiteY15-2192" fmla="*/ 4496 h 10000"/>
                  <a:gd name="connsiteX16-2193" fmla="*/ 8664 w 10000"/>
                  <a:gd name="connsiteY16-2194" fmla="*/ 4514 h 10000"/>
                  <a:gd name="connsiteX17-2195" fmla="*/ 9163 w 10000"/>
                  <a:gd name="connsiteY17-2196" fmla="*/ 3928 h 10000"/>
                  <a:gd name="connsiteX18-2197" fmla="*/ 8857 w 10000"/>
                  <a:gd name="connsiteY18-2198" fmla="*/ 2533 h 10000"/>
                  <a:gd name="connsiteX19-2199" fmla="*/ 7637 w 10000"/>
                  <a:gd name="connsiteY19-2200" fmla="*/ 2350 h 10000"/>
                  <a:gd name="connsiteX20-2201" fmla="*/ 6720 w 10000"/>
                  <a:gd name="connsiteY20-2202" fmla="*/ 1360 h 10000"/>
                  <a:gd name="connsiteX21-2203" fmla="*/ 5627 w 10000"/>
                  <a:gd name="connsiteY21-2204" fmla="*/ 1470 h 10000"/>
                  <a:gd name="connsiteX22-2205" fmla="*/ 4390 w 10000"/>
                  <a:gd name="connsiteY22-2206" fmla="*/ 902 h 10000"/>
                  <a:gd name="connsiteX23-2207" fmla="*/ 3442 w 10000"/>
                  <a:gd name="connsiteY23-2208" fmla="*/ 1543 h 10000"/>
                  <a:gd name="connsiteX24-2209" fmla="*/ 3201 w 10000"/>
                  <a:gd name="connsiteY24-2210" fmla="*/ 2277 h 10000"/>
                  <a:gd name="connsiteX25-2211" fmla="*/ 1578 w 10000"/>
                  <a:gd name="connsiteY25-2212" fmla="*/ 2771 h 10000"/>
                  <a:gd name="connsiteX26-2213" fmla="*/ 1257 w 10000"/>
                  <a:gd name="connsiteY26-2214" fmla="*/ 4203 h 10000"/>
                  <a:gd name="connsiteX27-2215" fmla="*/ 902 w 10000"/>
                  <a:gd name="connsiteY27-2216" fmla="*/ 5486 h 10000"/>
                  <a:gd name="connsiteX28-2217" fmla="*/ 1417 w 10000"/>
                  <a:gd name="connsiteY28-2218" fmla="*/ 6294 h 10000"/>
                  <a:gd name="connsiteX29-2219" fmla="*/ 2670 w 10000"/>
                  <a:gd name="connsiteY29-2220" fmla="*/ 6129 h 10000"/>
                  <a:gd name="connsiteX30-2221" fmla="*/ 4518 w 10000"/>
                  <a:gd name="connsiteY30-2222" fmla="*/ 6092 h 10000"/>
                  <a:gd name="connsiteX31-2223" fmla="*/ 5531 w 10000"/>
                  <a:gd name="connsiteY31-2224" fmla="*/ 6642 h 10000"/>
                  <a:gd name="connsiteX32-2225" fmla="*/ 5611 w 10000"/>
                  <a:gd name="connsiteY32-2226" fmla="*/ 6642 h 10000"/>
                  <a:gd name="connsiteX33-2227" fmla="*/ 6093 w 10000"/>
                  <a:gd name="connsiteY33-2228" fmla="*/ 6129 h 10000"/>
                  <a:gd name="connsiteX34-2229" fmla="*/ 6013 w 10000"/>
                  <a:gd name="connsiteY34-2230" fmla="*/ 5907 h 10000"/>
                  <a:gd name="connsiteX35-2231" fmla="*/ 5820 w 10000"/>
                  <a:gd name="connsiteY35-2232" fmla="*/ 5981 h 10000"/>
                  <a:gd name="connsiteX36-2233" fmla="*/ 5547 w 10000"/>
                  <a:gd name="connsiteY36-2234" fmla="*/ 6312 h 10000"/>
                  <a:gd name="connsiteX37-2235" fmla="*/ 4695 w 10000"/>
                  <a:gd name="connsiteY37-2236" fmla="*/ 5834 h 10000"/>
                  <a:gd name="connsiteX38-2237" fmla="*/ 2510 w 10000"/>
                  <a:gd name="connsiteY38-2238" fmla="*/ 5852 h 10000"/>
                  <a:gd name="connsiteX39-2239" fmla="*/ 1545 w 10000"/>
                  <a:gd name="connsiteY39-2240" fmla="*/ 5981 h 10000"/>
                  <a:gd name="connsiteX40-2241" fmla="*/ 1208 w 10000"/>
                  <a:gd name="connsiteY40-2242" fmla="*/ 5431 h 10000"/>
                  <a:gd name="connsiteX41-2243" fmla="*/ 1514 w 10000"/>
                  <a:gd name="connsiteY41-2244" fmla="*/ 4386 h 10000"/>
                  <a:gd name="connsiteX42-2245" fmla="*/ 1561 w 10000"/>
                  <a:gd name="connsiteY42-2246" fmla="*/ 4203 h 10000"/>
                  <a:gd name="connsiteX43-2247" fmla="*/ 1787 w 10000"/>
                  <a:gd name="connsiteY43-2248" fmla="*/ 2991 h 10000"/>
                  <a:gd name="connsiteX44-2249" fmla="*/ 3136 w 10000"/>
                  <a:gd name="connsiteY44-2250" fmla="*/ 2606 h 10000"/>
                  <a:gd name="connsiteX45-2251" fmla="*/ 3876 w 10000"/>
                  <a:gd name="connsiteY45-2252" fmla="*/ 3799 h 10000"/>
                  <a:gd name="connsiteX46-2253" fmla="*/ 2703 w 10000"/>
                  <a:gd name="connsiteY46-2254" fmla="*/ 4569 h 10000"/>
                  <a:gd name="connsiteX47-2255" fmla="*/ 2719 w 10000"/>
                  <a:gd name="connsiteY47-2256" fmla="*/ 4808 h 10000"/>
                  <a:gd name="connsiteX48-2257" fmla="*/ 2927 w 10000"/>
                  <a:gd name="connsiteY48-2258" fmla="*/ 4771 h 10000"/>
                  <a:gd name="connsiteX49-2259" fmla="*/ 4744 w 10000"/>
                  <a:gd name="connsiteY49-2260" fmla="*/ 4423 h 10000"/>
                  <a:gd name="connsiteX50-2261" fmla="*/ 4937 w 10000"/>
                  <a:gd name="connsiteY50-2262" fmla="*/ 4423 h 10000"/>
                  <a:gd name="connsiteX51-2263" fmla="*/ 5804 w 10000"/>
                  <a:gd name="connsiteY51-2264" fmla="*/ 4184 h 10000"/>
                  <a:gd name="connsiteX52-2265" fmla="*/ 6383 w 10000"/>
                  <a:gd name="connsiteY52-2266" fmla="*/ 4973 h 10000"/>
                  <a:gd name="connsiteX53-2267" fmla="*/ 6512 w 10000"/>
                  <a:gd name="connsiteY53-2268" fmla="*/ 5119 h 10000"/>
                  <a:gd name="connsiteX54-2269" fmla="*/ 7572 w 10000"/>
                  <a:gd name="connsiteY54-2270" fmla="*/ 6532 h 10000"/>
                  <a:gd name="connsiteX55-2271" fmla="*/ 7196 w 10000"/>
                  <a:gd name="connsiteY55-2272" fmla="*/ 7806 h 10000"/>
                  <a:gd name="connsiteX56-2273" fmla="*/ 5483 w 10000"/>
                  <a:gd name="connsiteY56-2274" fmla="*/ 8218 h 10000"/>
                  <a:gd name="connsiteX57-2275" fmla="*/ 5467 w 10000"/>
                  <a:gd name="connsiteY57-2276" fmla="*/ 8273 h 10000"/>
                  <a:gd name="connsiteX58-2277" fmla="*/ 3490 w 10000"/>
                  <a:gd name="connsiteY58-2278" fmla="*/ 8053 h 10000"/>
                  <a:gd name="connsiteX59-2279" fmla="*/ 3345 w 10000"/>
                  <a:gd name="connsiteY59-2280" fmla="*/ 7357 h 10000"/>
                  <a:gd name="connsiteX60-2281" fmla="*/ 3586 w 10000"/>
                  <a:gd name="connsiteY60-2282" fmla="*/ 7082 h 10000"/>
                  <a:gd name="connsiteX61-2283" fmla="*/ 3683 w 10000"/>
                  <a:gd name="connsiteY61-2284" fmla="*/ 6880 h 10000"/>
                  <a:gd name="connsiteX62-2285" fmla="*/ 3490 w 10000"/>
                  <a:gd name="connsiteY62-2286" fmla="*/ 6770 h 10000"/>
                  <a:gd name="connsiteX63-2287" fmla="*/ 3072 w 10000"/>
                  <a:gd name="connsiteY63-2288" fmla="*/ 7247 h 10000"/>
                  <a:gd name="connsiteX64-2289" fmla="*/ 3249 w 10000"/>
                  <a:gd name="connsiteY64-2290" fmla="*/ 8255 h 10000"/>
                  <a:gd name="connsiteX65-2291" fmla="*/ 3249 w 10000"/>
                  <a:gd name="connsiteY65-2292" fmla="*/ 8273 h 10000"/>
                  <a:gd name="connsiteX66-2293" fmla="*/ 4680 w 10000"/>
                  <a:gd name="connsiteY66-2294" fmla="*/ 8825 h 10000"/>
                  <a:gd name="connsiteX67-2295" fmla="*/ 5354 w 10000"/>
                  <a:gd name="connsiteY67-2296" fmla="*/ 8677 h 10000"/>
                  <a:gd name="connsiteX68-2297" fmla="*/ 3393 w 10000"/>
                  <a:gd name="connsiteY68-2298" fmla="*/ 9998 h 10000"/>
                  <a:gd name="connsiteX69-2299" fmla="*/ 2253 w 10000"/>
                  <a:gd name="connsiteY69-2300" fmla="*/ 9228 h 10000"/>
                  <a:gd name="connsiteX70-2301" fmla="*/ 1224 w 10000"/>
                  <a:gd name="connsiteY70-2302" fmla="*/ 7137 h 10000"/>
                  <a:gd name="connsiteX71-2303" fmla="*/ 3 w 10000"/>
                  <a:gd name="connsiteY71-2304" fmla="*/ 4954 h 10000"/>
                  <a:gd name="connsiteX0-2305" fmla="*/ 3 w 10000"/>
                  <a:gd name="connsiteY0-2306" fmla="*/ 4954 h 10000"/>
                  <a:gd name="connsiteX1-2307" fmla="*/ 726 w 10000"/>
                  <a:gd name="connsiteY1-2308" fmla="*/ 3028 h 10000"/>
                  <a:gd name="connsiteX2-2309" fmla="*/ 1337 w 10000"/>
                  <a:gd name="connsiteY2-2310" fmla="*/ 1635 h 10000"/>
                  <a:gd name="connsiteX3-2311" fmla="*/ 3233 w 10000"/>
                  <a:gd name="connsiteY3-2312" fmla="*/ 773 h 10000"/>
                  <a:gd name="connsiteX4-2313" fmla="*/ 5997 w 10000"/>
                  <a:gd name="connsiteY4-2314" fmla="*/ 424 h 10000"/>
                  <a:gd name="connsiteX5-2315" fmla="*/ 8488 w 10000"/>
                  <a:gd name="connsiteY5-2316" fmla="*/ 1452 h 10000"/>
                  <a:gd name="connsiteX6-2317" fmla="*/ 9693 w 10000"/>
                  <a:gd name="connsiteY6-2318" fmla="*/ 4661 h 10000"/>
                  <a:gd name="connsiteX7-2319" fmla="*/ 7765 w 10000"/>
                  <a:gd name="connsiteY7-2320" fmla="*/ 5852 h 10000"/>
                  <a:gd name="connsiteX8-2321" fmla="*/ 6752 w 10000"/>
                  <a:gd name="connsiteY8-2322" fmla="*/ 4844 h 10000"/>
                  <a:gd name="connsiteX9-2323" fmla="*/ 7444 w 10000"/>
                  <a:gd name="connsiteY9-2324" fmla="*/ 2845 h 10000"/>
                  <a:gd name="connsiteX10-2325" fmla="*/ 8680 w 10000"/>
                  <a:gd name="connsiteY10-2326" fmla="*/ 2808 h 10000"/>
                  <a:gd name="connsiteX11-2327" fmla="*/ 8873 w 10000"/>
                  <a:gd name="connsiteY11-2328" fmla="*/ 3799 h 10000"/>
                  <a:gd name="connsiteX12-2329" fmla="*/ 8568 w 10000"/>
                  <a:gd name="connsiteY12-2330" fmla="*/ 4203 h 10000"/>
                  <a:gd name="connsiteX13-2331" fmla="*/ 7941 w 10000"/>
                  <a:gd name="connsiteY13-2332" fmla="*/ 4184 h 10000"/>
                  <a:gd name="connsiteX14-2333" fmla="*/ 7748 w 10000"/>
                  <a:gd name="connsiteY14-2334" fmla="*/ 4276 h 10000"/>
                  <a:gd name="connsiteX15-2335" fmla="*/ 7829 w 10000"/>
                  <a:gd name="connsiteY15-2336" fmla="*/ 4496 h 10000"/>
                  <a:gd name="connsiteX16-2337" fmla="*/ 8664 w 10000"/>
                  <a:gd name="connsiteY16-2338" fmla="*/ 4514 h 10000"/>
                  <a:gd name="connsiteX17-2339" fmla="*/ 9163 w 10000"/>
                  <a:gd name="connsiteY17-2340" fmla="*/ 3928 h 10000"/>
                  <a:gd name="connsiteX18-2341" fmla="*/ 8857 w 10000"/>
                  <a:gd name="connsiteY18-2342" fmla="*/ 2533 h 10000"/>
                  <a:gd name="connsiteX19-2343" fmla="*/ 7637 w 10000"/>
                  <a:gd name="connsiteY19-2344" fmla="*/ 2350 h 10000"/>
                  <a:gd name="connsiteX20-2345" fmla="*/ 6720 w 10000"/>
                  <a:gd name="connsiteY20-2346" fmla="*/ 1360 h 10000"/>
                  <a:gd name="connsiteX21-2347" fmla="*/ 5627 w 10000"/>
                  <a:gd name="connsiteY21-2348" fmla="*/ 1470 h 10000"/>
                  <a:gd name="connsiteX22-2349" fmla="*/ 4390 w 10000"/>
                  <a:gd name="connsiteY22-2350" fmla="*/ 902 h 10000"/>
                  <a:gd name="connsiteX23-2351" fmla="*/ 3442 w 10000"/>
                  <a:gd name="connsiteY23-2352" fmla="*/ 1543 h 10000"/>
                  <a:gd name="connsiteX24-2353" fmla="*/ 3201 w 10000"/>
                  <a:gd name="connsiteY24-2354" fmla="*/ 2277 h 10000"/>
                  <a:gd name="connsiteX25-2355" fmla="*/ 1578 w 10000"/>
                  <a:gd name="connsiteY25-2356" fmla="*/ 2771 h 10000"/>
                  <a:gd name="connsiteX26-2357" fmla="*/ 1257 w 10000"/>
                  <a:gd name="connsiteY26-2358" fmla="*/ 4203 h 10000"/>
                  <a:gd name="connsiteX27-2359" fmla="*/ 902 w 10000"/>
                  <a:gd name="connsiteY27-2360" fmla="*/ 5486 h 10000"/>
                  <a:gd name="connsiteX28-2361" fmla="*/ 1417 w 10000"/>
                  <a:gd name="connsiteY28-2362" fmla="*/ 6294 h 10000"/>
                  <a:gd name="connsiteX29-2363" fmla="*/ 2670 w 10000"/>
                  <a:gd name="connsiteY29-2364" fmla="*/ 6129 h 10000"/>
                  <a:gd name="connsiteX30-2365" fmla="*/ 4518 w 10000"/>
                  <a:gd name="connsiteY30-2366" fmla="*/ 6092 h 10000"/>
                  <a:gd name="connsiteX31-2367" fmla="*/ 5531 w 10000"/>
                  <a:gd name="connsiteY31-2368" fmla="*/ 6642 h 10000"/>
                  <a:gd name="connsiteX32-2369" fmla="*/ 5611 w 10000"/>
                  <a:gd name="connsiteY32-2370" fmla="*/ 6642 h 10000"/>
                  <a:gd name="connsiteX33-2371" fmla="*/ 6093 w 10000"/>
                  <a:gd name="connsiteY33-2372" fmla="*/ 6129 h 10000"/>
                  <a:gd name="connsiteX34-2373" fmla="*/ 6013 w 10000"/>
                  <a:gd name="connsiteY34-2374" fmla="*/ 5907 h 10000"/>
                  <a:gd name="connsiteX35-2375" fmla="*/ 5820 w 10000"/>
                  <a:gd name="connsiteY35-2376" fmla="*/ 5981 h 10000"/>
                  <a:gd name="connsiteX36-2377" fmla="*/ 5547 w 10000"/>
                  <a:gd name="connsiteY36-2378" fmla="*/ 6312 h 10000"/>
                  <a:gd name="connsiteX37-2379" fmla="*/ 4695 w 10000"/>
                  <a:gd name="connsiteY37-2380" fmla="*/ 5834 h 10000"/>
                  <a:gd name="connsiteX38-2381" fmla="*/ 2510 w 10000"/>
                  <a:gd name="connsiteY38-2382" fmla="*/ 5852 h 10000"/>
                  <a:gd name="connsiteX39-2383" fmla="*/ 1545 w 10000"/>
                  <a:gd name="connsiteY39-2384" fmla="*/ 5981 h 10000"/>
                  <a:gd name="connsiteX40-2385" fmla="*/ 1208 w 10000"/>
                  <a:gd name="connsiteY40-2386" fmla="*/ 5431 h 10000"/>
                  <a:gd name="connsiteX41-2387" fmla="*/ 1514 w 10000"/>
                  <a:gd name="connsiteY41-2388" fmla="*/ 4386 h 10000"/>
                  <a:gd name="connsiteX42-2389" fmla="*/ 1561 w 10000"/>
                  <a:gd name="connsiteY42-2390" fmla="*/ 4203 h 10000"/>
                  <a:gd name="connsiteX43-2391" fmla="*/ 1787 w 10000"/>
                  <a:gd name="connsiteY43-2392" fmla="*/ 2991 h 10000"/>
                  <a:gd name="connsiteX44-2393" fmla="*/ 3136 w 10000"/>
                  <a:gd name="connsiteY44-2394" fmla="*/ 2606 h 10000"/>
                  <a:gd name="connsiteX45-2395" fmla="*/ 3876 w 10000"/>
                  <a:gd name="connsiteY45-2396" fmla="*/ 3799 h 10000"/>
                  <a:gd name="connsiteX46-2397" fmla="*/ 2703 w 10000"/>
                  <a:gd name="connsiteY46-2398" fmla="*/ 4569 h 10000"/>
                  <a:gd name="connsiteX47-2399" fmla="*/ 2719 w 10000"/>
                  <a:gd name="connsiteY47-2400" fmla="*/ 4808 h 10000"/>
                  <a:gd name="connsiteX48-2401" fmla="*/ 2927 w 10000"/>
                  <a:gd name="connsiteY48-2402" fmla="*/ 4771 h 10000"/>
                  <a:gd name="connsiteX49-2403" fmla="*/ 4744 w 10000"/>
                  <a:gd name="connsiteY49-2404" fmla="*/ 4423 h 10000"/>
                  <a:gd name="connsiteX50-2405" fmla="*/ 4937 w 10000"/>
                  <a:gd name="connsiteY50-2406" fmla="*/ 4423 h 10000"/>
                  <a:gd name="connsiteX51-2407" fmla="*/ 5804 w 10000"/>
                  <a:gd name="connsiteY51-2408" fmla="*/ 4184 h 10000"/>
                  <a:gd name="connsiteX52-2409" fmla="*/ 6383 w 10000"/>
                  <a:gd name="connsiteY52-2410" fmla="*/ 4973 h 10000"/>
                  <a:gd name="connsiteX53-2411" fmla="*/ 6512 w 10000"/>
                  <a:gd name="connsiteY53-2412" fmla="*/ 5119 h 10000"/>
                  <a:gd name="connsiteX54-2413" fmla="*/ 7572 w 10000"/>
                  <a:gd name="connsiteY54-2414" fmla="*/ 6532 h 10000"/>
                  <a:gd name="connsiteX55-2415" fmla="*/ 7273 w 10000"/>
                  <a:gd name="connsiteY55-2416" fmla="*/ 7835 h 10000"/>
                  <a:gd name="connsiteX56-2417" fmla="*/ 5483 w 10000"/>
                  <a:gd name="connsiteY56-2418" fmla="*/ 8218 h 10000"/>
                  <a:gd name="connsiteX57-2419" fmla="*/ 5467 w 10000"/>
                  <a:gd name="connsiteY57-2420" fmla="*/ 8273 h 10000"/>
                  <a:gd name="connsiteX58-2421" fmla="*/ 3490 w 10000"/>
                  <a:gd name="connsiteY58-2422" fmla="*/ 8053 h 10000"/>
                  <a:gd name="connsiteX59-2423" fmla="*/ 3345 w 10000"/>
                  <a:gd name="connsiteY59-2424" fmla="*/ 7357 h 10000"/>
                  <a:gd name="connsiteX60-2425" fmla="*/ 3586 w 10000"/>
                  <a:gd name="connsiteY60-2426" fmla="*/ 7082 h 10000"/>
                  <a:gd name="connsiteX61-2427" fmla="*/ 3683 w 10000"/>
                  <a:gd name="connsiteY61-2428" fmla="*/ 6880 h 10000"/>
                  <a:gd name="connsiteX62-2429" fmla="*/ 3490 w 10000"/>
                  <a:gd name="connsiteY62-2430" fmla="*/ 6770 h 10000"/>
                  <a:gd name="connsiteX63-2431" fmla="*/ 3072 w 10000"/>
                  <a:gd name="connsiteY63-2432" fmla="*/ 7247 h 10000"/>
                  <a:gd name="connsiteX64-2433" fmla="*/ 3249 w 10000"/>
                  <a:gd name="connsiteY64-2434" fmla="*/ 8255 h 10000"/>
                  <a:gd name="connsiteX65-2435" fmla="*/ 3249 w 10000"/>
                  <a:gd name="connsiteY65-2436" fmla="*/ 8273 h 10000"/>
                  <a:gd name="connsiteX66-2437" fmla="*/ 4680 w 10000"/>
                  <a:gd name="connsiteY66-2438" fmla="*/ 8825 h 10000"/>
                  <a:gd name="connsiteX67-2439" fmla="*/ 5354 w 10000"/>
                  <a:gd name="connsiteY67-2440" fmla="*/ 8677 h 10000"/>
                  <a:gd name="connsiteX68-2441" fmla="*/ 3393 w 10000"/>
                  <a:gd name="connsiteY68-2442" fmla="*/ 9998 h 10000"/>
                  <a:gd name="connsiteX69-2443" fmla="*/ 2253 w 10000"/>
                  <a:gd name="connsiteY69-2444" fmla="*/ 9228 h 10000"/>
                  <a:gd name="connsiteX70-2445" fmla="*/ 1224 w 10000"/>
                  <a:gd name="connsiteY70-2446" fmla="*/ 7137 h 10000"/>
                  <a:gd name="connsiteX71-2447" fmla="*/ 3 w 10000"/>
                  <a:gd name="connsiteY71-2448" fmla="*/ 4954 h 10000"/>
                  <a:gd name="connsiteX0-2449" fmla="*/ 3 w 10000"/>
                  <a:gd name="connsiteY0-2450" fmla="*/ 4954 h 10000"/>
                  <a:gd name="connsiteX1-2451" fmla="*/ 726 w 10000"/>
                  <a:gd name="connsiteY1-2452" fmla="*/ 3028 h 10000"/>
                  <a:gd name="connsiteX2-2453" fmla="*/ 1337 w 10000"/>
                  <a:gd name="connsiteY2-2454" fmla="*/ 1635 h 10000"/>
                  <a:gd name="connsiteX3-2455" fmla="*/ 3233 w 10000"/>
                  <a:gd name="connsiteY3-2456" fmla="*/ 773 h 10000"/>
                  <a:gd name="connsiteX4-2457" fmla="*/ 5997 w 10000"/>
                  <a:gd name="connsiteY4-2458" fmla="*/ 424 h 10000"/>
                  <a:gd name="connsiteX5-2459" fmla="*/ 8488 w 10000"/>
                  <a:gd name="connsiteY5-2460" fmla="*/ 1452 h 10000"/>
                  <a:gd name="connsiteX6-2461" fmla="*/ 9693 w 10000"/>
                  <a:gd name="connsiteY6-2462" fmla="*/ 4661 h 10000"/>
                  <a:gd name="connsiteX7-2463" fmla="*/ 7765 w 10000"/>
                  <a:gd name="connsiteY7-2464" fmla="*/ 5852 h 10000"/>
                  <a:gd name="connsiteX8-2465" fmla="*/ 6752 w 10000"/>
                  <a:gd name="connsiteY8-2466" fmla="*/ 4844 h 10000"/>
                  <a:gd name="connsiteX9-2467" fmla="*/ 7444 w 10000"/>
                  <a:gd name="connsiteY9-2468" fmla="*/ 2845 h 10000"/>
                  <a:gd name="connsiteX10-2469" fmla="*/ 8680 w 10000"/>
                  <a:gd name="connsiteY10-2470" fmla="*/ 2808 h 10000"/>
                  <a:gd name="connsiteX11-2471" fmla="*/ 8873 w 10000"/>
                  <a:gd name="connsiteY11-2472" fmla="*/ 3799 h 10000"/>
                  <a:gd name="connsiteX12-2473" fmla="*/ 8568 w 10000"/>
                  <a:gd name="connsiteY12-2474" fmla="*/ 4203 h 10000"/>
                  <a:gd name="connsiteX13-2475" fmla="*/ 7941 w 10000"/>
                  <a:gd name="connsiteY13-2476" fmla="*/ 4184 h 10000"/>
                  <a:gd name="connsiteX14-2477" fmla="*/ 7748 w 10000"/>
                  <a:gd name="connsiteY14-2478" fmla="*/ 4276 h 10000"/>
                  <a:gd name="connsiteX15-2479" fmla="*/ 7829 w 10000"/>
                  <a:gd name="connsiteY15-2480" fmla="*/ 4496 h 10000"/>
                  <a:gd name="connsiteX16-2481" fmla="*/ 8664 w 10000"/>
                  <a:gd name="connsiteY16-2482" fmla="*/ 4514 h 10000"/>
                  <a:gd name="connsiteX17-2483" fmla="*/ 9163 w 10000"/>
                  <a:gd name="connsiteY17-2484" fmla="*/ 3928 h 10000"/>
                  <a:gd name="connsiteX18-2485" fmla="*/ 8857 w 10000"/>
                  <a:gd name="connsiteY18-2486" fmla="*/ 2533 h 10000"/>
                  <a:gd name="connsiteX19-2487" fmla="*/ 7637 w 10000"/>
                  <a:gd name="connsiteY19-2488" fmla="*/ 2350 h 10000"/>
                  <a:gd name="connsiteX20-2489" fmla="*/ 6720 w 10000"/>
                  <a:gd name="connsiteY20-2490" fmla="*/ 1360 h 10000"/>
                  <a:gd name="connsiteX21-2491" fmla="*/ 5627 w 10000"/>
                  <a:gd name="connsiteY21-2492" fmla="*/ 1470 h 10000"/>
                  <a:gd name="connsiteX22-2493" fmla="*/ 4390 w 10000"/>
                  <a:gd name="connsiteY22-2494" fmla="*/ 902 h 10000"/>
                  <a:gd name="connsiteX23-2495" fmla="*/ 3442 w 10000"/>
                  <a:gd name="connsiteY23-2496" fmla="*/ 1543 h 10000"/>
                  <a:gd name="connsiteX24-2497" fmla="*/ 3201 w 10000"/>
                  <a:gd name="connsiteY24-2498" fmla="*/ 2277 h 10000"/>
                  <a:gd name="connsiteX25-2499" fmla="*/ 1578 w 10000"/>
                  <a:gd name="connsiteY25-2500" fmla="*/ 2771 h 10000"/>
                  <a:gd name="connsiteX26-2501" fmla="*/ 1257 w 10000"/>
                  <a:gd name="connsiteY26-2502" fmla="*/ 4203 h 10000"/>
                  <a:gd name="connsiteX27-2503" fmla="*/ 902 w 10000"/>
                  <a:gd name="connsiteY27-2504" fmla="*/ 5486 h 10000"/>
                  <a:gd name="connsiteX28-2505" fmla="*/ 1417 w 10000"/>
                  <a:gd name="connsiteY28-2506" fmla="*/ 6294 h 10000"/>
                  <a:gd name="connsiteX29-2507" fmla="*/ 2670 w 10000"/>
                  <a:gd name="connsiteY29-2508" fmla="*/ 6129 h 10000"/>
                  <a:gd name="connsiteX30-2509" fmla="*/ 4518 w 10000"/>
                  <a:gd name="connsiteY30-2510" fmla="*/ 6092 h 10000"/>
                  <a:gd name="connsiteX31-2511" fmla="*/ 5531 w 10000"/>
                  <a:gd name="connsiteY31-2512" fmla="*/ 6642 h 10000"/>
                  <a:gd name="connsiteX32-2513" fmla="*/ 5611 w 10000"/>
                  <a:gd name="connsiteY32-2514" fmla="*/ 6642 h 10000"/>
                  <a:gd name="connsiteX33-2515" fmla="*/ 6093 w 10000"/>
                  <a:gd name="connsiteY33-2516" fmla="*/ 6129 h 10000"/>
                  <a:gd name="connsiteX34-2517" fmla="*/ 6013 w 10000"/>
                  <a:gd name="connsiteY34-2518" fmla="*/ 5907 h 10000"/>
                  <a:gd name="connsiteX35-2519" fmla="*/ 5820 w 10000"/>
                  <a:gd name="connsiteY35-2520" fmla="*/ 5981 h 10000"/>
                  <a:gd name="connsiteX36-2521" fmla="*/ 5547 w 10000"/>
                  <a:gd name="connsiteY36-2522" fmla="*/ 6312 h 10000"/>
                  <a:gd name="connsiteX37-2523" fmla="*/ 4695 w 10000"/>
                  <a:gd name="connsiteY37-2524" fmla="*/ 5834 h 10000"/>
                  <a:gd name="connsiteX38-2525" fmla="*/ 2510 w 10000"/>
                  <a:gd name="connsiteY38-2526" fmla="*/ 5852 h 10000"/>
                  <a:gd name="connsiteX39-2527" fmla="*/ 1545 w 10000"/>
                  <a:gd name="connsiteY39-2528" fmla="*/ 5981 h 10000"/>
                  <a:gd name="connsiteX40-2529" fmla="*/ 1208 w 10000"/>
                  <a:gd name="connsiteY40-2530" fmla="*/ 5431 h 10000"/>
                  <a:gd name="connsiteX41-2531" fmla="*/ 1514 w 10000"/>
                  <a:gd name="connsiteY41-2532" fmla="*/ 4386 h 10000"/>
                  <a:gd name="connsiteX42-2533" fmla="*/ 1561 w 10000"/>
                  <a:gd name="connsiteY42-2534" fmla="*/ 4203 h 10000"/>
                  <a:gd name="connsiteX43-2535" fmla="*/ 1787 w 10000"/>
                  <a:gd name="connsiteY43-2536" fmla="*/ 2991 h 10000"/>
                  <a:gd name="connsiteX44-2537" fmla="*/ 3136 w 10000"/>
                  <a:gd name="connsiteY44-2538" fmla="*/ 2606 h 10000"/>
                  <a:gd name="connsiteX45-2539" fmla="*/ 3876 w 10000"/>
                  <a:gd name="connsiteY45-2540" fmla="*/ 3799 h 10000"/>
                  <a:gd name="connsiteX46-2541" fmla="*/ 2703 w 10000"/>
                  <a:gd name="connsiteY46-2542" fmla="*/ 4569 h 10000"/>
                  <a:gd name="connsiteX47-2543" fmla="*/ 2719 w 10000"/>
                  <a:gd name="connsiteY47-2544" fmla="*/ 4808 h 10000"/>
                  <a:gd name="connsiteX48-2545" fmla="*/ 2927 w 10000"/>
                  <a:gd name="connsiteY48-2546" fmla="*/ 4771 h 10000"/>
                  <a:gd name="connsiteX49-2547" fmla="*/ 4744 w 10000"/>
                  <a:gd name="connsiteY49-2548" fmla="*/ 4423 h 10000"/>
                  <a:gd name="connsiteX50-2549" fmla="*/ 4937 w 10000"/>
                  <a:gd name="connsiteY50-2550" fmla="*/ 4423 h 10000"/>
                  <a:gd name="connsiteX51-2551" fmla="*/ 5804 w 10000"/>
                  <a:gd name="connsiteY51-2552" fmla="*/ 4184 h 10000"/>
                  <a:gd name="connsiteX52-2553" fmla="*/ 6383 w 10000"/>
                  <a:gd name="connsiteY52-2554" fmla="*/ 4973 h 10000"/>
                  <a:gd name="connsiteX53-2555" fmla="*/ 6512 w 10000"/>
                  <a:gd name="connsiteY53-2556" fmla="*/ 5119 h 10000"/>
                  <a:gd name="connsiteX54-2557" fmla="*/ 7572 w 10000"/>
                  <a:gd name="connsiteY54-2558" fmla="*/ 6532 h 10000"/>
                  <a:gd name="connsiteX55-2559" fmla="*/ 7273 w 10000"/>
                  <a:gd name="connsiteY55-2560" fmla="*/ 7835 h 10000"/>
                  <a:gd name="connsiteX56-2561" fmla="*/ 5483 w 10000"/>
                  <a:gd name="connsiteY56-2562" fmla="*/ 8218 h 10000"/>
                  <a:gd name="connsiteX57-2563" fmla="*/ 5467 w 10000"/>
                  <a:gd name="connsiteY57-2564" fmla="*/ 8273 h 10000"/>
                  <a:gd name="connsiteX58-2565" fmla="*/ 3490 w 10000"/>
                  <a:gd name="connsiteY58-2566" fmla="*/ 8053 h 10000"/>
                  <a:gd name="connsiteX59-2567" fmla="*/ 3345 w 10000"/>
                  <a:gd name="connsiteY59-2568" fmla="*/ 7357 h 10000"/>
                  <a:gd name="connsiteX60-2569" fmla="*/ 3586 w 10000"/>
                  <a:gd name="connsiteY60-2570" fmla="*/ 7082 h 10000"/>
                  <a:gd name="connsiteX61-2571" fmla="*/ 3683 w 10000"/>
                  <a:gd name="connsiteY61-2572" fmla="*/ 6880 h 10000"/>
                  <a:gd name="connsiteX62-2573" fmla="*/ 3490 w 10000"/>
                  <a:gd name="connsiteY62-2574" fmla="*/ 6770 h 10000"/>
                  <a:gd name="connsiteX63-2575" fmla="*/ 3072 w 10000"/>
                  <a:gd name="connsiteY63-2576" fmla="*/ 7247 h 10000"/>
                  <a:gd name="connsiteX64-2577" fmla="*/ 3249 w 10000"/>
                  <a:gd name="connsiteY64-2578" fmla="*/ 8255 h 10000"/>
                  <a:gd name="connsiteX65-2579" fmla="*/ 3249 w 10000"/>
                  <a:gd name="connsiteY65-2580" fmla="*/ 8273 h 10000"/>
                  <a:gd name="connsiteX66-2581" fmla="*/ 4680 w 10000"/>
                  <a:gd name="connsiteY66-2582" fmla="*/ 8825 h 10000"/>
                  <a:gd name="connsiteX67-2583" fmla="*/ 5354 w 10000"/>
                  <a:gd name="connsiteY67-2584" fmla="*/ 8677 h 10000"/>
                  <a:gd name="connsiteX68-2585" fmla="*/ 3393 w 10000"/>
                  <a:gd name="connsiteY68-2586" fmla="*/ 9998 h 10000"/>
                  <a:gd name="connsiteX69-2587" fmla="*/ 2253 w 10000"/>
                  <a:gd name="connsiteY69-2588" fmla="*/ 9228 h 10000"/>
                  <a:gd name="connsiteX70-2589" fmla="*/ 1224 w 10000"/>
                  <a:gd name="connsiteY70-2590" fmla="*/ 7137 h 10000"/>
                  <a:gd name="connsiteX71-2591" fmla="*/ 3 w 10000"/>
                  <a:gd name="connsiteY71-2592" fmla="*/ 4954 h 10000"/>
                  <a:gd name="connsiteX0-2593" fmla="*/ 3 w 10000"/>
                  <a:gd name="connsiteY0-2594" fmla="*/ 4954 h 10000"/>
                  <a:gd name="connsiteX1-2595" fmla="*/ 726 w 10000"/>
                  <a:gd name="connsiteY1-2596" fmla="*/ 3028 h 10000"/>
                  <a:gd name="connsiteX2-2597" fmla="*/ 1337 w 10000"/>
                  <a:gd name="connsiteY2-2598" fmla="*/ 1635 h 10000"/>
                  <a:gd name="connsiteX3-2599" fmla="*/ 3233 w 10000"/>
                  <a:gd name="connsiteY3-2600" fmla="*/ 773 h 10000"/>
                  <a:gd name="connsiteX4-2601" fmla="*/ 5997 w 10000"/>
                  <a:gd name="connsiteY4-2602" fmla="*/ 424 h 10000"/>
                  <a:gd name="connsiteX5-2603" fmla="*/ 8488 w 10000"/>
                  <a:gd name="connsiteY5-2604" fmla="*/ 1452 h 10000"/>
                  <a:gd name="connsiteX6-2605" fmla="*/ 9693 w 10000"/>
                  <a:gd name="connsiteY6-2606" fmla="*/ 4661 h 10000"/>
                  <a:gd name="connsiteX7-2607" fmla="*/ 7765 w 10000"/>
                  <a:gd name="connsiteY7-2608" fmla="*/ 5852 h 10000"/>
                  <a:gd name="connsiteX8-2609" fmla="*/ 6752 w 10000"/>
                  <a:gd name="connsiteY8-2610" fmla="*/ 4844 h 10000"/>
                  <a:gd name="connsiteX9-2611" fmla="*/ 7444 w 10000"/>
                  <a:gd name="connsiteY9-2612" fmla="*/ 2845 h 10000"/>
                  <a:gd name="connsiteX10-2613" fmla="*/ 8680 w 10000"/>
                  <a:gd name="connsiteY10-2614" fmla="*/ 2808 h 10000"/>
                  <a:gd name="connsiteX11-2615" fmla="*/ 8873 w 10000"/>
                  <a:gd name="connsiteY11-2616" fmla="*/ 3799 h 10000"/>
                  <a:gd name="connsiteX12-2617" fmla="*/ 8568 w 10000"/>
                  <a:gd name="connsiteY12-2618" fmla="*/ 4203 h 10000"/>
                  <a:gd name="connsiteX13-2619" fmla="*/ 7941 w 10000"/>
                  <a:gd name="connsiteY13-2620" fmla="*/ 4184 h 10000"/>
                  <a:gd name="connsiteX14-2621" fmla="*/ 7748 w 10000"/>
                  <a:gd name="connsiteY14-2622" fmla="*/ 4276 h 10000"/>
                  <a:gd name="connsiteX15-2623" fmla="*/ 7829 w 10000"/>
                  <a:gd name="connsiteY15-2624" fmla="*/ 4496 h 10000"/>
                  <a:gd name="connsiteX16-2625" fmla="*/ 8664 w 10000"/>
                  <a:gd name="connsiteY16-2626" fmla="*/ 4514 h 10000"/>
                  <a:gd name="connsiteX17-2627" fmla="*/ 9163 w 10000"/>
                  <a:gd name="connsiteY17-2628" fmla="*/ 3928 h 10000"/>
                  <a:gd name="connsiteX18-2629" fmla="*/ 8857 w 10000"/>
                  <a:gd name="connsiteY18-2630" fmla="*/ 2533 h 10000"/>
                  <a:gd name="connsiteX19-2631" fmla="*/ 7637 w 10000"/>
                  <a:gd name="connsiteY19-2632" fmla="*/ 2350 h 10000"/>
                  <a:gd name="connsiteX20-2633" fmla="*/ 6720 w 10000"/>
                  <a:gd name="connsiteY20-2634" fmla="*/ 1360 h 10000"/>
                  <a:gd name="connsiteX21-2635" fmla="*/ 5627 w 10000"/>
                  <a:gd name="connsiteY21-2636" fmla="*/ 1470 h 10000"/>
                  <a:gd name="connsiteX22-2637" fmla="*/ 4390 w 10000"/>
                  <a:gd name="connsiteY22-2638" fmla="*/ 902 h 10000"/>
                  <a:gd name="connsiteX23-2639" fmla="*/ 3442 w 10000"/>
                  <a:gd name="connsiteY23-2640" fmla="*/ 1543 h 10000"/>
                  <a:gd name="connsiteX24-2641" fmla="*/ 3201 w 10000"/>
                  <a:gd name="connsiteY24-2642" fmla="*/ 2277 h 10000"/>
                  <a:gd name="connsiteX25-2643" fmla="*/ 1578 w 10000"/>
                  <a:gd name="connsiteY25-2644" fmla="*/ 2771 h 10000"/>
                  <a:gd name="connsiteX26-2645" fmla="*/ 1257 w 10000"/>
                  <a:gd name="connsiteY26-2646" fmla="*/ 4203 h 10000"/>
                  <a:gd name="connsiteX27-2647" fmla="*/ 902 w 10000"/>
                  <a:gd name="connsiteY27-2648" fmla="*/ 5486 h 10000"/>
                  <a:gd name="connsiteX28-2649" fmla="*/ 1417 w 10000"/>
                  <a:gd name="connsiteY28-2650" fmla="*/ 6294 h 10000"/>
                  <a:gd name="connsiteX29-2651" fmla="*/ 2670 w 10000"/>
                  <a:gd name="connsiteY29-2652" fmla="*/ 6129 h 10000"/>
                  <a:gd name="connsiteX30-2653" fmla="*/ 4518 w 10000"/>
                  <a:gd name="connsiteY30-2654" fmla="*/ 6092 h 10000"/>
                  <a:gd name="connsiteX31-2655" fmla="*/ 5531 w 10000"/>
                  <a:gd name="connsiteY31-2656" fmla="*/ 6642 h 10000"/>
                  <a:gd name="connsiteX32-2657" fmla="*/ 5611 w 10000"/>
                  <a:gd name="connsiteY32-2658" fmla="*/ 6642 h 10000"/>
                  <a:gd name="connsiteX33-2659" fmla="*/ 6093 w 10000"/>
                  <a:gd name="connsiteY33-2660" fmla="*/ 6129 h 10000"/>
                  <a:gd name="connsiteX34-2661" fmla="*/ 6013 w 10000"/>
                  <a:gd name="connsiteY34-2662" fmla="*/ 5907 h 10000"/>
                  <a:gd name="connsiteX35-2663" fmla="*/ 5820 w 10000"/>
                  <a:gd name="connsiteY35-2664" fmla="*/ 5981 h 10000"/>
                  <a:gd name="connsiteX36-2665" fmla="*/ 5547 w 10000"/>
                  <a:gd name="connsiteY36-2666" fmla="*/ 6312 h 10000"/>
                  <a:gd name="connsiteX37-2667" fmla="*/ 4695 w 10000"/>
                  <a:gd name="connsiteY37-2668" fmla="*/ 5834 h 10000"/>
                  <a:gd name="connsiteX38-2669" fmla="*/ 2510 w 10000"/>
                  <a:gd name="connsiteY38-2670" fmla="*/ 5852 h 10000"/>
                  <a:gd name="connsiteX39-2671" fmla="*/ 1545 w 10000"/>
                  <a:gd name="connsiteY39-2672" fmla="*/ 5981 h 10000"/>
                  <a:gd name="connsiteX40-2673" fmla="*/ 1208 w 10000"/>
                  <a:gd name="connsiteY40-2674" fmla="*/ 5431 h 10000"/>
                  <a:gd name="connsiteX41-2675" fmla="*/ 1514 w 10000"/>
                  <a:gd name="connsiteY41-2676" fmla="*/ 4386 h 10000"/>
                  <a:gd name="connsiteX42-2677" fmla="*/ 1561 w 10000"/>
                  <a:gd name="connsiteY42-2678" fmla="*/ 4203 h 10000"/>
                  <a:gd name="connsiteX43-2679" fmla="*/ 1787 w 10000"/>
                  <a:gd name="connsiteY43-2680" fmla="*/ 2991 h 10000"/>
                  <a:gd name="connsiteX44-2681" fmla="*/ 3136 w 10000"/>
                  <a:gd name="connsiteY44-2682" fmla="*/ 2606 h 10000"/>
                  <a:gd name="connsiteX45-2683" fmla="*/ 3876 w 10000"/>
                  <a:gd name="connsiteY45-2684" fmla="*/ 3799 h 10000"/>
                  <a:gd name="connsiteX46-2685" fmla="*/ 2703 w 10000"/>
                  <a:gd name="connsiteY46-2686" fmla="*/ 4569 h 10000"/>
                  <a:gd name="connsiteX47-2687" fmla="*/ 2719 w 10000"/>
                  <a:gd name="connsiteY47-2688" fmla="*/ 4808 h 10000"/>
                  <a:gd name="connsiteX48-2689" fmla="*/ 2927 w 10000"/>
                  <a:gd name="connsiteY48-2690" fmla="*/ 4771 h 10000"/>
                  <a:gd name="connsiteX49-2691" fmla="*/ 4744 w 10000"/>
                  <a:gd name="connsiteY49-2692" fmla="*/ 4423 h 10000"/>
                  <a:gd name="connsiteX50-2693" fmla="*/ 4937 w 10000"/>
                  <a:gd name="connsiteY50-2694" fmla="*/ 4423 h 10000"/>
                  <a:gd name="connsiteX51-2695" fmla="*/ 5804 w 10000"/>
                  <a:gd name="connsiteY51-2696" fmla="*/ 4184 h 10000"/>
                  <a:gd name="connsiteX52-2697" fmla="*/ 6383 w 10000"/>
                  <a:gd name="connsiteY52-2698" fmla="*/ 4973 h 10000"/>
                  <a:gd name="connsiteX53-2699" fmla="*/ 6512 w 10000"/>
                  <a:gd name="connsiteY53-2700" fmla="*/ 5119 h 10000"/>
                  <a:gd name="connsiteX54-2701" fmla="*/ 7572 w 10000"/>
                  <a:gd name="connsiteY54-2702" fmla="*/ 6532 h 10000"/>
                  <a:gd name="connsiteX55-2703" fmla="*/ 7273 w 10000"/>
                  <a:gd name="connsiteY55-2704" fmla="*/ 7835 h 10000"/>
                  <a:gd name="connsiteX56-2705" fmla="*/ 5483 w 10000"/>
                  <a:gd name="connsiteY56-2706" fmla="*/ 8218 h 10000"/>
                  <a:gd name="connsiteX57-2707" fmla="*/ 5467 w 10000"/>
                  <a:gd name="connsiteY57-2708" fmla="*/ 8273 h 10000"/>
                  <a:gd name="connsiteX58-2709" fmla="*/ 3490 w 10000"/>
                  <a:gd name="connsiteY58-2710" fmla="*/ 8053 h 10000"/>
                  <a:gd name="connsiteX59-2711" fmla="*/ 3345 w 10000"/>
                  <a:gd name="connsiteY59-2712" fmla="*/ 7357 h 10000"/>
                  <a:gd name="connsiteX60-2713" fmla="*/ 3586 w 10000"/>
                  <a:gd name="connsiteY60-2714" fmla="*/ 7082 h 10000"/>
                  <a:gd name="connsiteX61-2715" fmla="*/ 3683 w 10000"/>
                  <a:gd name="connsiteY61-2716" fmla="*/ 6880 h 10000"/>
                  <a:gd name="connsiteX62-2717" fmla="*/ 3490 w 10000"/>
                  <a:gd name="connsiteY62-2718" fmla="*/ 6770 h 10000"/>
                  <a:gd name="connsiteX63-2719" fmla="*/ 3072 w 10000"/>
                  <a:gd name="connsiteY63-2720" fmla="*/ 7247 h 10000"/>
                  <a:gd name="connsiteX64-2721" fmla="*/ 3249 w 10000"/>
                  <a:gd name="connsiteY64-2722" fmla="*/ 8255 h 10000"/>
                  <a:gd name="connsiteX65-2723" fmla="*/ 3249 w 10000"/>
                  <a:gd name="connsiteY65-2724" fmla="*/ 8273 h 10000"/>
                  <a:gd name="connsiteX66-2725" fmla="*/ 4680 w 10000"/>
                  <a:gd name="connsiteY66-2726" fmla="*/ 8825 h 10000"/>
                  <a:gd name="connsiteX67-2727" fmla="*/ 5354 w 10000"/>
                  <a:gd name="connsiteY67-2728" fmla="*/ 8677 h 10000"/>
                  <a:gd name="connsiteX68-2729" fmla="*/ 3393 w 10000"/>
                  <a:gd name="connsiteY68-2730" fmla="*/ 9998 h 10000"/>
                  <a:gd name="connsiteX69-2731" fmla="*/ 2253 w 10000"/>
                  <a:gd name="connsiteY69-2732" fmla="*/ 9228 h 10000"/>
                  <a:gd name="connsiteX70-2733" fmla="*/ 1224 w 10000"/>
                  <a:gd name="connsiteY70-2734" fmla="*/ 7137 h 10000"/>
                  <a:gd name="connsiteX71-2735" fmla="*/ 3 w 10000"/>
                  <a:gd name="connsiteY71-2736" fmla="*/ 4954 h 10000"/>
                  <a:gd name="connsiteX0-2737" fmla="*/ 3 w 10000"/>
                  <a:gd name="connsiteY0-2738" fmla="*/ 4954 h 10000"/>
                  <a:gd name="connsiteX1-2739" fmla="*/ 726 w 10000"/>
                  <a:gd name="connsiteY1-2740" fmla="*/ 3028 h 10000"/>
                  <a:gd name="connsiteX2-2741" fmla="*/ 1337 w 10000"/>
                  <a:gd name="connsiteY2-2742" fmla="*/ 1635 h 10000"/>
                  <a:gd name="connsiteX3-2743" fmla="*/ 3233 w 10000"/>
                  <a:gd name="connsiteY3-2744" fmla="*/ 773 h 10000"/>
                  <a:gd name="connsiteX4-2745" fmla="*/ 5997 w 10000"/>
                  <a:gd name="connsiteY4-2746" fmla="*/ 424 h 10000"/>
                  <a:gd name="connsiteX5-2747" fmla="*/ 8488 w 10000"/>
                  <a:gd name="connsiteY5-2748" fmla="*/ 1452 h 10000"/>
                  <a:gd name="connsiteX6-2749" fmla="*/ 9693 w 10000"/>
                  <a:gd name="connsiteY6-2750" fmla="*/ 4661 h 10000"/>
                  <a:gd name="connsiteX7-2751" fmla="*/ 7765 w 10000"/>
                  <a:gd name="connsiteY7-2752" fmla="*/ 5852 h 10000"/>
                  <a:gd name="connsiteX8-2753" fmla="*/ 6752 w 10000"/>
                  <a:gd name="connsiteY8-2754" fmla="*/ 4844 h 10000"/>
                  <a:gd name="connsiteX9-2755" fmla="*/ 7444 w 10000"/>
                  <a:gd name="connsiteY9-2756" fmla="*/ 2845 h 10000"/>
                  <a:gd name="connsiteX10-2757" fmla="*/ 8680 w 10000"/>
                  <a:gd name="connsiteY10-2758" fmla="*/ 2808 h 10000"/>
                  <a:gd name="connsiteX11-2759" fmla="*/ 8873 w 10000"/>
                  <a:gd name="connsiteY11-2760" fmla="*/ 3799 h 10000"/>
                  <a:gd name="connsiteX12-2761" fmla="*/ 8568 w 10000"/>
                  <a:gd name="connsiteY12-2762" fmla="*/ 4203 h 10000"/>
                  <a:gd name="connsiteX13-2763" fmla="*/ 7941 w 10000"/>
                  <a:gd name="connsiteY13-2764" fmla="*/ 4184 h 10000"/>
                  <a:gd name="connsiteX14-2765" fmla="*/ 7748 w 10000"/>
                  <a:gd name="connsiteY14-2766" fmla="*/ 4276 h 10000"/>
                  <a:gd name="connsiteX15-2767" fmla="*/ 7829 w 10000"/>
                  <a:gd name="connsiteY15-2768" fmla="*/ 4496 h 10000"/>
                  <a:gd name="connsiteX16-2769" fmla="*/ 8664 w 10000"/>
                  <a:gd name="connsiteY16-2770" fmla="*/ 4514 h 10000"/>
                  <a:gd name="connsiteX17-2771" fmla="*/ 9163 w 10000"/>
                  <a:gd name="connsiteY17-2772" fmla="*/ 3928 h 10000"/>
                  <a:gd name="connsiteX18-2773" fmla="*/ 8857 w 10000"/>
                  <a:gd name="connsiteY18-2774" fmla="*/ 2533 h 10000"/>
                  <a:gd name="connsiteX19-2775" fmla="*/ 7637 w 10000"/>
                  <a:gd name="connsiteY19-2776" fmla="*/ 2350 h 10000"/>
                  <a:gd name="connsiteX20-2777" fmla="*/ 6720 w 10000"/>
                  <a:gd name="connsiteY20-2778" fmla="*/ 1360 h 10000"/>
                  <a:gd name="connsiteX21-2779" fmla="*/ 5627 w 10000"/>
                  <a:gd name="connsiteY21-2780" fmla="*/ 1470 h 10000"/>
                  <a:gd name="connsiteX22-2781" fmla="*/ 4390 w 10000"/>
                  <a:gd name="connsiteY22-2782" fmla="*/ 902 h 10000"/>
                  <a:gd name="connsiteX23-2783" fmla="*/ 3442 w 10000"/>
                  <a:gd name="connsiteY23-2784" fmla="*/ 1543 h 10000"/>
                  <a:gd name="connsiteX24-2785" fmla="*/ 3201 w 10000"/>
                  <a:gd name="connsiteY24-2786" fmla="*/ 2277 h 10000"/>
                  <a:gd name="connsiteX25-2787" fmla="*/ 1578 w 10000"/>
                  <a:gd name="connsiteY25-2788" fmla="*/ 2771 h 10000"/>
                  <a:gd name="connsiteX26-2789" fmla="*/ 1257 w 10000"/>
                  <a:gd name="connsiteY26-2790" fmla="*/ 4203 h 10000"/>
                  <a:gd name="connsiteX27-2791" fmla="*/ 902 w 10000"/>
                  <a:gd name="connsiteY27-2792" fmla="*/ 5486 h 10000"/>
                  <a:gd name="connsiteX28-2793" fmla="*/ 1417 w 10000"/>
                  <a:gd name="connsiteY28-2794" fmla="*/ 6294 h 10000"/>
                  <a:gd name="connsiteX29-2795" fmla="*/ 2670 w 10000"/>
                  <a:gd name="connsiteY29-2796" fmla="*/ 6129 h 10000"/>
                  <a:gd name="connsiteX30-2797" fmla="*/ 4518 w 10000"/>
                  <a:gd name="connsiteY30-2798" fmla="*/ 6092 h 10000"/>
                  <a:gd name="connsiteX31-2799" fmla="*/ 5531 w 10000"/>
                  <a:gd name="connsiteY31-2800" fmla="*/ 6642 h 10000"/>
                  <a:gd name="connsiteX32-2801" fmla="*/ 5611 w 10000"/>
                  <a:gd name="connsiteY32-2802" fmla="*/ 6642 h 10000"/>
                  <a:gd name="connsiteX33-2803" fmla="*/ 6093 w 10000"/>
                  <a:gd name="connsiteY33-2804" fmla="*/ 6129 h 10000"/>
                  <a:gd name="connsiteX34-2805" fmla="*/ 6013 w 10000"/>
                  <a:gd name="connsiteY34-2806" fmla="*/ 5907 h 10000"/>
                  <a:gd name="connsiteX35-2807" fmla="*/ 5820 w 10000"/>
                  <a:gd name="connsiteY35-2808" fmla="*/ 5981 h 10000"/>
                  <a:gd name="connsiteX36-2809" fmla="*/ 5547 w 10000"/>
                  <a:gd name="connsiteY36-2810" fmla="*/ 6312 h 10000"/>
                  <a:gd name="connsiteX37-2811" fmla="*/ 4695 w 10000"/>
                  <a:gd name="connsiteY37-2812" fmla="*/ 5834 h 10000"/>
                  <a:gd name="connsiteX38-2813" fmla="*/ 2510 w 10000"/>
                  <a:gd name="connsiteY38-2814" fmla="*/ 5852 h 10000"/>
                  <a:gd name="connsiteX39-2815" fmla="*/ 1545 w 10000"/>
                  <a:gd name="connsiteY39-2816" fmla="*/ 5981 h 10000"/>
                  <a:gd name="connsiteX40-2817" fmla="*/ 1208 w 10000"/>
                  <a:gd name="connsiteY40-2818" fmla="*/ 5431 h 10000"/>
                  <a:gd name="connsiteX41-2819" fmla="*/ 1514 w 10000"/>
                  <a:gd name="connsiteY41-2820" fmla="*/ 4386 h 10000"/>
                  <a:gd name="connsiteX42-2821" fmla="*/ 1561 w 10000"/>
                  <a:gd name="connsiteY42-2822" fmla="*/ 4203 h 10000"/>
                  <a:gd name="connsiteX43-2823" fmla="*/ 1787 w 10000"/>
                  <a:gd name="connsiteY43-2824" fmla="*/ 2991 h 10000"/>
                  <a:gd name="connsiteX44-2825" fmla="*/ 3136 w 10000"/>
                  <a:gd name="connsiteY44-2826" fmla="*/ 2606 h 10000"/>
                  <a:gd name="connsiteX45-2827" fmla="*/ 3876 w 10000"/>
                  <a:gd name="connsiteY45-2828" fmla="*/ 3799 h 10000"/>
                  <a:gd name="connsiteX46-2829" fmla="*/ 2703 w 10000"/>
                  <a:gd name="connsiteY46-2830" fmla="*/ 4569 h 10000"/>
                  <a:gd name="connsiteX47-2831" fmla="*/ 2719 w 10000"/>
                  <a:gd name="connsiteY47-2832" fmla="*/ 4808 h 10000"/>
                  <a:gd name="connsiteX48-2833" fmla="*/ 2927 w 10000"/>
                  <a:gd name="connsiteY48-2834" fmla="*/ 4771 h 10000"/>
                  <a:gd name="connsiteX49-2835" fmla="*/ 4744 w 10000"/>
                  <a:gd name="connsiteY49-2836" fmla="*/ 4423 h 10000"/>
                  <a:gd name="connsiteX50-2837" fmla="*/ 4937 w 10000"/>
                  <a:gd name="connsiteY50-2838" fmla="*/ 4423 h 10000"/>
                  <a:gd name="connsiteX51-2839" fmla="*/ 5804 w 10000"/>
                  <a:gd name="connsiteY51-2840" fmla="*/ 4184 h 10000"/>
                  <a:gd name="connsiteX52-2841" fmla="*/ 6383 w 10000"/>
                  <a:gd name="connsiteY52-2842" fmla="*/ 4973 h 10000"/>
                  <a:gd name="connsiteX53-2843" fmla="*/ 6512 w 10000"/>
                  <a:gd name="connsiteY53-2844" fmla="*/ 5119 h 10000"/>
                  <a:gd name="connsiteX54-2845" fmla="*/ 7572 w 10000"/>
                  <a:gd name="connsiteY54-2846" fmla="*/ 6532 h 10000"/>
                  <a:gd name="connsiteX55-2847" fmla="*/ 7273 w 10000"/>
                  <a:gd name="connsiteY55-2848" fmla="*/ 7835 h 10000"/>
                  <a:gd name="connsiteX56-2849" fmla="*/ 5483 w 10000"/>
                  <a:gd name="connsiteY56-2850" fmla="*/ 8218 h 10000"/>
                  <a:gd name="connsiteX57-2851" fmla="*/ 5467 w 10000"/>
                  <a:gd name="connsiteY57-2852" fmla="*/ 8273 h 10000"/>
                  <a:gd name="connsiteX58-2853" fmla="*/ 3490 w 10000"/>
                  <a:gd name="connsiteY58-2854" fmla="*/ 8053 h 10000"/>
                  <a:gd name="connsiteX59-2855" fmla="*/ 3345 w 10000"/>
                  <a:gd name="connsiteY59-2856" fmla="*/ 7357 h 10000"/>
                  <a:gd name="connsiteX60-2857" fmla="*/ 3586 w 10000"/>
                  <a:gd name="connsiteY60-2858" fmla="*/ 7082 h 10000"/>
                  <a:gd name="connsiteX61-2859" fmla="*/ 3683 w 10000"/>
                  <a:gd name="connsiteY61-2860" fmla="*/ 6880 h 10000"/>
                  <a:gd name="connsiteX62-2861" fmla="*/ 3490 w 10000"/>
                  <a:gd name="connsiteY62-2862" fmla="*/ 6770 h 10000"/>
                  <a:gd name="connsiteX63-2863" fmla="*/ 3072 w 10000"/>
                  <a:gd name="connsiteY63-2864" fmla="*/ 7247 h 10000"/>
                  <a:gd name="connsiteX64-2865" fmla="*/ 3249 w 10000"/>
                  <a:gd name="connsiteY64-2866" fmla="*/ 8255 h 10000"/>
                  <a:gd name="connsiteX65-2867" fmla="*/ 3249 w 10000"/>
                  <a:gd name="connsiteY65-2868" fmla="*/ 8273 h 10000"/>
                  <a:gd name="connsiteX66-2869" fmla="*/ 4680 w 10000"/>
                  <a:gd name="connsiteY66-2870" fmla="*/ 8825 h 10000"/>
                  <a:gd name="connsiteX67-2871" fmla="*/ 5354 w 10000"/>
                  <a:gd name="connsiteY67-2872" fmla="*/ 8677 h 10000"/>
                  <a:gd name="connsiteX68-2873" fmla="*/ 3393 w 10000"/>
                  <a:gd name="connsiteY68-2874" fmla="*/ 9998 h 10000"/>
                  <a:gd name="connsiteX69-2875" fmla="*/ 2253 w 10000"/>
                  <a:gd name="connsiteY69-2876" fmla="*/ 9228 h 10000"/>
                  <a:gd name="connsiteX70-2877" fmla="*/ 1224 w 10000"/>
                  <a:gd name="connsiteY70-2878" fmla="*/ 7137 h 10000"/>
                  <a:gd name="connsiteX71-2879" fmla="*/ 3 w 10000"/>
                  <a:gd name="connsiteY71-2880" fmla="*/ 4954 h 10000"/>
                  <a:gd name="connsiteX0-2881" fmla="*/ 3 w 10000"/>
                  <a:gd name="connsiteY0-2882" fmla="*/ 4954 h 10000"/>
                  <a:gd name="connsiteX1-2883" fmla="*/ 726 w 10000"/>
                  <a:gd name="connsiteY1-2884" fmla="*/ 3028 h 10000"/>
                  <a:gd name="connsiteX2-2885" fmla="*/ 1337 w 10000"/>
                  <a:gd name="connsiteY2-2886" fmla="*/ 1635 h 10000"/>
                  <a:gd name="connsiteX3-2887" fmla="*/ 3233 w 10000"/>
                  <a:gd name="connsiteY3-2888" fmla="*/ 773 h 10000"/>
                  <a:gd name="connsiteX4-2889" fmla="*/ 5997 w 10000"/>
                  <a:gd name="connsiteY4-2890" fmla="*/ 424 h 10000"/>
                  <a:gd name="connsiteX5-2891" fmla="*/ 8488 w 10000"/>
                  <a:gd name="connsiteY5-2892" fmla="*/ 1452 h 10000"/>
                  <a:gd name="connsiteX6-2893" fmla="*/ 9693 w 10000"/>
                  <a:gd name="connsiteY6-2894" fmla="*/ 4661 h 10000"/>
                  <a:gd name="connsiteX7-2895" fmla="*/ 7765 w 10000"/>
                  <a:gd name="connsiteY7-2896" fmla="*/ 5852 h 10000"/>
                  <a:gd name="connsiteX8-2897" fmla="*/ 6752 w 10000"/>
                  <a:gd name="connsiteY8-2898" fmla="*/ 4844 h 10000"/>
                  <a:gd name="connsiteX9-2899" fmla="*/ 7444 w 10000"/>
                  <a:gd name="connsiteY9-2900" fmla="*/ 2845 h 10000"/>
                  <a:gd name="connsiteX10-2901" fmla="*/ 8680 w 10000"/>
                  <a:gd name="connsiteY10-2902" fmla="*/ 2808 h 10000"/>
                  <a:gd name="connsiteX11-2903" fmla="*/ 8873 w 10000"/>
                  <a:gd name="connsiteY11-2904" fmla="*/ 3799 h 10000"/>
                  <a:gd name="connsiteX12-2905" fmla="*/ 8568 w 10000"/>
                  <a:gd name="connsiteY12-2906" fmla="*/ 4203 h 10000"/>
                  <a:gd name="connsiteX13-2907" fmla="*/ 7941 w 10000"/>
                  <a:gd name="connsiteY13-2908" fmla="*/ 4184 h 10000"/>
                  <a:gd name="connsiteX14-2909" fmla="*/ 7748 w 10000"/>
                  <a:gd name="connsiteY14-2910" fmla="*/ 4276 h 10000"/>
                  <a:gd name="connsiteX15-2911" fmla="*/ 7829 w 10000"/>
                  <a:gd name="connsiteY15-2912" fmla="*/ 4496 h 10000"/>
                  <a:gd name="connsiteX16-2913" fmla="*/ 8664 w 10000"/>
                  <a:gd name="connsiteY16-2914" fmla="*/ 4514 h 10000"/>
                  <a:gd name="connsiteX17-2915" fmla="*/ 9163 w 10000"/>
                  <a:gd name="connsiteY17-2916" fmla="*/ 3928 h 10000"/>
                  <a:gd name="connsiteX18-2917" fmla="*/ 8857 w 10000"/>
                  <a:gd name="connsiteY18-2918" fmla="*/ 2533 h 10000"/>
                  <a:gd name="connsiteX19-2919" fmla="*/ 7637 w 10000"/>
                  <a:gd name="connsiteY19-2920" fmla="*/ 2350 h 10000"/>
                  <a:gd name="connsiteX20-2921" fmla="*/ 6720 w 10000"/>
                  <a:gd name="connsiteY20-2922" fmla="*/ 1360 h 10000"/>
                  <a:gd name="connsiteX21-2923" fmla="*/ 5627 w 10000"/>
                  <a:gd name="connsiteY21-2924" fmla="*/ 1470 h 10000"/>
                  <a:gd name="connsiteX22-2925" fmla="*/ 4390 w 10000"/>
                  <a:gd name="connsiteY22-2926" fmla="*/ 902 h 10000"/>
                  <a:gd name="connsiteX23-2927" fmla="*/ 3442 w 10000"/>
                  <a:gd name="connsiteY23-2928" fmla="*/ 1543 h 10000"/>
                  <a:gd name="connsiteX24-2929" fmla="*/ 3201 w 10000"/>
                  <a:gd name="connsiteY24-2930" fmla="*/ 2277 h 10000"/>
                  <a:gd name="connsiteX25-2931" fmla="*/ 1578 w 10000"/>
                  <a:gd name="connsiteY25-2932" fmla="*/ 2771 h 10000"/>
                  <a:gd name="connsiteX26-2933" fmla="*/ 1257 w 10000"/>
                  <a:gd name="connsiteY26-2934" fmla="*/ 4203 h 10000"/>
                  <a:gd name="connsiteX27-2935" fmla="*/ 902 w 10000"/>
                  <a:gd name="connsiteY27-2936" fmla="*/ 5486 h 10000"/>
                  <a:gd name="connsiteX28-2937" fmla="*/ 1417 w 10000"/>
                  <a:gd name="connsiteY28-2938" fmla="*/ 6294 h 10000"/>
                  <a:gd name="connsiteX29-2939" fmla="*/ 2670 w 10000"/>
                  <a:gd name="connsiteY29-2940" fmla="*/ 6129 h 10000"/>
                  <a:gd name="connsiteX30-2941" fmla="*/ 4518 w 10000"/>
                  <a:gd name="connsiteY30-2942" fmla="*/ 6092 h 10000"/>
                  <a:gd name="connsiteX31-2943" fmla="*/ 5531 w 10000"/>
                  <a:gd name="connsiteY31-2944" fmla="*/ 6642 h 10000"/>
                  <a:gd name="connsiteX32-2945" fmla="*/ 5611 w 10000"/>
                  <a:gd name="connsiteY32-2946" fmla="*/ 6642 h 10000"/>
                  <a:gd name="connsiteX33-2947" fmla="*/ 6093 w 10000"/>
                  <a:gd name="connsiteY33-2948" fmla="*/ 6129 h 10000"/>
                  <a:gd name="connsiteX34-2949" fmla="*/ 6013 w 10000"/>
                  <a:gd name="connsiteY34-2950" fmla="*/ 5907 h 10000"/>
                  <a:gd name="connsiteX35-2951" fmla="*/ 5820 w 10000"/>
                  <a:gd name="connsiteY35-2952" fmla="*/ 5981 h 10000"/>
                  <a:gd name="connsiteX36-2953" fmla="*/ 5547 w 10000"/>
                  <a:gd name="connsiteY36-2954" fmla="*/ 6312 h 10000"/>
                  <a:gd name="connsiteX37-2955" fmla="*/ 4695 w 10000"/>
                  <a:gd name="connsiteY37-2956" fmla="*/ 5834 h 10000"/>
                  <a:gd name="connsiteX38-2957" fmla="*/ 2510 w 10000"/>
                  <a:gd name="connsiteY38-2958" fmla="*/ 5852 h 10000"/>
                  <a:gd name="connsiteX39-2959" fmla="*/ 1545 w 10000"/>
                  <a:gd name="connsiteY39-2960" fmla="*/ 5981 h 10000"/>
                  <a:gd name="connsiteX40-2961" fmla="*/ 1208 w 10000"/>
                  <a:gd name="connsiteY40-2962" fmla="*/ 5431 h 10000"/>
                  <a:gd name="connsiteX41-2963" fmla="*/ 1514 w 10000"/>
                  <a:gd name="connsiteY41-2964" fmla="*/ 4386 h 10000"/>
                  <a:gd name="connsiteX42-2965" fmla="*/ 1561 w 10000"/>
                  <a:gd name="connsiteY42-2966" fmla="*/ 4203 h 10000"/>
                  <a:gd name="connsiteX43-2967" fmla="*/ 1787 w 10000"/>
                  <a:gd name="connsiteY43-2968" fmla="*/ 2991 h 10000"/>
                  <a:gd name="connsiteX44-2969" fmla="*/ 3136 w 10000"/>
                  <a:gd name="connsiteY44-2970" fmla="*/ 2606 h 10000"/>
                  <a:gd name="connsiteX45-2971" fmla="*/ 3876 w 10000"/>
                  <a:gd name="connsiteY45-2972" fmla="*/ 3799 h 10000"/>
                  <a:gd name="connsiteX46-2973" fmla="*/ 2703 w 10000"/>
                  <a:gd name="connsiteY46-2974" fmla="*/ 4569 h 10000"/>
                  <a:gd name="connsiteX47-2975" fmla="*/ 2719 w 10000"/>
                  <a:gd name="connsiteY47-2976" fmla="*/ 4808 h 10000"/>
                  <a:gd name="connsiteX48-2977" fmla="*/ 2927 w 10000"/>
                  <a:gd name="connsiteY48-2978" fmla="*/ 4771 h 10000"/>
                  <a:gd name="connsiteX49-2979" fmla="*/ 4744 w 10000"/>
                  <a:gd name="connsiteY49-2980" fmla="*/ 4423 h 10000"/>
                  <a:gd name="connsiteX50-2981" fmla="*/ 4937 w 10000"/>
                  <a:gd name="connsiteY50-2982" fmla="*/ 4423 h 10000"/>
                  <a:gd name="connsiteX51-2983" fmla="*/ 5804 w 10000"/>
                  <a:gd name="connsiteY51-2984" fmla="*/ 4184 h 10000"/>
                  <a:gd name="connsiteX52-2985" fmla="*/ 6383 w 10000"/>
                  <a:gd name="connsiteY52-2986" fmla="*/ 4973 h 10000"/>
                  <a:gd name="connsiteX53-2987" fmla="*/ 6512 w 10000"/>
                  <a:gd name="connsiteY53-2988" fmla="*/ 5119 h 10000"/>
                  <a:gd name="connsiteX54-2989" fmla="*/ 7572 w 10000"/>
                  <a:gd name="connsiteY54-2990" fmla="*/ 6532 h 10000"/>
                  <a:gd name="connsiteX55-2991" fmla="*/ 7273 w 10000"/>
                  <a:gd name="connsiteY55-2992" fmla="*/ 7835 h 10000"/>
                  <a:gd name="connsiteX56-2993" fmla="*/ 5483 w 10000"/>
                  <a:gd name="connsiteY56-2994" fmla="*/ 8218 h 10000"/>
                  <a:gd name="connsiteX57-2995" fmla="*/ 5467 w 10000"/>
                  <a:gd name="connsiteY57-2996" fmla="*/ 8273 h 10000"/>
                  <a:gd name="connsiteX58-2997" fmla="*/ 3490 w 10000"/>
                  <a:gd name="connsiteY58-2998" fmla="*/ 8053 h 10000"/>
                  <a:gd name="connsiteX59-2999" fmla="*/ 3345 w 10000"/>
                  <a:gd name="connsiteY59-3000" fmla="*/ 7357 h 10000"/>
                  <a:gd name="connsiteX60-3001" fmla="*/ 3586 w 10000"/>
                  <a:gd name="connsiteY60-3002" fmla="*/ 7082 h 10000"/>
                  <a:gd name="connsiteX61-3003" fmla="*/ 3683 w 10000"/>
                  <a:gd name="connsiteY61-3004" fmla="*/ 6880 h 10000"/>
                  <a:gd name="connsiteX62-3005" fmla="*/ 3490 w 10000"/>
                  <a:gd name="connsiteY62-3006" fmla="*/ 6770 h 10000"/>
                  <a:gd name="connsiteX63-3007" fmla="*/ 3072 w 10000"/>
                  <a:gd name="connsiteY63-3008" fmla="*/ 7247 h 10000"/>
                  <a:gd name="connsiteX64-3009" fmla="*/ 3249 w 10000"/>
                  <a:gd name="connsiteY64-3010" fmla="*/ 8255 h 10000"/>
                  <a:gd name="connsiteX65-3011" fmla="*/ 3249 w 10000"/>
                  <a:gd name="connsiteY65-3012" fmla="*/ 8273 h 10000"/>
                  <a:gd name="connsiteX66-3013" fmla="*/ 4680 w 10000"/>
                  <a:gd name="connsiteY66-3014" fmla="*/ 8825 h 10000"/>
                  <a:gd name="connsiteX67-3015" fmla="*/ 5354 w 10000"/>
                  <a:gd name="connsiteY67-3016" fmla="*/ 8677 h 10000"/>
                  <a:gd name="connsiteX68-3017" fmla="*/ 3393 w 10000"/>
                  <a:gd name="connsiteY68-3018" fmla="*/ 9998 h 10000"/>
                  <a:gd name="connsiteX69-3019" fmla="*/ 2253 w 10000"/>
                  <a:gd name="connsiteY69-3020" fmla="*/ 9228 h 10000"/>
                  <a:gd name="connsiteX70-3021" fmla="*/ 1224 w 10000"/>
                  <a:gd name="connsiteY70-3022" fmla="*/ 7137 h 10000"/>
                  <a:gd name="connsiteX71-3023" fmla="*/ 3 w 10000"/>
                  <a:gd name="connsiteY71-3024" fmla="*/ 4954 h 10000"/>
                  <a:gd name="connsiteX0-3025" fmla="*/ 3 w 10000"/>
                  <a:gd name="connsiteY0-3026" fmla="*/ 4954 h 10000"/>
                  <a:gd name="connsiteX1-3027" fmla="*/ 726 w 10000"/>
                  <a:gd name="connsiteY1-3028" fmla="*/ 3028 h 10000"/>
                  <a:gd name="connsiteX2-3029" fmla="*/ 1337 w 10000"/>
                  <a:gd name="connsiteY2-3030" fmla="*/ 1635 h 10000"/>
                  <a:gd name="connsiteX3-3031" fmla="*/ 3233 w 10000"/>
                  <a:gd name="connsiteY3-3032" fmla="*/ 773 h 10000"/>
                  <a:gd name="connsiteX4-3033" fmla="*/ 5997 w 10000"/>
                  <a:gd name="connsiteY4-3034" fmla="*/ 424 h 10000"/>
                  <a:gd name="connsiteX5-3035" fmla="*/ 8488 w 10000"/>
                  <a:gd name="connsiteY5-3036" fmla="*/ 1452 h 10000"/>
                  <a:gd name="connsiteX6-3037" fmla="*/ 9693 w 10000"/>
                  <a:gd name="connsiteY6-3038" fmla="*/ 4661 h 10000"/>
                  <a:gd name="connsiteX7-3039" fmla="*/ 7765 w 10000"/>
                  <a:gd name="connsiteY7-3040" fmla="*/ 5852 h 10000"/>
                  <a:gd name="connsiteX8-3041" fmla="*/ 6752 w 10000"/>
                  <a:gd name="connsiteY8-3042" fmla="*/ 4844 h 10000"/>
                  <a:gd name="connsiteX9-3043" fmla="*/ 7444 w 10000"/>
                  <a:gd name="connsiteY9-3044" fmla="*/ 2845 h 10000"/>
                  <a:gd name="connsiteX10-3045" fmla="*/ 8680 w 10000"/>
                  <a:gd name="connsiteY10-3046" fmla="*/ 2808 h 10000"/>
                  <a:gd name="connsiteX11-3047" fmla="*/ 8873 w 10000"/>
                  <a:gd name="connsiteY11-3048" fmla="*/ 3799 h 10000"/>
                  <a:gd name="connsiteX12-3049" fmla="*/ 8568 w 10000"/>
                  <a:gd name="connsiteY12-3050" fmla="*/ 4203 h 10000"/>
                  <a:gd name="connsiteX13-3051" fmla="*/ 7941 w 10000"/>
                  <a:gd name="connsiteY13-3052" fmla="*/ 4184 h 10000"/>
                  <a:gd name="connsiteX14-3053" fmla="*/ 7748 w 10000"/>
                  <a:gd name="connsiteY14-3054" fmla="*/ 4276 h 10000"/>
                  <a:gd name="connsiteX15-3055" fmla="*/ 7829 w 10000"/>
                  <a:gd name="connsiteY15-3056" fmla="*/ 4496 h 10000"/>
                  <a:gd name="connsiteX16-3057" fmla="*/ 8664 w 10000"/>
                  <a:gd name="connsiteY16-3058" fmla="*/ 4514 h 10000"/>
                  <a:gd name="connsiteX17-3059" fmla="*/ 9163 w 10000"/>
                  <a:gd name="connsiteY17-3060" fmla="*/ 3928 h 10000"/>
                  <a:gd name="connsiteX18-3061" fmla="*/ 8857 w 10000"/>
                  <a:gd name="connsiteY18-3062" fmla="*/ 2533 h 10000"/>
                  <a:gd name="connsiteX19-3063" fmla="*/ 7637 w 10000"/>
                  <a:gd name="connsiteY19-3064" fmla="*/ 2350 h 10000"/>
                  <a:gd name="connsiteX20-3065" fmla="*/ 6720 w 10000"/>
                  <a:gd name="connsiteY20-3066" fmla="*/ 1360 h 10000"/>
                  <a:gd name="connsiteX21-3067" fmla="*/ 5627 w 10000"/>
                  <a:gd name="connsiteY21-3068" fmla="*/ 1470 h 10000"/>
                  <a:gd name="connsiteX22-3069" fmla="*/ 4390 w 10000"/>
                  <a:gd name="connsiteY22-3070" fmla="*/ 902 h 10000"/>
                  <a:gd name="connsiteX23-3071" fmla="*/ 3442 w 10000"/>
                  <a:gd name="connsiteY23-3072" fmla="*/ 1543 h 10000"/>
                  <a:gd name="connsiteX24-3073" fmla="*/ 3201 w 10000"/>
                  <a:gd name="connsiteY24-3074" fmla="*/ 2277 h 10000"/>
                  <a:gd name="connsiteX25-3075" fmla="*/ 1578 w 10000"/>
                  <a:gd name="connsiteY25-3076" fmla="*/ 2771 h 10000"/>
                  <a:gd name="connsiteX26-3077" fmla="*/ 1257 w 10000"/>
                  <a:gd name="connsiteY26-3078" fmla="*/ 4203 h 10000"/>
                  <a:gd name="connsiteX27-3079" fmla="*/ 902 w 10000"/>
                  <a:gd name="connsiteY27-3080" fmla="*/ 5486 h 10000"/>
                  <a:gd name="connsiteX28-3081" fmla="*/ 1417 w 10000"/>
                  <a:gd name="connsiteY28-3082" fmla="*/ 6294 h 10000"/>
                  <a:gd name="connsiteX29-3083" fmla="*/ 2670 w 10000"/>
                  <a:gd name="connsiteY29-3084" fmla="*/ 6129 h 10000"/>
                  <a:gd name="connsiteX30-3085" fmla="*/ 4518 w 10000"/>
                  <a:gd name="connsiteY30-3086" fmla="*/ 6092 h 10000"/>
                  <a:gd name="connsiteX31-3087" fmla="*/ 5531 w 10000"/>
                  <a:gd name="connsiteY31-3088" fmla="*/ 6642 h 10000"/>
                  <a:gd name="connsiteX32-3089" fmla="*/ 5611 w 10000"/>
                  <a:gd name="connsiteY32-3090" fmla="*/ 6642 h 10000"/>
                  <a:gd name="connsiteX33-3091" fmla="*/ 6093 w 10000"/>
                  <a:gd name="connsiteY33-3092" fmla="*/ 6129 h 10000"/>
                  <a:gd name="connsiteX34-3093" fmla="*/ 6013 w 10000"/>
                  <a:gd name="connsiteY34-3094" fmla="*/ 5907 h 10000"/>
                  <a:gd name="connsiteX35-3095" fmla="*/ 5820 w 10000"/>
                  <a:gd name="connsiteY35-3096" fmla="*/ 5981 h 10000"/>
                  <a:gd name="connsiteX36-3097" fmla="*/ 5547 w 10000"/>
                  <a:gd name="connsiteY36-3098" fmla="*/ 6312 h 10000"/>
                  <a:gd name="connsiteX37-3099" fmla="*/ 4695 w 10000"/>
                  <a:gd name="connsiteY37-3100" fmla="*/ 5834 h 10000"/>
                  <a:gd name="connsiteX38-3101" fmla="*/ 2510 w 10000"/>
                  <a:gd name="connsiteY38-3102" fmla="*/ 5852 h 10000"/>
                  <a:gd name="connsiteX39-3103" fmla="*/ 1545 w 10000"/>
                  <a:gd name="connsiteY39-3104" fmla="*/ 5981 h 10000"/>
                  <a:gd name="connsiteX40-3105" fmla="*/ 1208 w 10000"/>
                  <a:gd name="connsiteY40-3106" fmla="*/ 5431 h 10000"/>
                  <a:gd name="connsiteX41-3107" fmla="*/ 1514 w 10000"/>
                  <a:gd name="connsiteY41-3108" fmla="*/ 4386 h 10000"/>
                  <a:gd name="connsiteX42-3109" fmla="*/ 1561 w 10000"/>
                  <a:gd name="connsiteY42-3110" fmla="*/ 4203 h 10000"/>
                  <a:gd name="connsiteX43-3111" fmla="*/ 1787 w 10000"/>
                  <a:gd name="connsiteY43-3112" fmla="*/ 2991 h 10000"/>
                  <a:gd name="connsiteX44-3113" fmla="*/ 3136 w 10000"/>
                  <a:gd name="connsiteY44-3114" fmla="*/ 2606 h 10000"/>
                  <a:gd name="connsiteX45-3115" fmla="*/ 3876 w 10000"/>
                  <a:gd name="connsiteY45-3116" fmla="*/ 3799 h 10000"/>
                  <a:gd name="connsiteX46-3117" fmla="*/ 2703 w 10000"/>
                  <a:gd name="connsiteY46-3118" fmla="*/ 4569 h 10000"/>
                  <a:gd name="connsiteX47-3119" fmla="*/ 2719 w 10000"/>
                  <a:gd name="connsiteY47-3120" fmla="*/ 4808 h 10000"/>
                  <a:gd name="connsiteX48-3121" fmla="*/ 2927 w 10000"/>
                  <a:gd name="connsiteY48-3122" fmla="*/ 4771 h 10000"/>
                  <a:gd name="connsiteX49-3123" fmla="*/ 4744 w 10000"/>
                  <a:gd name="connsiteY49-3124" fmla="*/ 4423 h 10000"/>
                  <a:gd name="connsiteX50-3125" fmla="*/ 4937 w 10000"/>
                  <a:gd name="connsiteY50-3126" fmla="*/ 4423 h 10000"/>
                  <a:gd name="connsiteX51-3127" fmla="*/ 5804 w 10000"/>
                  <a:gd name="connsiteY51-3128" fmla="*/ 4184 h 10000"/>
                  <a:gd name="connsiteX52-3129" fmla="*/ 6383 w 10000"/>
                  <a:gd name="connsiteY52-3130" fmla="*/ 4973 h 10000"/>
                  <a:gd name="connsiteX53-3131" fmla="*/ 6512 w 10000"/>
                  <a:gd name="connsiteY53-3132" fmla="*/ 5119 h 10000"/>
                  <a:gd name="connsiteX54-3133" fmla="*/ 7572 w 10000"/>
                  <a:gd name="connsiteY54-3134" fmla="*/ 6532 h 10000"/>
                  <a:gd name="connsiteX55-3135" fmla="*/ 7273 w 10000"/>
                  <a:gd name="connsiteY55-3136" fmla="*/ 7835 h 10000"/>
                  <a:gd name="connsiteX56-3137" fmla="*/ 5483 w 10000"/>
                  <a:gd name="connsiteY56-3138" fmla="*/ 8218 h 10000"/>
                  <a:gd name="connsiteX57-3139" fmla="*/ 5467 w 10000"/>
                  <a:gd name="connsiteY57-3140" fmla="*/ 8273 h 10000"/>
                  <a:gd name="connsiteX58-3141" fmla="*/ 3490 w 10000"/>
                  <a:gd name="connsiteY58-3142" fmla="*/ 8053 h 10000"/>
                  <a:gd name="connsiteX59-3143" fmla="*/ 3345 w 10000"/>
                  <a:gd name="connsiteY59-3144" fmla="*/ 7357 h 10000"/>
                  <a:gd name="connsiteX60-3145" fmla="*/ 3586 w 10000"/>
                  <a:gd name="connsiteY60-3146" fmla="*/ 7082 h 10000"/>
                  <a:gd name="connsiteX61-3147" fmla="*/ 3683 w 10000"/>
                  <a:gd name="connsiteY61-3148" fmla="*/ 6880 h 10000"/>
                  <a:gd name="connsiteX62-3149" fmla="*/ 3490 w 10000"/>
                  <a:gd name="connsiteY62-3150" fmla="*/ 6770 h 10000"/>
                  <a:gd name="connsiteX63-3151" fmla="*/ 3072 w 10000"/>
                  <a:gd name="connsiteY63-3152" fmla="*/ 7247 h 10000"/>
                  <a:gd name="connsiteX64-3153" fmla="*/ 3249 w 10000"/>
                  <a:gd name="connsiteY64-3154" fmla="*/ 8255 h 10000"/>
                  <a:gd name="connsiteX65-3155" fmla="*/ 3249 w 10000"/>
                  <a:gd name="connsiteY65-3156" fmla="*/ 8273 h 10000"/>
                  <a:gd name="connsiteX66-3157" fmla="*/ 4680 w 10000"/>
                  <a:gd name="connsiteY66-3158" fmla="*/ 8825 h 10000"/>
                  <a:gd name="connsiteX67-3159" fmla="*/ 5354 w 10000"/>
                  <a:gd name="connsiteY67-3160" fmla="*/ 8677 h 10000"/>
                  <a:gd name="connsiteX68-3161" fmla="*/ 3393 w 10000"/>
                  <a:gd name="connsiteY68-3162" fmla="*/ 9998 h 10000"/>
                  <a:gd name="connsiteX69-3163" fmla="*/ 2253 w 10000"/>
                  <a:gd name="connsiteY69-3164" fmla="*/ 9228 h 10000"/>
                  <a:gd name="connsiteX70-3165" fmla="*/ 1224 w 10000"/>
                  <a:gd name="connsiteY70-3166" fmla="*/ 7137 h 10000"/>
                  <a:gd name="connsiteX71-3167" fmla="*/ 3 w 10000"/>
                  <a:gd name="connsiteY71-3168" fmla="*/ 4954 h 10000"/>
                  <a:gd name="connsiteX0-3169" fmla="*/ 3 w 10000"/>
                  <a:gd name="connsiteY0-3170" fmla="*/ 4954 h 10000"/>
                  <a:gd name="connsiteX1-3171" fmla="*/ 726 w 10000"/>
                  <a:gd name="connsiteY1-3172" fmla="*/ 3028 h 10000"/>
                  <a:gd name="connsiteX2-3173" fmla="*/ 1337 w 10000"/>
                  <a:gd name="connsiteY2-3174" fmla="*/ 1635 h 10000"/>
                  <a:gd name="connsiteX3-3175" fmla="*/ 3233 w 10000"/>
                  <a:gd name="connsiteY3-3176" fmla="*/ 773 h 10000"/>
                  <a:gd name="connsiteX4-3177" fmla="*/ 5997 w 10000"/>
                  <a:gd name="connsiteY4-3178" fmla="*/ 424 h 10000"/>
                  <a:gd name="connsiteX5-3179" fmla="*/ 8488 w 10000"/>
                  <a:gd name="connsiteY5-3180" fmla="*/ 1452 h 10000"/>
                  <a:gd name="connsiteX6-3181" fmla="*/ 9693 w 10000"/>
                  <a:gd name="connsiteY6-3182" fmla="*/ 4661 h 10000"/>
                  <a:gd name="connsiteX7-3183" fmla="*/ 7765 w 10000"/>
                  <a:gd name="connsiteY7-3184" fmla="*/ 5852 h 10000"/>
                  <a:gd name="connsiteX8-3185" fmla="*/ 6752 w 10000"/>
                  <a:gd name="connsiteY8-3186" fmla="*/ 4844 h 10000"/>
                  <a:gd name="connsiteX9-3187" fmla="*/ 7444 w 10000"/>
                  <a:gd name="connsiteY9-3188" fmla="*/ 2845 h 10000"/>
                  <a:gd name="connsiteX10-3189" fmla="*/ 8680 w 10000"/>
                  <a:gd name="connsiteY10-3190" fmla="*/ 2808 h 10000"/>
                  <a:gd name="connsiteX11-3191" fmla="*/ 8873 w 10000"/>
                  <a:gd name="connsiteY11-3192" fmla="*/ 3799 h 10000"/>
                  <a:gd name="connsiteX12-3193" fmla="*/ 8568 w 10000"/>
                  <a:gd name="connsiteY12-3194" fmla="*/ 4203 h 10000"/>
                  <a:gd name="connsiteX13-3195" fmla="*/ 7941 w 10000"/>
                  <a:gd name="connsiteY13-3196" fmla="*/ 4184 h 10000"/>
                  <a:gd name="connsiteX14-3197" fmla="*/ 7748 w 10000"/>
                  <a:gd name="connsiteY14-3198" fmla="*/ 4276 h 10000"/>
                  <a:gd name="connsiteX15-3199" fmla="*/ 7829 w 10000"/>
                  <a:gd name="connsiteY15-3200" fmla="*/ 4496 h 10000"/>
                  <a:gd name="connsiteX16-3201" fmla="*/ 8664 w 10000"/>
                  <a:gd name="connsiteY16-3202" fmla="*/ 4514 h 10000"/>
                  <a:gd name="connsiteX17-3203" fmla="*/ 9163 w 10000"/>
                  <a:gd name="connsiteY17-3204" fmla="*/ 3928 h 10000"/>
                  <a:gd name="connsiteX18-3205" fmla="*/ 8857 w 10000"/>
                  <a:gd name="connsiteY18-3206" fmla="*/ 2533 h 10000"/>
                  <a:gd name="connsiteX19-3207" fmla="*/ 7637 w 10000"/>
                  <a:gd name="connsiteY19-3208" fmla="*/ 2350 h 10000"/>
                  <a:gd name="connsiteX20-3209" fmla="*/ 6720 w 10000"/>
                  <a:gd name="connsiteY20-3210" fmla="*/ 1360 h 10000"/>
                  <a:gd name="connsiteX21-3211" fmla="*/ 5627 w 10000"/>
                  <a:gd name="connsiteY21-3212" fmla="*/ 1470 h 10000"/>
                  <a:gd name="connsiteX22-3213" fmla="*/ 4390 w 10000"/>
                  <a:gd name="connsiteY22-3214" fmla="*/ 902 h 10000"/>
                  <a:gd name="connsiteX23-3215" fmla="*/ 3442 w 10000"/>
                  <a:gd name="connsiteY23-3216" fmla="*/ 1543 h 10000"/>
                  <a:gd name="connsiteX24-3217" fmla="*/ 3201 w 10000"/>
                  <a:gd name="connsiteY24-3218" fmla="*/ 2277 h 10000"/>
                  <a:gd name="connsiteX25-3219" fmla="*/ 1578 w 10000"/>
                  <a:gd name="connsiteY25-3220" fmla="*/ 2771 h 10000"/>
                  <a:gd name="connsiteX26-3221" fmla="*/ 1257 w 10000"/>
                  <a:gd name="connsiteY26-3222" fmla="*/ 4203 h 10000"/>
                  <a:gd name="connsiteX27-3223" fmla="*/ 902 w 10000"/>
                  <a:gd name="connsiteY27-3224" fmla="*/ 5486 h 10000"/>
                  <a:gd name="connsiteX28-3225" fmla="*/ 1417 w 10000"/>
                  <a:gd name="connsiteY28-3226" fmla="*/ 6294 h 10000"/>
                  <a:gd name="connsiteX29-3227" fmla="*/ 2670 w 10000"/>
                  <a:gd name="connsiteY29-3228" fmla="*/ 6129 h 10000"/>
                  <a:gd name="connsiteX30-3229" fmla="*/ 4518 w 10000"/>
                  <a:gd name="connsiteY30-3230" fmla="*/ 6092 h 10000"/>
                  <a:gd name="connsiteX31-3231" fmla="*/ 5531 w 10000"/>
                  <a:gd name="connsiteY31-3232" fmla="*/ 6642 h 10000"/>
                  <a:gd name="connsiteX32-3233" fmla="*/ 5611 w 10000"/>
                  <a:gd name="connsiteY32-3234" fmla="*/ 6642 h 10000"/>
                  <a:gd name="connsiteX33-3235" fmla="*/ 6093 w 10000"/>
                  <a:gd name="connsiteY33-3236" fmla="*/ 6129 h 10000"/>
                  <a:gd name="connsiteX34-3237" fmla="*/ 6013 w 10000"/>
                  <a:gd name="connsiteY34-3238" fmla="*/ 5907 h 10000"/>
                  <a:gd name="connsiteX35-3239" fmla="*/ 5820 w 10000"/>
                  <a:gd name="connsiteY35-3240" fmla="*/ 5981 h 10000"/>
                  <a:gd name="connsiteX36-3241" fmla="*/ 5547 w 10000"/>
                  <a:gd name="connsiteY36-3242" fmla="*/ 6312 h 10000"/>
                  <a:gd name="connsiteX37-3243" fmla="*/ 4695 w 10000"/>
                  <a:gd name="connsiteY37-3244" fmla="*/ 5834 h 10000"/>
                  <a:gd name="connsiteX38-3245" fmla="*/ 2510 w 10000"/>
                  <a:gd name="connsiteY38-3246" fmla="*/ 5852 h 10000"/>
                  <a:gd name="connsiteX39-3247" fmla="*/ 1545 w 10000"/>
                  <a:gd name="connsiteY39-3248" fmla="*/ 5981 h 10000"/>
                  <a:gd name="connsiteX40-3249" fmla="*/ 1208 w 10000"/>
                  <a:gd name="connsiteY40-3250" fmla="*/ 5431 h 10000"/>
                  <a:gd name="connsiteX41-3251" fmla="*/ 1514 w 10000"/>
                  <a:gd name="connsiteY41-3252" fmla="*/ 4386 h 10000"/>
                  <a:gd name="connsiteX42-3253" fmla="*/ 1561 w 10000"/>
                  <a:gd name="connsiteY42-3254" fmla="*/ 4203 h 10000"/>
                  <a:gd name="connsiteX43-3255" fmla="*/ 1787 w 10000"/>
                  <a:gd name="connsiteY43-3256" fmla="*/ 2991 h 10000"/>
                  <a:gd name="connsiteX44-3257" fmla="*/ 3136 w 10000"/>
                  <a:gd name="connsiteY44-3258" fmla="*/ 2606 h 10000"/>
                  <a:gd name="connsiteX45-3259" fmla="*/ 3876 w 10000"/>
                  <a:gd name="connsiteY45-3260" fmla="*/ 3799 h 10000"/>
                  <a:gd name="connsiteX46-3261" fmla="*/ 2703 w 10000"/>
                  <a:gd name="connsiteY46-3262" fmla="*/ 4569 h 10000"/>
                  <a:gd name="connsiteX47-3263" fmla="*/ 2719 w 10000"/>
                  <a:gd name="connsiteY47-3264" fmla="*/ 4808 h 10000"/>
                  <a:gd name="connsiteX48-3265" fmla="*/ 2927 w 10000"/>
                  <a:gd name="connsiteY48-3266" fmla="*/ 4771 h 10000"/>
                  <a:gd name="connsiteX49-3267" fmla="*/ 4744 w 10000"/>
                  <a:gd name="connsiteY49-3268" fmla="*/ 4423 h 10000"/>
                  <a:gd name="connsiteX50-3269" fmla="*/ 4937 w 10000"/>
                  <a:gd name="connsiteY50-3270" fmla="*/ 4423 h 10000"/>
                  <a:gd name="connsiteX51-3271" fmla="*/ 5804 w 10000"/>
                  <a:gd name="connsiteY51-3272" fmla="*/ 4184 h 10000"/>
                  <a:gd name="connsiteX52-3273" fmla="*/ 6383 w 10000"/>
                  <a:gd name="connsiteY52-3274" fmla="*/ 4973 h 10000"/>
                  <a:gd name="connsiteX53-3275" fmla="*/ 6512 w 10000"/>
                  <a:gd name="connsiteY53-3276" fmla="*/ 5119 h 10000"/>
                  <a:gd name="connsiteX54-3277" fmla="*/ 7572 w 10000"/>
                  <a:gd name="connsiteY54-3278" fmla="*/ 6532 h 10000"/>
                  <a:gd name="connsiteX55-3279" fmla="*/ 7183 w 10000"/>
                  <a:gd name="connsiteY55-3280" fmla="*/ 7879 h 10000"/>
                  <a:gd name="connsiteX56-3281" fmla="*/ 5483 w 10000"/>
                  <a:gd name="connsiteY56-3282" fmla="*/ 8218 h 10000"/>
                  <a:gd name="connsiteX57-3283" fmla="*/ 5467 w 10000"/>
                  <a:gd name="connsiteY57-3284" fmla="*/ 8273 h 10000"/>
                  <a:gd name="connsiteX58-3285" fmla="*/ 3490 w 10000"/>
                  <a:gd name="connsiteY58-3286" fmla="*/ 8053 h 10000"/>
                  <a:gd name="connsiteX59-3287" fmla="*/ 3345 w 10000"/>
                  <a:gd name="connsiteY59-3288" fmla="*/ 7357 h 10000"/>
                  <a:gd name="connsiteX60-3289" fmla="*/ 3586 w 10000"/>
                  <a:gd name="connsiteY60-3290" fmla="*/ 7082 h 10000"/>
                  <a:gd name="connsiteX61-3291" fmla="*/ 3683 w 10000"/>
                  <a:gd name="connsiteY61-3292" fmla="*/ 6880 h 10000"/>
                  <a:gd name="connsiteX62-3293" fmla="*/ 3490 w 10000"/>
                  <a:gd name="connsiteY62-3294" fmla="*/ 6770 h 10000"/>
                  <a:gd name="connsiteX63-3295" fmla="*/ 3072 w 10000"/>
                  <a:gd name="connsiteY63-3296" fmla="*/ 7247 h 10000"/>
                  <a:gd name="connsiteX64-3297" fmla="*/ 3249 w 10000"/>
                  <a:gd name="connsiteY64-3298" fmla="*/ 8255 h 10000"/>
                  <a:gd name="connsiteX65-3299" fmla="*/ 3249 w 10000"/>
                  <a:gd name="connsiteY65-3300" fmla="*/ 8273 h 10000"/>
                  <a:gd name="connsiteX66-3301" fmla="*/ 4680 w 10000"/>
                  <a:gd name="connsiteY66-3302" fmla="*/ 8825 h 10000"/>
                  <a:gd name="connsiteX67-3303" fmla="*/ 5354 w 10000"/>
                  <a:gd name="connsiteY67-3304" fmla="*/ 8677 h 10000"/>
                  <a:gd name="connsiteX68-3305" fmla="*/ 3393 w 10000"/>
                  <a:gd name="connsiteY68-3306" fmla="*/ 9998 h 10000"/>
                  <a:gd name="connsiteX69-3307" fmla="*/ 2253 w 10000"/>
                  <a:gd name="connsiteY69-3308" fmla="*/ 9228 h 10000"/>
                  <a:gd name="connsiteX70-3309" fmla="*/ 1224 w 10000"/>
                  <a:gd name="connsiteY70-3310" fmla="*/ 7137 h 10000"/>
                  <a:gd name="connsiteX71-3311" fmla="*/ 3 w 10000"/>
                  <a:gd name="connsiteY71-3312" fmla="*/ 4954 h 10000"/>
                  <a:gd name="connsiteX0-3313" fmla="*/ 3 w 10000"/>
                  <a:gd name="connsiteY0-3314" fmla="*/ 4954 h 10000"/>
                  <a:gd name="connsiteX1-3315" fmla="*/ 726 w 10000"/>
                  <a:gd name="connsiteY1-3316" fmla="*/ 3028 h 10000"/>
                  <a:gd name="connsiteX2-3317" fmla="*/ 1337 w 10000"/>
                  <a:gd name="connsiteY2-3318" fmla="*/ 1635 h 10000"/>
                  <a:gd name="connsiteX3-3319" fmla="*/ 3233 w 10000"/>
                  <a:gd name="connsiteY3-3320" fmla="*/ 773 h 10000"/>
                  <a:gd name="connsiteX4-3321" fmla="*/ 5997 w 10000"/>
                  <a:gd name="connsiteY4-3322" fmla="*/ 424 h 10000"/>
                  <a:gd name="connsiteX5-3323" fmla="*/ 8488 w 10000"/>
                  <a:gd name="connsiteY5-3324" fmla="*/ 1452 h 10000"/>
                  <a:gd name="connsiteX6-3325" fmla="*/ 9693 w 10000"/>
                  <a:gd name="connsiteY6-3326" fmla="*/ 4661 h 10000"/>
                  <a:gd name="connsiteX7-3327" fmla="*/ 7765 w 10000"/>
                  <a:gd name="connsiteY7-3328" fmla="*/ 5852 h 10000"/>
                  <a:gd name="connsiteX8-3329" fmla="*/ 6752 w 10000"/>
                  <a:gd name="connsiteY8-3330" fmla="*/ 4844 h 10000"/>
                  <a:gd name="connsiteX9-3331" fmla="*/ 7444 w 10000"/>
                  <a:gd name="connsiteY9-3332" fmla="*/ 2845 h 10000"/>
                  <a:gd name="connsiteX10-3333" fmla="*/ 8680 w 10000"/>
                  <a:gd name="connsiteY10-3334" fmla="*/ 2808 h 10000"/>
                  <a:gd name="connsiteX11-3335" fmla="*/ 8873 w 10000"/>
                  <a:gd name="connsiteY11-3336" fmla="*/ 3799 h 10000"/>
                  <a:gd name="connsiteX12-3337" fmla="*/ 8568 w 10000"/>
                  <a:gd name="connsiteY12-3338" fmla="*/ 4203 h 10000"/>
                  <a:gd name="connsiteX13-3339" fmla="*/ 7941 w 10000"/>
                  <a:gd name="connsiteY13-3340" fmla="*/ 4184 h 10000"/>
                  <a:gd name="connsiteX14-3341" fmla="*/ 7748 w 10000"/>
                  <a:gd name="connsiteY14-3342" fmla="*/ 4276 h 10000"/>
                  <a:gd name="connsiteX15-3343" fmla="*/ 7829 w 10000"/>
                  <a:gd name="connsiteY15-3344" fmla="*/ 4496 h 10000"/>
                  <a:gd name="connsiteX16-3345" fmla="*/ 8664 w 10000"/>
                  <a:gd name="connsiteY16-3346" fmla="*/ 4514 h 10000"/>
                  <a:gd name="connsiteX17-3347" fmla="*/ 9163 w 10000"/>
                  <a:gd name="connsiteY17-3348" fmla="*/ 3928 h 10000"/>
                  <a:gd name="connsiteX18-3349" fmla="*/ 8857 w 10000"/>
                  <a:gd name="connsiteY18-3350" fmla="*/ 2533 h 10000"/>
                  <a:gd name="connsiteX19-3351" fmla="*/ 7637 w 10000"/>
                  <a:gd name="connsiteY19-3352" fmla="*/ 2350 h 10000"/>
                  <a:gd name="connsiteX20-3353" fmla="*/ 6720 w 10000"/>
                  <a:gd name="connsiteY20-3354" fmla="*/ 1360 h 10000"/>
                  <a:gd name="connsiteX21-3355" fmla="*/ 5627 w 10000"/>
                  <a:gd name="connsiteY21-3356" fmla="*/ 1470 h 10000"/>
                  <a:gd name="connsiteX22-3357" fmla="*/ 4390 w 10000"/>
                  <a:gd name="connsiteY22-3358" fmla="*/ 902 h 10000"/>
                  <a:gd name="connsiteX23-3359" fmla="*/ 3442 w 10000"/>
                  <a:gd name="connsiteY23-3360" fmla="*/ 1543 h 10000"/>
                  <a:gd name="connsiteX24-3361" fmla="*/ 3201 w 10000"/>
                  <a:gd name="connsiteY24-3362" fmla="*/ 2277 h 10000"/>
                  <a:gd name="connsiteX25-3363" fmla="*/ 1578 w 10000"/>
                  <a:gd name="connsiteY25-3364" fmla="*/ 2771 h 10000"/>
                  <a:gd name="connsiteX26-3365" fmla="*/ 1257 w 10000"/>
                  <a:gd name="connsiteY26-3366" fmla="*/ 4203 h 10000"/>
                  <a:gd name="connsiteX27-3367" fmla="*/ 902 w 10000"/>
                  <a:gd name="connsiteY27-3368" fmla="*/ 5486 h 10000"/>
                  <a:gd name="connsiteX28-3369" fmla="*/ 1417 w 10000"/>
                  <a:gd name="connsiteY28-3370" fmla="*/ 6294 h 10000"/>
                  <a:gd name="connsiteX29-3371" fmla="*/ 2670 w 10000"/>
                  <a:gd name="connsiteY29-3372" fmla="*/ 6129 h 10000"/>
                  <a:gd name="connsiteX30-3373" fmla="*/ 4518 w 10000"/>
                  <a:gd name="connsiteY30-3374" fmla="*/ 6092 h 10000"/>
                  <a:gd name="connsiteX31-3375" fmla="*/ 5531 w 10000"/>
                  <a:gd name="connsiteY31-3376" fmla="*/ 6642 h 10000"/>
                  <a:gd name="connsiteX32-3377" fmla="*/ 5611 w 10000"/>
                  <a:gd name="connsiteY32-3378" fmla="*/ 6642 h 10000"/>
                  <a:gd name="connsiteX33-3379" fmla="*/ 6093 w 10000"/>
                  <a:gd name="connsiteY33-3380" fmla="*/ 6129 h 10000"/>
                  <a:gd name="connsiteX34-3381" fmla="*/ 6013 w 10000"/>
                  <a:gd name="connsiteY34-3382" fmla="*/ 5907 h 10000"/>
                  <a:gd name="connsiteX35-3383" fmla="*/ 5820 w 10000"/>
                  <a:gd name="connsiteY35-3384" fmla="*/ 5981 h 10000"/>
                  <a:gd name="connsiteX36-3385" fmla="*/ 5547 w 10000"/>
                  <a:gd name="connsiteY36-3386" fmla="*/ 6312 h 10000"/>
                  <a:gd name="connsiteX37-3387" fmla="*/ 4695 w 10000"/>
                  <a:gd name="connsiteY37-3388" fmla="*/ 5834 h 10000"/>
                  <a:gd name="connsiteX38-3389" fmla="*/ 2510 w 10000"/>
                  <a:gd name="connsiteY38-3390" fmla="*/ 5852 h 10000"/>
                  <a:gd name="connsiteX39-3391" fmla="*/ 1545 w 10000"/>
                  <a:gd name="connsiteY39-3392" fmla="*/ 5981 h 10000"/>
                  <a:gd name="connsiteX40-3393" fmla="*/ 1208 w 10000"/>
                  <a:gd name="connsiteY40-3394" fmla="*/ 5431 h 10000"/>
                  <a:gd name="connsiteX41-3395" fmla="*/ 1514 w 10000"/>
                  <a:gd name="connsiteY41-3396" fmla="*/ 4386 h 10000"/>
                  <a:gd name="connsiteX42-3397" fmla="*/ 1561 w 10000"/>
                  <a:gd name="connsiteY42-3398" fmla="*/ 4203 h 10000"/>
                  <a:gd name="connsiteX43-3399" fmla="*/ 1787 w 10000"/>
                  <a:gd name="connsiteY43-3400" fmla="*/ 2991 h 10000"/>
                  <a:gd name="connsiteX44-3401" fmla="*/ 3136 w 10000"/>
                  <a:gd name="connsiteY44-3402" fmla="*/ 2606 h 10000"/>
                  <a:gd name="connsiteX45-3403" fmla="*/ 3876 w 10000"/>
                  <a:gd name="connsiteY45-3404" fmla="*/ 3799 h 10000"/>
                  <a:gd name="connsiteX46-3405" fmla="*/ 2703 w 10000"/>
                  <a:gd name="connsiteY46-3406" fmla="*/ 4569 h 10000"/>
                  <a:gd name="connsiteX47-3407" fmla="*/ 2719 w 10000"/>
                  <a:gd name="connsiteY47-3408" fmla="*/ 4808 h 10000"/>
                  <a:gd name="connsiteX48-3409" fmla="*/ 2927 w 10000"/>
                  <a:gd name="connsiteY48-3410" fmla="*/ 4771 h 10000"/>
                  <a:gd name="connsiteX49-3411" fmla="*/ 4744 w 10000"/>
                  <a:gd name="connsiteY49-3412" fmla="*/ 4423 h 10000"/>
                  <a:gd name="connsiteX50-3413" fmla="*/ 4937 w 10000"/>
                  <a:gd name="connsiteY50-3414" fmla="*/ 4423 h 10000"/>
                  <a:gd name="connsiteX51-3415" fmla="*/ 5804 w 10000"/>
                  <a:gd name="connsiteY51-3416" fmla="*/ 4184 h 10000"/>
                  <a:gd name="connsiteX52-3417" fmla="*/ 6383 w 10000"/>
                  <a:gd name="connsiteY52-3418" fmla="*/ 4973 h 10000"/>
                  <a:gd name="connsiteX53-3419" fmla="*/ 6512 w 10000"/>
                  <a:gd name="connsiteY53-3420" fmla="*/ 5119 h 10000"/>
                  <a:gd name="connsiteX54-3421" fmla="*/ 7572 w 10000"/>
                  <a:gd name="connsiteY54-3422" fmla="*/ 6532 h 10000"/>
                  <a:gd name="connsiteX55-3423" fmla="*/ 7183 w 10000"/>
                  <a:gd name="connsiteY55-3424" fmla="*/ 7879 h 10000"/>
                  <a:gd name="connsiteX56-3425" fmla="*/ 5483 w 10000"/>
                  <a:gd name="connsiteY56-3426" fmla="*/ 8218 h 10000"/>
                  <a:gd name="connsiteX57-3427" fmla="*/ 5467 w 10000"/>
                  <a:gd name="connsiteY57-3428" fmla="*/ 8273 h 10000"/>
                  <a:gd name="connsiteX58-3429" fmla="*/ 3490 w 10000"/>
                  <a:gd name="connsiteY58-3430" fmla="*/ 8053 h 10000"/>
                  <a:gd name="connsiteX59-3431" fmla="*/ 3345 w 10000"/>
                  <a:gd name="connsiteY59-3432" fmla="*/ 7357 h 10000"/>
                  <a:gd name="connsiteX60-3433" fmla="*/ 3586 w 10000"/>
                  <a:gd name="connsiteY60-3434" fmla="*/ 7082 h 10000"/>
                  <a:gd name="connsiteX61-3435" fmla="*/ 3683 w 10000"/>
                  <a:gd name="connsiteY61-3436" fmla="*/ 6880 h 10000"/>
                  <a:gd name="connsiteX62-3437" fmla="*/ 3490 w 10000"/>
                  <a:gd name="connsiteY62-3438" fmla="*/ 6770 h 10000"/>
                  <a:gd name="connsiteX63-3439" fmla="*/ 3072 w 10000"/>
                  <a:gd name="connsiteY63-3440" fmla="*/ 7247 h 10000"/>
                  <a:gd name="connsiteX64-3441" fmla="*/ 3249 w 10000"/>
                  <a:gd name="connsiteY64-3442" fmla="*/ 8255 h 10000"/>
                  <a:gd name="connsiteX65-3443" fmla="*/ 3249 w 10000"/>
                  <a:gd name="connsiteY65-3444" fmla="*/ 8273 h 10000"/>
                  <a:gd name="connsiteX66-3445" fmla="*/ 4680 w 10000"/>
                  <a:gd name="connsiteY66-3446" fmla="*/ 8825 h 10000"/>
                  <a:gd name="connsiteX67-3447" fmla="*/ 5354 w 10000"/>
                  <a:gd name="connsiteY67-3448" fmla="*/ 8677 h 10000"/>
                  <a:gd name="connsiteX68-3449" fmla="*/ 3393 w 10000"/>
                  <a:gd name="connsiteY68-3450" fmla="*/ 9998 h 10000"/>
                  <a:gd name="connsiteX69-3451" fmla="*/ 2253 w 10000"/>
                  <a:gd name="connsiteY69-3452" fmla="*/ 9228 h 10000"/>
                  <a:gd name="connsiteX70-3453" fmla="*/ 1224 w 10000"/>
                  <a:gd name="connsiteY70-3454" fmla="*/ 7137 h 10000"/>
                  <a:gd name="connsiteX71-3455" fmla="*/ 3 w 10000"/>
                  <a:gd name="connsiteY71-3456" fmla="*/ 4954 h 10000"/>
                  <a:gd name="connsiteX0-3457" fmla="*/ 3 w 10000"/>
                  <a:gd name="connsiteY0-3458" fmla="*/ 4954 h 10000"/>
                  <a:gd name="connsiteX1-3459" fmla="*/ 726 w 10000"/>
                  <a:gd name="connsiteY1-3460" fmla="*/ 3028 h 10000"/>
                  <a:gd name="connsiteX2-3461" fmla="*/ 1337 w 10000"/>
                  <a:gd name="connsiteY2-3462" fmla="*/ 1635 h 10000"/>
                  <a:gd name="connsiteX3-3463" fmla="*/ 3233 w 10000"/>
                  <a:gd name="connsiteY3-3464" fmla="*/ 773 h 10000"/>
                  <a:gd name="connsiteX4-3465" fmla="*/ 5997 w 10000"/>
                  <a:gd name="connsiteY4-3466" fmla="*/ 424 h 10000"/>
                  <a:gd name="connsiteX5-3467" fmla="*/ 8488 w 10000"/>
                  <a:gd name="connsiteY5-3468" fmla="*/ 1452 h 10000"/>
                  <a:gd name="connsiteX6-3469" fmla="*/ 9693 w 10000"/>
                  <a:gd name="connsiteY6-3470" fmla="*/ 4661 h 10000"/>
                  <a:gd name="connsiteX7-3471" fmla="*/ 7765 w 10000"/>
                  <a:gd name="connsiteY7-3472" fmla="*/ 5852 h 10000"/>
                  <a:gd name="connsiteX8-3473" fmla="*/ 6752 w 10000"/>
                  <a:gd name="connsiteY8-3474" fmla="*/ 4844 h 10000"/>
                  <a:gd name="connsiteX9-3475" fmla="*/ 7444 w 10000"/>
                  <a:gd name="connsiteY9-3476" fmla="*/ 2845 h 10000"/>
                  <a:gd name="connsiteX10-3477" fmla="*/ 8680 w 10000"/>
                  <a:gd name="connsiteY10-3478" fmla="*/ 2808 h 10000"/>
                  <a:gd name="connsiteX11-3479" fmla="*/ 8873 w 10000"/>
                  <a:gd name="connsiteY11-3480" fmla="*/ 3799 h 10000"/>
                  <a:gd name="connsiteX12-3481" fmla="*/ 8568 w 10000"/>
                  <a:gd name="connsiteY12-3482" fmla="*/ 4203 h 10000"/>
                  <a:gd name="connsiteX13-3483" fmla="*/ 7941 w 10000"/>
                  <a:gd name="connsiteY13-3484" fmla="*/ 4184 h 10000"/>
                  <a:gd name="connsiteX14-3485" fmla="*/ 7748 w 10000"/>
                  <a:gd name="connsiteY14-3486" fmla="*/ 4276 h 10000"/>
                  <a:gd name="connsiteX15-3487" fmla="*/ 7829 w 10000"/>
                  <a:gd name="connsiteY15-3488" fmla="*/ 4496 h 10000"/>
                  <a:gd name="connsiteX16-3489" fmla="*/ 8664 w 10000"/>
                  <a:gd name="connsiteY16-3490" fmla="*/ 4514 h 10000"/>
                  <a:gd name="connsiteX17-3491" fmla="*/ 9163 w 10000"/>
                  <a:gd name="connsiteY17-3492" fmla="*/ 3928 h 10000"/>
                  <a:gd name="connsiteX18-3493" fmla="*/ 8857 w 10000"/>
                  <a:gd name="connsiteY18-3494" fmla="*/ 2533 h 10000"/>
                  <a:gd name="connsiteX19-3495" fmla="*/ 7637 w 10000"/>
                  <a:gd name="connsiteY19-3496" fmla="*/ 2350 h 10000"/>
                  <a:gd name="connsiteX20-3497" fmla="*/ 6720 w 10000"/>
                  <a:gd name="connsiteY20-3498" fmla="*/ 1360 h 10000"/>
                  <a:gd name="connsiteX21-3499" fmla="*/ 5627 w 10000"/>
                  <a:gd name="connsiteY21-3500" fmla="*/ 1470 h 10000"/>
                  <a:gd name="connsiteX22-3501" fmla="*/ 4390 w 10000"/>
                  <a:gd name="connsiteY22-3502" fmla="*/ 902 h 10000"/>
                  <a:gd name="connsiteX23-3503" fmla="*/ 3442 w 10000"/>
                  <a:gd name="connsiteY23-3504" fmla="*/ 1543 h 10000"/>
                  <a:gd name="connsiteX24-3505" fmla="*/ 3201 w 10000"/>
                  <a:gd name="connsiteY24-3506" fmla="*/ 2277 h 10000"/>
                  <a:gd name="connsiteX25-3507" fmla="*/ 1578 w 10000"/>
                  <a:gd name="connsiteY25-3508" fmla="*/ 2771 h 10000"/>
                  <a:gd name="connsiteX26-3509" fmla="*/ 1257 w 10000"/>
                  <a:gd name="connsiteY26-3510" fmla="*/ 4203 h 10000"/>
                  <a:gd name="connsiteX27-3511" fmla="*/ 902 w 10000"/>
                  <a:gd name="connsiteY27-3512" fmla="*/ 5486 h 10000"/>
                  <a:gd name="connsiteX28-3513" fmla="*/ 1417 w 10000"/>
                  <a:gd name="connsiteY28-3514" fmla="*/ 6294 h 10000"/>
                  <a:gd name="connsiteX29-3515" fmla="*/ 2670 w 10000"/>
                  <a:gd name="connsiteY29-3516" fmla="*/ 6129 h 10000"/>
                  <a:gd name="connsiteX30-3517" fmla="*/ 4518 w 10000"/>
                  <a:gd name="connsiteY30-3518" fmla="*/ 6092 h 10000"/>
                  <a:gd name="connsiteX31-3519" fmla="*/ 5531 w 10000"/>
                  <a:gd name="connsiteY31-3520" fmla="*/ 6642 h 10000"/>
                  <a:gd name="connsiteX32-3521" fmla="*/ 5611 w 10000"/>
                  <a:gd name="connsiteY32-3522" fmla="*/ 6642 h 10000"/>
                  <a:gd name="connsiteX33-3523" fmla="*/ 6093 w 10000"/>
                  <a:gd name="connsiteY33-3524" fmla="*/ 6129 h 10000"/>
                  <a:gd name="connsiteX34-3525" fmla="*/ 6013 w 10000"/>
                  <a:gd name="connsiteY34-3526" fmla="*/ 5907 h 10000"/>
                  <a:gd name="connsiteX35-3527" fmla="*/ 5820 w 10000"/>
                  <a:gd name="connsiteY35-3528" fmla="*/ 5981 h 10000"/>
                  <a:gd name="connsiteX36-3529" fmla="*/ 5547 w 10000"/>
                  <a:gd name="connsiteY36-3530" fmla="*/ 6312 h 10000"/>
                  <a:gd name="connsiteX37-3531" fmla="*/ 4695 w 10000"/>
                  <a:gd name="connsiteY37-3532" fmla="*/ 5834 h 10000"/>
                  <a:gd name="connsiteX38-3533" fmla="*/ 2510 w 10000"/>
                  <a:gd name="connsiteY38-3534" fmla="*/ 5852 h 10000"/>
                  <a:gd name="connsiteX39-3535" fmla="*/ 1545 w 10000"/>
                  <a:gd name="connsiteY39-3536" fmla="*/ 5981 h 10000"/>
                  <a:gd name="connsiteX40-3537" fmla="*/ 1208 w 10000"/>
                  <a:gd name="connsiteY40-3538" fmla="*/ 5431 h 10000"/>
                  <a:gd name="connsiteX41-3539" fmla="*/ 1514 w 10000"/>
                  <a:gd name="connsiteY41-3540" fmla="*/ 4386 h 10000"/>
                  <a:gd name="connsiteX42-3541" fmla="*/ 1561 w 10000"/>
                  <a:gd name="connsiteY42-3542" fmla="*/ 4203 h 10000"/>
                  <a:gd name="connsiteX43-3543" fmla="*/ 1787 w 10000"/>
                  <a:gd name="connsiteY43-3544" fmla="*/ 2991 h 10000"/>
                  <a:gd name="connsiteX44-3545" fmla="*/ 3136 w 10000"/>
                  <a:gd name="connsiteY44-3546" fmla="*/ 2606 h 10000"/>
                  <a:gd name="connsiteX45-3547" fmla="*/ 3876 w 10000"/>
                  <a:gd name="connsiteY45-3548" fmla="*/ 3799 h 10000"/>
                  <a:gd name="connsiteX46-3549" fmla="*/ 2703 w 10000"/>
                  <a:gd name="connsiteY46-3550" fmla="*/ 4569 h 10000"/>
                  <a:gd name="connsiteX47-3551" fmla="*/ 2719 w 10000"/>
                  <a:gd name="connsiteY47-3552" fmla="*/ 4808 h 10000"/>
                  <a:gd name="connsiteX48-3553" fmla="*/ 2927 w 10000"/>
                  <a:gd name="connsiteY48-3554" fmla="*/ 4771 h 10000"/>
                  <a:gd name="connsiteX49-3555" fmla="*/ 4744 w 10000"/>
                  <a:gd name="connsiteY49-3556" fmla="*/ 4423 h 10000"/>
                  <a:gd name="connsiteX50-3557" fmla="*/ 4937 w 10000"/>
                  <a:gd name="connsiteY50-3558" fmla="*/ 4423 h 10000"/>
                  <a:gd name="connsiteX51-3559" fmla="*/ 5804 w 10000"/>
                  <a:gd name="connsiteY51-3560" fmla="*/ 4184 h 10000"/>
                  <a:gd name="connsiteX52-3561" fmla="*/ 6383 w 10000"/>
                  <a:gd name="connsiteY52-3562" fmla="*/ 4973 h 10000"/>
                  <a:gd name="connsiteX53-3563" fmla="*/ 6512 w 10000"/>
                  <a:gd name="connsiteY53-3564" fmla="*/ 5119 h 10000"/>
                  <a:gd name="connsiteX54-3565" fmla="*/ 7572 w 10000"/>
                  <a:gd name="connsiteY54-3566" fmla="*/ 6532 h 10000"/>
                  <a:gd name="connsiteX55-3567" fmla="*/ 7183 w 10000"/>
                  <a:gd name="connsiteY55-3568" fmla="*/ 7879 h 10000"/>
                  <a:gd name="connsiteX56-3569" fmla="*/ 5483 w 10000"/>
                  <a:gd name="connsiteY56-3570" fmla="*/ 8218 h 10000"/>
                  <a:gd name="connsiteX57-3571" fmla="*/ 5467 w 10000"/>
                  <a:gd name="connsiteY57-3572" fmla="*/ 8273 h 10000"/>
                  <a:gd name="connsiteX58-3573" fmla="*/ 3490 w 10000"/>
                  <a:gd name="connsiteY58-3574" fmla="*/ 8053 h 10000"/>
                  <a:gd name="connsiteX59-3575" fmla="*/ 3345 w 10000"/>
                  <a:gd name="connsiteY59-3576" fmla="*/ 7357 h 10000"/>
                  <a:gd name="connsiteX60-3577" fmla="*/ 3586 w 10000"/>
                  <a:gd name="connsiteY60-3578" fmla="*/ 7082 h 10000"/>
                  <a:gd name="connsiteX61-3579" fmla="*/ 3683 w 10000"/>
                  <a:gd name="connsiteY61-3580" fmla="*/ 6880 h 10000"/>
                  <a:gd name="connsiteX62-3581" fmla="*/ 3490 w 10000"/>
                  <a:gd name="connsiteY62-3582" fmla="*/ 6770 h 10000"/>
                  <a:gd name="connsiteX63-3583" fmla="*/ 3072 w 10000"/>
                  <a:gd name="connsiteY63-3584" fmla="*/ 7247 h 10000"/>
                  <a:gd name="connsiteX64-3585" fmla="*/ 3249 w 10000"/>
                  <a:gd name="connsiteY64-3586" fmla="*/ 8255 h 10000"/>
                  <a:gd name="connsiteX65-3587" fmla="*/ 3249 w 10000"/>
                  <a:gd name="connsiteY65-3588" fmla="*/ 8273 h 10000"/>
                  <a:gd name="connsiteX66-3589" fmla="*/ 4680 w 10000"/>
                  <a:gd name="connsiteY66-3590" fmla="*/ 8825 h 10000"/>
                  <a:gd name="connsiteX67-3591" fmla="*/ 5354 w 10000"/>
                  <a:gd name="connsiteY67-3592" fmla="*/ 8677 h 10000"/>
                  <a:gd name="connsiteX68-3593" fmla="*/ 3393 w 10000"/>
                  <a:gd name="connsiteY68-3594" fmla="*/ 9998 h 10000"/>
                  <a:gd name="connsiteX69-3595" fmla="*/ 2253 w 10000"/>
                  <a:gd name="connsiteY69-3596" fmla="*/ 9228 h 10000"/>
                  <a:gd name="connsiteX70-3597" fmla="*/ 1224 w 10000"/>
                  <a:gd name="connsiteY70-3598" fmla="*/ 7137 h 10000"/>
                  <a:gd name="connsiteX71-3599" fmla="*/ 3 w 10000"/>
                  <a:gd name="connsiteY71-3600" fmla="*/ 4954 h 10000"/>
                  <a:gd name="connsiteX0-3601" fmla="*/ 3 w 10000"/>
                  <a:gd name="connsiteY0-3602" fmla="*/ 4954 h 10000"/>
                  <a:gd name="connsiteX1-3603" fmla="*/ 726 w 10000"/>
                  <a:gd name="connsiteY1-3604" fmla="*/ 3028 h 10000"/>
                  <a:gd name="connsiteX2-3605" fmla="*/ 1337 w 10000"/>
                  <a:gd name="connsiteY2-3606" fmla="*/ 1635 h 10000"/>
                  <a:gd name="connsiteX3-3607" fmla="*/ 3233 w 10000"/>
                  <a:gd name="connsiteY3-3608" fmla="*/ 773 h 10000"/>
                  <a:gd name="connsiteX4-3609" fmla="*/ 5997 w 10000"/>
                  <a:gd name="connsiteY4-3610" fmla="*/ 424 h 10000"/>
                  <a:gd name="connsiteX5-3611" fmla="*/ 8488 w 10000"/>
                  <a:gd name="connsiteY5-3612" fmla="*/ 1452 h 10000"/>
                  <a:gd name="connsiteX6-3613" fmla="*/ 9693 w 10000"/>
                  <a:gd name="connsiteY6-3614" fmla="*/ 4661 h 10000"/>
                  <a:gd name="connsiteX7-3615" fmla="*/ 7765 w 10000"/>
                  <a:gd name="connsiteY7-3616" fmla="*/ 5852 h 10000"/>
                  <a:gd name="connsiteX8-3617" fmla="*/ 6752 w 10000"/>
                  <a:gd name="connsiteY8-3618" fmla="*/ 4844 h 10000"/>
                  <a:gd name="connsiteX9-3619" fmla="*/ 7444 w 10000"/>
                  <a:gd name="connsiteY9-3620" fmla="*/ 2845 h 10000"/>
                  <a:gd name="connsiteX10-3621" fmla="*/ 8680 w 10000"/>
                  <a:gd name="connsiteY10-3622" fmla="*/ 2808 h 10000"/>
                  <a:gd name="connsiteX11-3623" fmla="*/ 8873 w 10000"/>
                  <a:gd name="connsiteY11-3624" fmla="*/ 3799 h 10000"/>
                  <a:gd name="connsiteX12-3625" fmla="*/ 8568 w 10000"/>
                  <a:gd name="connsiteY12-3626" fmla="*/ 4203 h 10000"/>
                  <a:gd name="connsiteX13-3627" fmla="*/ 7941 w 10000"/>
                  <a:gd name="connsiteY13-3628" fmla="*/ 4184 h 10000"/>
                  <a:gd name="connsiteX14-3629" fmla="*/ 7748 w 10000"/>
                  <a:gd name="connsiteY14-3630" fmla="*/ 4276 h 10000"/>
                  <a:gd name="connsiteX15-3631" fmla="*/ 7829 w 10000"/>
                  <a:gd name="connsiteY15-3632" fmla="*/ 4496 h 10000"/>
                  <a:gd name="connsiteX16-3633" fmla="*/ 8664 w 10000"/>
                  <a:gd name="connsiteY16-3634" fmla="*/ 4514 h 10000"/>
                  <a:gd name="connsiteX17-3635" fmla="*/ 9163 w 10000"/>
                  <a:gd name="connsiteY17-3636" fmla="*/ 3928 h 10000"/>
                  <a:gd name="connsiteX18-3637" fmla="*/ 8857 w 10000"/>
                  <a:gd name="connsiteY18-3638" fmla="*/ 2533 h 10000"/>
                  <a:gd name="connsiteX19-3639" fmla="*/ 7637 w 10000"/>
                  <a:gd name="connsiteY19-3640" fmla="*/ 2350 h 10000"/>
                  <a:gd name="connsiteX20-3641" fmla="*/ 6720 w 10000"/>
                  <a:gd name="connsiteY20-3642" fmla="*/ 1360 h 10000"/>
                  <a:gd name="connsiteX21-3643" fmla="*/ 5627 w 10000"/>
                  <a:gd name="connsiteY21-3644" fmla="*/ 1470 h 10000"/>
                  <a:gd name="connsiteX22-3645" fmla="*/ 4390 w 10000"/>
                  <a:gd name="connsiteY22-3646" fmla="*/ 902 h 10000"/>
                  <a:gd name="connsiteX23-3647" fmla="*/ 3442 w 10000"/>
                  <a:gd name="connsiteY23-3648" fmla="*/ 1543 h 10000"/>
                  <a:gd name="connsiteX24-3649" fmla="*/ 3201 w 10000"/>
                  <a:gd name="connsiteY24-3650" fmla="*/ 2277 h 10000"/>
                  <a:gd name="connsiteX25-3651" fmla="*/ 1578 w 10000"/>
                  <a:gd name="connsiteY25-3652" fmla="*/ 2771 h 10000"/>
                  <a:gd name="connsiteX26-3653" fmla="*/ 1257 w 10000"/>
                  <a:gd name="connsiteY26-3654" fmla="*/ 4203 h 10000"/>
                  <a:gd name="connsiteX27-3655" fmla="*/ 902 w 10000"/>
                  <a:gd name="connsiteY27-3656" fmla="*/ 5486 h 10000"/>
                  <a:gd name="connsiteX28-3657" fmla="*/ 1417 w 10000"/>
                  <a:gd name="connsiteY28-3658" fmla="*/ 6294 h 10000"/>
                  <a:gd name="connsiteX29-3659" fmla="*/ 2670 w 10000"/>
                  <a:gd name="connsiteY29-3660" fmla="*/ 6129 h 10000"/>
                  <a:gd name="connsiteX30-3661" fmla="*/ 4518 w 10000"/>
                  <a:gd name="connsiteY30-3662" fmla="*/ 6092 h 10000"/>
                  <a:gd name="connsiteX31-3663" fmla="*/ 5531 w 10000"/>
                  <a:gd name="connsiteY31-3664" fmla="*/ 6642 h 10000"/>
                  <a:gd name="connsiteX32-3665" fmla="*/ 5611 w 10000"/>
                  <a:gd name="connsiteY32-3666" fmla="*/ 6642 h 10000"/>
                  <a:gd name="connsiteX33-3667" fmla="*/ 6093 w 10000"/>
                  <a:gd name="connsiteY33-3668" fmla="*/ 6129 h 10000"/>
                  <a:gd name="connsiteX34-3669" fmla="*/ 6013 w 10000"/>
                  <a:gd name="connsiteY34-3670" fmla="*/ 5907 h 10000"/>
                  <a:gd name="connsiteX35-3671" fmla="*/ 5820 w 10000"/>
                  <a:gd name="connsiteY35-3672" fmla="*/ 5981 h 10000"/>
                  <a:gd name="connsiteX36-3673" fmla="*/ 5547 w 10000"/>
                  <a:gd name="connsiteY36-3674" fmla="*/ 6312 h 10000"/>
                  <a:gd name="connsiteX37-3675" fmla="*/ 4695 w 10000"/>
                  <a:gd name="connsiteY37-3676" fmla="*/ 5834 h 10000"/>
                  <a:gd name="connsiteX38-3677" fmla="*/ 2510 w 10000"/>
                  <a:gd name="connsiteY38-3678" fmla="*/ 5852 h 10000"/>
                  <a:gd name="connsiteX39-3679" fmla="*/ 1545 w 10000"/>
                  <a:gd name="connsiteY39-3680" fmla="*/ 5981 h 10000"/>
                  <a:gd name="connsiteX40-3681" fmla="*/ 1208 w 10000"/>
                  <a:gd name="connsiteY40-3682" fmla="*/ 5431 h 10000"/>
                  <a:gd name="connsiteX41-3683" fmla="*/ 1514 w 10000"/>
                  <a:gd name="connsiteY41-3684" fmla="*/ 4386 h 10000"/>
                  <a:gd name="connsiteX42-3685" fmla="*/ 1561 w 10000"/>
                  <a:gd name="connsiteY42-3686" fmla="*/ 4203 h 10000"/>
                  <a:gd name="connsiteX43-3687" fmla="*/ 1787 w 10000"/>
                  <a:gd name="connsiteY43-3688" fmla="*/ 2991 h 10000"/>
                  <a:gd name="connsiteX44-3689" fmla="*/ 3136 w 10000"/>
                  <a:gd name="connsiteY44-3690" fmla="*/ 2606 h 10000"/>
                  <a:gd name="connsiteX45-3691" fmla="*/ 3876 w 10000"/>
                  <a:gd name="connsiteY45-3692" fmla="*/ 3799 h 10000"/>
                  <a:gd name="connsiteX46-3693" fmla="*/ 2703 w 10000"/>
                  <a:gd name="connsiteY46-3694" fmla="*/ 4569 h 10000"/>
                  <a:gd name="connsiteX47-3695" fmla="*/ 2719 w 10000"/>
                  <a:gd name="connsiteY47-3696" fmla="*/ 4808 h 10000"/>
                  <a:gd name="connsiteX48-3697" fmla="*/ 2927 w 10000"/>
                  <a:gd name="connsiteY48-3698" fmla="*/ 4771 h 10000"/>
                  <a:gd name="connsiteX49-3699" fmla="*/ 4744 w 10000"/>
                  <a:gd name="connsiteY49-3700" fmla="*/ 4423 h 10000"/>
                  <a:gd name="connsiteX50-3701" fmla="*/ 4937 w 10000"/>
                  <a:gd name="connsiteY50-3702" fmla="*/ 4423 h 10000"/>
                  <a:gd name="connsiteX51-3703" fmla="*/ 5804 w 10000"/>
                  <a:gd name="connsiteY51-3704" fmla="*/ 4184 h 10000"/>
                  <a:gd name="connsiteX52-3705" fmla="*/ 6383 w 10000"/>
                  <a:gd name="connsiteY52-3706" fmla="*/ 4973 h 10000"/>
                  <a:gd name="connsiteX53-3707" fmla="*/ 6512 w 10000"/>
                  <a:gd name="connsiteY53-3708" fmla="*/ 5119 h 10000"/>
                  <a:gd name="connsiteX54-3709" fmla="*/ 7572 w 10000"/>
                  <a:gd name="connsiteY54-3710" fmla="*/ 6532 h 10000"/>
                  <a:gd name="connsiteX55-3711" fmla="*/ 7183 w 10000"/>
                  <a:gd name="connsiteY55-3712" fmla="*/ 7879 h 10000"/>
                  <a:gd name="connsiteX56-3713" fmla="*/ 5483 w 10000"/>
                  <a:gd name="connsiteY56-3714" fmla="*/ 8218 h 10000"/>
                  <a:gd name="connsiteX57-3715" fmla="*/ 5467 w 10000"/>
                  <a:gd name="connsiteY57-3716" fmla="*/ 8273 h 10000"/>
                  <a:gd name="connsiteX58-3717" fmla="*/ 3490 w 10000"/>
                  <a:gd name="connsiteY58-3718" fmla="*/ 8053 h 10000"/>
                  <a:gd name="connsiteX59-3719" fmla="*/ 3345 w 10000"/>
                  <a:gd name="connsiteY59-3720" fmla="*/ 7357 h 10000"/>
                  <a:gd name="connsiteX60-3721" fmla="*/ 3586 w 10000"/>
                  <a:gd name="connsiteY60-3722" fmla="*/ 7082 h 10000"/>
                  <a:gd name="connsiteX61-3723" fmla="*/ 3683 w 10000"/>
                  <a:gd name="connsiteY61-3724" fmla="*/ 6880 h 10000"/>
                  <a:gd name="connsiteX62-3725" fmla="*/ 3490 w 10000"/>
                  <a:gd name="connsiteY62-3726" fmla="*/ 6770 h 10000"/>
                  <a:gd name="connsiteX63-3727" fmla="*/ 3072 w 10000"/>
                  <a:gd name="connsiteY63-3728" fmla="*/ 7247 h 10000"/>
                  <a:gd name="connsiteX64-3729" fmla="*/ 3249 w 10000"/>
                  <a:gd name="connsiteY64-3730" fmla="*/ 8255 h 10000"/>
                  <a:gd name="connsiteX65-3731" fmla="*/ 3249 w 10000"/>
                  <a:gd name="connsiteY65-3732" fmla="*/ 8273 h 10000"/>
                  <a:gd name="connsiteX66-3733" fmla="*/ 4680 w 10000"/>
                  <a:gd name="connsiteY66-3734" fmla="*/ 8825 h 10000"/>
                  <a:gd name="connsiteX67-3735" fmla="*/ 5354 w 10000"/>
                  <a:gd name="connsiteY67-3736" fmla="*/ 8677 h 10000"/>
                  <a:gd name="connsiteX68-3737" fmla="*/ 3393 w 10000"/>
                  <a:gd name="connsiteY68-3738" fmla="*/ 9998 h 10000"/>
                  <a:gd name="connsiteX69-3739" fmla="*/ 2253 w 10000"/>
                  <a:gd name="connsiteY69-3740" fmla="*/ 9228 h 10000"/>
                  <a:gd name="connsiteX70-3741" fmla="*/ 1224 w 10000"/>
                  <a:gd name="connsiteY70-3742" fmla="*/ 7137 h 10000"/>
                  <a:gd name="connsiteX71-3743" fmla="*/ 3 w 10000"/>
                  <a:gd name="connsiteY71-3744" fmla="*/ 4954 h 10000"/>
                  <a:gd name="connsiteX0-3745" fmla="*/ 3 w 10000"/>
                  <a:gd name="connsiteY0-3746" fmla="*/ 4954 h 10000"/>
                  <a:gd name="connsiteX1-3747" fmla="*/ 726 w 10000"/>
                  <a:gd name="connsiteY1-3748" fmla="*/ 3028 h 10000"/>
                  <a:gd name="connsiteX2-3749" fmla="*/ 1337 w 10000"/>
                  <a:gd name="connsiteY2-3750" fmla="*/ 1635 h 10000"/>
                  <a:gd name="connsiteX3-3751" fmla="*/ 3233 w 10000"/>
                  <a:gd name="connsiteY3-3752" fmla="*/ 773 h 10000"/>
                  <a:gd name="connsiteX4-3753" fmla="*/ 5997 w 10000"/>
                  <a:gd name="connsiteY4-3754" fmla="*/ 424 h 10000"/>
                  <a:gd name="connsiteX5-3755" fmla="*/ 8488 w 10000"/>
                  <a:gd name="connsiteY5-3756" fmla="*/ 1452 h 10000"/>
                  <a:gd name="connsiteX6-3757" fmla="*/ 9693 w 10000"/>
                  <a:gd name="connsiteY6-3758" fmla="*/ 4661 h 10000"/>
                  <a:gd name="connsiteX7-3759" fmla="*/ 7765 w 10000"/>
                  <a:gd name="connsiteY7-3760" fmla="*/ 5852 h 10000"/>
                  <a:gd name="connsiteX8-3761" fmla="*/ 6752 w 10000"/>
                  <a:gd name="connsiteY8-3762" fmla="*/ 4844 h 10000"/>
                  <a:gd name="connsiteX9-3763" fmla="*/ 7444 w 10000"/>
                  <a:gd name="connsiteY9-3764" fmla="*/ 2845 h 10000"/>
                  <a:gd name="connsiteX10-3765" fmla="*/ 8680 w 10000"/>
                  <a:gd name="connsiteY10-3766" fmla="*/ 2808 h 10000"/>
                  <a:gd name="connsiteX11-3767" fmla="*/ 8873 w 10000"/>
                  <a:gd name="connsiteY11-3768" fmla="*/ 3799 h 10000"/>
                  <a:gd name="connsiteX12-3769" fmla="*/ 8568 w 10000"/>
                  <a:gd name="connsiteY12-3770" fmla="*/ 4203 h 10000"/>
                  <a:gd name="connsiteX13-3771" fmla="*/ 7941 w 10000"/>
                  <a:gd name="connsiteY13-3772" fmla="*/ 4184 h 10000"/>
                  <a:gd name="connsiteX14-3773" fmla="*/ 7748 w 10000"/>
                  <a:gd name="connsiteY14-3774" fmla="*/ 4276 h 10000"/>
                  <a:gd name="connsiteX15-3775" fmla="*/ 7829 w 10000"/>
                  <a:gd name="connsiteY15-3776" fmla="*/ 4496 h 10000"/>
                  <a:gd name="connsiteX16-3777" fmla="*/ 8664 w 10000"/>
                  <a:gd name="connsiteY16-3778" fmla="*/ 4514 h 10000"/>
                  <a:gd name="connsiteX17-3779" fmla="*/ 9163 w 10000"/>
                  <a:gd name="connsiteY17-3780" fmla="*/ 3928 h 10000"/>
                  <a:gd name="connsiteX18-3781" fmla="*/ 8857 w 10000"/>
                  <a:gd name="connsiteY18-3782" fmla="*/ 2533 h 10000"/>
                  <a:gd name="connsiteX19-3783" fmla="*/ 7637 w 10000"/>
                  <a:gd name="connsiteY19-3784" fmla="*/ 2350 h 10000"/>
                  <a:gd name="connsiteX20-3785" fmla="*/ 6720 w 10000"/>
                  <a:gd name="connsiteY20-3786" fmla="*/ 1360 h 10000"/>
                  <a:gd name="connsiteX21-3787" fmla="*/ 5627 w 10000"/>
                  <a:gd name="connsiteY21-3788" fmla="*/ 1470 h 10000"/>
                  <a:gd name="connsiteX22-3789" fmla="*/ 4390 w 10000"/>
                  <a:gd name="connsiteY22-3790" fmla="*/ 902 h 10000"/>
                  <a:gd name="connsiteX23-3791" fmla="*/ 3442 w 10000"/>
                  <a:gd name="connsiteY23-3792" fmla="*/ 1543 h 10000"/>
                  <a:gd name="connsiteX24-3793" fmla="*/ 3201 w 10000"/>
                  <a:gd name="connsiteY24-3794" fmla="*/ 2277 h 10000"/>
                  <a:gd name="connsiteX25-3795" fmla="*/ 1578 w 10000"/>
                  <a:gd name="connsiteY25-3796" fmla="*/ 2771 h 10000"/>
                  <a:gd name="connsiteX26-3797" fmla="*/ 1257 w 10000"/>
                  <a:gd name="connsiteY26-3798" fmla="*/ 4203 h 10000"/>
                  <a:gd name="connsiteX27-3799" fmla="*/ 902 w 10000"/>
                  <a:gd name="connsiteY27-3800" fmla="*/ 5486 h 10000"/>
                  <a:gd name="connsiteX28-3801" fmla="*/ 1417 w 10000"/>
                  <a:gd name="connsiteY28-3802" fmla="*/ 6294 h 10000"/>
                  <a:gd name="connsiteX29-3803" fmla="*/ 2670 w 10000"/>
                  <a:gd name="connsiteY29-3804" fmla="*/ 6129 h 10000"/>
                  <a:gd name="connsiteX30-3805" fmla="*/ 4518 w 10000"/>
                  <a:gd name="connsiteY30-3806" fmla="*/ 6092 h 10000"/>
                  <a:gd name="connsiteX31-3807" fmla="*/ 5531 w 10000"/>
                  <a:gd name="connsiteY31-3808" fmla="*/ 6642 h 10000"/>
                  <a:gd name="connsiteX32-3809" fmla="*/ 5611 w 10000"/>
                  <a:gd name="connsiteY32-3810" fmla="*/ 6642 h 10000"/>
                  <a:gd name="connsiteX33-3811" fmla="*/ 6093 w 10000"/>
                  <a:gd name="connsiteY33-3812" fmla="*/ 6129 h 10000"/>
                  <a:gd name="connsiteX34-3813" fmla="*/ 6013 w 10000"/>
                  <a:gd name="connsiteY34-3814" fmla="*/ 5907 h 10000"/>
                  <a:gd name="connsiteX35-3815" fmla="*/ 5820 w 10000"/>
                  <a:gd name="connsiteY35-3816" fmla="*/ 5981 h 10000"/>
                  <a:gd name="connsiteX36-3817" fmla="*/ 5547 w 10000"/>
                  <a:gd name="connsiteY36-3818" fmla="*/ 6312 h 10000"/>
                  <a:gd name="connsiteX37-3819" fmla="*/ 4695 w 10000"/>
                  <a:gd name="connsiteY37-3820" fmla="*/ 5834 h 10000"/>
                  <a:gd name="connsiteX38-3821" fmla="*/ 2510 w 10000"/>
                  <a:gd name="connsiteY38-3822" fmla="*/ 5852 h 10000"/>
                  <a:gd name="connsiteX39-3823" fmla="*/ 1545 w 10000"/>
                  <a:gd name="connsiteY39-3824" fmla="*/ 5981 h 10000"/>
                  <a:gd name="connsiteX40-3825" fmla="*/ 1208 w 10000"/>
                  <a:gd name="connsiteY40-3826" fmla="*/ 5431 h 10000"/>
                  <a:gd name="connsiteX41-3827" fmla="*/ 1514 w 10000"/>
                  <a:gd name="connsiteY41-3828" fmla="*/ 4386 h 10000"/>
                  <a:gd name="connsiteX42-3829" fmla="*/ 1561 w 10000"/>
                  <a:gd name="connsiteY42-3830" fmla="*/ 4203 h 10000"/>
                  <a:gd name="connsiteX43-3831" fmla="*/ 1787 w 10000"/>
                  <a:gd name="connsiteY43-3832" fmla="*/ 2991 h 10000"/>
                  <a:gd name="connsiteX44-3833" fmla="*/ 3136 w 10000"/>
                  <a:gd name="connsiteY44-3834" fmla="*/ 2606 h 10000"/>
                  <a:gd name="connsiteX45-3835" fmla="*/ 3876 w 10000"/>
                  <a:gd name="connsiteY45-3836" fmla="*/ 3799 h 10000"/>
                  <a:gd name="connsiteX46-3837" fmla="*/ 2703 w 10000"/>
                  <a:gd name="connsiteY46-3838" fmla="*/ 4569 h 10000"/>
                  <a:gd name="connsiteX47-3839" fmla="*/ 2719 w 10000"/>
                  <a:gd name="connsiteY47-3840" fmla="*/ 4808 h 10000"/>
                  <a:gd name="connsiteX48-3841" fmla="*/ 2927 w 10000"/>
                  <a:gd name="connsiteY48-3842" fmla="*/ 4771 h 10000"/>
                  <a:gd name="connsiteX49-3843" fmla="*/ 4744 w 10000"/>
                  <a:gd name="connsiteY49-3844" fmla="*/ 4423 h 10000"/>
                  <a:gd name="connsiteX50-3845" fmla="*/ 4937 w 10000"/>
                  <a:gd name="connsiteY50-3846" fmla="*/ 4423 h 10000"/>
                  <a:gd name="connsiteX51-3847" fmla="*/ 5804 w 10000"/>
                  <a:gd name="connsiteY51-3848" fmla="*/ 4184 h 10000"/>
                  <a:gd name="connsiteX52-3849" fmla="*/ 6383 w 10000"/>
                  <a:gd name="connsiteY52-3850" fmla="*/ 4973 h 10000"/>
                  <a:gd name="connsiteX53-3851" fmla="*/ 6512 w 10000"/>
                  <a:gd name="connsiteY53-3852" fmla="*/ 5119 h 10000"/>
                  <a:gd name="connsiteX54-3853" fmla="*/ 7572 w 10000"/>
                  <a:gd name="connsiteY54-3854" fmla="*/ 6532 h 10000"/>
                  <a:gd name="connsiteX55-3855" fmla="*/ 7093 w 10000"/>
                  <a:gd name="connsiteY55-3856" fmla="*/ 7894 h 10000"/>
                  <a:gd name="connsiteX56-3857" fmla="*/ 5483 w 10000"/>
                  <a:gd name="connsiteY56-3858" fmla="*/ 8218 h 10000"/>
                  <a:gd name="connsiteX57-3859" fmla="*/ 5467 w 10000"/>
                  <a:gd name="connsiteY57-3860" fmla="*/ 8273 h 10000"/>
                  <a:gd name="connsiteX58-3861" fmla="*/ 3490 w 10000"/>
                  <a:gd name="connsiteY58-3862" fmla="*/ 8053 h 10000"/>
                  <a:gd name="connsiteX59-3863" fmla="*/ 3345 w 10000"/>
                  <a:gd name="connsiteY59-3864" fmla="*/ 7357 h 10000"/>
                  <a:gd name="connsiteX60-3865" fmla="*/ 3586 w 10000"/>
                  <a:gd name="connsiteY60-3866" fmla="*/ 7082 h 10000"/>
                  <a:gd name="connsiteX61-3867" fmla="*/ 3683 w 10000"/>
                  <a:gd name="connsiteY61-3868" fmla="*/ 6880 h 10000"/>
                  <a:gd name="connsiteX62-3869" fmla="*/ 3490 w 10000"/>
                  <a:gd name="connsiteY62-3870" fmla="*/ 6770 h 10000"/>
                  <a:gd name="connsiteX63-3871" fmla="*/ 3072 w 10000"/>
                  <a:gd name="connsiteY63-3872" fmla="*/ 7247 h 10000"/>
                  <a:gd name="connsiteX64-3873" fmla="*/ 3249 w 10000"/>
                  <a:gd name="connsiteY64-3874" fmla="*/ 8255 h 10000"/>
                  <a:gd name="connsiteX65-3875" fmla="*/ 3249 w 10000"/>
                  <a:gd name="connsiteY65-3876" fmla="*/ 8273 h 10000"/>
                  <a:gd name="connsiteX66-3877" fmla="*/ 4680 w 10000"/>
                  <a:gd name="connsiteY66-3878" fmla="*/ 8825 h 10000"/>
                  <a:gd name="connsiteX67-3879" fmla="*/ 5354 w 10000"/>
                  <a:gd name="connsiteY67-3880" fmla="*/ 8677 h 10000"/>
                  <a:gd name="connsiteX68-3881" fmla="*/ 3393 w 10000"/>
                  <a:gd name="connsiteY68-3882" fmla="*/ 9998 h 10000"/>
                  <a:gd name="connsiteX69-3883" fmla="*/ 2253 w 10000"/>
                  <a:gd name="connsiteY69-3884" fmla="*/ 9228 h 10000"/>
                  <a:gd name="connsiteX70-3885" fmla="*/ 1224 w 10000"/>
                  <a:gd name="connsiteY70-3886" fmla="*/ 7137 h 10000"/>
                  <a:gd name="connsiteX71-3887" fmla="*/ 3 w 10000"/>
                  <a:gd name="connsiteY71-3888" fmla="*/ 4954 h 10000"/>
                  <a:gd name="connsiteX0-3889" fmla="*/ 3 w 10000"/>
                  <a:gd name="connsiteY0-3890" fmla="*/ 4954 h 10000"/>
                  <a:gd name="connsiteX1-3891" fmla="*/ 726 w 10000"/>
                  <a:gd name="connsiteY1-3892" fmla="*/ 3028 h 10000"/>
                  <a:gd name="connsiteX2-3893" fmla="*/ 1337 w 10000"/>
                  <a:gd name="connsiteY2-3894" fmla="*/ 1635 h 10000"/>
                  <a:gd name="connsiteX3-3895" fmla="*/ 3233 w 10000"/>
                  <a:gd name="connsiteY3-3896" fmla="*/ 773 h 10000"/>
                  <a:gd name="connsiteX4-3897" fmla="*/ 5997 w 10000"/>
                  <a:gd name="connsiteY4-3898" fmla="*/ 424 h 10000"/>
                  <a:gd name="connsiteX5-3899" fmla="*/ 8488 w 10000"/>
                  <a:gd name="connsiteY5-3900" fmla="*/ 1452 h 10000"/>
                  <a:gd name="connsiteX6-3901" fmla="*/ 9693 w 10000"/>
                  <a:gd name="connsiteY6-3902" fmla="*/ 4661 h 10000"/>
                  <a:gd name="connsiteX7-3903" fmla="*/ 7765 w 10000"/>
                  <a:gd name="connsiteY7-3904" fmla="*/ 5852 h 10000"/>
                  <a:gd name="connsiteX8-3905" fmla="*/ 6752 w 10000"/>
                  <a:gd name="connsiteY8-3906" fmla="*/ 4844 h 10000"/>
                  <a:gd name="connsiteX9-3907" fmla="*/ 7444 w 10000"/>
                  <a:gd name="connsiteY9-3908" fmla="*/ 2845 h 10000"/>
                  <a:gd name="connsiteX10-3909" fmla="*/ 8680 w 10000"/>
                  <a:gd name="connsiteY10-3910" fmla="*/ 2808 h 10000"/>
                  <a:gd name="connsiteX11-3911" fmla="*/ 8873 w 10000"/>
                  <a:gd name="connsiteY11-3912" fmla="*/ 3799 h 10000"/>
                  <a:gd name="connsiteX12-3913" fmla="*/ 8568 w 10000"/>
                  <a:gd name="connsiteY12-3914" fmla="*/ 4203 h 10000"/>
                  <a:gd name="connsiteX13-3915" fmla="*/ 7941 w 10000"/>
                  <a:gd name="connsiteY13-3916" fmla="*/ 4184 h 10000"/>
                  <a:gd name="connsiteX14-3917" fmla="*/ 7748 w 10000"/>
                  <a:gd name="connsiteY14-3918" fmla="*/ 4276 h 10000"/>
                  <a:gd name="connsiteX15-3919" fmla="*/ 7829 w 10000"/>
                  <a:gd name="connsiteY15-3920" fmla="*/ 4496 h 10000"/>
                  <a:gd name="connsiteX16-3921" fmla="*/ 8664 w 10000"/>
                  <a:gd name="connsiteY16-3922" fmla="*/ 4514 h 10000"/>
                  <a:gd name="connsiteX17-3923" fmla="*/ 9163 w 10000"/>
                  <a:gd name="connsiteY17-3924" fmla="*/ 3928 h 10000"/>
                  <a:gd name="connsiteX18-3925" fmla="*/ 8857 w 10000"/>
                  <a:gd name="connsiteY18-3926" fmla="*/ 2533 h 10000"/>
                  <a:gd name="connsiteX19-3927" fmla="*/ 7637 w 10000"/>
                  <a:gd name="connsiteY19-3928" fmla="*/ 2350 h 10000"/>
                  <a:gd name="connsiteX20-3929" fmla="*/ 6720 w 10000"/>
                  <a:gd name="connsiteY20-3930" fmla="*/ 1360 h 10000"/>
                  <a:gd name="connsiteX21-3931" fmla="*/ 5627 w 10000"/>
                  <a:gd name="connsiteY21-3932" fmla="*/ 1470 h 10000"/>
                  <a:gd name="connsiteX22-3933" fmla="*/ 4390 w 10000"/>
                  <a:gd name="connsiteY22-3934" fmla="*/ 902 h 10000"/>
                  <a:gd name="connsiteX23-3935" fmla="*/ 3442 w 10000"/>
                  <a:gd name="connsiteY23-3936" fmla="*/ 1543 h 10000"/>
                  <a:gd name="connsiteX24-3937" fmla="*/ 3201 w 10000"/>
                  <a:gd name="connsiteY24-3938" fmla="*/ 2277 h 10000"/>
                  <a:gd name="connsiteX25-3939" fmla="*/ 1578 w 10000"/>
                  <a:gd name="connsiteY25-3940" fmla="*/ 2771 h 10000"/>
                  <a:gd name="connsiteX26-3941" fmla="*/ 1257 w 10000"/>
                  <a:gd name="connsiteY26-3942" fmla="*/ 4203 h 10000"/>
                  <a:gd name="connsiteX27-3943" fmla="*/ 902 w 10000"/>
                  <a:gd name="connsiteY27-3944" fmla="*/ 5486 h 10000"/>
                  <a:gd name="connsiteX28-3945" fmla="*/ 1417 w 10000"/>
                  <a:gd name="connsiteY28-3946" fmla="*/ 6294 h 10000"/>
                  <a:gd name="connsiteX29-3947" fmla="*/ 2670 w 10000"/>
                  <a:gd name="connsiteY29-3948" fmla="*/ 6129 h 10000"/>
                  <a:gd name="connsiteX30-3949" fmla="*/ 4518 w 10000"/>
                  <a:gd name="connsiteY30-3950" fmla="*/ 6092 h 10000"/>
                  <a:gd name="connsiteX31-3951" fmla="*/ 5531 w 10000"/>
                  <a:gd name="connsiteY31-3952" fmla="*/ 6642 h 10000"/>
                  <a:gd name="connsiteX32-3953" fmla="*/ 5611 w 10000"/>
                  <a:gd name="connsiteY32-3954" fmla="*/ 6642 h 10000"/>
                  <a:gd name="connsiteX33-3955" fmla="*/ 6093 w 10000"/>
                  <a:gd name="connsiteY33-3956" fmla="*/ 6129 h 10000"/>
                  <a:gd name="connsiteX34-3957" fmla="*/ 6013 w 10000"/>
                  <a:gd name="connsiteY34-3958" fmla="*/ 5907 h 10000"/>
                  <a:gd name="connsiteX35-3959" fmla="*/ 5820 w 10000"/>
                  <a:gd name="connsiteY35-3960" fmla="*/ 5981 h 10000"/>
                  <a:gd name="connsiteX36-3961" fmla="*/ 5547 w 10000"/>
                  <a:gd name="connsiteY36-3962" fmla="*/ 6312 h 10000"/>
                  <a:gd name="connsiteX37-3963" fmla="*/ 4695 w 10000"/>
                  <a:gd name="connsiteY37-3964" fmla="*/ 5834 h 10000"/>
                  <a:gd name="connsiteX38-3965" fmla="*/ 2510 w 10000"/>
                  <a:gd name="connsiteY38-3966" fmla="*/ 5852 h 10000"/>
                  <a:gd name="connsiteX39-3967" fmla="*/ 1545 w 10000"/>
                  <a:gd name="connsiteY39-3968" fmla="*/ 5981 h 10000"/>
                  <a:gd name="connsiteX40-3969" fmla="*/ 1208 w 10000"/>
                  <a:gd name="connsiteY40-3970" fmla="*/ 5431 h 10000"/>
                  <a:gd name="connsiteX41-3971" fmla="*/ 1514 w 10000"/>
                  <a:gd name="connsiteY41-3972" fmla="*/ 4386 h 10000"/>
                  <a:gd name="connsiteX42-3973" fmla="*/ 1561 w 10000"/>
                  <a:gd name="connsiteY42-3974" fmla="*/ 4203 h 10000"/>
                  <a:gd name="connsiteX43-3975" fmla="*/ 1787 w 10000"/>
                  <a:gd name="connsiteY43-3976" fmla="*/ 2991 h 10000"/>
                  <a:gd name="connsiteX44-3977" fmla="*/ 3136 w 10000"/>
                  <a:gd name="connsiteY44-3978" fmla="*/ 2606 h 10000"/>
                  <a:gd name="connsiteX45-3979" fmla="*/ 3876 w 10000"/>
                  <a:gd name="connsiteY45-3980" fmla="*/ 3799 h 10000"/>
                  <a:gd name="connsiteX46-3981" fmla="*/ 2703 w 10000"/>
                  <a:gd name="connsiteY46-3982" fmla="*/ 4569 h 10000"/>
                  <a:gd name="connsiteX47-3983" fmla="*/ 2719 w 10000"/>
                  <a:gd name="connsiteY47-3984" fmla="*/ 4808 h 10000"/>
                  <a:gd name="connsiteX48-3985" fmla="*/ 2927 w 10000"/>
                  <a:gd name="connsiteY48-3986" fmla="*/ 4771 h 10000"/>
                  <a:gd name="connsiteX49-3987" fmla="*/ 4744 w 10000"/>
                  <a:gd name="connsiteY49-3988" fmla="*/ 4423 h 10000"/>
                  <a:gd name="connsiteX50-3989" fmla="*/ 4937 w 10000"/>
                  <a:gd name="connsiteY50-3990" fmla="*/ 4423 h 10000"/>
                  <a:gd name="connsiteX51-3991" fmla="*/ 5804 w 10000"/>
                  <a:gd name="connsiteY51-3992" fmla="*/ 4184 h 10000"/>
                  <a:gd name="connsiteX52-3993" fmla="*/ 6383 w 10000"/>
                  <a:gd name="connsiteY52-3994" fmla="*/ 4973 h 10000"/>
                  <a:gd name="connsiteX53-3995" fmla="*/ 6512 w 10000"/>
                  <a:gd name="connsiteY53-3996" fmla="*/ 5119 h 10000"/>
                  <a:gd name="connsiteX54-3997" fmla="*/ 7572 w 10000"/>
                  <a:gd name="connsiteY54-3998" fmla="*/ 6532 h 10000"/>
                  <a:gd name="connsiteX55-3999" fmla="*/ 7093 w 10000"/>
                  <a:gd name="connsiteY55-4000" fmla="*/ 7894 h 10000"/>
                  <a:gd name="connsiteX56-4001" fmla="*/ 5483 w 10000"/>
                  <a:gd name="connsiteY56-4002" fmla="*/ 8218 h 10000"/>
                  <a:gd name="connsiteX57-4003" fmla="*/ 5467 w 10000"/>
                  <a:gd name="connsiteY57-4004" fmla="*/ 8273 h 10000"/>
                  <a:gd name="connsiteX58-4005" fmla="*/ 3490 w 10000"/>
                  <a:gd name="connsiteY58-4006" fmla="*/ 8053 h 10000"/>
                  <a:gd name="connsiteX59-4007" fmla="*/ 3345 w 10000"/>
                  <a:gd name="connsiteY59-4008" fmla="*/ 7357 h 10000"/>
                  <a:gd name="connsiteX60-4009" fmla="*/ 3586 w 10000"/>
                  <a:gd name="connsiteY60-4010" fmla="*/ 7082 h 10000"/>
                  <a:gd name="connsiteX61-4011" fmla="*/ 3683 w 10000"/>
                  <a:gd name="connsiteY61-4012" fmla="*/ 6880 h 10000"/>
                  <a:gd name="connsiteX62-4013" fmla="*/ 3490 w 10000"/>
                  <a:gd name="connsiteY62-4014" fmla="*/ 6770 h 10000"/>
                  <a:gd name="connsiteX63-4015" fmla="*/ 3072 w 10000"/>
                  <a:gd name="connsiteY63-4016" fmla="*/ 7247 h 10000"/>
                  <a:gd name="connsiteX64-4017" fmla="*/ 3249 w 10000"/>
                  <a:gd name="connsiteY64-4018" fmla="*/ 8255 h 10000"/>
                  <a:gd name="connsiteX65-4019" fmla="*/ 3249 w 10000"/>
                  <a:gd name="connsiteY65-4020" fmla="*/ 8273 h 10000"/>
                  <a:gd name="connsiteX66-4021" fmla="*/ 4680 w 10000"/>
                  <a:gd name="connsiteY66-4022" fmla="*/ 8825 h 10000"/>
                  <a:gd name="connsiteX67-4023" fmla="*/ 5354 w 10000"/>
                  <a:gd name="connsiteY67-4024" fmla="*/ 8677 h 10000"/>
                  <a:gd name="connsiteX68-4025" fmla="*/ 3393 w 10000"/>
                  <a:gd name="connsiteY68-4026" fmla="*/ 9998 h 10000"/>
                  <a:gd name="connsiteX69-4027" fmla="*/ 2253 w 10000"/>
                  <a:gd name="connsiteY69-4028" fmla="*/ 9228 h 10000"/>
                  <a:gd name="connsiteX70-4029" fmla="*/ 1224 w 10000"/>
                  <a:gd name="connsiteY70-4030" fmla="*/ 7137 h 10000"/>
                  <a:gd name="connsiteX71-4031" fmla="*/ 3 w 10000"/>
                  <a:gd name="connsiteY71-4032" fmla="*/ 4954 h 10000"/>
                  <a:gd name="connsiteX0-4033" fmla="*/ 3 w 10000"/>
                  <a:gd name="connsiteY0-4034" fmla="*/ 4954 h 10000"/>
                  <a:gd name="connsiteX1-4035" fmla="*/ 726 w 10000"/>
                  <a:gd name="connsiteY1-4036" fmla="*/ 3028 h 10000"/>
                  <a:gd name="connsiteX2-4037" fmla="*/ 1337 w 10000"/>
                  <a:gd name="connsiteY2-4038" fmla="*/ 1635 h 10000"/>
                  <a:gd name="connsiteX3-4039" fmla="*/ 3233 w 10000"/>
                  <a:gd name="connsiteY3-4040" fmla="*/ 773 h 10000"/>
                  <a:gd name="connsiteX4-4041" fmla="*/ 5997 w 10000"/>
                  <a:gd name="connsiteY4-4042" fmla="*/ 424 h 10000"/>
                  <a:gd name="connsiteX5-4043" fmla="*/ 8488 w 10000"/>
                  <a:gd name="connsiteY5-4044" fmla="*/ 1452 h 10000"/>
                  <a:gd name="connsiteX6-4045" fmla="*/ 9693 w 10000"/>
                  <a:gd name="connsiteY6-4046" fmla="*/ 4661 h 10000"/>
                  <a:gd name="connsiteX7-4047" fmla="*/ 7765 w 10000"/>
                  <a:gd name="connsiteY7-4048" fmla="*/ 5852 h 10000"/>
                  <a:gd name="connsiteX8-4049" fmla="*/ 6752 w 10000"/>
                  <a:gd name="connsiteY8-4050" fmla="*/ 4844 h 10000"/>
                  <a:gd name="connsiteX9-4051" fmla="*/ 7444 w 10000"/>
                  <a:gd name="connsiteY9-4052" fmla="*/ 2845 h 10000"/>
                  <a:gd name="connsiteX10-4053" fmla="*/ 8680 w 10000"/>
                  <a:gd name="connsiteY10-4054" fmla="*/ 2808 h 10000"/>
                  <a:gd name="connsiteX11-4055" fmla="*/ 8873 w 10000"/>
                  <a:gd name="connsiteY11-4056" fmla="*/ 3799 h 10000"/>
                  <a:gd name="connsiteX12-4057" fmla="*/ 8568 w 10000"/>
                  <a:gd name="connsiteY12-4058" fmla="*/ 4203 h 10000"/>
                  <a:gd name="connsiteX13-4059" fmla="*/ 7941 w 10000"/>
                  <a:gd name="connsiteY13-4060" fmla="*/ 4184 h 10000"/>
                  <a:gd name="connsiteX14-4061" fmla="*/ 7748 w 10000"/>
                  <a:gd name="connsiteY14-4062" fmla="*/ 4276 h 10000"/>
                  <a:gd name="connsiteX15-4063" fmla="*/ 7829 w 10000"/>
                  <a:gd name="connsiteY15-4064" fmla="*/ 4496 h 10000"/>
                  <a:gd name="connsiteX16-4065" fmla="*/ 8664 w 10000"/>
                  <a:gd name="connsiteY16-4066" fmla="*/ 4514 h 10000"/>
                  <a:gd name="connsiteX17-4067" fmla="*/ 9163 w 10000"/>
                  <a:gd name="connsiteY17-4068" fmla="*/ 3928 h 10000"/>
                  <a:gd name="connsiteX18-4069" fmla="*/ 8857 w 10000"/>
                  <a:gd name="connsiteY18-4070" fmla="*/ 2533 h 10000"/>
                  <a:gd name="connsiteX19-4071" fmla="*/ 7637 w 10000"/>
                  <a:gd name="connsiteY19-4072" fmla="*/ 2350 h 10000"/>
                  <a:gd name="connsiteX20-4073" fmla="*/ 6720 w 10000"/>
                  <a:gd name="connsiteY20-4074" fmla="*/ 1360 h 10000"/>
                  <a:gd name="connsiteX21-4075" fmla="*/ 5627 w 10000"/>
                  <a:gd name="connsiteY21-4076" fmla="*/ 1470 h 10000"/>
                  <a:gd name="connsiteX22-4077" fmla="*/ 4390 w 10000"/>
                  <a:gd name="connsiteY22-4078" fmla="*/ 902 h 10000"/>
                  <a:gd name="connsiteX23-4079" fmla="*/ 3442 w 10000"/>
                  <a:gd name="connsiteY23-4080" fmla="*/ 1543 h 10000"/>
                  <a:gd name="connsiteX24-4081" fmla="*/ 3201 w 10000"/>
                  <a:gd name="connsiteY24-4082" fmla="*/ 2277 h 10000"/>
                  <a:gd name="connsiteX25-4083" fmla="*/ 1578 w 10000"/>
                  <a:gd name="connsiteY25-4084" fmla="*/ 2771 h 10000"/>
                  <a:gd name="connsiteX26-4085" fmla="*/ 1257 w 10000"/>
                  <a:gd name="connsiteY26-4086" fmla="*/ 4203 h 10000"/>
                  <a:gd name="connsiteX27-4087" fmla="*/ 902 w 10000"/>
                  <a:gd name="connsiteY27-4088" fmla="*/ 5486 h 10000"/>
                  <a:gd name="connsiteX28-4089" fmla="*/ 1417 w 10000"/>
                  <a:gd name="connsiteY28-4090" fmla="*/ 6294 h 10000"/>
                  <a:gd name="connsiteX29-4091" fmla="*/ 2670 w 10000"/>
                  <a:gd name="connsiteY29-4092" fmla="*/ 6129 h 10000"/>
                  <a:gd name="connsiteX30-4093" fmla="*/ 4518 w 10000"/>
                  <a:gd name="connsiteY30-4094" fmla="*/ 6092 h 10000"/>
                  <a:gd name="connsiteX31-4095" fmla="*/ 5531 w 10000"/>
                  <a:gd name="connsiteY31-4096" fmla="*/ 6642 h 10000"/>
                  <a:gd name="connsiteX32-4097" fmla="*/ 5611 w 10000"/>
                  <a:gd name="connsiteY32-4098" fmla="*/ 6642 h 10000"/>
                  <a:gd name="connsiteX33-4099" fmla="*/ 6093 w 10000"/>
                  <a:gd name="connsiteY33-4100" fmla="*/ 6129 h 10000"/>
                  <a:gd name="connsiteX34-4101" fmla="*/ 6013 w 10000"/>
                  <a:gd name="connsiteY34-4102" fmla="*/ 5907 h 10000"/>
                  <a:gd name="connsiteX35-4103" fmla="*/ 5820 w 10000"/>
                  <a:gd name="connsiteY35-4104" fmla="*/ 5981 h 10000"/>
                  <a:gd name="connsiteX36-4105" fmla="*/ 5547 w 10000"/>
                  <a:gd name="connsiteY36-4106" fmla="*/ 6312 h 10000"/>
                  <a:gd name="connsiteX37-4107" fmla="*/ 4695 w 10000"/>
                  <a:gd name="connsiteY37-4108" fmla="*/ 5834 h 10000"/>
                  <a:gd name="connsiteX38-4109" fmla="*/ 2510 w 10000"/>
                  <a:gd name="connsiteY38-4110" fmla="*/ 5852 h 10000"/>
                  <a:gd name="connsiteX39-4111" fmla="*/ 1545 w 10000"/>
                  <a:gd name="connsiteY39-4112" fmla="*/ 5981 h 10000"/>
                  <a:gd name="connsiteX40-4113" fmla="*/ 1208 w 10000"/>
                  <a:gd name="connsiteY40-4114" fmla="*/ 5431 h 10000"/>
                  <a:gd name="connsiteX41-4115" fmla="*/ 1514 w 10000"/>
                  <a:gd name="connsiteY41-4116" fmla="*/ 4386 h 10000"/>
                  <a:gd name="connsiteX42-4117" fmla="*/ 1561 w 10000"/>
                  <a:gd name="connsiteY42-4118" fmla="*/ 4203 h 10000"/>
                  <a:gd name="connsiteX43-4119" fmla="*/ 1787 w 10000"/>
                  <a:gd name="connsiteY43-4120" fmla="*/ 2991 h 10000"/>
                  <a:gd name="connsiteX44-4121" fmla="*/ 3136 w 10000"/>
                  <a:gd name="connsiteY44-4122" fmla="*/ 2606 h 10000"/>
                  <a:gd name="connsiteX45-4123" fmla="*/ 3876 w 10000"/>
                  <a:gd name="connsiteY45-4124" fmla="*/ 3799 h 10000"/>
                  <a:gd name="connsiteX46-4125" fmla="*/ 2703 w 10000"/>
                  <a:gd name="connsiteY46-4126" fmla="*/ 4569 h 10000"/>
                  <a:gd name="connsiteX47-4127" fmla="*/ 2719 w 10000"/>
                  <a:gd name="connsiteY47-4128" fmla="*/ 4808 h 10000"/>
                  <a:gd name="connsiteX48-4129" fmla="*/ 2927 w 10000"/>
                  <a:gd name="connsiteY48-4130" fmla="*/ 4771 h 10000"/>
                  <a:gd name="connsiteX49-4131" fmla="*/ 4744 w 10000"/>
                  <a:gd name="connsiteY49-4132" fmla="*/ 4423 h 10000"/>
                  <a:gd name="connsiteX50-4133" fmla="*/ 4937 w 10000"/>
                  <a:gd name="connsiteY50-4134" fmla="*/ 4423 h 10000"/>
                  <a:gd name="connsiteX51-4135" fmla="*/ 5804 w 10000"/>
                  <a:gd name="connsiteY51-4136" fmla="*/ 4184 h 10000"/>
                  <a:gd name="connsiteX52-4137" fmla="*/ 6383 w 10000"/>
                  <a:gd name="connsiteY52-4138" fmla="*/ 4973 h 10000"/>
                  <a:gd name="connsiteX53-4139" fmla="*/ 6512 w 10000"/>
                  <a:gd name="connsiteY53-4140" fmla="*/ 5119 h 10000"/>
                  <a:gd name="connsiteX54-4141" fmla="*/ 7572 w 10000"/>
                  <a:gd name="connsiteY54-4142" fmla="*/ 6532 h 10000"/>
                  <a:gd name="connsiteX55-4143" fmla="*/ 7093 w 10000"/>
                  <a:gd name="connsiteY55-4144" fmla="*/ 7953 h 10000"/>
                  <a:gd name="connsiteX56-4145" fmla="*/ 5483 w 10000"/>
                  <a:gd name="connsiteY56-4146" fmla="*/ 8218 h 10000"/>
                  <a:gd name="connsiteX57-4147" fmla="*/ 5467 w 10000"/>
                  <a:gd name="connsiteY57-4148" fmla="*/ 8273 h 10000"/>
                  <a:gd name="connsiteX58-4149" fmla="*/ 3490 w 10000"/>
                  <a:gd name="connsiteY58-4150" fmla="*/ 8053 h 10000"/>
                  <a:gd name="connsiteX59-4151" fmla="*/ 3345 w 10000"/>
                  <a:gd name="connsiteY59-4152" fmla="*/ 7357 h 10000"/>
                  <a:gd name="connsiteX60-4153" fmla="*/ 3586 w 10000"/>
                  <a:gd name="connsiteY60-4154" fmla="*/ 7082 h 10000"/>
                  <a:gd name="connsiteX61-4155" fmla="*/ 3683 w 10000"/>
                  <a:gd name="connsiteY61-4156" fmla="*/ 6880 h 10000"/>
                  <a:gd name="connsiteX62-4157" fmla="*/ 3490 w 10000"/>
                  <a:gd name="connsiteY62-4158" fmla="*/ 6770 h 10000"/>
                  <a:gd name="connsiteX63-4159" fmla="*/ 3072 w 10000"/>
                  <a:gd name="connsiteY63-4160" fmla="*/ 7247 h 10000"/>
                  <a:gd name="connsiteX64-4161" fmla="*/ 3249 w 10000"/>
                  <a:gd name="connsiteY64-4162" fmla="*/ 8255 h 10000"/>
                  <a:gd name="connsiteX65-4163" fmla="*/ 3249 w 10000"/>
                  <a:gd name="connsiteY65-4164" fmla="*/ 8273 h 10000"/>
                  <a:gd name="connsiteX66-4165" fmla="*/ 4680 w 10000"/>
                  <a:gd name="connsiteY66-4166" fmla="*/ 8825 h 10000"/>
                  <a:gd name="connsiteX67-4167" fmla="*/ 5354 w 10000"/>
                  <a:gd name="connsiteY67-4168" fmla="*/ 8677 h 10000"/>
                  <a:gd name="connsiteX68-4169" fmla="*/ 3393 w 10000"/>
                  <a:gd name="connsiteY68-4170" fmla="*/ 9998 h 10000"/>
                  <a:gd name="connsiteX69-4171" fmla="*/ 2253 w 10000"/>
                  <a:gd name="connsiteY69-4172" fmla="*/ 9228 h 10000"/>
                  <a:gd name="connsiteX70-4173" fmla="*/ 1224 w 10000"/>
                  <a:gd name="connsiteY70-4174" fmla="*/ 7137 h 10000"/>
                  <a:gd name="connsiteX71-4175" fmla="*/ 3 w 10000"/>
                  <a:gd name="connsiteY71-4176" fmla="*/ 4954 h 10000"/>
                  <a:gd name="connsiteX0-4177" fmla="*/ 3 w 10000"/>
                  <a:gd name="connsiteY0-4178" fmla="*/ 4954 h 10000"/>
                  <a:gd name="connsiteX1-4179" fmla="*/ 726 w 10000"/>
                  <a:gd name="connsiteY1-4180" fmla="*/ 3028 h 10000"/>
                  <a:gd name="connsiteX2-4181" fmla="*/ 1337 w 10000"/>
                  <a:gd name="connsiteY2-4182" fmla="*/ 1635 h 10000"/>
                  <a:gd name="connsiteX3-4183" fmla="*/ 3233 w 10000"/>
                  <a:gd name="connsiteY3-4184" fmla="*/ 773 h 10000"/>
                  <a:gd name="connsiteX4-4185" fmla="*/ 5997 w 10000"/>
                  <a:gd name="connsiteY4-4186" fmla="*/ 424 h 10000"/>
                  <a:gd name="connsiteX5-4187" fmla="*/ 8488 w 10000"/>
                  <a:gd name="connsiteY5-4188" fmla="*/ 1452 h 10000"/>
                  <a:gd name="connsiteX6-4189" fmla="*/ 9693 w 10000"/>
                  <a:gd name="connsiteY6-4190" fmla="*/ 4661 h 10000"/>
                  <a:gd name="connsiteX7-4191" fmla="*/ 7765 w 10000"/>
                  <a:gd name="connsiteY7-4192" fmla="*/ 5852 h 10000"/>
                  <a:gd name="connsiteX8-4193" fmla="*/ 6752 w 10000"/>
                  <a:gd name="connsiteY8-4194" fmla="*/ 4844 h 10000"/>
                  <a:gd name="connsiteX9-4195" fmla="*/ 7444 w 10000"/>
                  <a:gd name="connsiteY9-4196" fmla="*/ 2845 h 10000"/>
                  <a:gd name="connsiteX10-4197" fmla="*/ 8680 w 10000"/>
                  <a:gd name="connsiteY10-4198" fmla="*/ 2808 h 10000"/>
                  <a:gd name="connsiteX11-4199" fmla="*/ 8873 w 10000"/>
                  <a:gd name="connsiteY11-4200" fmla="*/ 3799 h 10000"/>
                  <a:gd name="connsiteX12-4201" fmla="*/ 8568 w 10000"/>
                  <a:gd name="connsiteY12-4202" fmla="*/ 4203 h 10000"/>
                  <a:gd name="connsiteX13-4203" fmla="*/ 7941 w 10000"/>
                  <a:gd name="connsiteY13-4204" fmla="*/ 4184 h 10000"/>
                  <a:gd name="connsiteX14-4205" fmla="*/ 7748 w 10000"/>
                  <a:gd name="connsiteY14-4206" fmla="*/ 4276 h 10000"/>
                  <a:gd name="connsiteX15-4207" fmla="*/ 7829 w 10000"/>
                  <a:gd name="connsiteY15-4208" fmla="*/ 4496 h 10000"/>
                  <a:gd name="connsiteX16-4209" fmla="*/ 8664 w 10000"/>
                  <a:gd name="connsiteY16-4210" fmla="*/ 4514 h 10000"/>
                  <a:gd name="connsiteX17-4211" fmla="*/ 9163 w 10000"/>
                  <a:gd name="connsiteY17-4212" fmla="*/ 3928 h 10000"/>
                  <a:gd name="connsiteX18-4213" fmla="*/ 8857 w 10000"/>
                  <a:gd name="connsiteY18-4214" fmla="*/ 2533 h 10000"/>
                  <a:gd name="connsiteX19-4215" fmla="*/ 7637 w 10000"/>
                  <a:gd name="connsiteY19-4216" fmla="*/ 2350 h 10000"/>
                  <a:gd name="connsiteX20-4217" fmla="*/ 6720 w 10000"/>
                  <a:gd name="connsiteY20-4218" fmla="*/ 1360 h 10000"/>
                  <a:gd name="connsiteX21-4219" fmla="*/ 5627 w 10000"/>
                  <a:gd name="connsiteY21-4220" fmla="*/ 1470 h 10000"/>
                  <a:gd name="connsiteX22-4221" fmla="*/ 4390 w 10000"/>
                  <a:gd name="connsiteY22-4222" fmla="*/ 902 h 10000"/>
                  <a:gd name="connsiteX23-4223" fmla="*/ 3442 w 10000"/>
                  <a:gd name="connsiteY23-4224" fmla="*/ 1543 h 10000"/>
                  <a:gd name="connsiteX24-4225" fmla="*/ 3201 w 10000"/>
                  <a:gd name="connsiteY24-4226" fmla="*/ 2277 h 10000"/>
                  <a:gd name="connsiteX25-4227" fmla="*/ 1578 w 10000"/>
                  <a:gd name="connsiteY25-4228" fmla="*/ 2771 h 10000"/>
                  <a:gd name="connsiteX26-4229" fmla="*/ 1257 w 10000"/>
                  <a:gd name="connsiteY26-4230" fmla="*/ 4203 h 10000"/>
                  <a:gd name="connsiteX27-4231" fmla="*/ 902 w 10000"/>
                  <a:gd name="connsiteY27-4232" fmla="*/ 5486 h 10000"/>
                  <a:gd name="connsiteX28-4233" fmla="*/ 1417 w 10000"/>
                  <a:gd name="connsiteY28-4234" fmla="*/ 6294 h 10000"/>
                  <a:gd name="connsiteX29-4235" fmla="*/ 2670 w 10000"/>
                  <a:gd name="connsiteY29-4236" fmla="*/ 6129 h 10000"/>
                  <a:gd name="connsiteX30-4237" fmla="*/ 4518 w 10000"/>
                  <a:gd name="connsiteY30-4238" fmla="*/ 6092 h 10000"/>
                  <a:gd name="connsiteX31-4239" fmla="*/ 5531 w 10000"/>
                  <a:gd name="connsiteY31-4240" fmla="*/ 6642 h 10000"/>
                  <a:gd name="connsiteX32-4241" fmla="*/ 5611 w 10000"/>
                  <a:gd name="connsiteY32-4242" fmla="*/ 6642 h 10000"/>
                  <a:gd name="connsiteX33-4243" fmla="*/ 6093 w 10000"/>
                  <a:gd name="connsiteY33-4244" fmla="*/ 6129 h 10000"/>
                  <a:gd name="connsiteX34-4245" fmla="*/ 6013 w 10000"/>
                  <a:gd name="connsiteY34-4246" fmla="*/ 5907 h 10000"/>
                  <a:gd name="connsiteX35-4247" fmla="*/ 5820 w 10000"/>
                  <a:gd name="connsiteY35-4248" fmla="*/ 5981 h 10000"/>
                  <a:gd name="connsiteX36-4249" fmla="*/ 5547 w 10000"/>
                  <a:gd name="connsiteY36-4250" fmla="*/ 6312 h 10000"/>
                  <a:gd name="connsiteX37-4251" fmla="*/ 4695 w 10000"/>
                  <a:gd name="connsiteY37-4252" fmla="*/ 5834 h 10000"/>
                  <a:gd name="connsiteX38-4253" fmla="*/ 2510 w 10000"/>
                  <a:gd name="connsiteY38-4254" fmla="*/ 5852 h 10000"/>
                  <a:gd name="connsiteX39-4255" fmla="*/ 1545 w 10000"/>
                  <a:gd name="connsiteY39-4256" fmla="*/ 5981 h 10000"/>
                  <a:gd name="connsiteX40-4257" fmla="*/ 1208 w 10000"/>
                  <a:gd name="connsiteY40-4258" fmla="*/ 5431 h 10000"/>
                  <a:gd name="connsiteX41-4259" fmla="*/ 1514 w 10000"/>
                  <a:gd name="connsiteY41-4260" fmla="*/ 4386 h 10000"/>
                  <a:gd name="connsiteX42-4261" fmla="*/ 1561 w 10000"/>
                  <a:gd name="connsiteY42-4262" fmla="*/ 4203 h 10000"/>
                  <a:gd name="connsiteX43-4263" fmla="*/ 1787 w 10000"/>
                  <a:gd name="connsiteY43-4264" fmla="*/ 2991 h 10000"/>
                  <a:gd name="connsiteX44-4265" fmla="*/ 3136 w 10000"/>
                  <a:gd name="connsiteY44-4266" fmla="*/ 2606 h 10000"/>
                  <a:gd name="connsiteX45-4267" fmla="*/ 3876 w 10000"/>
                  <a:gd name="connsiteY45-4268" fmla="*/ 3799 h 10000"/>
                  <a:gd name="connsiteX46-4269" fmla="*/ 2703 w 10000"/>
                  <a:gd name="connsiteY46-4270" fmla="*/ 4569 h 10000"/>
                  <a:gd name="connsiteX47-4271" fmla="*/ 2719 w 10000"/>
                  <a:gd name="connsiteY47-4272" fmla="*/ 4808 h 10000"/>
                  <a:gd name="connsiteX48-4273" fmla="*/ 2927 w 10000"/>
                  <a:gd name="connsiteY48-4274" fmla="*/ 4771 h 10000"/>
                  <a:gd name="connsiteX49-4275" fmla="*/ 4744 w 10000"/>
                  <a:gd name="connsiteY49-4276" fmla="*/ 4423 h 10000"/>
                  <a:gd name="connsiteX50-4277" fmla="*/ 4937 w 10000"/>
                  <a:gd name="connsiteY50-4278" fmla="*/ 4423 h 10000"/>
                  <a:gd name="connsiteX51-4279" fmla="*/ 5804 w 10000"/>
                  <a:gd name="connsiteY51-4280" fmla="*/ 4184 h 10000"/>
                  <a:gd name="connsiteX52-4281" fmla="*/ 6383 w 10000"/>
                  <a:gd name="connsiteY52-4282" fmla="*/ 4973 h 10000"/>
                  <a:gd name="connsiteX53-4283" fmla="*/ 6512 w 10000"/>
                  <a:gd name="connsiteY53-4284" fmla="*/ 5119 h 10000"/>
                  <a:gd name="connsiteX54-4285" fmla="*/ 7572 w 10000"/>
                  <a:gd name="connsiteY54-4286" fmla="*/ 6532 h 10000"/>
                  <a:gd name="connsiteX55-4287" fmla="*/ 7093 w 10000"/>
                  <a:gd name="connsiteY55-4288" fmla="*/ 7953 h 10000"/>
                  <a:gd name="connsiteX56-4289" fmla="*/ 5483 w 10000"/>
                  <a:gd name="connsiteY56-4290" fmla="*/ 8218 h 10000"/>
                  <a:gd name="connsiteX57-4291" fmla="*/ 5467 w 10000"/>
                  <a:gd name="connsiteY57-4292" fmla="*/ 8273 h 10000"/>
                  <a:gd name="connsiteX58-4293" fmla="*/ 3490 w 10000"/>
                  <a:gd name="connsiteY58-4294" fmla="*/ 8053 h 10000"/>
                  <a:gd name="connsiteX59-4295" fmla="*/ 3345 w 10000"/>
                  <a:gd name="connsiteY59-4296" fmla="*/ 7357 h 10000"/>
                  <a:gd name="connsiteX60-4297" fmla="*/ 3586 w 10000"/>
                  <a:gd name="connsiteY60-4298" fmla="*/ 7082 h 10000"/>
                  <a:gd name="connsiteX61-4299" fmla="*/ 3683 w 10000"/>
                  <a:gd name="connsiteY61-4300" fmla="*/ 6880 h 10000"/>
                  <a:gd name="connsiteX62-4301" fmla="*/ 3490 w 10000"/>
                  <a:gd name="connsiteY62-4302" fmla="*/ 6770 h 10000"/>
                  <a:gd name="connsiteX63-4303" fmla="*/ 3072 w 10000"/>
                  <a:gd name="connsiteY63-4304" fmla="*/ 7247 h 10000"/>
                  <a:gd name="connsiteX64-4305" fmla="*/ 3249 w 10000"/>
                  <a:gd name="connsiteY64-4306" fmla="*/ 8255 h 10000"/>
                  <a:gd name="connsiteX65-4307" fmla="*/ 3249 w 10000"/>
                  <a:gd name="connsiteY65-4308" fmla="*/ 8273 h 10000"/>
                  <a:gd name="connsiteX66-4309" fmla="*/ 4680 w 10000"/>
                  <a:gd name="connsiteY66-4310" fmla="*/ 8825 h 10000"/>
                  <a:gd name="connsiteX67-4311" fmla="*/ 5354 w 10000"/>
                  <a:gd name="connsiteY67-4312" fmla="*/ 8677 h 10000"/>
                  <a:gd name="connsiteX68-4313" fmla="*/ 3393 w 10000"/>
                  <a:gd name="connsiteY68-4314" fmla="*/ 9998 h 10000"/>
                  <a:gd name="connsiteX69-4315" fmla="*/ 2253 w 10000"/>
                  <a:gd name="connsiteY69-4316" fmla="*/ 9228 h 10000"/>
                  <a:gd name="connsiteX70-4317" fmla="*/ 1224 w 10000"/>
                  <a:gd name="connsiteY70-4318" fmla="*/ 7137 h 10000"/>
                  <a:gd name="connsiteX71-4319" fmla="*/ 3 w 10000"/>
                  <a:gd name="connsiteY71-4320" fmla="*/ 4954 h 10000"/>
                  <a:gd name="connsiteX0-4321" fmla="*/ 3 w 10000"/>
                  <a:gd name="connsiteY0-4322" fmla="*/ 4954 h 10000"/>
                  <a:gd name="connsiteX1-4323" fmla="*/ 726 w 10000"/>
                  <a:gd name="connsiteY1-4324" fmla="*/ 3028 h 10000"/>
                  <a:gd name="connsiteX2-4325" fmla="*/ 1337 w 10000"/>
                  <a:gd name="connsiteY2-4326" fmla="*/ 1635 h 10000"/>
                  <a:gd name="connsiteX3-4327" fmla="*/ 3233 w 10000"/>
                  <a:gd name="connsiteY3-4328" fmla="*/ 773 h 10000"/>
                  <a:gd name="connsiteX4-4329" fmla="*/ 5997 w 10000"/>
                  <a:gd name="connsiteY4-4330" fmla="*/ 424 h 10000"/>
                  <a:gd name="connsiteX5-4331" fmla="*/ 8488 w 10000"/>
                  <a:gd name="connsiteY5-4332" fmla="*/ 1452 h 10000"/>
                  <a:gd name="connsiteX6-4333" fmla="*/ 9693 w 10000"/>
                  <a:gd name="connsiteY6-4334" fmla="*/ 4661 h 10000"/>
                  <a:gd name="connsiteX7-4335" fmla="*/ 7765 w 10000"/>
                  <a:gd name="connsiteY7-4336" fmla="*/ 5852 h 10000"/>
                  <a:gd name="connsiteX8-4337" fmla="*/ 6752 w 10000"/>
                  <a:gd name="connsiteY8-4338" fmla="*/ 4844 h 10000"/>
                  <a:gd name="connsiteX9-4339" fmla="*/ 7444 w 10000"/>
                  <a:gd name="connsiteY9-4340" fmla="*/ 2845 h 10000"/>
                  <a:gd name="connsiteX10-4341" fmla="*/ 8680 w 10000"/>
                  <a:gd name="connsiteY10-4342" fmla="*/ 2808 h 10000"/>
                  <a:gd name="connsiteX11-4343" fmla="*/ 8873 w 10000"/>
                  <a:gd name="connsiteY11-4344" fmla="*/ 3799 h 10000"/>
                  <a:gd name="connsiteX12-4345" fmla="*/ 8568 w 10000"/>
                  <a:gd name="connsiteY12-4346" fmla="*/ 4203 h 10000"/>
                  <a:gd name="connsiteX13-4347" fmla="*/ 7941 w 10000"/>
                  <a:gd name="connsiteY13-4348" fmla="*/ 4184 h 10000"/>
                  <a:gd name="connsiteX14-4349" fmla="*/ 7748 w 10000"/>
                  <a:gd name="connsiteY14-4350" fmla="*/ 4276 h 10000"/>
                  <a:gd name="connsiteX15-4351" fmla="*/ 7829 w 10000"/>
                  <a:gd name="connsiteY15-4352" fmla="*/ 4496 h 10000"/>
                  <a:gd name="connsiteX16-4353" fmla="*/ 8664 w 10000"/>
                  <a:gd name="connsiteY16-4354" fmla="*/ 4514 h 10000"/>
                  <a:gd name="connsiteX17-4355" fmla="*/ 9163 w 10000"/>
                  <a:gd name="connsiteY17-4356" fmla="*/ 3928 h 10000"/>
                  <a:gd name="connsiteX18-4357" fmla="*/ 8857 w 10000"/>
                  <a:gd name="connsiteY18-4358" fmla="*/ 2533 h 10000"/>
                  <a:gd name="connsiteX19-4359" fmla="*/ 7637 w 10000"/>
                  <a:gd name="connsiteY19-4360" fmla="*/ 2350 h 10000"/>
                  <a:gd name="connsiteX20-4361" fmla="*/ 6720 w 10000"/>
                  <a:gd name="connsiteY20-4362" fmla="*/ 1360 h 10000"/>
                  <a:gd name="connsiteX21-4363" fmla="*/ 5627 w 10000"/>
                  <a:gd name="connsiteY21-4364" fmla="*/ 1470 h 10000"/>
                  <a:gd name="connsiteX22-4365" fmla="*/ 4390 w 10000"/>
                  <a:gd name="connsiteY22-4366" fmla="*/ 902 h 10000"/>
                  <a:gd name="connsiteX23-4367" fmla="*/ 3442 w 10000"/>
                  <a:gd name="connsiteY23-4368" fmla="*/ 1543 h 10000"/>
                  <a:gd name="connsiteX24-4369" fmla="*/ 3201 w 10000"/>
                  <a:gd name="connsiteY24-4370" fmla="*/ 2277 h 10000"/>
                  <a:gd name="connsiteX25-4371" fmla="*/ 1578 w 10000"/>
                  <a:gd name="connsiteY25-4372" fmla="*/ 2771 h 10000"/>
                  <a:gd name="connsiteX26-4373" fmla="*/ 1257 w 10000"/>
                  <a:gd name="connsiteY26-4374" fmla="*/ 4203 h 10000"/>
                  <a:gd name="connsiteX27-4375" fmla="*/ 902 w 10000"/>
                  <a:gd name="connsiteY27-4376" fmla="*/ 5486 h 10000"/>
                  <a:gd name="connsiteX28-4377" fmla="*/ 1417 w 10000"/>
                  <a:gd name="connsiteY28-4378" fmla="*/ 6294 h 10000"/>
                  <a:gd name="connsiteX29-4379" fmla="*/ 2670 w 10000"/>
                  <a:gd name="connsiteY29-4380" fmla="*/ 6129 h 10000"/>
                  <a:gd name="connsiteX30-4381" fmla="*/ 4518 w 10000"/>
                  <a:gd name="connsiteY30-4382" fmla="*/ 6092 h 10000"/>
                  <a:gd name="connsiteX31-4383" fmla="*/ 5531 w 10000"/>
                  <a:gd name="connsiteY31-4384" fmla="*/ 6642 h 10000"/>
                  <a:gd name="connsiteX32-4385" fmla="*/ 5611 w 10000"/>
                  <a:gd name="connsiteY32-4386" fmla="*/ 6642 h 10000"/>
                  <a:gd name="connsiteX33-4387" fmla="*/ 6093 w 10000"/>
                  <a:gd name="connsiteY33-4388" fmla="*/ 6129 h 10000"/>
                  <a:gd name="connsiteX34-4389" fmla="*/ 6013 w 10000"/>
                  <a:gd name="connsiteY34-4390" fmla="*/ 5907 h 10000"/>
                  <a:gd name="connsiteX35-4391" fmla="*/ 5820 w 10000"/>
                  <a:gd name="connsiteY35-4392" fmla="*/ 5981 h 10000"/>
                  <a:gd name="connsiteX36-4393" fmla="*/ 5547 w 10000"/>
                  <a:gd name="connsiteY36-4394" fmla="*/ 6312 h 10000"/>
                  <a:gd name="connsiteX37-4395" fmla="*/ 4695 w 10000"/>
                  <a:gd name="connsiteY37-4396" fmla="*/ 5834 h 10000"/>
                  <a:gd name="connsiteX38-4397" fmla="*/ 2510 w 10000"/>
                  <a:gd name="connsiteY38-4398" fmla="*/ 5852 h 10000"/>
                  <a:gd name="connsiteX39-4399" fmla="*/ 1545 w 10000"/>
                  <a:gd name="connsiteY39-4400" fmla="*/ 5981 h 10000"/>
                  <a:gd name="connsiteX40-4401" fmla="*/ 1208 w 10000"/>
                  <a:gd name="connsiteY40-4402" fmla="*/ 5431 h 10000"/>
                  <a:gd name="connsiteX41-4403" fmla="*/ 1514 w 10000"/>
                  <a:gd name="connsiteY41-4404" fmla="*/ 4386 h 10000"/>
                  <a:gd name="connsiteX42-4405" fmla="*/ 1561 w 10000"/>
                  <a:gd name="connsiteY42-4406" fmla="*/ 4203 h 10000"/>
                  <a:gd name="connsiteX43-4407" fmla="*/ 1787 w 10000"/>
                  <a:gd name="connsiteY43-4408" fmla="*/ 2991 h 10000"/>
                  <a:gd name="connsiteX44-4409" fmla="*/ 3136 w 10000"/>
                  <a:gd name="connsiteY44-4410" fmla="*/ 2606 h 10000"/>
                  <a:gd name="connsiteX45-4411" fmla="*/ 3876 w 10000"/>
                  <a:gd name="connsiteY45-4412" fmla="*/ 3799 h 10000"/>
                  <a:gd name="connsiteX46-4413" fmla="*/ 2703 w 10000"/>
                  <a:gd name="connsiteY46-4414" fmla="*/ 4569 h 10000"/>
                  <a:gd name="connsiteX47-4415" fmla="*/ 2719 w 10000"/>
                  <a:gd name="connsiteY47-4416" fmla="*/ 4808 h 10000"/>
                  <a:gd name="connsiteX48-4417" fmla="*/ 2927 w 10000"/>
                  <a:gd name="connsiteY48-4418" fmla="*/ 4771 h 10000"/>
                  <a:gd name="connsiteX49-4419" fmla="*/ 4744 w 10000"/>
                  <a:gd name="connsiteY49-4420" fmla="*/ 4423 h 10000"/>
                  <a:gd name="connsiteX50-4421" fmla="*/ 4937 w 10000"/>
                  <a:gd name="connsiteY50-4422" fmla="*/ 4423 h 10000"/>
                  <a:gd name="connsiteX51-4423" fmla="*/ 5804 w 10000"/>
                  <a:gd name="connsiteY51-4424" fmla="*/ 4184 h 10000"/>
                  <a:gd name="connsiteX52-4425" fmla="*/ 6383 w 10000"/>
                  <a:gd name="connsiteY52-4426" fmla="*/ 4973 h 10000"/>
                  <a:gd name="connsiteX53-4427" fmla="*/ 6512 w 10000"/>
                  <a:gd name="connsiteY53-4428" fmla="*/ 5119 h 10000"/>
                  <a:gd name="connsiteX54-4429" fmla="*/ 7572 w 10000"/>
                  <a:gd name="connsiteY54-4430" fmla="*/ 6532 h 10000"/>
                  <a:gd name="connsiteX55-4431" fmla="*/ 7055 w 10000"/>
                  <a:gd name="connsiteY55-4432" fmla="*/ 7909 h 10000"/>
                  <a:gd name="connsiteX56-4433" fmla="*/ 5483 w 10000"/>
                  <a:gd name="connsiteY56-4434" fmla="*/ 8218 h 10000"/>
                  <a:gd name="connsiteX57-4435" fmla="*/ 5467 w 10000"/>
                  <a:gd name="connsiteY57-4436" fmla="*/ 8273 h 10000"/>
                  <a:gd name="connsiteX58-4437" fmla="*/ 3490 w 10000"/>
                  <a:gd name="connsiteY58-4438" fmla="*/ 8053 h 10000"/>
                  <a:gd name="connsiteX59-4439" fmla="*/ 3345 w 10000"/>
                  <a:gd name="connsiteY59-4440" fmla="*/ 7357 h 10000"/>
                  <a:gd name="connsiteX60-4441" fmla="*/ 3586 w 10000"/>
                  <a:gd name="connsiteY60-4442" fmla="*/ 7082 h 10000"/>
                  <a:gd name="connsiteX61-4443" fmla="*/ 3683 w 10000"/>
                  <a:gd name="connsiteY61-4444" fmla="*/ 6880 h 10000"/>
                  <a:gd name="connsiteX62-4445" fmla="*/ 3490 w 10000"/>
                  <a:gd name="connsiteY62-4446" fmla="*/ 6770 h 10000"/>
                  <a:gd name="connsiteX63-4447" fmla="*/ 3072 w 10000"/>
                  <a:gd name="connsiteY63-4448" fmla="*/ 7247 h 10000"/>
                  <a:gd name="connsiteX64-4449" fmla="*/ 3249 w 10000"/>
                  <a:gd name="connsiteY64-4450" fmla="*/ 8255 h 10000"/>
                  <a:gd name="connsiteX65-4451" fmla="*/ 3249 w 10000"/>
                  <a:gd name="connsiteY65-4452" fmla="*/ 8273 h 10000"/>
                  <a:gd name="connsiteX66-4453" fmla="*/ 4680 w 10000"/>
                  <a:gd name="connsiteY66-4454" fmla="*/ 8825 h 10000"/>
                  <a:gd name="connsiteX67-4455" fmla="*/ 5354 w 10000"/>
                  <a:gd name="connsiteY67-4456" fmla="*/ 8677 h 10000"/>
                  <a:gd name="connsiteX68-4457" fmla="*/ 3393 w 10000"/>
                  <a:gd name="connsiteY68-4458" fmla="*/ 9998 h 10000"/>
                  <a:gd name="connsiteX69-4459" fmla="*/ 2253 w 10000"/>
                  <a:gd name="connsiteY69-4460" fmla="*/ 9228 h 10000"/>
                  <a:gd name="connsiteX70-4461" fmla="*/ 1224 w 10000"/>
                  <a:gd name="connsiteY70-4462" fmla="*/ 7137 h 10000"/>
                  <a:gd name="connsiteX71-4463" fmla="*/ 3 w 10000"/>
                  <a:gd name="connsiteY71-4464" fmla="*/ 4954 h 10000"/>
                  <a:gd name="connsiteX0-4465" fmla="*/ 3 w 10000"/>
                  <a:gd name="connsiteY0-4466" fmla="*/ 4954 h 10000"/>
                  <a:gd name="connsiteX1-4467" fmla="*/ 726 w 10000"/>
                  <a:gd name="connsiteY1-4468" fmla="*/ 3028 h 10000"/>
                  <a:gd name="connsiteX2-4469" fmla="*/ 1337 w 10000"/>
                  <a:gd name="connsiteY2-4470" fmla="*/ 1635 h 10000"/>
                  <a:gd name="connsiteX3-4471" fmla="*/ 3233 w 10000"/>
                  <a:gd name="connsiteY3-4472" fmla="*/ 773 h 10000"/>
                  <a:gd name="connsiteX4-4473" fmla="*/ 5997 w 10000"/>
                  <a:gd name="connsiteY4-4474" fmla="*/ 424 h 10000"/>
                  <a:gd name="connsiteX5-4475" fmla="*/ 8488 w 10000"/>
                  <a:gd name="connsiteY5-4476" fmla="*/ 1452 h 10000"/>
                  <a:gd name="connsiteX6-4477" fmla="*/ 9693 w 10000"/>
                  <a:gd name="connsiteY6-4478" fmla="*/ 4661 h 10000"/>
                  <a:gd name="connsiteX7-4479" fmla="*/ 7765 w 10000"/>
                  <a:gd name="connsiteY7-4480" fmla="*/ 5852 h 10000"/>
                  <a:gd name="connsiteX8-4481" fmla="*/ 6752 w 10000"/>
                  <a:gd name="connsiteY8-4482" fmla="*/ 4844 h 10000"/>
                  <a:gd name="connsiteX9-4483" fmla="*/ 7444 w 10000"/>
                  <a:gd name="connsiteY9-4484" fmla="*/ 2845 h 10000"/>
                  <a:gd name="connsiteX10-4485" fmla="*/ 8680 w 10000"/>
                  <a:gd name="connsiteY10-4486" fmla="*/ 2808 h 10000"/>
                  <a:gd name="connsiteX11-4487" fmla="*/ 8873 w 10000"/>
                  <a:gd name="connsiteY11-4488" fmla="*/ 3799 h 10000"/>
                  <a:gd name="connsiteX12-4489" fmla="*/ 8568 w 10000"/>
                  <a:gd name="connsiteY12-4490" fmla="*/ 4203 h 10000"/>
                  <a:gd name="connsiteX13-4491" fmla="*/ 7941 w 10000"/>
                  <a:gd name="connsiteY13-4492" fmla="*/ 4184 h 10000"/>
                  <a:gd name="connsiteX14-4493" fmla="*/ 7748 w 10000"/>
                  <a:gd name="connsiteY14-4494" fmla="*/ 4276 h 10000"/>
                  <a:gd name="connsiteX15-4495" fmla="*/ 7829 w 10000"/>
                  <a:gd name="connsiteY15-4496" fmla="*/ 4496 h 10000"/>
                  <a:gd name="connsiteX16-4497" fmla="*/ 8664 w 10000"/>
                  <a:gd name="connsiteY16-4498" fmla="*/ 4514 h 10000"/>
                  <a:gd name="connsiteX17-4499" fmla="*/ 9163 w 10000"/>
                  <a:gd name="connsiteY17-4500" fmla="*/ 3928 h 10000"/>
                  <a:gd name="connsiteX18-4501" fmla="*/ 8857 w 10000"/>
                  <a:gd name="connsiteY18-4502" fmla="*/ 2533 h 10000"/>
                  <a:gd name="connsiteX19-4503" fmla="*/ 7637 w 10000"/>
                  <a:gd name="connsiteY19-4504" fmla="*/ 2350 h 10000"/>
                  <a:gd name="connsiteX20-4505" fmla="*/ 6720 w 10000"/>
                  <a:gd name="connsiteY20-4506" fmla="*/ 1360 h 10000"/>
                  <a:gd name="connsiteX21-4507" fmla="*/ 5627 w 10000"/>
                  <a:gd name="connsiteY21-4508" fmla="*/ 1470 h 10000"/>
                  <a:gd name="connsiteX22-4509" fmla="*/ 4390 w 10000"/>
                  <a:gd name="connsiteY22-4510" fmla="*/ 902 h 10000"/>
                  <a:gd name="connsiteX23-4511" fmla="*/ 3442 w 10000"/>
                  <a:gd name="connsiteY23-4512" fmla="*/ 1543 h 10000"/>
                  <a:gd name="connsiteX24-4513" fmla="*/ 3201 w 10000"/>
                  <a:gd name="connsiteY24-4514" fmla="*/ 2277 h 10000"/>
                  <a:gd name="connsiteX25-4515" fmla="*/ 1578 w 10000"/>
                  <a:gd name="connsiteY25-4516" fmla="*/ 2771 h 10000"/>
                  <a:gd name="connsiteX26-4517" fmla="*/ 1257 w 10000"/>
                  <a:gd name="connsiteY26-4518" fmla="*/ 4203 h 10000"/>
                  <a:gd name="connsiteX27-4519" fmla="*/ 902 w 10000"/>
                  <a:gd name="connsiteY27-4520" fmla="*/ 5486 h 10000"/>
                  <a:gd name="connsiteX28-4521" fmla="*/ 1417 w 10000"/>
                  <a:gd name="connsiteY28-4522" fmla="*/ 6294 h 10000"/>
                  <a:gd name="connsiteX29-4523" fmla="*/ 2670 w 10000"/>
                  <a:gd name="connsiteY29-4524" fmla="*/ 6129 h 10000"/>
                  <a:gd name="connsiteX30-4525" fmla="*/ 4518 w 10000"/>
                  <a:gd name="connsiteY30-4526" fmla="*/ 6092 h 10000"/>
                  <a:gd name="connsiteX31-4527" fmla="*/ 5531 w 10000"/>
                  <a:gd name="connsiteY31-4528" fmla="*/ 6642 h 10000"/>
                  <a:gd name="connsiteX32-4529" fmla="*/ 5611 w 10000"/>
                  <a:gd name="connsiteY32-4530" fmla="*/ 6642 h 10000"/>
                  <a:gd name="connsiteX33-4531" fmla="*/ 6093 w 10000"/>
                  <a:gd name="connsiteY33-4532" fmla="*/ 6129 h 10000"/>
                  <a:gd name="connsiteX34-4533" fmla="*/ 6013 w 10000"/>
                  <a:gd name="connsiteY34-4534" fmla="*/ 5907 h 10000"/>
                  <a:gd name="connsiteX35-4535" fmla="*/ 5820 w 10000"/>
                  <a:gd name="connsiteY35-4536" fmla="*/ 5981 h 10000"/>
                  <a:gd name="connsiteX36-4537" fmla="*/ 5547 w 10000"/>
                  <a:gd name="connsiteY36-4538" fmla="*/ 6312 h 10000"/>
                  <a:gd name="connsiteX37-4539" fmla="*/ 4695 w 10000"/>
                  <a:gd name="connsiteY37-4540" fmla="*/ 5834 h 10000"/>
                  <a:gd name="connsiteX38-4541" fmla="*/ 2510 w 10000"/>
                  <a:gd name="connsiteY38-4542" fmla="*/ 5852 h 10000"/>
                  <a:gd name="connsiteX39-4543" fmla="*/ 1545 w 10000"/>
                  <a:gd name="connsiteY39-4544" fmla="*/ 5981 h 10000"/>
                  <a:gd name="connsiteX40-4545" fmla="*/ 1208 w 10000"/>
                  <a:gd name="connsiteY40-4546" fmla="*/ 5431 h 10000"/>
                  <a:gd name="connsiteX41-4547" fmla="*/ 1514 w 10000"/>
                  <a:gd name="connsiteY41-4548" fmla="*/ 4386 h 10000"/>
                  <a:gd name="connsiteX42-4549" fmla="*/ 1561 w 10000"/>
                  <a:gd name="connsiteY42-4550" fmla="*/ 4203 h 10000"/>
                  <a:gd name="connsiteX43-4551" fmla="*/ 1787 w 10000"/>
                  <a:gd name="connsiteY43-4552" fmla="*/ 2991 h 10000"/>
                  <a:gd name="connsiteX44-4553" fmla="*/ 3136 w 10000"/>
                  <a:gd name="connsiteY44-4554" fmla="*/ 2606 h 10000"/>
                  <a:gd name="connsiteX45-4555" fmla="*/ 3876 w 10000"/>
                  <a:gd name="connsiteY45-4556" fmla="*/ 3799 h 10000"/>
                  <a:gd name="connsiteX46-4557" fmla="*/ 2703 w 10000"/>
                  <a:gd name="connsiteY46-4558" fmla="*/ 4569 h 10000"/>
                  <a:gd name="connsiteX47-4559" fmla="*/ 2719 w 10000"/>
                  <a:gd name="connsiteY47-4560" fmla="*/ 4808 h 10000"/>
                  <a:gd name="connsiteX48-4561" fmla="*/ 2927 w 10000"/>
                  <a:gd name="connsiteY48-4562" fmla="*/ 4771 h 10000"/>
                  <a:gd name="connsiteX49-4563" fmla="*/ 4744 w 10000"/>
                  <a:gd name="connsiteY49-4564" fmla="*/ 4423 h 10000"/>
                  <a:gd name="connsiteX50-4565" fmla="*/ 4937 w 10000"/>
                  <a:gd name="connsiteY50-4566" fmla="*/ 4423 h 10000"/>
                  <a:gd name="connsiteX51-4567" fmla="*/ 5804 w 10000"/>
                  <a:gd name="connsiteY51-4568" fmla="*/ 4184 h 10000"/>
                  <a:gd name="connsiteX52-4569" fmla="*/ 6383 w 10000"/>
                  <a:gd name="connsiteY52-4570" fmla="*/ 4973 h 10000"/>
                  <a:gd name="connsiteX53-4571" fmla="*/ 6512 w 10000"/>
                  <a:gd name="connsiteY53-4572" fmla="*/ 5119 h 10000"/>
                  <a:gd name="connsiteX54-4573" fmla="*/ 7572 w 10000"/>
                  <a:gd name="connsiteY54-4574" fmla="*/ 6532 h 10000"/>
                  <a:gd name="connsiteX55-4575" fmla="*/ 7055 w 10000"/>
                  <a:gd name="connsiteY55-4576" fmla="*/ 7909 h 10000"/>
                  <a:gd name="connsiteX56-4577" fmla="*/ 5483 w 10000"/>
                  <a:gd name="connsiteY56-4578" fmla="*/ 8218 h 10000"/>
                  <a:gd name="connsiteX57-4579" fmla="*/ 5467 w 10000"/>
                  <a:gd name="connsiteY57-4580" fmla="*/ 8273 h 10000"/>
                  <a:gd name="connsiteX58-4581" fmla="*/ 3490 w 10000"/>
                  <a:gd name="connsiteY58-4582" fmla="*/ 8053 h 10000"/>
                  <a:gd name="connsiteX59-4583" fmla="*/ 3345 w 10000"/>
                  <a:gd name="connsiteY59-4584" fmla="*/ 7357 h 10000"/>
                  <a:gd name="connsiteX60-4585" fmla="*/ 3586 w 10000"/>
                  <a:gd name="connsiteY60-4586" fmla="*/ 7082 h 10000"/>
                  <a:gd name="connsiteX61-4587" fmla="*/ 3683 w 10000"/>
                  <a:gd name="connsiteY61-4588" fmla="*/ 6880 h 10000"/>
                  <a:gd name="connsiteX62-4589" fmla="*/ 3490 w 10000"/>
                  <a:gd name="connsiteY62-4590" fmla="*/ 6770 h 10000"/>
                  <a:gd name="connsiteX63-4591" fmla="*/ 3072 w 10000"/>
                  <a:gd name="connsiteY63-4592" fmla="*/ 7247 h 10000"/>
                  <a:gd name="connsiteX64-4593" fmla="*/ 3249 w 10000"/>
                  <a:gd name="connsiteY64-4594" fmla="*/ 8255 h 10000"/>
                  <a:gd name="connsiteX65-4595" fmla="*/ 3249 w 10000"/>
                  <a:gd name="connsiteY65-4596" fmla="*/ 8273 h 10000"/>
                  <a:gd name="connsiteX66-4597" fmla="*/ 4680 w 10000"/>
                  <a:gd name="connsiteY66-4598" fmla="*/ 8825 h 10000"/>
                  <a:gd name="connsiteX67-4599" fmla="*/ 5354 w 10000"/>
                  <a:gd name="connsiteY67-4600" fmla="*/ 8677 h 10000"/>
                  <a:gd name="connsiteX68-4601" fmla="*/ 3393 w 10000"/>
                  <a:gd name="connsiteY68-4602" fmla="*/ 9998 h 10000"/>
                  <a:gd name="connsiteX69-4603" fmla="*/ 2253 w 10000"/>
                  <a:gd name="connsiteY69-4604" fmla="*/ 9228 h 10000"/>
                  <a:gd name="connsiteX70-4605" fmla="*/ 1224 w 10000"/>
                  <a:gd name="connsiteY70-4606" fmla="*/ 7137 h 10000"/>
                  <a:gd name="connsiteX71-4607" fmla="*/ 3 w 10000"/>
                  <a:gd name="connsiteY71-4608" fmla="*/ 4954 h 10000"/>
                  <a:gd name="connsiteX0-4609" fmla="*/ 3 w 10000"/>
                  <a:gd name="connsiteY0-4610" fmla="*/ 4954 h 10000"/>
                  <a:gd name="connsiteX1-4611" fmla="*/ 726 w 10000"/>
                  <a:gd name="connsiteY1-4612" fmla="*/ 3028 h 10000"/>
                  <a:gd name="connsiteX2-4613" fmla="*/ 1337 w 10000"/>
                  <a:gd name="connsiteY2-4614" fmla="*/ 1635 h 10000"/>
                  <a:gd name="connsiteX3-4615" fmla="*/ 3233 w 10000"/>
                  <a:gd name="connsiteY3-4616" fmla="*/ 773 h 10000"/>
                  <a:gd name="connsiteX4-4617" fmla="*/ 5997 w 10000"/>
                  <a:gd name="connsiteY4-4618" fmla="*/ 424 h 10000"/>
                  <a:gd name="connsiteX5-4619" fmla="*/ 8488 w 10000"/>
                  <a:gd name="connsiteY5-4620" fmla="*/ 1452 h 10000"/>
                  <a:gd name="connsiteX6-4621" fmla="*/ 9693 w 10000"/>
                  <a:gd name="connsiteY6-4622" fmla="*/ 4661 h 10000"/>
                  <a:gd name="connsiteX7-4623" fmla="*/ 7765 w 10000"/>
                  <a:gd name="connsiteY7-4624" fmla="*/ 5852 h 10000"/>
                  <a:gd name="connsiteX8-4625" fmla="*/ 6752 w 10000"/>
                  <a:gd name="connsiteY8-4626" fmla="*/ 4844 h 10000"/>
                  <a:gd name="connsiteX9-4627" fmla="*/ 7444 w 10000"/>
                  <a:gd name="connsiteY9-4628" fmla="*/ 2845 h 10000"/>
                  <a:gd name="connsiteX10-4629" fmla="*/ 8680 w 10000"/>
                  <a:gd name="connsiteY10-4630" fmla="*/ 2808 h 10000"/>
                  <a:gd name="connsiteX11-4631" fmla="*/ 8873 w 10000"/>
                  <a:gd name="connsiteY11-4632" fmla="*/ 3799 h 10000"/>
                  <a:gd name="connsiteX12-4633" fmla="*/ 8568 w 10000"/>
                  <a:gd name="connsiteY12-4634" fmla="*/ 4203 h 10000"/>
                  <a:gd name="connsiteX13-4635" fmla="*/ 7941 w 10000"/>
                  <a:gd name="connsiteY13-4636" fmla="*/ 4184 h 10000"/>
                  <a:gd name="connsiteX14-4637" fmla="*/ 7748 w 10000"/>
                  <a:gd name="connsiteY14-4638" fmla="*/ 4276 h 10000"/>
                  <a:gd name="connsiteX15-4639" fmla="*/ 7829 w 10000"/>
                  <a:gd name="connsiteY15-4640" fmla="*/ 4496 h 10000"/>
                  <a:gd name="connsiteX16-4641" fmla="*/ 8664 w 10000"/>
                  <a:gd name="connsiteY16-4642" fmla="*/ 4514 h 10000"/>
                  <a:gd name="connsiteX17-4643" fmla="*/ 9163 w 10000"/>
                  <a:gd name="connsiteY17-4644" fmla="*/ 3928 h 10000"/>
                  <a:gd name="connsiteX18-4645" fmla="*/ 8857 w 10000"/>
                  <a:gd name="connsiteY18-4646" fmla="*/ 2533 h 10000"/>
                  <a:gd name="connsiteX19-4647" fmla="*/ 7637 w 10000"/>
                  <a:gd name="connsiteY19-4648" fmla="*/ 2350 h 10000"/>
                  <a:gd name="connsiteX20-4649" fmla="*/ 6720 w 10000"/>
                  <a:gd name="connsiteY20-4650" fmla="*/ 1360 h 10000"/>
                  <a:gd name="connsiteX21-4651" fmla="*/ 5627 w 10000"/>
                  <a:gd name="connsiteY21-4652" fmla="*/ 1470 h 10000"/>
                  <a:gd name="connsiteX22-4653" fmla="*/ 4390 w 10000"/>
                  <a:gd name="connsiteY22-4654" fmla="*/ 902 h 10000"/>
                  <a:gd name="connsiteX23-4655" fmla="*/ 3442 w 10000"/>
                  <a:gd name="connsiteY23-4656" fmla="*/ 1543 h 10000"/>
                  <a:gd name="connsiteX24-4657" fmla="*/ 3201 w 10000"/>
                  <a:gd name="connsiteY24-4658" fmla="*/ 2277 h 10000"/>
                  <a:gd name="connsiteX25-4659" fmla="*/ 1578 w 10000"/>
                  <a:gd name="connsiteY25-4660" fmla="*/ 2771 h 10000"/>
                  <a:gd name="connsiteX26-4661" fmla="*/ 1257 w 10000"/>
                  <a:gd name="connsiteY26-4662" fmla="*/ 4203 h 10000"/>
                  <a:gd name="connsiteX27-4663" fmla="*/ 902 w 10000"/>
                  <a:gd name="connsiteY27-4664" fmla="*/ 5486 h 10000"/>
                  <a:gd name="connsiteX28-4665" fmla="*/ 1417 w 10000"/>
                  <a:gd name="connsiteY28-4666" fmla="*/ 6294 h 10000"/>
                  <a:gd name="connsiteX29-4667" fmla="*/ 2670 w 10000"/>
                  <a:gd name="connsiteY29-4668" fmla="*/ 6129 h 10000"/>
                  <a:gd name="connsiteX30-4669" fmla="*/ 4518 w 10000"/>
                  <a:gd name="connsiteY30-4670" fmla="*/ 6092 h 10000"/>
                  <a:gd name="connsiteX31-4671" fmla="*/ 5531 w 10000"/>
                  <a:gd name="connsiteY31-4672" fmla="*/ 6642 h 10000"/>
                  <a:gd name="connsiteX32-4673" fmla="*/ 5611 w 10000"/>
                  <a:gd name="connsiteY32-4674" fmla="*/ 6642 h 10000"/>
                  <a:gd name="connsiteX33-4675" fmla="*/ 6093 w 10000"/>
                  <a:gd name="connsiteY33-4676" fmla="*/ 6129 h 10000"/>
                  <a:gd name="connsiteX34-4677" fmla="*/ 6013 w 10000"/>
                  <a:gd name="connsiteY34-4678" fmla="*/ 5907 h 10000"/>
                  <a:gd name="connsiteX35-4679" fmla="*/ 5820 w 10000"/>
                  <a:gd name="connsiteY35-4680" fmla="*/ 5981 h 10000"/>
                  <a:gd name="connsiteX36-4681" fmla="*/ 5547 w 10000"/>
                  <a:gd name="connsiteY36-4682" fmla="*/ 6312 h 10000"/>
                  <a:gd name="connsiteX37-4683" fmla="*/ 4695 w 10000"/>
                  <a:gd name="connsiteY37-4684" fmla="*/ 5834 h 10000"/>
                  <a:gd name="connsiteX38-4685" fmla="*/ 2510 w 10000"/>
                  <a:gd name="connsiteY38-4686" fmla="*/ 5852 h 10000"/>
                  <a:gd name="connsiteX39-4687" fmla="*/ 1545 w 10000"/>
                  <a:gd name="connsiteY39-4688" fmla="*/ 5981 h 10000"/>
                  <a:gd name="connsiteX40-4689" fmla="*/ 1208 w 10000"/>
                  <a:gd name="connsiteY40-4690" fmla="*/ 5431 h 10000"/>
                  <a:gd name="connsiteX41-4691" fmla="*/ 1514 w 10000"/>
                  <a:gd name="connsiteY41-4692" fmla="*/ 4386 h 10000"/>
                  <a:gd name="connsiteX42-4693" fmla="*/ 1561 w 10000"/>
                  <a:gd name="connsiteY42-4694" fmla="*/ 4203 h 10000"/>
                  <a:gd name="connsiteX43-4695" fmla="*/ 1787 w 10000"/>
                  <a:gd name="connsiteY43-4696" fmla="*/ 2991 h 10000"/>
                  <a:gd name="connsiteX44-4697" fmla="*/ 3136 w 10000"/>
                  <a:gd name="connsiteY44-4698" fmla="*/ 2606 h 10000"/>
                  <a:gd name="connsiteX45-4699" fmla="*/ 3876 w 10000"/>
                  <a:gd name="connsiteY45-4700" fmla="*/ 3799 h 10000"/>
                  <a:gd name="connsiteX46-4701" fmla="*/ 2703 w 10000"/>
                  <a:gd name="connsiteY46-4702" fmla="*/ 4569 h 10000"/>
                  <a:gd name="connsiteX47-4703" fmla="*/ 2719 w 10000"/>
                  <a:gd name="connsiteY47-4704" fmla="*/ 4808 h 10000"/>
                  <a:gd name="connsiteX48-4705" fmla="*/ 2927 w 10000"/>
                  <a:gd name="connsiteY48-4706" fmla="*/ 4771 h 10000"/>
                  <a:gd name="connsiteX49-4707" fmla="*/ 4744 w 10000"/>
                  <a:gd name="connsiteY49-4708" fmla="*/ 4423 h 10000"/>
                  <a:gd name="connsiteX50-4709" fmla="*/ 4937 w 10000"/>
                  <a:gd name="connsiteY50-4710" fmla="*/ 4423 h 10000"/>
                  <a:gd name="connsiteX51-4711" fmla="*/ 5804 w 10000"/>
                  <a:gd name="connsiteY51-4712" fmla="*/ 4184 h 10000"/>
                  <a:gd name="connsiteX52-4713" fmla="*/ 6383 w 10000"/>
                  <a:gd name="connsiteY52-4714" fmla="*/ 4973 h 10000"/>
                  <a:gd name="connsiteX53-4715" fmla="*/ 6512 w 10000"/>
                  <a:gd name="connsiteY53-4716" fmla="*/ 5119 h 10000"/>
                  <a:gd name="connsiteX54-4717" fmla="*/ 7572 w 10000"/>
                  <a:gd name="connsiteY54-4718" fmla="*/ 6532 h 10000"/>
                  <a:gd name="connsiteX55-4719" fmla="*/ 7055 w 10000"/>
                  <a:gd name="connsiteY55-4720" fmla="*/ 7909 h 10000"/>
                  <a:gd name="connsiteX56-4721" fmla="*/ 5483 w 10000"/>
                  <a:gd name="connsiteY56-4722" fmla="*/ 8218 h 10000"/>
                  <a:gd name="connsiteX57-4723" fmla="*/ 5467 w 10000"/>
                  <a:gd name="connsiteY57-4724" fmla="*/ 8273 h 10000"/>
                  <a:gd name="connsiteX58-4725" fmla="*/ 3490 w 10000"/>
                  <a:gd name="connsiteY58-4726" fmla="*/ 8053 h 10000"/>
                  <a:gd name="connsiteX59-4727" fmla="*/ 3345 w 10000"/>
                  <a:gd name="connsiteY59-4728" fmla="*/ 7357 h 10000"/>
                  <a:gd name="connsiteX60-4729" fmla="*/ 3586 w 10000"/>
                  <a:gd name="connsiteY60-4730" fmla="*/ 7082 h 10000"/>
                  <a:gd name="connsiteX61-4731" fmla="*/ 3683 w 10000"/>
                  <a:gd name="connsiteY61-4732" fmla="*/ 6880 h 10000"/>
                  <a:gd name="connsiteX62-4733" fmla="*/ 3490 w 10000"/>
                  <a:gd name="connsiteY62-4734" fmla="*/ 6770 h 10000"/>
                  <a:gd name="connsiteX63-4735" fmla="*/ 3072 w 10000"/>
                  <a:gd name="connsiteY63-4736" fmla="*/ 7247 h 10000"/>
                  <a:gd name="connsiteX64-4737" fmla="*/ 3249 w 10000"/>
                  <a:gd name="connsiteY64-4738" fmla="*/ 8255 h 10000"/>
                  <a:gd name="connsiteX65-4739" fmla="*/ 3249 w 10000"/>
                  <a:gd name="connsiteY65-4740" fmla="*/ 8273 h 10000"/>
                  <a:gd name="connsiteX66-4741" fmla="*/ 4680 w 10000"/>
                  <a:gd name="connsiteY66-4742" fmla="*/ 8825 h 10000"/>
                  <a:gd name="connsiteX67-4743" fmla="*/ 5354 w 10000"/>
                  <a:gd name="connsiteY67-4744" fmla="*/ 8677 h 10000"/>
                  <a:gd name="connsiteX68-4745" fmla="*/ 3393 w 10000"/>
                  <a:gd name="connsiteY68-4746" fmla="*/ 9998 h 10000"/>
                  <a:gd name="connsiteX69-4747" fmla="*/ 2253 w 10000"/>
                  <a:gd name="connsiteY69-4748" fmla="*/ 9228 h 10000"/>
                  <a:gd name="connsiteX70-4749" fmla="*/ 1224 w 10000"/>
                  <a:gd name="connsiteY70-4750" fmla="*/ 7137 h 10000"/>
                  <a:gd name="connsiteX71-4751" fmla="*/ 3 w 10000"/>
                  <a:gd name="connsiteY71-4752" fmla="*/ 4954 h 10000"/>
                  <a:gd name="connsiteX0-4753" fmla="*/ 3 w 10000"/>
                  <a:gd name="connsiteY0-4754" fmla="*/ 4954 h 10000"/>
                  <a:gd name="connsiteX1-4755" fmla="*/ 726 w 10000"/>
                  <a:gd name="connsiteY1-4756" fmla="*/ 3028 h 10000"/>
                  <a:gd name="connsiteX2-4757" fmla="*/ 1337 w 10000"/>
                  <a:gd name="connsiteY2-4758" fmla="*/ 1635 h 10000"/>
                  <a:gd name="connsiteX3-4759" fmla="*/ 3233 w 10000"/>
                  <a:gd name="connsiteY3-4760" fmla="*/ 773 h 10000"/>
                  <a:gd name="connsiteX4-4761" fmla="*/ 5997 w 10000"/>
                  <a:gd name="connsiteY4-4762" fmla="*/ 424 h 10000"/>
                  <a:gd name="connsiteX5-4763" fmla="*/ 8488 w 10000"/>
                  <a:gd name="connsiteY5-4764" fmla="*/ 1452 h 10000"/>
                  <a:gd name="connsiteX6-4765" fmla="*/ 9693 w 10000"/>
                  <a:gd name="connsiteY6-4766" fmla="*/ 4661 h 10000"/>
                  <a:gd name="connsiteX7-4767" fmla="*/ 7765 w 10000"/>
                  <a:gd name="connsiteY7-4768" fmla="*/ 5852 h 10000"/>
                  <a:gd name="connsiteX8-4769" fmla="*/ 6752 w 10000"/>
                  <a:gd name="connsiteY8-4770" fmla="*/ 4844 h 10000"/>
                  <a:gd name="connsiteX9-4771" fmla="*/ 7444 w 10000"/>
                  <a:gd name="connsiteY9-4772" fmla="*/ 2845 h 10000"/>
                  <a:gd name="connsiteX10-4773" fmla="*/ 8680 w 10000"/>
                  <a:gd name="connsiteY10-4774" fmla="*/ 2808 h 10000"/>
                  <a:gd name="connsiteX11-4775" fmla="*/ 8873 w 10000"/>
                  <a:gd name="connsiteY11-4776" fmla="*/ 3799 h 10000"/>
                  <a:gd name="connsiteX12-4777" fmla="*/ 8568 w 10000"/>
                  <a:gd name="connsiteY12-4778" fmla="*/ 4203 h 10000"/>
                  <a:gd name="connsiteX13-4779" fmla="*/ 7941 w 10000"/>
                  <a:gd name="connsiteY13-4780" fmla="*/ 4184 h 10000"/>
                  <a:gd name="connsiteX14-4781" fmla="*/ 7748 w 10000"/>
                  <a:gd name="connsiteY14-4782" fmla="*/ 4276 h 10000"/>
                  <a:gd name="connsiteX15-4783" fmla="*/ 7829 w 10000"/>
                  <a:gd name="connsiteY15-4784" fmla="*/ 4496 h 10000"/>
                  <a:gd name="connsiteX16-4785" fmla="*/ 8664 w 10000"/>
                  <a:gd name="connsiteY16-4786" fmla="*/ 4514 h 10000"/>
                  <a:gd name="connsiteX17-4787" fmla="*/ 9163 w 10000"/>
                  <a:gd name="connsiteY17-4788" fmla="*/ 3928 h 10000"/>
                  <a:gd name="connsiteX18-4789" fmla="*/ 8857 w 10000"/>
                  <a:gd name="connsiteY18-4790" fmla="*/ 2533 h 10000"/>
                  <a:gd name="connsiteX19-4791" fmla="*/ 7637 w 10000"/>
                  <a:gd name="connsiteY19-4792" fmla="*/ 2350 h 10000"/>
                  <a:gd name="connsiteX20-4793" fmla="*/ 6720 w 10000"/>
                  <a:gd name="connsiteY20-4794" fmla="*/ 1360 h 10000"/>
                  <a:gd name="connsiteX21-4795" fmla="*/ 5627 w 10000"/>
                  <a:gd name="connsiteY21-4796" fmla="*/ 1470 h 10000"/>
                  <a:gd name="connsiteX22-4797" fmla="*/ 4390 w 10000"/>
                  <a:gd name="connsiteY22-4798" fmla="*/ 902 h 10000"/>
                  <a:gd name="connsiteX23-4799" fmla="*/ 3442 w 10000"/>
                  <a:gd name="connsiteY23-4800" fmla="*/ 1543 h 10000"/>
                  <a:gd name="connsiteX24-4801" fmla="*/ 3201 w 10000"/>
                  <a:gd name="connsiteY24-4802" fmla="*/ 2277 h 10000"/>
                  <a:gd name="connsiteX25-4803" fmla="*/ 1578 w 10000"/>
                  <a:gd name="connsiteY25-4804" fmla="*/ 2771 h 10000"/>
                  <a:gd name="connsiteX26-4805" fmla="*/ 1257 w 10000"/>
                  <a:gd name="connsiteY26-4806" fmla="*/ 4203 h 10000"/>
                  <a:gd name="connsiteX27-4807" fmla="*/ 902 w 10000"/>
                  <a:gd name="connsiteY27-4808" fmla="*/ 5486 h 10000"/>
                  <a:gd name="connsiteX28-4809" fmla="*/ 1417 w 10000"/>
                  <a:gd name="connsiteY28-4810" fmla="*/ 6294 h 10000"/>
                  <a:gd name="connsiteX29-4811" fmla="*/ 2670 w 10000"/>
                  <a:gd name="connsiteY29-4812" fmla="*/ 6129 h 10000"/>
                  <a:gd name="connsiteX30-4813" fmla="*/ 4518 w 10000"/>
                  <a:gd name="connsiteY30-4814" fmla="*/ 6092 h 10000"/>
                  <a:gd name="connsiteX31-4815" fmla="*/ 5531 w 10000"/>
                  <a:gd name="connsiteY31-4816" fmla="*/ 6642 h 10000"/>
                  <a:gd name="connsiteX32-4817" fmla="*/ 5611 w 10000"/>
                  <a:gd name="connsiteY32-4818" fmla="*/ 6642 h 10000"/>
                  <a:gd name="connsiteX33-4819" fmla="*/ 6093 w 10000"/>
                  <a:gd name="connsiteY33-4820" fmla="*/ 6129 h 10000"/>
                  <a:gd name="connsiteX34-4821" fmla="*/ 6013 w 10000"/>
                  <a:gd name="connsiteY34-4822" fmla="*/ 5907 h 10000"/>
                  <a:gd name="connsiteX35-4823" fmla="*/ 5820 w 10000"/>
                  <a:gd name="connsiteY35-4824" fmla="*/ 5981 h 10000"/>
                  <a:gd name="connsiteX36-4825" fmla="*/ 5547 w 10000"/>
                  <a:gd name="connsiteY36-4826" fmla="*/ 6312 h 10000"/>
                  <a:gd name="connsiteX37-4827" fmla="*/ 4695 w 10000"/>
                  <a:gd name="connsiteY37-4828" fmla="*/ 5834 h 10000"/>
                  <a:gd name="connsiteX38-4829" fmla="*/ 2510 w 10000"/>
                  <a:gd name="connsiteY38-4830" fmla="*/ 5852 h 10000"/>
                  <a:gd name="connsiteX39-4831" fmla="*/ 1545 w 10000"/>
                  <a:gd name="connsiteY39-4832" fmla="*/ 5981 h 10000"/>
                  <a:gd name="connsiteX40-4833" fmla="*/ 1208 w 10000"/>
                  <a:gd name="connsiteY40-4834" fmla="*/ 5431 h 10000"/>
                  <a:gd name="connsiteX41-4835" fmla="*/ 1514 w 10000"/>
                  <a:gd name="connsiteY41-4836" fmla="*/ 4386 h 10000"/>
                  <a:gd name="connsiteX42-4837" fmla="*/ 1561 w 10000"/>
                  <a:gd name="connsiteY42-4838" fmla="*/ 4203 h 10000"/>
                  <a:gd name="connsiteX43-4839" fmla="*/ 1787 w 10000"/>
                  <a:gd name="connsiteY43-4840" fmla="*/ 2991 h 10000"/>
                  <a:gd name="connsiteX44-4841" fmla="*/ 3136 w 10000"/>
                  <a:gd name="connsiteY44-4842" fmla="*/ 2606 h 10000"/>
                  <a:gd name="connsiteX45-4843" fmla="*/ 3876 w 10000"/>
                  <a:gd name="connsiteY45-4844" fmla="*/ 3799 h 10000"/>
                  <a:gd name="connsiteX46-4845" fmla="*/ 2703 w 10000"/>
                  <a:gd name="connsiteY46-4846" fmla="*/ 4569 h 10000"/>
                  <a:gd name="connsiteX47-4847" fmla="*/ 2719 w 10000"/>
                  <a:gd name="connsiteY47-4848" fmla="*/ 4808 h 10000"/>
                  <a:gd name="connsiteX48-4849" fmla="*/ 2927 w 10000"/>
                  <a:gd name="connsiteY48-4850" fmla="*/ 4771 h 10000"/>
                  <a:gd name="connsiteX49-4851" fmla="*/ 4744 w 10000"/>
                  <a:gd name="connsiteY49-4852" fmla="*/ 4423 h 10000"/>
                  <a:gd name="connsiteX50-4853" fmla="*/ 4937 w 10000"/>
                  <a:gd name="connsiteY50-4854" fmla="*/ 4423 h 10000"/>
                  <a:gd name="connsiteX51-4855" fmla="*/ 5804 w 10000"/>
                  <a:gd name="connsiteY51-4856" fmla="*/ 4184 h 10000"/>
                  <a:gd name="connsiteX52-4857" fmla="*/ 6383 w 10000"/>
                  <a:gd name="connsiteY52-4858" fmla="*/ 4973 h 10000"/>
                  <a:gd name="connsiteX53-4859" fmla="*/ 6512 w 10000"/>
                  <a:gd name="connsiteY53-4860" fmla="*/ 5119 h 10000"/>
                  <a:gd name="connsiteX54-4861" fmla="*/ 7572 w 10000"/>
                  <a:gd name="connsiteY54-4862" fmla="*/ 6532 h 10000"/>
                  <a:gd name="connsiteX55-4863" fmla="*/ 7004 w 10000"/>
                  <a:gd name="connsiteY55-4864" fmla="*/ 7909 h 10000"/>
                  <a:gd name="connsiteX56-4865" fmla="*/ 5483 w 10000"/>
                  <a:gd name="connsiteY56-4866" fmla="*/ 8218 h 10000"/>
                  <a:gd name="connsiteX57-4867" fmla="*/ 5467 w 10000"/>
                  <a:gd name="connsiteY57-4868" fmla="*/ 8273 h 10000"/>
                  <a:gd name="connsiteX58-4869" fmla="*/ 3490 w 10000"/>
                  <a:gd name="connsiteY58-4870" fmla="*/ 8053 h 10000"/>
                  <a:gd name="connsiteX59-4871" fmla="*/ 3345 w 10000"/>
                  <a:gd name="connsiteY59-4872" fmla="*/ 7357 h 10000"/>
                  <a:gd name="connsiteX60-4873" fmla="*/ 3586 w 10000"/>
                  <a:gd name="connsiteY60-4874" fmla="*/ 7082 h 10000"/>
                  <a:gd name="connsiteX61-4875" fmla="*/ 3683 w 10000"/>
                  <a:gd name="connsiteY61-4876" fmla="*/ 6880 h 10000"/>
                  <a:gd name="connsiteX62-4877" fmla="*/ 3490 w 10000"/>
                  <a:gd name="connsiteY62-4878" fmla="*/ 6770 h 10000"/>
                  <a:gd name="connsiteX63-4879" fmla="*/ 3072 w 10000"/>
                  <a:gd name="connsiteY63-4880" fmla="*/ 7247 h 10000"/>
                  <a:gd name="connsiteX64-4881" fmla="*/ 3249 w 10000"/>
                  <a:gd name="connsiteY64-4882" fmla="*/ 8255 h 10000"/>
                  <a:gd name="connsiteX65-4883" fmla="*/ 3249 w 10000"/>
                  <a:gd name="connsiteY65-4884" fmla="*/ 8273 h 10000"/>
                  <a:gd name="connsiteX66-4885" fmla="*/ 4680 w 10000"/>
                  <a:gd name="connsiteY66-4886" fmla="*/ 8825 h 10000"/>
                  <a:gd name="connsiteX67-4887" fmla="*/ 5354 w 10000"/>
                  <a:gd name="connsiteY67-4888" fmla="*/ 8677 h 10000"/>
                  <a:gd name="connsiteX68-4889" fmla="*/ 3393 w 10000"/>
                  <a:gd name="connsiteY68-4890" fmla="*/ 9998 h 10000"/>
                  <a:gd name="connsiteX69-4891" fmla="*/ 2253 w 10000"/>
                  <a:gd name="connsiteY69-4892" fmla="*/ 9228 h 10000"/>
                  <a:gd name="connsiteX70-4893" fmla="*/ 1224 w 10000"/>
                  <a:gd name="connsiteY70-4894" fmla="*/ 7137 h 10000"/>
                  <a:gd name="connsiteX71-4895" fmla="*/ 3 w 10000"/>
                  <a:gd name="connsiteY71-4896" fmla="*/ 4954 h 10000"/>
                  <a:gd name="connsiteX0-4897" fmla="*/ 3 w 10000"/>
                  <a:gd name="connsiteY0-4898" fmla="*/ 4954 h 10000"/>
                  <a:gd name="connsiteX1-4899" fmla="*/ 726 w 10000"/>
                  <a:gd name="connsiteY1-4900" fmla="*/ 3028 h 10000"/>
                  <a:gd name="connsiteX2-4901" fmla="*/ 1337 w 10000"/>
                  <a:gd name="connsiteY2-4902" fmla="*/ 1635 h 10000"/>
                  <a:gd name="connsiteX3-4903" fmla="*/ 3233 w 10000"/>
                  <a:gd name="connsiteY3-4904" fmla="*/ 773 h 10000"/>
                  <a:gd name="connsiteX4-4905" fmla="*/ 5997 w 10000"/>
                  <a:gd name="connsiteY4-4906" fmla="*/ 424 h 10000"/>
                  <a:gd name="connsiteX5-4907" fmla="*/ 8488 w 10000"/>
                  <a:gd name="connsiteY5-4908" fmla="*/ 1452 h 10000"/>
                  <a:gd name="connsiteX6-4909" fmla="*/ 9693 w 10000"/>
                  <a:gd name="connsiteY6-4910" fmla="*/ 4661 h 10000"/>
                  <a:gd name="connsiteX7-4911" fmla="*/ 7765 w 10000"/>
                  <a:gd name="connsiteY7-4912" fmla="*/ 5852 h 10000"/>
                  <a:gd name="connsiteX8-4913" fmla="*/ 6752 w 10000"/>
                  <a:gd name="connsiteY8-4914" fmla="*/ 4844 h 10000"/>
                  <a:gd name="connsiteX9-4915" fmla="*/ 7444 w 10000"/>
                  <a:gd name="connsiteY9-4916" fmla="*/ 2845 h 10000"/>
                  <a:gd name="connsiteX10-4917" fmla="*/ 8680 w 10000"/>
                  <a:gd name="connsiteY10-4918" fmla="*/ 2808 h 10000"/>
                  <a:gd name="connsiteX11-4919" fmla="*/ 8873 w 10000"/>
                  <a:gd name="connsiteY11-4920" fmla="*/ 3799 h 10000"/>
                  <a:gd name="connsiteX12-4921" fmla="*/ 8568 w 10000"/>
                  <a:gd name="connsiteY12-4922" fmla="*/ 4203 h 10000"/>
                  <a:gd name="connsiteX13-4923" fmla="*/ 7941 w 10000"/>
                  <a:gd name="connsiteY13-4924" fmla="*/ 4184 h 10000"/>
                  <a:gd name="connsiteX14-4925" fmla="*/ 7748 w 10000"/>
                  <a:gd name="connsiteY14-4926" fmla="*/ 4276 h 10000"/>
                  <a:gd name="connsiteX15-4927" fmla="*/ 7829 w 10000"/>
                  <a:gd name="connsiteY15-4928" fmla="*/ 4496 h 10000"/>
                  <a:gd name="connsiteX16-4929" fmla="*/ 8664 w 10000"/>
                  <a:gd name="connsiteY16-4930" fmla="*/ 4514 h 10000"/>
                  <a:gd name="connsiteX17-4931" fmla="*/ 9163 w 10000"/>
                  <a:gd name="connsiteY17-4932" fmla="*/ 3928 h 10000"/>
                  <a:gd name="connsiteX18-4933" fmla="*/ 8857 w 10000"/>
                  <a:gd name="connsiteY18-4934" fmla="*/ 2533 h 10000"/>
                  <a:gd name="connsiteX19-4935" fmla="*/ 7637 w 10000"/>
                  <a:gd name="connsiteY19-4936" fmla="*/ 2350 h 10000"/>
                  <a:gd name="connsiteX20-4937" fmla="*/ 6720 w 10000"/>
                  <a:gd name="connsiteY20-4938" fmla="*/ 1360 h 10000"/>
                  <a:gd name="connsiteX21-4939" fmla="*/ 5627 w 10000"/>
                  <a:gd name="connsiteY21-4940" fmla="*/ 1470 h 10000"/>
                  <a:gd name="connsiteX22-4941" fmla="*/ 4390 w 10000"/>
                  <a:gd name="connsiteY22-4942" fmla="*/ 902 h 10000"/>
                  <a:gd name="connsiteX23-4943" fmla="*/ 3442 w 10000"/>
                  <a:gd name="connsiteY23-4944" fmla="*/ 1543 h 10000"/>
                  <a:gd name="connsiteX24-4945" fmla="*/ 3201 w 10000"/>
                  <a:gd name="connsiteY24-4946" fmla="*/ 2277 h 10000"/>
                  <a:gd name="connsiteX25-4947" fmla="*/ 1578 w 10000"/>
                  <a:gd name="connsiteY25-4948" fmla="*/ 2771 h 10000"/>
                  <a:gd name="connsiteX26-4949" fmla="*/ 1257 w 10000"/>
                  <a:gd name="connsiteY26-4950" fmla="*/ 4203 h 10000"/>
                  <a:gd name="connsiteX27-4951" fmla="*/ 902 w 10000"/>
                  <a:gd name="connsiteY27-4952" fmla="*/ 5486 h 10000"/>
                  <a:gd name="connsiteX28-4953" fmla="*/ 1417 w 10000"/>
                  <a:gd name="connsiteY28-4954" fmla="*/ 6294 h 10000"/>
                  <a:gd name="connsiteX29-4955" fmla="*/ 2670 w 10000"/>
                  <a:gd name="connsiteY29-4956" fmla="*/ 6129 h 10000"/>
                  <a:gd name="connsiteX30-4957" fmla="*/ 4518 w 10000"/>
                  <a:gd name="connsiteY30-4958" fmla="*/ 6092 h 10000"/>
                  <a:gd name="connsiteX31-4959" fmla="*/ 5531 w 10000"/>
                  <a:gd name="connsiteY31-4960" fmla="*/ 6642 h 10000"/>
                  <a:gd name="connsiteX32-4961" fmla="*/ 5611 w 10000"/>
                  <a:gd name="connsiteY32-4962" fmla="*/ 6642 h 10000"/>
                  <a:gd name="connsiteX33-4963" fmla="*/ 6093 w 10000"/>
                  <a:gd name="connsiteY33-4964" fmla="*/ 6129 h 10000"/>
                  <a:gd name="connsiteX34-4965" fmla="*/ 6013 w 10000"/>
                  <a:gd name="connsiteY34-4966" fmla="*/ 5907 h 10000"/>
                  <a:gd name="connsiteX35-4967" fmla="*/ 5820 w 10000"/>
                  <a:gd name="connsiteY35-4968" fmla="*/ 5981 h 10000"/>
                  <a:gd name="connsiteX36-4969" fmla="*/ 5547 w 10000"/>
                  <a:gd name="connsiteY36-4970" fmla="*/ 6312 h 10000"/>
                  <a:gd name="connsiteX37-4971" fmla="*/ 4695 w 10000"/>
                  <a:gd name="connsiteY37-4972" fmla="*/ 5834 h 10000"/>
                  <a:gd name="connsiteX38-4973" fmla="*/ 2510 w 10000"/>
                  <a:gd name="connsiteY38-4974" fmla="*/ 5852 h 10000"/>
                  <a:gd name="connsiteX39-4975" fmla="*/ 1545 w 10000"/>
                  <a:gd name="connsiteY39-4976" fmla="*/ 5981 h 10000"/>
                  <a:gd name="connsiteX40-4977" fmla="*/ 1208 w 10000"/>
                  <a:gd name="connsiteY40-4978" fmla="*/ 5431 h 10000"/>
                  <a:gd name="connsiteX41-4979" fmla="*/ 1514 w 10000"/>
                  <a:gd name="connsiteY41-4980" fmla="*/ 4386 h 10000"/>
                  <a:gd name="connsiteX42-4981" fmla="*/ 1561 w 10000"/>
                  <a:gd name="connsiteY42-4982" fmla="*/ 4203 h 10000"/>
                  <a:gd name="connsiteX43-4983" fmla="*/ 1787 w 10000"/>
                  <a:gd name="connsiteY43-4984" fmla="*/ 2991 h 10000"/>
                  <a:gd name="connsiteX44-4985" fmla="*/ 3136 w 10000"/>
                  <a:gd name="connsiteY44-4986" fmla="*/ 2606 h 10000"/>
                  <a:gd name="connsiteX45-4987" fmla="*/ 3876 w 10000"/>
                  <a:gd name="connsiteY45-4988" fmla="*/ 3799 h 10000"/>
                  <a:gd name="connsiteX46-4989" fmla="*/ 2703 w 10000"/>
                  <a:gd name="connsiteY46-4990" fmla="*/ 4569 h 10000"/>
                  <a:gd name="connsiteX47-4991" fmla="*/ 2719 w 10000"/>
                  <a:gd name="connsiteY47-4992" fmla="*/ 4808 h 10000"/>
                  <a:gd name="connsiteX48-4993" fmla="*/ 2927 w 10000"/>
                  <a:gd name="connsiteY48-4994" fmla="*/ 4771 h 10000"/>
                  <a:gd name="connsiteX49-4995" fmla="*/ 4744 w 10000"/>
                  <a:gd name="connsiteY49-4996" fmla="*/ 4423 h 10000"/>
                  <a:gd name="connsiteX50-4997" fmla="*/ 4937 w 10000"/>
                  <a:gd name="connsiteY50-4998" fmla="*/ 4423 h 10000"/>
                  <a:gd name="connsiteX51-4999" fmla="*/ 5804 w 10000"/>
                  <a:gd name="connsiteY51-5000" fmla="*/ 4184 h 10000"/>
                  <a:gd name="connsiteX52-5001" fmla="*/ 6383 w 10000"/>
                  <a:gd name="connsiteY52-5002" fmla="*/ 4973 h 10000"/>
                  <a:gd name="connsiteX53-5003" fmla="*/ 6512 w 10000"/>
                  <a:gd name="connsiteY53-5004" fmla="*/ 5119 h 10000"/>
                  <a:gd name="connsiteX54-5005" fmla="*/ 7572 w 10000"/>
                  <a:gd name="connsiteY54-5006" fmla="*/ 6532 h 10000"/>
                  <a:gd name="connsiteX55-5007" fmla="*/ 7004 w 10000"/>
                  <a:gd name="connsiteY55-5008" fmla="*/ 7909 h 10000"/>
                  <a:gd name="connsiteX56-5009" fmla="*/ 5483 w 10000"/>
                  <a:gd name="connsiteY56-5010" fmla="*/ 8218 h 10000"/>
                  <a:gd name="connsiteX57-5011" fmla="*/ 5467 w 10000"/>
                  <a:gd name="connsiteY57-5012" fmla="*/ 8273 h 10000"/>
                  <a:gd name="connsiteX58-5013" fmla="*/ 3490 w 10000"/>
                  <a:gd name="connsiteY58-5014" fmla="*/ 8053 h 10000"/>
                  <a:gd name="connsiteX59-5015" fmla="*/ 3345 w 10000"/>
                  <a:gd name="connsiteY59-5016" fmla="*/ 7357 h 10000"/>
                  <a:gd name="connsiteX60-5017" fmla="*/ 3586 w 10000"/>
                  <a:gd name="connsiteY60-5018" fmla="*/ 7082 h 10000"/>
                  <a:gd name="connsiteX61-5019" fmla="*/ 3683 w 10000"/>
                  <a:gd name="connsiteY61-5020" fmla="*/ 6880 h 10000"/>
                  <a:gd name="connsiteX62-5021" fmla="*/ 3490 w 10000"/>
                  <a:gd name="connsiteY62-5022" fmla="*/ 6770 h 10000"/>
                  <a:gd name="connsiteX63-5023" fmla="*/ 3072 w 10000"/>
                  <a:gd name="connsiteY63-5024" fmla="*/ 7247 h 10000"/>
                  <a:gd name="connsiteX64-5025" fmla="*/ 3249 w 10000"/>
                  <a:gd name="connsiteY64-5026" fmla="*/ 8255 h 10000"/>
                  <a:gd name="connsiteX65-5027" fmla="*/ 3249 w 10000"/>
                  <a:gd name="connsiteY65-5028" fmla="*/ 8273 h 10000"/>
                  <a:gd name="connsiteX66-5029" fmla="*/ 4680 w 10000"/>
                  <a:gd name="connsiteY66-5030" fmla="*/ 8825 h 10000"/>
                  <a:gd name="connsiteX67-5031" fmla="*/ 5354 w 10000"/>
                  <a:gd name="connsiteY67-5032" fmla="*/ 8677 h 10000"/>
                  <a:gd name="connsiteX68-5033" fmla="*/ 3393 w 10000"/>
                  <a:gd name="connsiteY68-5034" fmla="*/ 9998 h 10000"/>
                  <a:gd name="connsiteX69-5035" fmla="*/ 2253 w 10000"/>
                  <a:gd name="connsiteY69-5036" fmla="*/ 9228 h 10000"/>
                  <a:gd name="connsiteX70-5037" fmla="*/ 1224 w 10000"/>
                  <a:gd name="connsiteY70-5038" fmla="*/ 7137 h 10000"/>
                  <a:gd name="connsiteX71-5039" fmla="*/ 3 w 10000"/>
                  <a:gd name="connsiteY71-5040" fmla="*/ 4954 h 10000"/>
                  <a:gd name="connsiteX0-5041" fmla="*/ 3 w 10000"/>
                  <a:gd name="connsiteY0-5042" fmla="*/ 4954 h 10000"/>
                  <a:gd name="connsiteX1-5043" fmla="*/ 726 w 10000"/>
                  <a:gd name="connsiteY1-5044" fmla="*/ 3028 h 10000"/>
                  <a:gd name="connsiteX2-5045" fmla="*/ 1337 w 10000"/>
                  <a:gd name="connsiteY2-5046" fmla="*/ 1635 h 10000"/>
                  <a:gd name="connsiteX3-5047" fmla="*/ 3233 w 10000"/>
                  <a:gd name="connsiteY3-5048" fmla="*/ 773 h 10000"/>
                  <a:gd name="connsiteX4-5049" fmla="*/ 5997 w 10000"/>
                  <a:gd name="connsiteY4-5050" fmla="*/ 424 h 10000"/>
                  <a:gd name="connsiteX5-5051" fmla="*/ 8488 w 10000"/>
                  <a:gd name="connsiteY5-5052" fmla="*/ 1452 h 10000"/>
                  <a:gd name="connsiteX6-5053" fmla="*/ 9693 w 10000"/>
                  <a:gd name="connsiteY6-5054" fmla="*/ 4661 h 10000"/>
                  <a:gd name="connsiteX7-5055" fmla="*/ 7765 w 10000"/>
                  <a:gd name="connsiteY7-5056" fmla="*/ 5852 h 10000"/>
                  <a:gd name="connsiteX8-5057" fmla="*/ 6752 w 10000"/>
                  <a:gd name="connsiteY8-5058" fmla="*/ 4844 h 10000"/>
                  <a:gd name="connsiteX9-5059" fmla="*/ 7444 w 10000"/>
                  <a:gd name="connsiteY9-5060" fmla="*/ 2845 h 10000"/>
                  <a:gd name="connsiteX10-5061" fmla="*/ 8680 w 10000"/>
                  <a:gd name="connsiteY10-5062" fmla="*/ 2808 h 10000"/>
                  <a:gd name="connsiteX11-5063" fmla="*/ 8873 w 10000"/>
                  <a:gd name="connsiteY11-5064" fmla="*/ 3799 h 10000"/>
                  <a:gd name="connsiteX12-5065" fmla="*/ 8568 w 10000"/>
                  <a:gd name="connsiteY12-5066" fmla="*/ 4203 h 10000"/>
                  <a:gd name="connsiteX13-5067" fmla="*/ 7941 w 10000"/>
                  <a:gd name="connsiteY13-5068" fmla="*/ 4184 h 10000"/>
                  <a:gd name="connsiteX14-5069" fmla="*/ 7748 w 10000"/>
                  <a:gd name="connsiteY14-5070" fmla="*/ 4276 h 10000"/>
                  <a:gd name="connsiteX15-5071" fmla="*/ 7829 w 10000"/>
                  <a:gd name="connsiteY15-5072" fmla="*/ 4496 h 10000"/>
                  <a:gd name="connsiteX16-5073" fmla="*/ 8664 w 10000"/>
                  <a:gd name="connsiteY16-5074" fmla="*/ 4514 h 10000"/>
                  <a:gd name="connsiteX17-5075" fmla="*/ 9163 w 10000"/>
                  <a:gd name="connsiteY17-5076" fmla="*/ 3928 h 10000"/>
                  <a:gd name="connsiteX18-5077" fmla="*/ 8857 w 10000"/>
                  <a:gd name="connsiteY18-5078" fmla="*/ 2533 h 10000"/>
                  <a:gd name="connsiteX19-5079" fmla="*/ 7637 w 10000"/>
                  <a:gd name="connsiteY19-5080" fmla="*/ 2350 h 10000"/>
                  <a:gd name="connsiteX20-5081" fmla="*/ 6720 w 10000"/>
                  <a:gd name="connsiteY20-5082" fmla="*/ 1360 h 10000"/>
                  <a:gd name="connsiteX21-5083" fmla="*/ 5627 w 10000"/>
                  <a:gd name="connsiteY21-5084" fmla="*/ 1470 h 10000"/>
                  <a:gd name="connsiteX22-5085" fmla="*/ 4390 w 10000"/>
                  <a:gd name="connsiteY22-5086" fmla="*/ 902 h 10000"/>
                  <a:gd name="connsiteX23-5087" fmla="*/ 3442 w 10000"/>
                  <a:gd name="connsiteY23-5088" fmla="*/ 1543 h 10000"/>
                  <a:gd name="connsiteX24-5089" fmla="*/ 3201 w 10000"/>
                  <a:gd name="connsiteY24-5090" fmla="*/ 2277 h 10000"/>
                  <a:gd name="connsiteX25-5091" fmla="*/ 1578 w 10000"/>
                  <a:gd name="connsiteY25-5092" fmla="*/ 2771 h 10000"/>
                  <a:gd name="connsiteX26-5093" fmla="*/ 1257 w 10000"/>
                  <a:gd name="connsiteY26-5094" fmla="*/ 4203 h 10000"/>
                  <a:gd name="connsiteX27-5095" fmla="*/ 902 w 10000"/>
                  <a:gd name="connsiteY27-5096" fmla="*/ 5486 h 10000"/>
                  <a:gd name="connsiteX28-5097" fmla="*/ 1417 w 10000"/>
                  <a:gd name="connsiteY28-5098" fmla="*/ 6294 h 10000"/>
                  <a:gd name="connsiteX29-5099" fmla="*/ 2670 w 10000"/>
                  <a:gd name="connsiteY29-5100" fmla="*/ 6129 h 10000"/>
                  <a:gd name="connsiteX30-5101" fmla="*/ 4518 w 10000"/>
                  <a:gd name="connsiteY30-5102" fmla="*/ 6092 h 10000"/>
                  <a:gd name="connsiteX31-5103" fmla="*/ 5531 w 10000"/>
                  <a:gd name="connsiteY31-5104" fmla="*/ 6642 h 10000"/>
                  <a:gd name="connsiteX32-5105" fmla="*/ 5611 w 10000"/>
                  <a:gd name="connsiteY32-5106" fmla="*/ 6642 h 10000"/>
                  <a:gd name="connsiteX33-5107" fmla="*/ 6093 w 10000"/>
                  <a:gd name="connsiteY33-5108" fmla="*/ 6129 h 10000"/>
                  <a:gd name="connsiteX34-5109" fmla="*/ 6013 w 10000"/>
                  <a:gd name="connsiteY34-5110" fmla="*/ 5907 h 10000"/>
                  <a:gd name="connsiteX35-5111" fmla="*/ 5820 w 10000"/>
                  <a:gd name="connsiteY35-5112" fmla="*/ 5981 h 10000"/>
                  <a:gd name="connsiteX36-5113" fmla="*/ 5547 w 10000"/>
                  <a:gd name="connsiteY36-5114" fmla="*/ 6312 h 10000"/>
                  <a:gd name="connsiteX37-5115" fmla="*/ 4695 w 10000"/>
                  <a:gd name="connsiteY37-5116" fmla="*/ 5834 h 10000"/>
                  <a:gd name="connsiteX38-5117" fmla="*/ 2510 w 10000"/>
                  <a:gd name="connsiteY38-5118" fmla="*/ 5852 h 10000"/>
                  <a:gd name="connsiteX39-5119" fmla="*/ 1545 w 10000"/>
                  <a:gd name="connsiteY39-5120" fmla="*/ 5981 h 10000"/>
                  <a:gd name="connsiteX40-5121" fmla="*/ 1208 w 10000"/>
                  <a:gd name="connsiteY40-5122" fmla="*/ 5431 h 10000"/>
                  <a:gd name="connsiteX41-5123" fmla="*/ 1514 w 10000"/>
                  <a:gd name="connsiteY41-5124" fmla="*/ 4386 h 10000"/>
                  <a:gd name="connsiteX42-5125" fmla="*/ 1561 w 10000"/>
                  <a:gd name="connsiteY42-5126" fmla="*/ 4203 h 10000"/>
                  <a:gd name="connsiteX43-5127" fmla="*/ 1787 w 10000"/>
                  <a:gd name="connsiteY43-5128" fmla="*/ 2991 h 10000"/>
                  <a:gd name="connsiteX44-5129" fmla="*/ 3136 w 10000"/>
                  <a:gd name="connsiteY44-5130" fmla="*/ 2606 h 10000"/>
                  <a:gd name="connsiteX45-5131" fmla="*/ 3876 w 10000"/>
                  <a:gd name="connsiteY45-5132" fmla="*/ 3799 h 10000"/>
                  <a:gd name="connsiteX46-5133" fmla="*/ 2703 w 10000"/>
                  <a:gd name="connsiteY46-5134" fmla="*/ 4569 h 10000"/>
                  <a:gd name="connsiteX47-5135" fmla="*/ 2719 w 10000"/>
                  <a:gd name="connsiteY47-5136" fmla="*/ 4808 h 10000"/>
                  <a:gd name="connsiteX48-5137" fmla="*/ 2927 w 10000"/>
                  <a:gd name="connsiteY48-5138" fmla="*/ 4771 h 10000"/>
                  <a:gd name="connsiteX49-5139" fmla="*/ 4744 w 10000"/>
                  <a:gd name="connsiteY49-5140" fmla="*/ 4423 h 10000"/>
                  <a:gd name="connsiteX50-5141" fmla="*/ 4937 w 10000"/>
                  <a:gd name="connsiteY50-5142" fmla="*/ 4423 h 10000"/>
                  <a:gd name="connsiteX51-5143" fmla="*/ 5804 w 10000"/>
                  <a:gd name="connsiteY51-5144" fmla="*/ 4184 h 10000"/>
                  <a:gd name="connsiteX52-5145" fmla="*/ 6383 w 10000"/>
                  <a:gd name="connsiteY52-5146" fmla="*/ 4973 h 10000"/>
                  <a:gd name="connsiteX53-5147" fmla="*/ 6512 w 10000"/>
                  <a:gd name="connsiteY53-5148" fmla="*/ 5119 h 10000"/>
                  <a:gd name="connsiteX54-5149" fmla="*/ 7572 w 10000"/>
                  <a:gd name="connsiteY54-5150" fmla="*/ 6532 h 10000"/>
                  <a:gd name="connsiteX55-5151" fmla="*/ 7004 w 10000"/>
                  <a:gd name="connsiteY55-5152" fmla="*/ 7909 h 10000"/>
                  <a:gd name="connsiteX56-5153" fmla="*/ 5483 w 10000"/>
                  <a:gd name="connsiteY56-5154" fmla="*/ 8218 h 10000"/>
                  <a:gd name="connsiteX57-5155" fmla="*/ 5467 w 10000"/>
                  <a:gd name="connsiteY57-5156" fmla="*/ 8273 h 10000"/>
                  <a:gd name="connsiteX58-5157" fmla="*/ 3490 w 10000"/>
                  <a:gd name="connsiteY58-5158" fmla="*/ 8053 h 10000"/>
                  <a:gd name="connsiteX59-5159" fmla="*/ 3345 w 10000"/>
                  <a:gd name="connsiteY59-5160" fmla="*/ 7357 h 10000"/>
                  <a:gd name="connsiteX60-5161" fmla="*/ 3586 w 10000"/>
                  <a:gd name="connsiteY60-5162" fmla="*/ 7082 h 10000"/>
                  <a:gd name="connsiteX61-5163" fmla="*/ 3683 w 10000"/>
                  <a:gd name="connsiteY61-5164" fmla="*/ 6880 h 10000"/>
                  <a:gd name="connsiteX62-5165" fmla="*/ 3490 w 10000"/>
                  <a:gd name="connsiteY62-5166" fmla="*/ 6770 h 10000"/>
                  <a:gd name="connsiteX63-5167" fmla="*/ 3072 w 10000"/>
                  <a:gd name="connsiteY63-5168" fmla="*/ 7247 h 10000"/>
                  <a:gd name="connsiteX64-5169" fmla="*/ 3249 w 10000"/>
                  <a:gd name="connsiteY64-5170" fmla="*/ 8255 h 10000"/>
                  <a:gd name="connsiteX65-5171" fmla="*/ 3249 w 10000"/>
                  <a:gd name="connsiteY65-5172" fmla="*/ 8273 h 10000"/>
                  <a:gd name="connsiteX66-5173" fmla="*/ 4680 w 10000"/>
                  <a:gd name="connsiteY66-5174" fmla="*/ 8825 h 10000"/>
                  <a:gd name="connsiteX67-5175" fmla="*/ 5354 w 10000"/>
                  <a:gd name="connsiteY67-5176" fmla="*/ 8677 h 10000"/>
                  <a:gd name="connsiteX68-5177" fmla="*/ 3393 w 10000"/>
                  <a:gd name="connsiteY68-5178" fmla="*/ 9998 h 10000"/>
                  <a:gd name="connsiteX69-5179" fmla="*/ 2253 w 10000"/>
                  <a:gd name="connsiteY69-5180" fmla="*/ 9228 h 10000"/>
                  <a:gd name="connsiteX70-5181" fmla="*/ 1224 w 10000"/>
                  <a:gd name="connsiteY70-5182" fmla="*/ 7137 h 10000"/>
                  <a:gd name="connsiteX71-5183" fmla="*/ 3 w 10000"/>
                  <a:gd name="connsiteY71-5184" fmla="*/ 4954 h 10000"/>
                  <a:gd name="connsiteX0-5185" fmla="*/ 3 w 10000"/>
                  <a:gd name="connsiteY0-5186" fmla="*/ 4954 h 10000"/>
                  <a:gd name="connsiteX1-5187" fmla="*/ 726 w 10000"/>
                  <a:gd name="connsiteY1-5188" fmla="*/ 3028 h 10000"/>
                  <a:gd name="connsiteX2-5189" fmla="*/ 1337 w 10000"/>
                  <a:gd name="connsiteY2-5190" fmla="*/ 1635 h 10000"/>
                  <a:gd name="connsiteX3-5191" fmla="*/ 3233 w 10000"/>
                  <a:gd name="connsiteY3-5192" fmla="*/ 773 h 10000"/>
                  <a:gd name="connsiteX4-5193" fmla="*/ 5997 w 10000"/>
                  <a:gd name="connsiteY4-5194" fmla="*/ 424 h 10000"/>
                  <a:gd name="connsiteX5-5195" fmla="*/ 8488 w 10000"/>
                  <a:gd name="connsiteY5-5196" fmla="*/ 1452 h 10000"/>
                  <a:gd name="connsiteX6-5197" fmla="*/ 9693 w 10000"/>
                  <a:gd name="connsiteY6-5198" fmla="*/ 4661 h 10000"/>
                  <a:gd name="connsiteX7-5199" fmla="*/ 7765 w 10000"/>
                  <a:gd name="connsiteY7-5200" fmla="*/ 5852 h 10000"/>
                  <a:gd name="connsiteX8-5201" fmla="*/ 6752 w 10000"/>
                  <a:gd name="connsiteY8-5202" fmla="*/ 4844 h 10000"/>
                  <a:gd name="connsiteX9-5203" fmla="*/ 7444 w 10000"/>
                  <a:gd name="connsiteY9-5204" fmla="*/ 2845 h 10000"/>
                  <a:gd name="connsiteX10-5205" fmla="*/ 8680 w 10000"/>
                  <a:gd name="connsiteY10-5206" fmla="*/ 2808 h 10000"/>
                  <a:gd name="connsiteX11-5207" fmla="*/ 8873 w 10000"/>
                  <a:gd name="connsiteY11-5208" fmla="*/ 3799 h 10000"/>
                  <a:gd name="connsiteX12-5209" fmla="*/ 8568 w 10000"/>
                  <a:gd name="connsiteY12-5210" fmla="*/ 4203 h 10000"/>
                  <a:gd name="connsiteX13-5211" fmla="*/ 7941 w 10000"/>
                  <a:gd name="connsiteY13-5212" fmla="*/ 4184 h 10000"/>
                  <a:gd name="connsiteX14-5213" fmla="*/ 7748 w 10000"/>
                  <a:gd name="connsiteY14-5214" fmla="*/ 4276 h 10000"/>
                  <a:gd name="connsiteX15-5215" fmla="*/ 7829 w 10000"/>
                  <a:gd name="connsiteY15-5216" fmla="*/ 4496 h 10000"/>
                  <a:gd name="connsiteX16-5217" fmla="*/ 8664 w 10000"/>
                  <a:gd name="connsiteY16-5218" fmla="*/ 4514 h 10000"/>
                  <a:gd name="connsiteX17-5219" fmla="*/ 9163 w 10000"/>
                  <a:gd name="connsiteY17-5220" fmla="*/ 3928 h 10000"/>
                  <a:gd name="connsiteX18-5221" fmla="*/ 8857 w 10000"/>
                  <a:gd name="connsiteY18-5222" fmla="*/ 2533 h 10000"/>
                  <a:gd name="connsiteX19-5223" fmla="*/ 7637 w 10000"/>
                  <a:gd name="connsiteY19-5224" fmla="*/ 2350 h 10000"/>
                  <a:gd name="connsiteX20-5225" fmla="*/ 6720 w 10000"/>
                  <a:gd name="connsiteY20-5226" fmla="*/ 1360 h 10000"/>
                  <a:gd name="connsiteX21-5227" fmla="*/ 5627 w 10000"/>
                  <a:gd name="connsiteY21-5228" fmla="*/ 1470 h 10000"/>
                  <a:gd name="connsiteX22-5229" fmla="*/ 4390 w 10000"/>
                  <a:gd name="connsiteY22-5230" fmla="*/ 902 h 10000"/>
                  <a:gd name="connsiteX23-5231" fmla="*/ 3442 w 10000"/>
                  <a:gd name="connsiteY23-5232" fmla="*/ 1543 h 10000"/>
                  <a:gd name="connsiteX24-5233" fmla="*/ 3201 w 10000"/>
                  <a:gd name="connsiteY24-5234" fmla="*/ 2277 h 10000"/>
                  <a:gd name="connsiteX25-5235" fmla="*/ 1578 w 10000"/>
                  <a:gd name="connsiteY25-5236" fmla="*/ 2771 h 10000"/>
                  <a:gd name="connsiteX26-5237" fmla="*/ 1257 w 10000"/>
                  <a:gd name="connsiteY26-5238" fmla="*/ 4203 h 10000"/>
                  <a:gd name="connsiteX27-5239" fmla="*/ 902 w 10000"/>
                  <a:gd name="connsiteY27-5240" fmla="*/ 5486 h 10000"/>
                  <a:gd name="connsiteX28-5241" fmla="*/ 1417 w 10000"/>
                  <a:gd name="connsiteY28-5242" fmla="*/ 6294 h 10000"/>
                  <a:gd name="connsiteX29-5243" fmla="*/ 2670 w 10000"/>
                  <a:gd name="connsiteY29-5244" fmla="*/ 6129 h 10000"/>
                  <a:gd name="connsiteX30-5245" fmla="*/ 4518 w 10000"/>
                  <a:gd name="connsiteY30-5246" fmla="*/ 6092 h 10000"/>
                  <a:gd name="connsiteX31-5247" fmla="*/ 5531 w 10000"/>
                  <a:gd name="connsiteY31-5248" fmla="*/ 6642 h 10000"/>
                  <a:gd name="connsiteX32-5249" fmla="*/ 5611 w 10000"/>
                  <a:gd name="connsiteY32-5250" fmla="*/ 6642 h 10000"/>
                  <a:gd name="connsiteX33-5251" fmla="*/ 6093 w 10000"/>
                  <a:gd name="connsiteY33-5252" fmla="*/ 6129 h 10000"/>
                  <a:gd name="connsiteX34-5253" fmla="*/ 6013 w 10000"/>
                  <a:gd name="connsiteY34-5254" fmla="*/ 5907 h 10000"/>
                  <a:gd name="connsiteX35-5255" fmla="*/ 5820 w 10000"/>
                  <a:gd name="connsiteY35-5256" fmla="*/ 5981 h 10000"/>
                  <a:gd name="connsiteX36-5257" fmla="*/ 5547 w 10000"/>
                  <a:gd name="connsiteY36-5258" fmla="*/ 6312 h 10000"/>
                  <a:gd name="connsiteX37-5259" fmla="*/ 4695 w 10000"/>
                  <a:gd name="connsiteY37-5260" fmla="*/ 5834 h 10000"/>
                  <a:gd name="connsiteX38-5261" fmla="*/ 2510 w 10000"/>
                  <a:gd name="connsiteY38-5262" fmla="*/ 5852 h 10000"/>
                  <a:gd name="connsiteX39-5263" fmla="*/ 1545 w 10000"/>
                  <a:gd name="connsiteY39-5264" fmla="*/ 5981 h 10000"/>
                  <a:gd name="connsiteX40-5265" fmla="*/ 1208 w 10000"/>
                  <a:gd name="connsiteY40-5266" fmla="*/ 5431 h 10000"/>
                  <a:gd name="connsiteX41-5267" fmla="*/ 1514 w 10000"/>
                  <a:gd name="connsiteY41-5268" fmla="*/ 4386 h 10000"/>
                  <a:gd name="connsiteX42-5269" fmla="*/ 1561 w 10000"/>
                  <a:gd name="connsiteY42-5270" fmla="*/ 4203 h 10000"/>
                  <a:gd name="connsiteX43-5271" fmla="*/ 1787 w 10000"/>
                  <a:gd name="connsiteY43-5272" fmla="*/ 2991 h 10000"/>
                  <a:gd name="connsiteX44-5273" fmla="*/ 3136 w 10000"/>
                  <a:gd name="connsiteY44-5274" fmla="*/ 2606 h 10000"/>
                  <a:gd name="connsiteX45-5275" fmla="*/ 3876 w 10000"/>
                  <a:gd name="connsiteY45-5276" fmla="*/ 3799 h 10000"/>
                  <a:gd name="connsiteX46-5277" fmla="*/ 2703 w 10000"/>
                  <a:gd name="connsiteY46-5278" fmla="*/ 4569 h 10000"/>
                  <a:gd name="connsiteX47-5279" fmla="*/ 2719 w 10000"/>
                  <a:gd name="connsiteY47-5280" fmla="*/ 4808 h 10000"/>
                  <a:gd name="connsiteX48-5281" fmla="*/ 2927 w 10000"/>
                  <a:gd name="connsiteY48-5282" fmla="*/ 4771 h 10000"/>
                  <a:gd name="connsiteX49-5283" fmla="*/ 4744 w 10000"/>
                  <a:gd name="connsiteY49-5284" fmla="*/ 4423 h 10000"/>
                  <a:gd name="connsiteX50-5285" fmla="*/ 4937 w 10000"/>
                  <a:gd name="connsiteY50-5286" fmla="*/ 4423 h 10000"/>
                  <a:gd name="connsiteX51-5287" fmla="*/ 5804 w 10000"/>
                  <a:gd name="connsiteY51-5288" fmla="*/ 4184 h 10000"/>
                  <a:gd name="connsiteX52-5289" fmla="*/ 6383 w 10000"/>
                  <a:gd name="connsiteY52-5290" fmla="*/ 4973 h 10000"/>
                  <a:gd name="connsiteX53-5291" fmla="*/ 6512 w 10000"/>
                  <a:gd name="connsiteY53-5292" fmla="*/ 5119 h 10000"/>
                  <a:gd name="connsiteX54-5293" fmla="*/ 7572 w 10000"/>
                  <a:gd name="connsiteY54-5294" fmla="*/ 6532 h 10000"/>
                  <a:gd name="connsiteX55-5295" fmla="*/ 7042 w 10000"/>
                  <a:gd name="connsiteY55-5296" fmla="*/ 7938 h 10000"/>
                  <a:gd name="connsiteX56-5297" fmla="*/ 5483 w 10000"/>
                  <a:gd name="connsiteY56-5298" fmla="*/ 8218 h 10000"/>
                  <a:gd name="connsiteX57-5299" fmla="*/ 5467 w 10000"/>
                  <a:gd name="connsiteY57-5300" fmla="*/ 8273 h 10000"/>
                  <a:gd name="connsiteX58-5301" fmla="*/ 3490 w 10000"/>
                  <a:gd name="connsiteY58-5302" fmla="*/ 8053 h 10000"/>
                  <a:gd name="connsiteX59-5303" fmla="*/ 3345 w 10000"/>
                  <a:gd name="connsiteY59-5304" fmla="*/ 7357 h 10000"/>
                  <a:gd name="connsiteX60-5305" fmla="*/ 3586 w 10000"/>
                  <a:gd name="connsiteY60-5306" fmla="*/ 7082 h 10000"/>
                  <a:gd name="connsiteX61-5307" fmla="*/ 3683 w 10000"/>
                  <a:gd name="connsiteY61-5308" fmla="*/ 6880 h 10000"/>
                  <a:gd name="connsiteX62-5309" fmla="*/ 3490 w 10000"/>
                  <a:gd name="connsiteY62-5310" fmla="*/ 6770 h 10000"/>
                  <a:gd name="connsiteX63-5311" fmla="*/ 3072 w 10000"/>
                  <a:gd name="connsiteY63-5312" fmla="*/ 7247 h 10000"/>
                  <a:gd name="connsiteX64-5313" fmla="*/ 3249 w 10000"/>
                  <a:gd name="connsiteY64-5314" fmla="*/ 8255 h 10000"/>
                  <a:gd name="connsiteX65-5315" fmla="*/ 3249 w 10000"/>
                  <a:gd name="connsiteY65-5316" fmla="*/ 8273 h 10000"/>
                  <a:gd name="connsiteX66-5317" fmla="*/ 4680 w 10000"/>
                  <a:gd name="connsiteY66-5318" fmla="*/ 8825 h 10000"/>
                  <a:gd name="connsiteX67-5319" fmla="*/ 5354 w 10000"/>
                  <a:gd name="connsiteY67-5320" fmla="*/ 8677 h 10000"/>
                  <a:gd name="connsiteX68-5321" fmla="*/ 3393 w 10000"/>
                  <a:gd name="connsiteY68-5322" fmla="*/ 9998 h 10000"/>
                  <a:gd name="connsiteX69-5323" fmla="*/ 2253 w 10000"/>
                  <a:gd name="connsiteY69-5324" fmla="*/ 9228 h 10000"/>
                  <a:gd name="connsiteX70-5325" fmla="*/ 1224 w 10000"/>
                  <a:gd name="connsiteY70-5326" fmla="*/ 7137 h 10000"/>
                  <a:gd name="connsiteX71-5327" fmla="*/ 3 w 10000"/>
                  <a:gd name="connsiteY71-5328" fmla="*/ 4954 h 10000"/>
                  <a:gd name="connsiteX0-5329" fmla="*/ 3 w 10000"/>
                  <a:gd name="connsiteY0-5330" fmla="*/ 4954 h 10000"/>
                  <a:gd name="connsiteX1-5331" fmla="*/ 726 w 10000"/>
                  <a:gd name="connsiteY1-5332" fmla="*/ 3028 h 10000"/>
                  <a:gd name="connsiteX2-5333" fmla="*/ 1337 w 10000"/>
                  <a:gd name="connsiteY2-5334" fmla="*/ 1635 h 10000"/>
                  <a:gd name="connsiteX3-5335" fmla="*/ 3233 w 10000"/>
                  <a:gd name="connsiteY3-5336" fmla="*/ 773 h 10000"/>
                  <a:gd name="connsiteX4-5337" fmla="*/ 5997 w 10000"/>
                  <a:gd name="connsiteY4-5338" fmla="*/ 424 h 10000"/>
                  <a:gd name="connsiteX5-5339" fmla="*/ 8488 w 10000"/>
                  <a:gd name="connsiteY5-5340" fmla="*/ 1452 h 10000"/>
                  <a:gd name="connsiteX6-5341" fmla="*/ 9693 w 10000"/>
                  <a:gd name="connsiteY6-5342" fmla="*/ 4661 h 10000"/>
                  <a:gd name="connsiteX7-5343" fmla="*/ 7765 w 10000"/>
                  <a:gd name="connsiteY7-5344" fmla="*/ 5852 h 10000"/>
                  <a:gd name="connsiteX8-5345" fmla="*/ 6752 w 10000"/>
                  <a:gd name="connsiteY8-5346" fmla="*/ 4844 h 10000"/>
                  <a:gd name="connsiteX9-5347" fmla="*/ 7444 w 10000"/>
                  <a:gd name="connsiteY9-5348" fmla="*/ 2845 h 10000"/>
                  <a:gd name="connsiteX10-5349" fmla="*/ 8680 w 10000"/>
                  <a:gd name="connsiteY10-5350" fmla="*/ 2808 h 10000"/>
                  <a:gd name="connsiteX11-5351" fmla="*/ 8873 w 10000"/>
                  <a:gd name="connsiteY11-5352" fmla="*/ 3799 h 10000"/>
                  <a:gd name="connsiteX12-5353" fmla="*/ 8568 w 10000"/>
                  <a:gd name="connsiteY12-5354" fmla="*/ 4203 h 10000"/>
                  <a:gd name="connsiteX13-5355" fmla="*/ 7941 w 10000"/>
                  <a:gd name="connsiteY13-5356" fmla="*/ 4184 h 10000"/>
                  <a:gd name="connsiteX14-5357" fmla="*/ 7748 w 10000"/>
                  <a:gd name="connsiteY14-5358" fmla="*/ 4276 h 10000"/>
                  <a:gd name="connsiteX15-5359" fmla="*/ 7829 w 10000"/>
                  <a:gd name="connsiteY15-5360" fmla="*/ 4496 h 10000"/>
                  <a:gd name="connsiteX16-5361" fmla="*/ 8664 w 10000"/>
                  <a:gd name="connsiteY16-5362" fmla="*/ 4514 h 10000"/>
                  <a:gd name="connsiteX17-5363" fmla="*/ 9163 w 10000"/>
                  <a:gd name="connsiteY17-5364" fmla="*/ 3928 h 10000"/>
                  <a:gd name="connsiteX18-5365" fmla="*/ 8857 w 10000"/>
                  <a:gd name="connsiteY18-5366" fmla="*/ 2533 h 10000"/>
                  <a:gd name="connsiteX19-5367" fmla="*/ 7637 w 10000"/>
                  <a:gd name="connsiteY19-5368" fmla="*/ 2350 h 10000"/>
                  <a:gd name="connsiteX20-5369" fmla="*/ 6720 w 10000"/>
                  <a:gd name="connsiteY20-5370" fmla="*/ 1360 h 10000"/>
                  <a:gd name="connsiteX21-5371" fmla="*/ 5627 w 10000"/>
                  <a:gd name="connsiteY21-5372" fmla="*/ 1470 h 10000"/>
                  <a:gd name="connsiteX22-5373" fmla="*/ 4390 w 10000"/>
                  <a:gd name="connsiteY22-5374" fmla="*/ 902 h 10000"/>
                  <a:gd name="connsiteX23-5375" fmla="*/ 3442 w 10000"/>
                  <a:gd name="connsiteY23-5376" fmla="*/ 1543 h 10000"/>
                  <a:gd name="connsiteX24-5377" fmla="*/ 3201 w 10000"/>
                  <a:gd name="connsiteY24-5378" fmla="*/ 2277 h 10000"/>
                  <a:gd name="connsiteX25-5379" fmla="*/ 1578 w 10000"/>
                  <a:gd name="connsiteY25-5380" fmla="*/ 2771 h 10000"/>
                  <a:gd name="connsiteX26-5381" fmla="*/ 1257 w 10000"/>
                  <a:gd name="connsiteY26-5382" fmla="*/ 4203 h 10000"/>
                  <a:gd name="connsiteX27-5383" fmla="*/ 902 w 10000"/>
                  <a:gd name="connsiteY27-5384" fmla="*/ 5486 h 10000"/>
                  <a:gd name="connsiteX28-5385" fmla="*/ 1417 w 10000"/>
                  <a:gd name="connsiteY28-5386" fmla="*/ 6294 h 10000"/>
                  <a:gd name="connsiteX29-5387" fmla="*/ 2670 w 10000"/>
                  <a:gd name="connsiteY29-5388" fmla="*/ 6129 h 10000"/>
                  <a:gd name="connsiteX30-5389" fmla="*/ 4518 w 10000"/>
                  <a:gd name="connsiteY30-5390" fmla="*/ 6092 h 10000"/>
                  <a:gd name="connsiteX31-5391" fmla="*/ 5531 w 10000"/>
                  <a:gd name="connsiteY31-5392" fmla="*/ 6642 h 10000"/>
                  <a:gd name="connsiteX32-5393" fmla="*/ 5611 w 10000"/>
                  <a:gd name="connsiteY32-5394" fmla="*/ 6642 h 10000"/>
                  <a:gd name="connsiteX33-5395" fmla="*/ 6093 w 10000"/>
                  <a:gd name="connsiteY33-5396" fmla="*/ 6129 h 10000"/>
                  <a:gd name="connsiteX34-5397" fmla="*/ 6013 w 10000"/>
                  <a:gd name="connsiteY34-5398" fmla="*/ 5907 h 10000"/>
                  <a:gd name="connsiteX35-5399" fmla="*/ 5820 w 10000"/>
                  <a:gd name="connsiteY35-5400" fmla="*/ 5981 h 10000"/>
                  <a:gd name="connsiteX36-5401" fmla="*/ 5547 w 10000"/>
                  <a:gd name="connsiteY36-5402" fmla="*/ 6312 h 10000"/>
                  <a:gd name="connsiteX37-5403" fmla="*/ 4695 w 10000"/>
                  <a:gd name="connsiteY37-5404" fmla="*/ 5834 h 10000"/>
                  <a:gd name="connsiteX38-5405" fmla="*/ 2510 w 10000"/>
                  <a:gd name="connsiteY38-5406" fmla="*/ 5852 h 10000"/>
                  <a:gd name="connsiteX39-5407" fmla="*/ 1545 w 10000"/>
                  <a:gd name="connsiteY39-5408" fmla="*/ 5981 h 10000"/>
                  <a:gd name="connsiteX40-5409" fmla="*/ 1208 w 10000"/>
                  <a:gd name="connsiteY40-5410" fmla="*/ 5431 h 10000"/>
                  <a:gd name="connsiteX41-5411" fmla="*/ 1514 w 10000"/>
                  <a:gd name="connsiteY41-5412" fmla="*/ 4386 h 10000"/>
                  <a:gd name="connsiteX42-5413" fmla="*/ 1561 w 10000"/>
                  <a:gd name="connsiteY42-5414" fmla="*/ 4203 h 10000"/>
                  <a:gd name="connsiteX43-5415" fmla="*/ 1787 w 10000"/>
                  <a:gd name="connsiteY43-5416" fmla="*/ 2991 h 10000"/>
                  <a:gd name="connsiteX44-5417" fmla="*/ 3136 w 10000"/>
                  <a:gd name="connsiteY44-5418" fmla="*/ 2606 h 10000"/>
                  <a:gd name="connsiteX45-5419" fmla="*/ 3876 w 10000"/>
                  <a:gd name="connsiteY45-5420" fmla="*/ 3799 h 10000"/>
                  <a:gd name="connsiteX46-5421" fmla="*/ 2703 w 10000"/>
                  <a:gd name="connsiteY46-5422" fmla="*/ 4569 h 10000"/>
                  <a:gd name="connsiteX47-5423" fmla="*/ 2719 w 10000"/>
                  <a:gd name="connsiteY47-5424" fmla="*/ 4808 h 10000"/>
                  <a:gd name="connsiteX48-5425" fmla="*/ 2927 w 10000"/>
                  <a:gd name="connsiteY48-5426" fmla="*/ 4771 h 10000"/>
                  <a:gd name="connsiteX49-5427" fmla="*/ 4744 w 10000"/>
                  <a:gd name="connsiteY49-5428" fmla="*/ 4423 h 10000"/>
                  <a:gd name="connsiteX50-5429" fmla="*/ 4937 w 10000"/>
                  <a:gd name="connsiteY50-5430" fmla="*/ 4423 h 10000"/>
                  <a:gd name="connsiteX51-5431" fmla="*/ 5804 w 10000"/>
                  <a:gd name="connsiteY51-5432" fmla="*/ 4184 h 10000"/>
                  <a:gd name="connsiteX52-5433" fmla="*/ 6383 w 10000"/>
                  <a:gd name="connsiteY52-5434" fmla="*/ 4973 h 10000"/>
                  <a:gd name="connsiteX53-5435" fmla="*/ 6512 w 10000"/>
                  <a:gd name="connsiteY53-5436" fmla="*/ 5119 h 10000"/>
                  <a:gd name="connsiteX54-5437" fmla="*/ 7572 w 10000"/>
                  <a:gd name="connsiteY54-5438" fmla="*/ 6532 h 10000"/>
                  <a:gd name="connsiteX55-5439" fmla="*/ 7042 w 10000"/>
                  <a:gd name="connsiteY55-5440" fmla="*/ 7938 h 10000"/>
                  <a:gd name="connsiteX56-5441" fmla="*/ 5483 w 10000"/>
                  <a:gd name="connsiteY56-5442" fmla="*/ 8218 h 10000"/>
                  <a:gd name="connsiteX57-5443" fmla="*/ 3490 w 10000"/>
                  <a:gd name="connsiteY57-5444" fmla="*/ 8053 h 10000"/>
                  <a:gd name="connsiteX58-5445" fmla="*/ 3345 w 10000"/>
                  <a:gd name="connsiteY58-5446" fmla="*/ 7357 h 10000"/>
                  <a:gd name="connsiteX59-5447" fmla="*/ 3586 w 10000"/>
                  <a:gd name="connsiteY59-5448" fmla="*/ 7082 h 10000"/>
                  <a:gd name="connsiteX60-5449" fmla="*/ 3683 w 10000"/>
                  <a:gd name="connsiteY60-5450" fmla="*/ 6880 h 10000"/>
                  <a:gd name="connsiteX61-5451" fmla="*/ 3490 w 10000"/>
                  <a:gd name="connsiteY61-5452" fmla="*/ 6770 h 10000"/>
                  <a:gd name="connsiteX62-5453" fmla="*/ 3072 w 10000"/>
                  <a:gd name="connsiteY62-5454" fmla="*/ 7247 h 10000"/>
                  <a:gd name="connsiteX63-5455" fmla="*/ 3249 w 10000"/>
                  <a:gd name="connsiteY63-5456" fmla="*/ 8255 h 10000"/>
                  <a:gd name="connsiteX64-5457" fmla="*/ 3249 w 10000"/>
                  <a:gd name="connsiteY64-5458" fmla="*/ 8273 h 10000"/>
                  <a:gd name="connsiteX65-5459" fmla="*/ 4680 w 10000"/>
                  <a:gd name="connsiteY65-5460" fmla="*/ 8825 h 10000"/>
                  <a:gd name="connsiteX66-5461" fmla="*/ 5354 w 10000"/>
                  <a:gd name="connsiteY66-5462" fmla="*/ 8677 h 10000"/>
                  <a:gd name="connsiteX67-5463" fmla="*/ 3393 w 10000"/>
                  <a:gd name="connsiteY67-5464" fmla="*/ 9998 h 10000"/>
                  <a:gd name="connsiteX68-5465" fmla="*/ 2253 w 10000"/>
                  <a:gd name="connsiteY68-5466" fmla="*/ 9228 h 10000"/>
                  <a:gd name="connsiteX69-5467" fmla="*/ 1224 w 10000"/>
                  <a:gd name="connsiteY69-5468" fmla="*/ 7137 h 10000"/>
                  <a:gd name="connsiteX70-5469" fmla="*/ 3 w 10000"/>
                  <a:gd name="connsiteY70-5470" fmla="*/ 4954 h 10000"/>
                  <a:gd name="connsiteX0-5471" fmla="*/ 3 w 10000"/>
                  <a:gd name="connsiteY0-5472" fmla="*/ 4954 h 10000"/>
                  <a:gd name="connsiteX1-5473" fmla="*/ 726 w 10000"/>
                  <a:gd name="connsiteY1-5474" fmla="*/ 3028 h 10000"/>
                  <a:gd name="connsiteX2-5475" fmla="*/ 1337 w 10000"/>
                  <a:gd name="connsiteY2-5476" fmla="*/ 1635 h 10000"/>
                  <a:gd name="connsiteX3-5477" fmla="*/ 3233 w 10000"/>
                  <a:gd name="connsiteY3-5478" fmla="*/ 773 h 10000"/>
                  <a:gd name="connsiteX4-5479" fmla="*/ 5997 w 10000"/>
                  <a:gd name="connsiteY4-5480" fmla="*/ 424 h 10000"/>
                  <a:gd name="connsiteX5-5481" fmla="*/ 8488 w 10000"/>
                  <a:gd name="connsiteY5-5482" fmla="*/ 1452 h 10000"/>
                  <a:gd name="connsiteX6-5483" fmla="*/ 9693 w 10000"/>
                  <a:gd name="connsiteY6-5484" fmla="*/ 4661 h 10000"/>
                  <a:gd name="connsiteX7-5485" fmla="*/ 7765 w 10000"/>
                  <a:gd name="connsiteY7-5486" fmla="*/ 5852 h 10000"/>
                  <a:gd name="connsiteX8-5487" fmla="*/ 6752 w 10000"/>
                  <a:gd name="connsiteY8-5488" fmla="*/ 4844 h 10000"/>
                  <a:gd name="connsiteX9-5489" fmla="*/ 7444 w 10000"/>
                  <a:gd name="connsiteY9-5490" fmla="*/ 2845 h 10000"/>
                  <a:gd name="connsiteX10-5491" fmla="*/ 8680 w 10000"/>
                  <a:gd name="connsiteY10-5492" fmla="*/ 2808 h 10000"/>
                  <a:gd name="connsiteX11-5493" fmla="*/ 8873 w 10000"/>
                  <a:gd name="connsiteY11-5494" fmla="*/ 3799 h 10000"/>
                  <a:gd name="connsiteX12-5495" fmla="*/ 8568 w 10000"/>
                  <a:gd name="connsiteY12-5496" fmla="*/ 4203 h 10000"/>
                  <a:gd name="connsiteX13-5497" fmla="*/ 7941 w 10000"/>
                  <a:gd name="connsiteY13-5498" fmla="*/ 4184 h 10000"/>
                  <a:gd name="connsiteX14-5499" fmla="*/ 7748 w 10000"/>
                  <a:gd name="connsiteY14-5500" fmla="*/ 4276 h 10000"/>
                  <a:gd name="connsiteX15-5501" fmla="*/ 7829 w 10000"/>
                  <a:gd name="connsiteY15-5502" fmla="*/ 4496 h 10000"/>
                  <a:gd name="connsiteX16-5503" fmla="*/ 8664 w 10000"/>
                  <a:gd name="connsiteY16-5504" fmla="*/ 4514 h 10000"/>
                  <a:gd name="connsiteX17-5505" fmla="*/ 9163 w 10000"/>
                  <a:gd name="connsiteY17-5506" fmla="*/ 3928 h 10000"/>
                  <a:gd name="connsiteX18-5507" fmla="*/ 8857 w 10000"/>
                  <a:gd name="connsiteY18-5508" fmla="*/ 2533 h 10000"/>
                  <a:gd name="connsiteX19-5509" fmla="*/ 7637 w 10000"/>
                  <a:gd name="connsiteY19-5510" fmla="*/ 2350 h 10000"/>
                  <a:gd name="connsiteX20-5511" fmla="*/ 6720 w 10000"/>
                  <a:gd name="connsiteY20-5512" fmla="*/ 1360 h 10000"/>
                  <a:gd name="connsiteX21-5513" fmla="*/ 5627 w 10000"/>
                  <a:gd name="connsiteY21-5514" fmla="*/ 1470 h 10000"/>
                  <a:gd name="connsiteX22-5515" fmla="*/ 4390 w 10000"/>
                  <a:gd name="connsiteY22-5516" fmla="*/ 902 h 10000"/>
                  <a:gd name="connsiteX23-5517" fmla="*/ 3442 w 10000"/>
                  <a:gd name="connsiteY23-5518" fmla="*/ 1543 h 10000"/>
                  <a:gd name="connsiteX24-5519" fmla="*/ 3201 w 10000"/>
                  <a:gd name="connsiteY24-5520" fmla="*/ 2277 h 10000"/>
                  <a:gd name="connsiteX25-5521" fmla="*/ 1578 w 10000"/>
                  <a:gd name="connsiteY25-5522" fmla="*/ 2771 h 10000"/>
                  <a:gd name="connsiteX26-5523" fmla="*/ 1257 w 10000"/>
                  <a:gd name="connsiteY26-5524" fmla="*/ 4203 h 10000"/>
                  <a:gd name="connsiteX27-5525" fmla="*/ 902 w 10000"/>
                  <a:gd name="connsiteY27-5526" fmla="*/ 5486 h 10000"/>
                  <a:gd name="connsiteX28-5527" fmla="*/ 1417 w 10000"/>
                  <a:gd name="connsiteY28-5528" fmla="*/ 6294 h 10000"/>
                  <a:gd name="connsiteX29-5529" fmla="*/ 2670 w 10000"/>
                  <a:gd name="connsiteY29-5530" fmla="*/ 6129 h 10000"/>
                  <a:gd name="connsiteX30-5531" fmla="*/ 4518 w 10000"/>
                  <a:gd name="connsiteY30-5532" fmla="*/ 6092 h 10000"/>
                  <a:gd name="connsiteX31-5533" fmla="*/ 5531 w 10000"/>
                  <a:gd name="connsiteY31-5534" fmla="*/ 6642 h 10000"/>
                  <a:gd name="connsiteX32-5535" fmla="*/ 5611 w 10000"/>
                  <a:gd name="connsiteY32-5536" fmla="*/ 6642 h 10000"/>
                  <a:gd name="connsiteX33-5537" fmla="*/ 6093 w 10000"/>
                  <a:gd name="connsiteY33-5538" fmla="*/ 6129 h 10000"/>
                  <a:gd name="connsiteX34-5539" fmla="*/ 6013 w 10000"/>
                  <a:gd name="connsiteY34-5540" fmla="*/ 5907 h 10000"/>
                  <a:gd name="connsiteX35-5541" fmla="*/ 5820 w 10000"/>
                  <a:gd name="connsiteY35-5542" fmla="*/ 5981 h 10000"/>
                  <a:gd name="connsiteX36-5543" fmla="*/ 5547 w 10000"/>
                  <a:gd name="connsiteY36-5544" fmla="*/ 6312 h 10000"/>
                  <a:gd name="connsiteX37-5545" fmla="*/ 4695 w 10000"/>
                  <a:gd name="connsiteY37-5546" fmla="*/ 5834 h 10000"/>
                  <a:gd name="connsiteX38-5547" fmla="*/ 2510 w 10000"/>
                  <a:gd name="connsiteY38-5548" fmla="*/ 5852 h 10000"/>
                  <a:gd name="connsiteX39-5549" fmla="*/ 1545 w 10000"/>
                  <a:gd name="connsiteY39-5550" fmla="*/ 5981 h 10000"/>
                  <a:gd name="connsiteX40-5551" fmla="*/ 1208 w 10000"/>
                  <a:gd name="connsiteY40-5552" fmla="*/ 5431 h 10000"/>
                  <a:gd name="connsiteX41-5553" fmla="*/ 1514 w 10000"/>
                  <a:gd name="connsiteY41-5554" fmla="*/ 4386 h 10000"/>
                  <a:gd name="connsiteX42-5555" fmla="*/ 1561 w 10000"/>
                  <a:gd name="connsiteY42-5556" fmla="*/ 4203 h 10000"/>
                  <a:gd name="connsiteX43-5557" fmla="*/ 1787 w 10000"/>
                  <a:gd name="connsiteY43-5558" fmla="*/ 2991 h 10000"/>
                  <a:gd name="connsiteX44-5559" fmla="*/ 3136 w 10000"/>
                  <a:gd name="connsiteY44-5560" fmla="*/ 2606 h 10000"/>
                  <a:gd name="connsiteX45-5561" fmla="*/ 3876 w 10000"/>
                  <a:gd name="connsiteY45-5562" fmla="*/ 3799 h 10000"/>
                  <a:gd name="connsiteX46-5563" fmla="*/ 2703 w 10000"/>
                  <a:gd name="connsiteY46-5564" fmla="*/ 4569 h 10000"/>
                  <a:gd name="connsiteX47-5565" fmla="*/ 2719 w 10000"/>
                  <a:gd name="connsiteY47-5566" fmla="*/ 4808 h 10000"/>
                  <a:gd name="connsiteX48-5567" fmla="*/ 2927 w 10000"/>
                  <a:gd name="connsiteY48-5568" fmla="*/ 4771 h 10000"/>
                  <a:gd name="connsiteX49-5569" fmla="*/ 4744 w 10000"/>
                  <a:gd name="connsiteY49-5570" fmla="*/ 4423 h 10000"/>
                  <a:gd name="connsiteX50-5571" fmla="*/ 4937 w 10000"/>
                  <a:gd name="connsiteY50-5572" fmla="*/ 4423 h 10000"/>
                  <a:gd name="connsiteX51-5573" fmla="*/ 5804 w 10000"/>
                  <a:gd name="connsiteY51-5574" fmla="*/ 4184 h 10000"/>
                  <a:gd name="connsiteX52-5575" fmla="*/ 6383 w 10000"/>
                  <a:gd name="connsiteY52-5576" fmla="*/ 4973 h 10000"/>
                  <a:gd name="connsiteX53-5577" fmla="*/ 6512 w 10000"/>
                  <a:gd name="connsiteY53-5578" fmla="*/ 5119 h 10000"/>
                  <a:gd name="connsiteX54-5579" fmla="*/ 7572 w 10000"/>
                  <a:gd name="connsiteY54-5580" fmla="*/ 6532 h 10000"/>
                  <a:gd name="connsiteX55-5581" fmla="*/ 7042 w 10000"/>
                  <a:gd name="connsiteY55-5582" fmla="*/ 7938 h 10000"/>
                  <a:gd name="connsiteX56-5583" fmla="*/ 5483 w 10000"/>
                  <a:gd name="connsiteY56-5584" fmla="*/ 8218 h 10000"/>
                  <a:gd name="connsiteX57-5585" fmla="*/ 3490 w 10000"/>
                  <a:gd name="connsiteY57-5586" fmla="*/ 8053 h 10000"/>
                  <a:gd name="connsiteX58-5587" fmla="*/ 3345 w 10000"/>
                  <a:gd name="connsiteY58-5588" fmla="*/ 7357 h 10000"/>
                  <a:gd name="connsiteX59-5589" fmla="*/ 3586 w 10000"/>
                  <a:gd name="connsiteY59-5590" fmla="*/ 7082 h 10000"/>
                  <a:gd name="connsiteX60-5591" fmla="*/ 3683 w 10000"/>
                  <a:gd name="connsiteY60-5592" fmla="*/ 6880 h 10000"/>
                  <a:gd name="connsiteX61-5593" fmla="*/ 3490 w 10000"/>
                  <a:gd name="connsiteY61-5594" fmla="*/ 6770 h 10000"/>
                  <a:gd name="connsiteX62-5595" fmla="*/ 3072 w 10000"/>
                  <a:gd name="connsiteY62-5596" fmla="*/ 7247 h 10000"/>
                  <a:gd name="connsiteX63-5597" fmla="*/ 3249 w 10000"/>
                  <a:gd name="connsiteY63-5598" fmla="*/ 8255 h 10000"/>
                  <a:gd name="connsiteX64-5599" fmla="*/ 3249 w 10000"/>
                  <a:gd name="connsiteY64-5600" fmla="*/ 8273 h 10000"/>
                  <a:gd name="connsiteX65-5601" fmla="*/ 4680 w 10000"/>
                  <a:gd name="connsiteY65-5602" fmla="*/ 8825 h 10000"/>
                  <a:gd name="connsiteX66-5603" fmla="*/ 5354 w 10000"/>
                  <a:gd name="connsiteY66-5604" fmla="*/ 8677 h 10000"/>
                  <a:gd name="connsiteX67-5605" fmla="*/ 3393 w 10000"/>
                  <a:gd name="connsiteY67-5606" fmla="*/ 9998 h 10000"/>
                  <a:gd name="connsiteX68-5607" fmla="*/ 2253 w 10000"/>
                  <a:gd name="connsiteY68-5608" fmla="*/ 9228 h 10000"/>
                  <a:gd name="connsiteX69-5609" fmla="*/ 1224 w 10000"/>
                  <a:gd name="connsiteY69-5610" fmla="*/ 7137 h 10000"/>
                  <a:gd name="connsiteX70-5611" fmla="*/ 3 w 10000"/>
                  <a:gd name="connsiteY70-5612" fmla="*/ 4954 h 10000"/>
                  <a:gd name="connsiteX0-5613" fmla="*/ 3 w 10000"/>
                  <a:gd name="connsiteY0-5614" fmla="*/ 4954 h 10000"/>
                  <a:gd name="connsiteX1-5615" fmla="*/ 726 w 10000"/>
                  <a:gd name="connsiteY1-5616" fmla="*/ 3028 h 10000"/>
                  <a:gd name="connsiteX2-5617" fmla="*/ 1337 w 10000"/>
                  <a:gd name="connsiteY2-5618" fmla="*/ 1635 h 10000"/>
                  <a:gd name="connsiteX3-5619" fmla="*/ 3233 w 10000"/>
                  <a:gd name="connsiteY3-5620" fmla="*/ 773 h 10000"/>
                  <a:gd name="connsiteX4-5621" fmla="*/ 5997 w 10000"/>
                  <a:gd name="connsiteY4-5622" fmla="*/ 424 h 10000"/>
                  <a:gd name="connsiteX5-5623" fmla="*/ 8488 w 10000"/>
                  <a:gd name="connsiteY5-5624" fmla="*/ 1452 h 10000"/>
                  <a:gd name="connsiteX6-5625" fmla="*/ 9693 w 10000"/>
                  <a:gd name="connsiteY6-5626" fmla="*/ 4661 h 10000"/>
                  <a:gd name="connsiteX7-5627" fmla="*/ 7765 w 10000"/>
                  <a:gd name="connsiteY7-5628" fmla="*/ 5852 h 10000"/>
                  <a:gd name="connsiteX8-5629" fmla="*/ 6752 w 10000"/>
                  <a:gd name="connsiteY8-5630" fmla="*/ 4844 h 10000"/>
                  <a:gd name="connsiteX9-5631" fmla="*/ 7444 w 10000"/>
                  <a:gd name="connsiteY9-5632" fmla="*/ 2845 h 10000"/>
                  <a:gd name="connsiteX10-5633" fmla="*/ 8680 w 10000"/>
                  <a:gd name="connsiteY10-5634" fmla="*/ 2808 h 10000"/>
                  <a:gd name="connsiteX11-5635" fmla="*/ 8873 w 10000"/>
                  <a:gd name="connsiteY11-5636" fmla="*/ 3799 h 10000"/>
                  <a:gd name="connsiteX12-5637" fmla="*/ 8568 w 10000"/>
                  <a:gd name="connsiteY12-5638" fmla="*/ 4203 h 10000"/>
                  <a:gd name="connsiteX13-5639" fmla="*/ 7941 w 10000"/>
                  <a:gd name="connsiteY13-5640" fmla="*/ 4184 h 10000"/>
                  <a:gd name="connsiteX14-5641" fmla="*/ 7748 w 10000"/>
                  <a:gd name="connsiteY14-5642" fmla="*/ 4276 h 10000"/>
                  <a:gd name="connsiteX15-5643" fmla="*/ 7829 w 10000"/>
                  <a:gd name="connsiteY15-5644" fmla="*/ 4496 h 10000"/>
                  <a:gd name="connsiteX16-5645" fmla="*/ 8664 w 10000"/>
                  <a:gd name="connsiteY16-5646" fmla="*/ 4514 h 10000"/>
                  <a:gd name="connsiteX17-5647" fmla="*/ 9163 w 10000"/>
                  <a:gd name="connsiteY17-5648" fmla="*/ 3928 h 10000"/>
                  <a:gd name="connsiteX18-5649" fmla="*/ 8857 w 10000"/>
                  <a:gd name="connsiteY18-5650" fmla="*/ 2533 h 10000"/>
                  <a:gd name="connsiteX19-5651" fmla="*/ 7637 w 10000"/>
                  <a:gd name="connsiteY19-5652" fmla="*/ 2350 h 10000"/>
                  <a:gd name="connsiteX20-5653" fmla="*/ 6720 w 10000"/>
                  <a:gd name="connsiteY20-5654" fmla="*/ 1360 h 10000"/>
                  <a:gd name="connsiteX21-5655" fmla="*/ 5627 w 10000"/>
                  <a:gd name="connsiteY21-5656" fmla="*/ 1470 h 10000"/>
                  <a:gd name="connsiteX22-5657" fmla="*/ 4390 w 10000"/>
                  <a:gd name="connsiteY22-5658" fmla="*/ 902 h 10000"/>
                  <a:gd name="connsiteX23-5659" fmla="*/ 3442 w 10000"/>
                  <a:gd name="connsiteY23-5660" fmla="*/ 1543 h 10000"/>
                  <a:gd name="connsiteX24-5661" fmla="*/ 3201 w 10000"/>
                  <a:gd name="connsiteY24-5662" fmla="*/ 2277 h 10000"/>
                  <a:gd name="connsiteX25-5663" fmla="*/ 1578 w 10000"/>
                  <a:gd name="connsiteY25-5664" fmla="*/ 2771 h 10000"/>
                  <a:gd name="connsiteX26-5665" fmla="*/ 1257 w 10000"/>
                  <a:gd name="connsiteY26-5666" fmla="*/ 4203 h 10000"/>
                  <a:gd name="connsiteX27-5667" fmla="*/ 902 w 10000"/>
                  <a:gd name="connsiteY27-5668" fmla="*/ 5486 h 10000"/>
                  <a:gd name="connsiteX28-5669" fmla="*/ 1417 w 10000"/>
                  <a:gd name="connsiteY28-5670" fmla="*/ 6294 h 10000"/>
                  <a:gd name="connsiteX29-5671" fmla="*/ 2670 w 10000"/>
                  <a:gd name="connsiteY29-5672" fmla="*/ 6129 h 10000"/>
                  <a:gd name="connsiteX30-5673" fmla="*/ 4518 w 10000"/>
                  <a:gd name="connsiteY30-5674" fmla="*/ 6092 h 10000"/>
                  <a:gd name="connsiteX31-5675" fmla="*/ 5531 w 10000"/>
                  <a:gd name="connsiteY31-5676" fmla="*/ 6642 h 10000"/>
                  <a:gd name="connsiteX32-5677" fmla="*/ 5611 w 10000"/>
                  <a:gd name="connsiteY32-5678" fmla="*/ 6642 h 10000"/>
                  <a:gd name="connsiteX33-5679" fmla="*/ 6093 w 10000"/>
                  <a:gd name="connsiteY33-5680" fmla="*/ 6129 h 10000"/>
                  <a:gd name="connsiteX34-5681" fmla="*/ 6013 w 10000"/>
                  <a:gd name="connsiteY34-5682" fmla="*/ 5907 h 10000"/>
                  <a:gd name="connsiteX35-5683" fmla="*/ 5820 w 10000"/>
                  <a:gd name="connsiteY35-5684" fmla="*/ 5981 h 10000"/>
                  <a:gd name="connsiteX36-5685" fmla="*/ 5547 w 10000"/>
                  <a:gd name="connsiteY36-5686" fmla="*/ 6312 h 10000"/>
                  <a:gd name="connsiteX37-5687" fmla="*/ 4695 w 10000"/>
                  <a:gd name="connsiteY37-5688" fmla="*/ 5834 h 10000"/>
                  <a:gd name="connsiteX38-5689" fmla="*/ 2510 w 10000"/>
                  <a:gd name="connsiteY38-5690" fmla="*/ 5852 h 10000"/>
                  <a:gd name="connsiteX39-5691" fmla="*/ 1545 w 10000"/>
                  <a:gd name="connsiteY39-5692" fmla="*/ 5981 h 10000"/>
                  <a:gd name="connsiteX40-5693" fmla="*/ 1208 w 10000"/>
                  <a:gd name="connsiteY40-5694" fmla="*/ 5431 h 10000"/>
                  <a:gd name="connsiteX41-5695" fmla="*/ 1514 w 10000"/>
                  <a:gd name="connsiteY41-5696" fmla="*/ 4386 h 10000"/>
                  <a:gd name="connsiteX42-5697" fmla="*/ 1561 w 10000"/>
                  <a:gd name="connsiteY42-5698" fmla="*/ 4203 h 10000"/>
                  <a:gd name="connsiteX43-5699" fmla="*/ 1787 w 10000"/>
                  <a:gd name="connsiteY43-5700" fmla="*/ 2991 h 10000"/>
                  <a:gd name="connsiteX44-5701" fmla="*/ 3136 w 10000"/>
                  <a:gd name="connsiteY44-5702" fmla="*/ 2606 h 10000"/>
                  <a:gd name="connsiteX45-5703" fmla="*/ 3876 w 10000"/>
                  <a:gd name="connsiteY45-5704" fmla="*/ 3799 h 10000"/>
                  <a:gd name="connsiteX46-5705" fmla="*/ 2703 w 10000"/>
                  <a:gd name="connsiteY46-5706" fmla="*/ 4569 h 10000"/>
                  <a:gd name="connsiteX47-5707" fmla="*/ 2719 w 10000"/>
                  <a:gd name="connsiteY47-5708" fmla="*/ 4808 h 10000"/>
                  <a:gd name="connsiteX48-5709" fmla="*/ 2927 w 10000"/>
                  <a:gd name="connsiteY48-5710" fmla="*/ 4771 h 10000"/>
                  <a:gd name="connsiteX49-5711" fmla="*/ 4744 w 10000"/>
                  <a:gd name="connsiteY49-5712" fmla="*/ 4423 h 10000"/>
                  <a:gd name="connsiteX50-5713" fmla="*/ 4937 w 10000"/>
                  <a:gd name="connsiteY50-5714" fmla="*/ 4423 h 10000"/>
                  <a:gd name="connsiteX51-5715" fmla="*/ 5804 w 10000"/>
                  <a:gd name="connsiteY51-5716" fmla="*/ 4184 h 10000"/>
                  <a:gd name="connsiteX52-5717" fmla="*/ 6383 w 10000"/>
                  <a:gd name="connsiteY52-5718" fmla="*/ 4973 h 10000"/>
                  <a:gd name="connsiteX53-5719" fmla="*/ 6512 w 10000"/>
                  <a:gd name="connsiteY53-5720" fmla="*/ 5119 h 10000"/>
                  <a:gd name="connsiteX54-5721" fmla="*/ 7572 w 10000"/>
                  <a:gd name="connsiteY54-5722" fmla="*/ 6532 h 10000"/>
                  <a:gd name="connsiteX55-5723" fmla="*/ 7042 w 10000"/>
                  <a:gd name="connsiteY55-5724" fmla="*/ 7938 h 10000"/>
                  <a:gd name="connsiteX56-5725" fmla="*/ 5483 w 10000"/>
                  <a:gd name="connsiteY56-5726" fmla="*/ 8218 h 10000"/>
                  <a:gd name="connsiteX57-5727" fmla="*/ 3490 w 10000"/>
                  <a:gd name="connsiteY57-5728" fmla="*/ 8053 h 10000"/>
                  <a:gd name="connsiteX58-5729" fmla="*/ 3345 w 10000"/>
                  <a:gd name="connsiteY58-5730" fmla="*/ 7357 h 10000"/>
                  <a:gd name="connsiteX59-5731" fmla="*/ 3586 w 10000"/>
                  <a:gd name="connsiteY59-5732" fmla="*/ 7082 h 10000"/>
                  <a:gd name="connsiteX60-5733" fmla="*/ 3683 w 10000"/>
                  <a:gd name="connsiteY60-5734" fmla="*/ 6880 h 10000"/>
                  <a:gd name="connsiteX61-5735" fmla="*/ 3490 w 10000"/>
                  <a:gd name="connsiteY61-5736" fmla="*/ 6770 h 10000"/>
                  <a:gd name="connsiteX62-5737" fmla="*/ 3072 w 10000"/>
                  <a:gd name="connsiteY62-5738" fmla="*/ 7247 h 10000"/>
                  <a:gd name="connsiteX63-5739" fmla="*/ 3249 w 10000"/>
                  <a:gd name="connsiteY63-5740" fmla="*/ 8255 h 10000"/>
                  <a:gd name="connsiteX64-5741" fmla="*/ 3249 w 10000"/>
                  <a:gd name="connsiteY64-5742" fmla="*/ 8273 h 10000"/>
                  <a:gd name="connsiteX65-5743" fmla="*/ 4680 w 10000"/>
                  <a:gd name="connsiteY65-5744" fmla="*/ 8825 h 10000"/>
                  <a:gd name="connsiteX66-5745" fmla="*/ 5354 w 10000"/>
                  <a:gd name="connsiteY66-5746" fmla="*/ 8677 h 10000"/>
                  <a:gd name="connsiteX67-5747" fmla="*/ 3393 w 10000"/>
                  <a:gd name="connsiteY67-5748" fmla="*/ 9998 h 10000"/>
                  <a:gd name="connsiteX68-5749" fmla="*/ 2253 w 10000"/>
                  <a:gd name="connsiteY68-5750" fmla="*/ 9228 h 10000"/>
                  <a:gd name="connsiteX69-5751" fmla="*/ 1224 w 10000"/>
                  <a:gd name="connsiteY69-5752" fmla="*/ 7137 h 10000"/>
                  <a:gd name="connsiteX70-5753" fmla="*/ 3 w 10000"/>
                  <a:gd name="connsiteY70-5754" fmla="*/ 4954 h 10000"/>
                  <a:gd name="connsiteX0-5755" fmla="*/ 3 w 10000"/>
                  <a:gd name="connsiteY0-5756" fmla="*/ 4954 h 10000"/>
                  <a:gd name="connsiteX1-5757" fmla="*/ 726 w 10000"/>
                  <a:gd name="connsiteY1-5758" fmla="*/ 3028 h 10000"/>
                  <a:gd name="connsiteX2-5759" fmla="*/ 1337 w 10000"/>
                  <a:gd name="connsiteY2-5760" fmla="*/ 1635 h 10000"/>
                  <a:gd name="connsiteX3-5761" fmla="*/ 3233 w 10000"/>
                  <a:gd name="connsiteY3-5762" fmla="*/ 773 h 10000"/>
                  <a:gd name="connsiteX4-5763" fmla="*/ 5997 w 10000"/>
                  <a:gd name="connsiteY4-5764" fmla="*/ 424 h 10000"/>
                  <a:gd name="connsiteX5-5765" fmla="*/ 8488 w 10000"/>
                  <a:gd name="connsiteY5-5766" fmla="*/ 1452 h 10000"/>
                  <a:gd name="connsiteX6-5767" fmla="*/ 9693 w 10000"/>
                  <a:gd name="connsiteY6-5768" fmla="*/ 4661 h 10000"/>
                  <a:gd name="connsiteX7-5769" fmla="*/ 7765 w 10000"/>
                  <a:gd name="connsiteY7-5770" fmla="*/ 5852 h 10000"/>
                  <a:gd name="connsiteX8-5771" fmla="*/ 6752 w 10000"/>
                  <a:gd name="connsiteY8-5772" fmla="*/ 4844 h 10000"/>
                  <a:gd name="connsiteX9-5773" fmla="*/ 7444 w 10000"/>
                  <a:gd name="connsiteY9-5774" fmla="*/ 2845 h 10000"/>
                  <a:gd name="connsiteX10-5775" fmla="*/ 8680 w 10000"/>
                  <a:gd name="connsiteY10-5776" fmla="*/ 2808 h 10000"/>
                  <a:gd name="connsiteX11-5777" fmla="*/ 8873 w 10000"/>
                  <a:gd name="connsiteY11-5778" fmla="*/ 3799 h 10000"/>
                  <a:gd name="connsiteX12-5779" fmla="*/ 8568 w 10000"/>
                  <a:gd name="connsiteY12-5780" fmla="*/ 4203 h 10000"/>
                  <a:gd name="connsiteX13-5781" fmla="*/ 7941 w 10000"/>
                  <a:gd name="connsiteY13-5782" fmla="*/ 4184 h 10000"/>
                  <a:gd name="connsiteX14-5783" fmla="*/ 7748 w 10000"/>
                  <a:gd name="connsiteY14-5784" fmla="*/ 4276 h 10000"/>
                  <a:gd name="connsiteX15-5785" fmla="*/ 7829 w 10000"/>
                  <a:gd name="connsiteY15-5786" fmla="*/ 4496 h 10000"/>
                  <a:gd name="connsiteX16-5787" fmla="*/ 8664 w 10000"/>
                  <a:gd name="connsiteY16-5788" fmla="*/ 4514 h 10000"/>
                  <a:gd name="connsiteX17-5789" fmla="*/ 9163 w 10000"/>
                  <a:gd name="connsiteY17-5790" fmla="*/ 3928 h 10000"/>
                  <a:gd name="connsiteX18-5791" fmla="*/ 8857 w 10000"/>
                  <a:gd name="connsiteY18-5792" fmla="*/ 2533 h 10000"/>
                  <a:gd name="connsiteX19-5793" fmla="*/ 7637 w 10000"/>
                  <a:gd name="connsiteY19-5794" fmla="*/ 2350 h 10000"/>
                  <a:gd name="connsiteX20-5795" fmla="*/ 6720 w 10000"/>
                  <a:gd name="connsiteY20-5796" fmla="*/ 1360 h 10000"/>
                  <a:gd name="connsiteX21-5797" fmla="*/ 5627 w 10000"/>
                  <a:gd name="connsiteY21-5798" fmla="*/ 1470 h 10000"/>
                  <a:gd name="connsiteX22-5799" fmla="*/ 4390 w 10000"/>
                  <a:gd name="connsiteY22-5800" fmla="*/ 902 h 10000"/>
                  <a:gd name="connsiteX23-5801" fmla="*/ 3442 w 10000"/>
                  <a:gd name="connsiteY23-5802" fmla="*/ 1543 h 10000"/>
                  <a:gd name="connsiteX24-5803" fmla="*/ 3201 w 10000"/>
                  <a:gd name="connsiteY24-5804" fmla="*/ 2277 h 10000"/>
                  <a:gd name="connsiteX25-5805" fmla="*/ 1578 w 10000"/>
                  <a:gd name="connsiteY25-5806" fmla="*/ 2771 h 10000"/>
                  <a:gd name="connsiteX26-5807" fmla="*/ 1257 w 10000"/>
                  <a:gd name="connsiteY26-5808" fmla="*/ 4203 h 10000"/>
                  <a:gd name="connsiteX27-5809" fmla="*/ 902 w 10000"/>
                  <a:gd name="connsiteY27-5810" fmla="*/ 5486 h 10000"/>
                  <a:gd name="connsiteX28-5811" fmla="*/ 1417 w 10000"/>
                  <a:gd name="connsiteY28-5812" fmla="*/ 6294 h 10000"/>
                  <a:gd name="connsiteX29-5813" fmla="*/ 2670 w 10000"/>
                  <a:gd name="connsiteY29-5814" fmla="*/ 6129 h 10000"/>
                  <a:gd name="connsiteX30-5815" fmla="*/ 4518 w 10000"/>
                  <a:gd name="connsiteY30-5816" fmla="*/ 6092 h 10000"/>
                  <a:gd name="connsiteX31-5817" fmla="*/ 5531 w 10000"/>
                  <a:gd name="connsiteY31-5818" fmla="*/ 6642 h 10000"/>
                  <a:gd name="connsiteX32-5819" fmla="*/ 5611 w 10000"/>
                  <a:gd name="connsiteY32-5820" fmla="*/ 6642 h 10000"/>
                  <a:gd name="connsiteX33-5821" fmla="*/ 6093 w 10000"/>
                  <a:gd name="connsiteY33-5822" fmla="*/ 6129 h 10000"/>
                  <a:gd name="connsiteX34-5823" fmla="*/ 6013 w 10000"/>
                  <a:gd name="connsiteY34-5824" fmla="*/ 5907 h 10000"/>
                  <a:gd name="connsiteX35-5825" fmla="*/ 5820 w 10000"/>
                  <a:gd name="connsiteY35-5826" fmla="*/ 5981 h 10000"/>
                  <a:gd name="connsiteX36-5827" fmla="*/ 5547 w 10000"/>
                  <a:gd name="connsiteY36-5828" fmla="*/ 6312 h 10000"/>
                  <a:gd name="connsiteX37-5829" fmla="*/ 4695 w 10000"/>
                  <a:gd name="connsiteY37-5830" fmla="*/ 5834 h 10000"/>
                  <a:gd name="connsiteX38-5831" fmla="*/ 2510 w 10000"/>
                  <a:gd name="connsiteY38-5832" fmla="*/ 5852 h 10000"/>
                  <a:gd name="connsiteX39-5833" fmla="*/ 1545 w 10000"/>
                  <a:gd name="connsiteY39-5834" fmla="*/ 5981 h 10000"/>
                  <a:gd name="connsiteX40-5835" fmla="*/ 1208 w 10000"/>
                  <a:gd name="connsiteY40-5836" fmla="*/ 5431 h 10000"/>
                  <a:gd name="connsiteX41-5837" fmla="*/ 1514 w 10000"/>
                  <a:gd name="connsiteY41-5838" fmla="*/ 4386 h 10000"/>
                  <a:gd name="connsiteX42-5839" fmla="*/ 1561 w 10000"/>
                  <a:gd name="connsiteY42-5840" fmla="*/ 4203 h 10000"/>
                  <a:gd name="connsiteX43-5841" fmla="*/ 1787 w 10000"/>
                  <a:gd name="connsiteY43-5842" fmla="*/ 2991 h 10000"/>
                  <a:gd name="connsiteX44-5843" fmla="*/ 3136 w 10000"/>
                  <a:gd name="connsiteY44-5844" fmla="*/ 2606 h 10000"/>
                  <a:gd name="connsiteX45-5845" fmla="*/ 3876 w 10000"/>
                  <a:gd name="connsiteY45-5846" fmla="*/ 3799 h 10000"/>
                  <a:gd name="connsiteX46-5847" fmla="*/ 2703 w 10000"/>
                  <a:gd name="connsiteY46-5848" fmla="*/ 4569 h 10000"/>
                  <a:gd name="connsiteX47-5849" fmla="*/ 2719 w 10000"/>
                  <a:gd name="connsiteY47-5850" fmla="*/ 4808 h 10000"/>
                  <a:gd name="connsiteX48-5851" fmla="*/ 2927 w 10000"/>
                  <a:gd name="connsiteY48-5852" fmla="*/ 4771 h 10000"/>
                  <a:gd name="connsiteX49-5853" fmla="*/ 4744 w 10000"/>
                  <a:gd name="connsiteY49-5854" fmla="*/ 4423 h 10000"/>
                  <a:gd name="connsiteX50-5855" fmla="*/ 4937 w 10000"/>
                  <a:gd name="connsiteY50-5856" fmla="*/ 4423 h 10000"/>
                  <a:gd name="connsiteX51-5857" fmla="*/ 5804 w 10000"/>
                  <a:gd name="connsiteY51-5858" fmla="*/ 4184 h 10000"/>
                  <a:gd name="connsiteX52-5859" fmla="*/ 6383 w 10000"/>
                  <a:gd name="connsiteY52-5860" fmla="*/ 4973 h 10000"/>
                  <a:gd name="connsiteX53-5861" fmla="*/ 6512 w 10000"/>
                  <a:gd name="connsiteY53-5862" fmla="*/ 5119 h 10000"/>
                  <a:gd name="connsiteX54-5863" fmla="*/ 7572 w 10000"/>
                  <a:gd name="connsiteY54-5864" fmla="*/ 6532 h 10000"/>
                  <a:gd name="connsiteX55-5865" fmla="*/ 7042 w 10000"/>
                  <a:gd name="connsiteY55-5866" fmla="*/ 7938 h 10000"/>
                  <a:gd name="connsiteX56-5867" fmla="*/ 5483 w 10000"/>
                  <a:gd name="connsiteY56-5868" fmla="*/ 8218 h 10000"/>
                  <a:gd name="connsiteX57-5869" fmla="*/ 3490 w 10000"/>
                  <a:gd name="connsiteY57-5870" fmla="*/ 8053 h 10000"/>
                  <a:gd name="connsiteX58-5871" fmla="*/ 3345 w 10000"/>
                  <a:gd name="connsiteY58-5872" fmla="*/ 7357 h 10000"/>
                  <a:gd name="connsiteX59-5873" fmla="*/ 3586 w 10000"/>
                  <a:gd name="connsiteY59-5874" fmla="*/ 7082 h 10000"/>
                  <a:gd name="connsiteX60-5875" fmla="*/ 3683 w 10000"/>
                  <a:gd name="connsiteY60-5876" fmla="*/ 6880 h 10000"/>
                  <a:gd name="connsiteX61-5877" fmla="*/ 3490 w 10000"/>
                  <a:gd name="connsiteY61-5878" fmla="*/ 6770 h 10000"/>
                  <a:gd name="connsiteX62-5879" fmla="*/ 3072 w 10000"/>
                  <a:gd name="connsiteY62-5880" fmla="*/ 7247 h 10000"/>
                  <a:gd name="connsiteX63-5881" fmla="*/ 3249 w 10000"/>
                  <a:gd name="connsiteY63-5882" fmla="*/ 8255 h 10000"/>
                  <a:gd name="connsiteX64-5883" fmla="*/ 3249 w 10000"/>
                  <a:gd name="connsiteY64-5884" fmla="*/ 8273 h 10000"/>
                  <a:gd name="connsiteX65-5885" fmla="*/ 4680 w 10000"/>
                  <a:gd name="connsiteY65-5886" fmla="*/ 8825 h 10000"/>
                  <a:gd name="connsiteX66-5887" fmla="*/ 5354 w 10000"/>
                  <a:gd name="connsiteY66-5888" fmla="*/ 8677 h 10000"/>
                  <a:gd name="connsiteX67-5889" fmla="*/ 3393 w 10000"/>
                  <a:gd name="connsiteY67-5890" fmla="*/ 9998 h 10000"/>
                  <a:gd name="connsiteX68-5891" fmla="*/ 2253 w 10000"/>
                  <a:gd name="connsiteY68-5892" fmla="*/ 9228 h 10000"/>
                  <a:gd name="connsiteX69-5893" fmla="*/ 1224 w 10000"/>
                  <a:gd name="connsiteY69-5894" fmla="*/ 7137 h 10000"/>
                  <a:gd name="connsiteX70-5895" fmla="*/ 3 w 10000"/>
                  <a:gd name="connsiteY70-5896" fmla="*/ 4954 h 10000"/>
                  <a:gd name="connsiteX0-5897" fmla="*/ 3 w 10000"/>
                  <a:gd name="connsiteY0-5898" fmla="*/ 4954 h 10000"/>
                  <a:gd name="connsiteX1-5899" fmla="*/ 726 w 10000"/>
                  <a:gd name="connsiteY1-5900" fmla="*/ 3028 h 10000"/>
                  <a:gd name="connsiteX2-5901" fmla="*/ 1337 w 10000"/>
                  <a:gd name="connsiteY2-5902" fmla="*/ 1635 h 10000"/>
                  <a:gd name="connsiteX3-5903" fmla="*/ 3233 w 10000"/>
                  <a:gd name="connsiteY3-5904" fmla="*/ 773 h 10000"/>
                  <a:gd name="connsiteX4-5905" fmla="*/ 5997 w 10000"/>
                  <a:gd name="connsiteY4-5906" fmla="*/ 424 h 10000"/>
                  <a:gd name="connsiteX5-5907" fmla="*/ 8488 w 10000"/>
                  <a:gd name="connsiteY5-5908" fmla="*/ 1452 h 10000"/>
                  <a:gd name="connsiteX6-5909" fmla="*/ 9693 w 10000"/>
                  <a:gd name="connsiteY6-5910" fmla="*/ 4661 h 10000"/>
                  <a:gd name="connsiteX7-5911" fmla="*/ 7765 w 10000"/>
                  <a:gd name="connsiteY7-5912" fmla="*/ 5852 h 10000"/>
                  <a:gd name="connsiteX8-5913" fmla="*/ 6752 w 10000"/>
                  <a:gd name="connsiteY8-5914" fmla="*/ 4844 h 10000"/>
                  <a:gd name="connsiteX9-5915" fmla="*/ 7444 w 10000"/>
                  <a:gd name="connsiteY9-5916" fmla="*/ 2845 h 10000"/>
                  <a:gd name="connsiteX10-5917" fmla="*/ 8680 w 10000"/>
                  <a:gd name="connsiteY10-5918" fmla="*/ 2808 h 10000"/>
                  <a:gd name="connsiteX11-5919" fmla="*/ 8873 w 10000"/>
                  <a:gd name="connsiteY11-5920" fmla="*/ 3799 h 10000"/>
                  <a:gd name="connsiteX12-5921" fmla="*/ 8568 w 10000"/>
                  <a:gd name="connsiteY12-5922" fmla="*/ 4203 h 10000"/>
                  <a:gd name="connsiteX13-5923" fmla="*/ 7941 w 10000"/>
                  <a:gd name="connsiteY13-5924" fmla="*/ 4184 h 10000"/>
                  <a:gd name="connsiteX14-5925" fmla="*/ 7748 w 10000"/>
                  <a:gd name="connsiteY14-5926" fmla="*/ 4276 h 10000"/>
                  <a:gd name="connsiteX15-5927" fmla="*/ 7829 w 10000"/>
                  <a:gd name="connsiteY15-5928" fmla="*/ 4496 h 10000"/>
                  <a:gd name="connsiteX16-5929" fmla="*/ 8664 w 10000"/>
                  <a:gd name="connsiteY16-5930" fmla="*/ 4514 h 10000"/>
                  <a:gd name="connsiteX17-5931" fmla="*/ 9163 w 10000"/>
                  <a:gd name="connsiteY17-5932" fmla="*/ 3928 h 10000"/>
                  <a:gd name="connsiteX18-5933" fmla="*/ 8857 w 10000"/>
                  <a:gd name="connsiteY18-5934" fmla="*/ 2533 h 10000"/>
                  <a:gd name="connsiteX19-5935" fmla="*/ 7637 w 10000"/>
                  <a:gd name="connsiteY19-5936" fmla="*/ 2350 h 10000"/>
                  <a:gd name="connsiteX20-5937" fmla="*/ 6720 w 10000"/>
                  <a:gd name="connsiteY20-5938" fmla="*/ 1360 h 10000"/>
                  <a:gd name="connsiteX21-5939" fmla="*/ 5627 w 10000"/>
                  <a:gd name="connsiteY21-5940" fmla="*/ 1470 h 10000"/>
                  <a:gd name="connsiteX22-5941" fmla="*/ 4390 w 10000"/>
                  <a:gd name="connsiteY22-5942" fmla="*/ 902 h 10000"/>
                  <a:gd name="connsiteX23-5943" fmla="*/ 3442 w 10000"/>
                  <a:gd name="connsiteY23-5944" fmla="*/ 1543 h 10000"/>
                  <a:gd name="connsiteX24-5945" fmla="*/ 3201 w 10000"/>
                  <a:gd name="connsiteY24-5946" fmla="*/ 2277 h 10000"/>
                  <a:gd name="connsiteX25-5947" fmla="*/ 1578 w 10000"/>
                  <a:gd name="connsiteY25-5948" fmla="*/ 2771 h 10000"/>
                  <a:gd name="connsiteX26-5949" fmla="*/ 1257 w 10000"/>
                  <a:gd name="connsiteY26-5950" fmla="*/ 4203 h 10000"/>
                  <a:gd name="connsiteX27-5951" fmla="*/ 902 w 10000"/>
                  <a:gd name="connsiteY27-5952" fmla="*/ 5486 h 10000"/>
                  <a:gd name="connsiteX28-5953" fmla="*/ 1417 w 10000"/>
                  <a:gd name="connsiteY28-5954" fmla="*/ 6294 h 10000"/>
                  <a:gd name="connsiteX29-5955" fmla="*/ 2670 w 10000"/>
                  <a:gd name="connsiteY29-5956" fmla="*/ 6129 h 10000"/>
                  <a:gd name="connsiteX30-5957" fmla="*/ 4518 w 10000"/>
                  <a:gd name="connsiteY30-5958" fmla="*/ 6092 h 10000"/>
                  <a:gd name="connsiteX31-5959" fmla="*/ 5531 w 10000"/>
                  <a:gd name="connsiteY31-5960" fmla="*/ 6642 h 10000"/>
                  <a:gd name="connsiteX32-5961" fmla="*/ 5611 w 10000"/>
                  <a:gd name="connsiteY32-5962" fmla="*/ 6642 h 10000"/>
                  <a:gd name="connsiteX33-5963" fmla="*/ 6093 w 10000"/>
                  <a:gd name="connsiteY33-5964" fmla="*/ 6129 h 10000"/>
                  <a:gd name="connsiteX34-5965" fmla="*/ 6013 w 10000"/>
                  <a:gd name="connsiteY34-5966" fmla="*/ 5907 h 10000"/>
                  <a:gd name="connsiteX35-5967" fmla="*/ 5820 w 10000"/>
                  <a:gd name="connsiteY35-5968" fmla="*/ 5981 h 10000"/>
                  <a:gd name="connsiteX36-5969" fmla="*/ 5547 w 10000"/>
                  <a:gd name="connsiteY36-5970" fmla="*/ 6312 h 10000"/>
                  <a:gd name="connsiteX37-5971" fmla="*/ 4695 w 10000"/>
                  <a:gd name="connsiteY37-5972" fmla="*/ 5834 h 10000"/>
                  <a:gd name="connsiteX38-5973" fmla="*/ 2510 w 10000"/>
                  <a:gd name="connsiteY38-5974" fmla="*/ 5852 h 10000"/>
                  <a:gd name="connsiteX39-5975" fmla="*/ 1545 w 10000"/>
                  <a:gd name="connsiteY39-5976" fmla="*/ 5981 h 10000"/>
                  <a:gd name="connsiteX40-5977" fmla="*/ 1208 w 10000"/>
                  <a:gd name="connsiteY40-5978" fmla="*/ 5431 h 10000"/>
                  <a:gd name="connsiteX41-5979" fmla="*/ 1514 w 10000"/>
                  <a:gd name="connsiteY41-5980" fmla="*/ 4386 h 10000"/>
                  <a:gd name="connsiteX42-5981" fmla="*/ 1561 w 10000"/>
                  <a:gd name="connsiteY42-5982" fmla="*/ 4203 h 10000"/>
                  <a:gd name="connsiteX43-5983" fmla="*/ 1787 w 10000"/>
                  <a:gd name="connsiteY43-5984" fmla="*/ 2991 h 10000"/>
                  <a:gd name="connsiteX44-5985" fmla="*/ 3136 w 10000"/>
                  <a:gd name="connsiteY44-5986" fmla="*/ 2606 h 10000"/>
                  <a:gd name="connsiteX45-5987" fmla="*/ 3876 w 10000"/>
                  <a:gd name="connsiteY45-5988" fmla="*/ 3799 h 10000"/>
                  <a:gd name="connsiteX46-5989" fmla="*/ 2703 w 10000"/>
                  <a:gd name="connsiteY46-5990" fmla="*/ 4569 h 10000"/>
                  <a:gd name="connsiteX47-5991" fmla="*/ 2719 w 10000"/>
                  <a:gd name="connsiteY47-5992" fmla="*/ 4808 h 10000"/>
                  <a:gd name="connsiteX48-5993" fmla="*/ 2927 w 10000"/>
                  <a:gd name="connsiteY48-5994" fmla="*/ 4771 h 10000"/>
                  <a:gd name="connsiteX49-5995" fmla="*/ 4744 w 10000"/>
                  <a:gd name="connsiteY49-5996" fmla="*/ 4423 h 10000"/>
                  <a:gd name="connsiteX50-5997" fmla="*/ 4937 w 10000"/>
                  <a:gd name="connsiteY50-5998" fmla="*/ 4423 h 10000"/>
                  <a:gd name="connsiteX51-5999" fmla="*/ 5804 w 10000"/>
                  <a:gd name="connsiteY51-6000" fmla="*/ 4184 h 10000"/>
                  <a:gd name="connsiteX52-6001" fmla="*/ 6383 w 10000"/>
                  <a:gd name="connsiteY52-6002" fmla="*/ 4973 h 10000"/>
                  <a:gd name="connsiteX53-6003" fmla="*/ 6512 w 10000"/>
                  <a:gd name="connsiteY53-6004" fmla="*/ 5119 h 10000"/>
                  <a:gd name="connsiteX54-6005" fmla="*/ 7572 w 10000"/>
                  <a:gd name="connsiteY54-6006" fmla="*/ 6532 h 10000"/>
                  <a:gd name="connsiteX55-6007" fmla="*/ 6991 w 10000"/>
                  <a:gd name="connsiteY55-6008" fmla="*/ 7909 h 10000"/>
                  <a:gd name="connsiteX56-6009" fmla="*/ 5483 w 10000"/>
                  <a:gd name="connsiteY56-6010" fmla="*/ 8218 h 10000"/>
                  <a:gd name="connsiteX57-6011" fmla="*/ 3490 w 10000"/>
                  <a:gd name="connsiteY57-6012" fmla="*/ 8053 h 10000"/>
                  <a:gd name="connsiteX58-6013" fmla="*/ 3345 w 10000"/>
                  <a:gd name="connsiteY58-6014" fmla="*/ 7357 h 10000"/>
                  <a:gd name="connsiteX59-6015" fmla="*/ 3586 w 10000"/>
                  <a:gd name="connsiteY59-6016" fmla="*/ 7082 h 10000"/>
                  <a:gd name="connsiteX60-6017" fmla="*/ 3683 w 10000"/>
                  <a:gd name="connsiteY60-6018" fmla="*/ 6880 h 10000"/>
                  <a:gd name="connsiteX61-6019" fmla="*/ 3490 w 10000"/>
                  <a:gd name="connsiteY61-6020" fmla="*/ 6770 h 10000"/>
                  <a:gd name="connsiteX62-6021" fmla="*/ 3072 w 10000"/>
                  <a:gd name="connsiteY62-6022" fmla="*/ 7247 h 10000"/>
                  <a:gd name="connsiteX63-6023" fmla="*/ 3249 w 10000"/>
                  <a:gd name="connsiteY63-6024" fmla="*/ 8255 h 10000"/>
                  <a:gd name="connsiteX64-6025" fmla="*/ 3249 w 10000"/>
                  <a:gd name="connsiteY64-6026" fmla="*/ 8273 h 10000"/>
                  <a:gd name="connsiteX65-6027" fmla="*/ 4680 w 10000"/>
                  <a:gd name="connsiteY65-6028" fmla="*/ 8825 h 10000"/>
                  <a:gd name="connsiteX66-6029" fmla="*/ 5354 w 10000"/>
                  <a:gd name="connsiteY66-6030" fmla="*/ 8677 h 10000"/>
                  <a:gd name="connsiteX67-6031" fmla="*/ 3393 w 10000"/>
                  <a:gd name="connsiteY67-6032" fmla="*/ 9998 h 10000"/>
                  <a:gd name="connsiteX68-6033" fmla="*/ 2253 w 10000"/>
                  <a:gd name="connsiteY68-6034" fmla="*/ 9228 h 10000"/>
                  <a:gd name="connsiteX69-6035" fmla="*/ 1224 w 10000"/>
                  <a:gd name="connsiteY69-6036" fmla="*/ 7137 h 10000"/>
                  <a:gd name="connsiteX70-6037" fmla="*/ 3 w 10000"/>
                  <a:gd name="connsiteY70-6038" fmla="*/ 4954 h 10000"/>
                  <a:gd name="connsiteX0-6039" fmla="*/ 3 w 10000"/>
                  <a:gd name="connsiteY0-6040" fmla="*/ 4954 h 10000"/>
                  <a:gd name="connsiteX1-6041" fmla="*/ 726 w 10000"/>
                  <a:gd name="connsiteY1-6042" fmla="*/ 3028 h 10000"/>
                  <a:gd name="connsiteX2-6043" fmla="*/ 1337 w 10000"/>
                  <a:gd name="connsiteY2-6044" fmla="*/ 1635 h 10000"/>
                  <a:gd name="connsiteX3-6045" fmla="*/ 3233 w 10000"/>
                  <a:gd name="connsiteY3-6046" fmla="*/ 773 h 10000"/>
                  <a:gd name="connsiteX4-6047" fmla="*/ 5997 w 10000"/>
                  <a:gd name="connsiteY4-6048" fmla="*/ 424 h 10000"/>
                  <a:gd name="connsiteX5-6049" fmla="*/ 8488 w 10000"/>
                  <a:gd name="connsiteY5-6050" fmla="*/ 1452 h 10000"/>
                  <a:gd name="connsiteX6-6051" fmla="*/ 9693 w 10000"/>
                  <a:gd name="connsiteY6-6052" fmla="*/ 4661 h 10000"/>
                  <a:gd name="connsiteX7-6053" fmla="*/ 7765 w 10000"/>
                  <a:gd name="connsiteY7-6054" fmla="*/ 5852 h 10000"/>
                  <a:gd name="connsiteX8-6055" fmla="*/ 6752 w 10000"/>
                  <a:gd name="connsiteY8-6056" fmla="*/ 4844 h 10000"/>
                  <a:gd name="connsiteX9-6057" fmla="*/ 7444 w 10000"/>
                  <a:gd name="connsiteY9-6058" fmla="*/ 2845 h 10000"/>
                  <a:gd name="connsiteX10-6059" fmla="*/ 8680 w 10000"/>
                  <a:gd name="connsiteY10-6060" fmla="*/ 2808 h 10000"/>
                  <a:gd name="connsiteX11-6061" fmla="*/ 8873 w 10000"/>
                  <a:gd name="connsiteY11-6062" fmla="*/ 3799 h 10000"/>
                  <a:gd name="connsiteX12-6063" fmla="*/ 8568 w 10000"/>
                  <a:gd name="connsiteY12-6064" fmla="*/ 4203 h 10000"/>
                  <a:gd name="connsiteX13-6065" fmla="*/ 7941 w 10000"/>
                  <a:gd name="connsiteY13-6066" fmla="*/ 4184 h 10000"/>
                  <a:gd name="connsiteX14-6067" fmla="*/ 7748 w 10000"/>
                  <a:gd name="connsiteY14-6068" fmla="*/ 4276 h 10000"/>
                  <a:gd name="connsiteX15-6069" fmla="*/ 7829 w 10000"/>
                  <a:gd name="connsiteY15-6070" fmla="*/ 4496 h 10000"/>
                  <a:gd name="connsiteX16-6071" fmla="*/ 8664 w 10000"/>
                  <a:gd name="connsiteY16-6072" fmla="*/ 4514 h 10000"/>
                  <a:gd name="connsiteX17-6073" fmla="*/ 9163 w 10000"/>
                  <a:gd name="connsiteY17-6074" fmla="*/ 3928 h 10000"/>
                  <a:gd name="connsiteX18-6075" fmla="*/ 8857 w 10000"/>
                  <a:gd name="connsiteY18-6076" fmla="*/ 2533 h 10000"/>
                  <a:gd name="connsiteX19-6077" fmla="*/ 7637 w 10000"/>
                  <a:gd name="connsiteY19-6078" fmla="*/ 2350 h 10000"/>
                  <a:gd name="connsiteX20-6079" fmla="*/ 6720 w 10000"/>
                  <a:gd name="connsiteY20-6080" fmla="*/ 1360 h 10000"/>
                  <a:gd name="connsiteX21-6081" fmla="*/ 5627 w 10000"/>
                  <a:gd name="connsiteY21-6082" fmla="*/ 1470 h 10000"/>
                  <a:gd name="connsiteX22-6083" fmla="*/ 4390 w 10000"/>
                  <a:gd name="connsiteY22-6084" fmla="*/ 902 h 10000"/>
                  <a:gd name="connsiteX23-6085" fmla="*/ 3442 w 10000"/>
                  <a:gd name="connsiteY23-6086" fmla="*/ 1543 h 10000"/>
                  <a:gd name="connsiteX24-6087" fmla="*/ 3201 w 10000"/>
                  <a:gd name="connsiteY24-6088" fmla="*/ 2277 h 10000"/>
                  <a:gd name="connsiteX25-6089" fmla="*/ 1578 w 10000"/>
                  <a:gd name="connsiteY25-6090" fmla="*/ 2771 h 10000"/>
                  <a:gd name="connsiteX26-6091" fmla="*/ 1257 w 10000"/>
                  <a:gd name="connsiteY26-6092" fmla="*/ 4203 h 10000"/>
                  <a:gd name="connsiteX27-6093" fmla="*/ 902 w 10000"/>
                  <a:gd name="connsiteY27-6094" fmla="*/ 5486 h 10000"/>
                  <a:gd name="connsiteX28-6095" fmla="*/ 1417 w 10000"/>
                  <a:gd name="connsiteY28-6096" fmla="*/ 6294 h 10000"/>
                  <a:gd name="connsiteX29-6097" fmla="*/ 2670 w 10000"/>
                  <a:gd name="connsiteY29-6098" fmla="*/ 6129 h 10000"/>
                  <a:gd name="connsiteX30-6099" fmla="*/ 4518 w 10000"/>
                  <a:gd name="connsiteY30-6100" fmla="*/ 6092 h 10000"/>
                  <a:gd name="connsiteX31-6101" fmla="*/ 5531 w 10000"/>
                  <a:gd name="connsiteY31-6102" fmla="*/ 6642 h 10000"/>
                  <a:gd name="connsiteX32-6103" fmla="*/ 5611 w 10000"/>
                  <a:gd name="connsiteY32-6104" fmla="*/ 6642 h 10000"/>
                  <a:gd name="connsiteX33-6105" fmla="*/ 6093 w 10000"/>
                  <a:gd name="connsiteY33-6106" fmla="*/ 6129 h 10000"/>
                  <a:gd name="connsiteX34-6107" fmla="*/ 6013 w 10000"/>
                  <a:gd name="connsiteY34-6108" fmla="*/ 5907 h 10000"/>
                  <a:gd name="connsiteX35-6109" fmla="*/ 5820 w 10000"/>
                  <a:gd name="connsiteY35-6110" fmla="*/ 5981 h 10000"/>
                  <a:gd name="connsiteX36-6111" fmla="*/ 5547 w 10000"/>
                  <a:gd name="connsiteY36-6112" fmla="*/ 6312 h 10000"/>
                  <a:gd name="connsiteX37-6113" fmla="*/ 4695 w 10000"/>
                  <a:gd name="connsiteY37-6114" fmla="*/ 5834 h 10000"/>
                  <a:gd name="connsiteX38-6115" fmla="*/ 2510 w 10000"/>
                  <a:gd name="connsiteY38-6116" fmla="*/ 5852 h 10000"/>
                  <a:gd name="connsiteX39-6117" fmla="*/ 1545 w 10000"/>
                  <a:gd name="connsiteY39-6118" fmla="*/ 5981 h 10000"/>
                  <a:gd name="connsiteX40-6119" fmla="*/ 1208 w 10000"/>
                  <a:gd name="connsiteY40-6120" fmla="*/ 5431 h 10000"/>
                  <a:gd name="connsiteX41-6121" fmla="*/ 1514 w 10000"/>
                  <a:gd name="connsiteY41-6122" fmla="*/ 4386 h 10000"/>
                  <a:gd name="connsiteX42-6123" fmla="*/ 1561 w 10000"/>
                  <a:gd name="connsiteY42-6124" fmla="*/ 4203 h 10000"/>
                  <a:gd name="connsiteX43-6125" fmla="*/ 1787 w 10000"/>
                  <a:gd name="connsiteY43-6126" fmla="*/ 2991 h 10000"/>
                  <a:gd name="connsiteX44-6127" fmla="*/ 3136 w 10000"/>
                  <a:gd name="connsiteY44-6128" fmla="*/ 2606 h 10000"/>
                  <a:gd name="connsiteX45-6129" fmla="*/ 3876 w 10000"/>
                  <a:gd name="connsiteY45-6130" fmla="*/ 3799 h 10000"/>
                  <a:gd name="connsiteX46-6131" fmla="*/ 2703 w 10000"/>
                  <a:gd name="connsiteY46-6132" fmla="*/ 4569 h 10000"/>
                  <a:gd name="connsiteX47-6133" fmla="*/ 2719 w 10000"/>
                  <a:gd name="connsiteY47-6134" fmla="*/ 4808 h 10000"/>
                  <a:gd name="connsiteX48-6135" fmla="*/ 2927 w 10000"/>
                  <a:gd name="connsiteY48-6136" fmla="*/ 4771 h 10000"/>
                  <a:gd name="connsiteX49-6137" fmla="*/ 4744 w 10000"/>
                  <a:gd name="connsiteY49-6138" fmla="*/ 4423 h 10000"/>
                  <a:gd name="connsiteX50-6139" fmla="*/ 4937 w 10000"/>
                  <a:gd name="connsiteY50-6140" fmla="*/ 4423 h 10000"/>
                  <a:gd name="connsiteX51-6141" fmla="*/ 5804 w 10000"/>
                  <a:gd name="connsiteY51-6142" fmla="*/ 4184 h 10000"/>
                  <a:gd name="connsiteX52-6143" fmla="*/ 6383 w 10000"/>
                  <a:gd name="connsiteY52-6144" fmla="*/ 4973 h 10000"/>
                  <a:gd name="connsiteX53-6145" fmla="*/ 6512 w 10000"/>
                  <a:gd name="connsiteY53-6146" fmla="*/ 5119 h 10000"/>
                  <a:gd name="connsiteX54-6147" fmla="*/ 7572 w 10000"/>
                  <a:gd name="connsiteY54-6148" fmla="*/ 6532 h 10000"/>
                  <a:gd name="connsiteX55-6149" fmla="*/ 6991 w 10000"/>
                  <a:gd name="connsiteY55-6150" fmla="*/ 7909 h 10000"/>
                  <a:gd name="connsiteX56-6151" fmla="*/ 5483 w 10000"/>
                  <a:gd name="connsiteY56-6152" fmla="*/ 8218 h 10000"/>
                  <a:gd name="connsiteX57-6153" fmla="*/ 3490 w 10000"/>
                  <a:gd name="connsiteY57-6154" fmla="*/ 8053 h 10000"/>
                  <a:gd name="connsiteX58-6155" fmla="*/ 3345 w 10000"/>
                  <a:gd name="connsiteY58-6156" fmla="*/ 7357 h 10000"/>
                  <a:gd name="connsiteX59-6157" fmla="*/ 3586 w 10000"/>
                  <a:gd name="connsiteY59-6158" fmla="*/ 7082 h 10000"/>
                  <a:gd name="connsiteX60-6159" fmla="*/ 3683 w 10000"/>
                  <a:gd name="connsiteY60-6160" fmla="*/ 6880 h 10000"/>
                  <a:gd name="connsiteX61-6161" fmla="*/ 3490 w 10000"/>
                  <a:gd name="connsiteY61-6162" fmla="*/ 6770 h 10000"/>
                  <a:gd name="connsiteX62-6163" fmla="*/ 3072 w 10000"/>
                  <a:gd name="connsiteY62-6164" fmla="*/ 7247 h 10000"/>
                  <a:gd name="connsiteX63-6165" fmla="*/ 3249 w 10000"/>
                  <a:gd name="connsiteY63-6166" fmla="*/ 8255 h 10000"/>
                  <a:gd name="connsiteX64-6167" fmla="*/ 3249 w 10000"/>
                  <a:gd name="connsiteY64-6168" fmla="*/ 8273 h 10000"/>
                  <a:gd name="connsiteX65-6169" fmla="*/ 4680 w 10000"/>
                  <a:gd name="connsiteY65-6170" fmla="*/ 8825 h 10000"/>
                  <a:gd name="connsiteX66-6171" fmla="*/ 5354 w 10000"/>
                  <a:gd name="connsiteY66-6172" fmla="*/ 8677 h 10000"/>
                  <a:gd name="connsiteX67-6173" fmla="*/ 3393 w 10000"/>
                  <a:gd name="connsiteY67-6174" fmla="*/ 9998 h 10000"/>
                  <a:gd name="connsiteX68-6175" fmla="*/ 2253 w 10000"/>
                  <a:gd name="connsiteY68-6176" fmla="*/ 9228 h 10000"/>
                  <a:gd name="connsiteX69-6177" fmla="*/ 1224 w 10000"/>
                  <a:gd name="connsiteY69-6178" fmla="*/ 7137 h 10000"/>
                  <a:gd name="connsiteX70-6179" fmla="*/ 3 w 10000"/>
                  <a:gd name="connsiteY70-6180" fmla="*/ 4954 h 10000"/>
                  <a:gd name="connsiteX0-6181" fmla="*/ 3 w 10000"/>
                  <a:gd name="connsiteY0-6182" fmla="*/ 4954 h 10000"/>
                  <a:gd name="connsiteX1-6183" fmla="*/ 726 w 10000"/>
                  <a:gd name="connsiteY1-6184" fmla="*/ 3028 h 10000"/>
                  <a:gd name="connsiteX2-6185" fmla="*/ 1337 w 10000"/>
                  <a:gd name="connsiteY2-6186" fmla="*/ 1635 h 10000"/>
                  <a:gd name="connsiteX3-6187" fmla="*/ 3233 w 10000"/>
                  <a:gd name="connsiteY3-6188" fmla="*/ 773 h 10000"/>
                  <a:gd name="connsiteX4-6189" fmla="*/ 5997 w 10000"/>
                  <a:gd name="connsiteY4-6190" fmla="*/ 424 h 10000"/>
                  <a:gd name="connsiteX5-6191" fmla="*/ 8488 w 10000"/>
                  <a:gd name="connsiteY5-6192" fmla="*/ 1452 h 10000"/>
                  <a:gd name="connsiteX6-6193" fmla="*/ 9693 w 10000"/>
                  <a:gd name="connsiteY6-6194" fmla="*/ 4661 h 10000"/>
                  <a:gd name="connsiteX7-6195" fmla="*/ 7765 w 10000"/>
                  <a:gd name="connsiteY7-6196" fmla="*/ 5852 h 10000"/>
                  <a:gd name="connsiteX8-6197" fmla="*/ 6752 w 10000"/>
                  <a:gd name="connsiteY8-6198" fmla="*/ 4844 h 10000"/>
                  <a:gd name="connsiteX9-6199" fmla="*/ 7444 w 10000"/>
                  <a:gd name="connsiteY9-6200" fmla="*/ 2845 h 10000"/>
                  <a:gd name="connsiteX10-6201" fmla="*/ 8680 w 10000"/>
                  <a:gd name="connsiteY10-6202" fmla="*/ 2808 h 10000"/>
                  <a:gd name="connsiteX11-6203" fmla="*/ 8873 w 10000"/>
                  <a:gd name="connsiteY11-6204" fmla="*/ 3799 h 10000"/>
                  <a:gd name="connsiteX12-6205" fmla="*/ 8568 w 10000"/>
                  <a:gd name="connsiteY12-6206" fmla="*/ 4203 h 10000"/>
                  <a:gd name="connsiteX13-6207" fmla="*/ 7941 w 10000"/>
                  <a:gd name="connsiteY13-6208" fmla="*/ 4184 h 10000"/>
                  <a:gd name="connsiteX14-6209" fmla="*/ 7748 w 10000"/>
                  <a:gd name="connsiteY14-6210" fmla="*/ 4276 h 10000"/>
                  <a:gd name="connsiteX15-6211" fmla="*/ 7829 w 10000"/>
                  <a:gd name="connsiteY15-6212" fmla="*/ 4496 h 10000"/>
                  <a:gd name="connsiteX16-6213" fmla="*/ 8664 w 10000"/>
                  <a:gd name="connsiteY16-6214" fmla="*/ 4514 h 10000"/>
                  <a:gd name="connsiteX17-6215" fmla="*/ 9163 w 10000"/>
                  <a:gd name="connsiteY17-6216" fmla="*/ 3928 h 10000"/>
                  <a:gd name="connsiteX18-6217" fmla="*/ 8857 w 10000"/>
                  <a:gd name="connsiteY18-6218" fmla="*/ 2533 h 10000"/>
                  <a:gd name="connsiteX19-6219" fmla="*/ 7637 w 10000"/>
                  <a:gd name="connsiteY19-6220" fmla="*/ 2350 h 10000"/>
                  <a:gd name="connsiteX20-6221" fmla="*/ 6720 w 10000"/>
                  <a:gd name="connsiteY20-6222" fmla="*/ 1360 h 10000"/>
                  <a:gd name="connsiteX21-6223" fmla="*/ 5627 w 10000"/>
                  <a:gd name="connsiteY21-6224" fmla="*/ 1470 h 10000"/>
                  <a:gd name="connsiteX22-6225" fmla="*/ 4390 w 10000"/>
                  <a:gd name="connsiteY22-6226" fmla="*/ 902 h 10000"/>
                  <a:gd name="connsiteX23-6227" fmla="*/ 3442 w 10000"/>
                  <a:gd name="connsiteY23-6228" fmla="*/ 1543 h 10000"/>
                  <a:gd name="connsiteX24-6229" fmla="*/ 3201 w 10000"/>
                  <a:gd name="connsiteY24-6230" fmla="*/ 2277 h 10000"/>
                  <a:gd name="connsiteX25-6231" fmla="*/ 1578 w 10000"/>
                  <a:gd name="connsiteY25-6232" fmla="*/ 2771 h 10000"/>
                  <a:gd name="connsiteX26-6233" fmla="*/ 1257 w 10000"/>
                  <a:gd name="connsiteY26-6234" fmla="*/ 4203 h 10000"/>
                  <a:gd name="connsiteX27-6235" fmla="*/ 902 w 10000"/>
                  <a:gd name="connsiteY27-6236" fmla="*/ 5486 h 10000"/>
                  <a:gd name="connsiteX28-6237" fmla="*/ 1417 w 10000"/>
                  <a:gd name="connsiteY28-6238" fmla="*/ 6294 h 10000"/>
                  <a:gd name="connsiteX29-6239" fmla="*/ 2670 w 10000"/>
                  <a:gd name="connsiteY29-6240" fmla="*/ 6129 h 10000"/>
                  <a:gd name="connsiteX30-6241" fmla="*/ 4518 w 10000"/>
                  <a:gd name="connsiteY30-6242" fmla="*/ 6092 h 10000"/>
                  <a:gd name="connsiteX31-6243" fmla="*/ 5531 w 10000"/>
                  <a:gd name="connsiteY31-6244" fmla="*/ 6642 h 10000"/>
                  <a:gd name="connsiteX32-6245" fmla="*/ 5611 w 10000"/>
                  <a:gd name="connsiteY32-6246" fmla="*/ 6642 h 10000"/>
                  <a:gd name="connsiteX33-6247" fmla="*/ 6093 w 10000"/>
                  <a:gd name="connsiteY33-6248" fmla="*/ 6129 h 10000"/>
                  <a:gd name="connsiteX34-6249" fmla="*/ 6013 w 10000"/>
                  <a:gd name="connsiteY34-6250" fmla="*/ 5907 h 10000"/>
                  <a:gd name="connsiteX35-6251" fmla="*/ 5820 w 10000"/>
                  <a:gd name="connsiteY35-6252" fmla="*/ 5981 h 10000"/>
                  <a:gd name="connsiteX36-6253" fmla="*/ 5547 w 10000"/>
                  <a:gd name="connsiteY36-6254" fmla="*/ 6312 h 10000"/>
                  <a:gd name="connsiteX37-6255" fmla="*/ 4695 w 10000"/>
                  <a:gd name="connsiteY37-6256" fmla="*/ 5834 h 10000"/>
                  <a:gd name="connsiteX38-6257" fmla="*/ 2510 w 10000"/>
                  <a:gd name="connsiteY38-6258" fmla="*/ 5852 h 10000"/>
                  <a:gd name="connsiteX39-6259" fmla="*/ 1545 w 10000"/>
                  <a:gd name="connsiteY39-6260" fmla="*/ 5981 h 10000"/>
                  <a:gd name="connsiteX40-6261" fmla="*/ 1208 w 10000"/>
                  <a:gd name="connsiteY40-6262" fmla="*/ 5431 h 10000"/>
                  <a:gd name="connsiteX41-6263" fmla="*/ 1514 w 10000"/>
                  <a:gd name="connsiteY41-6264" fmla="*/ 4386 h 10000"/>
                  <a:gd name="connsiteX42-6265" fmla="*/ 1561 w 10000"/>
                  <a:gd name="connsiteY42-6266" fmla="*/ 4203 h 10000"/>
                  <a:gd name="connsiteX43-6267" fmla="*/ 1787 w 10000"/>
                  <a:gd name="connsiteY43-6268" fmla="*/ 2991 h 10000"/>
                  <a:gd name="connsiteX44-6269" fmla="*/ 3136 w 10000"/>
                  <a:gd name="connsiteY44-6270" fmla="*/ 2606 h 10000"/>
                  <a:gd name="connsiteX45-6271" fmla="*/ 3876 w 10000"/>
                  <a:gd name="connsiteY45-6272" fmla="*/ 3799 h 10000"/>
                  <a:gd name="connsiteX46-6273" fmla="*/ 2703 w 10000"/>
                  <a:gd name="connsiteY46-6274" fmla="*/ 4569 h 10000"/>
                  <a:gd name="connsiteX47-6275" fmla="*/ 2719 w 10000"/>
                  <a:gd name="connsiteY47-6276" fmla="*/ 4808 h 10000"/>
                  <a:gd name="connsiteX48-6277" fmla="*/ 2927 w 10000"/>
                  <a:gd name="connsiteY48-6278" fmla="*/ 4771 h 10000"/>
                  <a:gd name="connsiteX49-6279" fmla="*/ 4744 w 10000"/>
                  <a:gd name="connsiteY49-6280" fmla="*/ 4423 h 10000"/>
                  <a:gd name="connsiteX50-6281" fmla="*/ 4937 w 10000"/>
                  <a:gd name="connsiteY50-6282" fmla="*/ 4423 h 10000"/>
                  <a:gd name="connsiteX51-6283" fmla="*/ 5804 w 10000"/>
                  <a:gd name="connsiteY51-6284" fmla="*/ 4184 h 10000"/>
                  <a:gd name="connsiteX52-6285" fmla="*/ 6383 w 10000"/>
                  <a:gd name="connsiteY52-6286" fmla="*/ 4973 h 10000"/>
                  <a:gd name="connsiteX53-6287" fmla="*/ 6512 w 10000"/>
                  <a:gd name="connsiteY53-6288" fmla="*/ 5119 h 10000"/>
                  <a:gd name="connsiteX54-6289" fmla="*/ 7572 w 10000"/>
                  <a:gd name="connsiteY54-6290" fmla="*/ 6532 h 10000"/>
                  <a:gd name="connsiteX55-6291" fmla="*/ 6991 w 10000"/>
                  <a:gd name="connsiteY55-6292" fmla="*/ 7909 h 10000"/>
                  <a:gd name="connsiteX56-6293" fmla="*/ 5483 w 10000"/>
                  <a:gd name="connsiteY56-6294" fmla="*/ 8218 h 10000"/>
                  <a:gd name="connsiteX57-6295" fmla="*/ 3490 w 10000"/>
                  <a:gd name="connsiteY57-6296" fmla="*/ 8053 h 10000"/>
                  <a:gd name="connsiteX58-6297" fmla="*/ 3345 w 10000"/>
                  <a:gd name="connsiteY58-6298" fmla="*/ 7357 h 10000"/>
                  <a:gd name="connsiteX59-6299" fmla="*/ 3586 w 10000"/>
                  <a:gd name="connsiteY59-6300" fmla="*/ 7082 h 10000"/>
                  <a:gd name="connsiteX60-6301" fmla="*/ 3683 w 10000"/>
                  <a:gd name="connsiteY60-6302" fmla="*/ 6880 h 10000"/>
                  <a:gd name="connsiteX61-6303" fmla="*/ 3490 w 10000"/>
                  <a:gd name="connsiteY61-6304" fmla="*/ 6770 h 10000"/>
                  <a:gd name="connsiteX62-6305" fmla="*/ 3072 w 10000"/>
                  <a:gd name="connsiteY62-6306" fmla="*/ 7247 h 10000"/>
                  <a:gd name="connsiteX63-6307" fmla="*/ 3249 w 10000"/>
                  <a:gd name="connsiteY63-6308" fmla="*/ 8255 h 10000"/>
                  <a:gd name="connsiteX64-6309" fmla="*/ 3249 w 10000"/>
                  <a:gd name="connsiteY64-6310" fmla="*/ 8273 h 10000"/>
                  <a:gd name="connsiteX65-6311" fmla="*/ 4680 w 10000"/>
                  <a:gd name="connsiteY65-6312" fmla="*/ 8825 h 10000"/>
                  <a:gd name="connsiteX66-6313" fmla="*/ 5354 w 10000"/>
                  <a:gd name="connsiteY66-6314" fmla="*/ 8677 h 10000"/>
                  <a:gd name="connsiteX67-6315" fmla="*/ 3393 w 10000"/>
                  <a:gd name="connsiteY67-6316" fmla="*/ 9998 h 10000"/>
                  <a:gd name="connsiteX68-6317" fmla="*/ 2253 w 10000"/>
                  <a:gd name="connsiteY68-6318" fmla="*/ 9228 h 10000"/>
                  <a:gd name="connsiteX69-6319" fmla="*/ 1224 w 10000"/>
                  <a:gd name="connsiteY69-6320" fmla="*/ 7137 h 10000"/>
                  <a:gd name="connsiteX70-6321" fmla="*/ 3 w 10000"/>
                  <a:gd name="connsiteY70-6322" fmla="*/ 4954 h 10000"/>
                  <a:gd name="connsiteX0-6323" fmla="*/ 3 w 10000"/>
                  <a:gd name="connsiteY0-6324" fmla="*/ 4954 h 10000"/>
                  <a:gd name="connsiteX1-6325" fmla="*/ 726 w 10000"/>
                  <a:gd name="connsiteY1-6326" fmla="*/ 3028 h 10000"/>
                  <a:gd name="connsiteX2-6327" fmla="*/ 1337 w 10000"/>
                  <a:gd name="connsiteY2-6328" fmla="*/ 1635 h 10000"/>
                  <a:gd name="connsiteX3-6329" fmla="*/ 3233 w 10000"/>
                  <a:gd name="connsiteY3-6330" fmla="*/ 773 h 10000"/>
                  <a:gd name="connsiteX4-6331" fmla="*/ 5997 w 10000"/>
                  <a:gd name="connsiteY4-6332" fmla="*/ 424 h 10000"/>
                  <a:gd name="connsiteX5-6333" fmla="*/ 8488 w 10000"/>
                  <a:gd name="connsiteY5-6334" fmla="*/ 1452 h 10000"/>
                  <a:gd name="connsiteX6-6335" fmla="*/ 9693 w 10000"/>
                  <a:gd name="connsiteY6-6336" fmla="*/ 4661 h 10000"/>
                  <a:gd name="connsiteX7-6337" fmla="*/ 7765 w 10000"/>
                  <a:gd name="connsiteY7-6338" fmla="*/ 5852 h 10000"/>
                  <a:gd name="connsiteX8-6339" fmla="*/ 6752 w 10000"/>
                  <a:gd name="connsiteY8-6340" fmla="*/ 4844 h 10000"/>
                  <a:gd name="connsiteX9-6341" fmla="*/ 7444 w 10000"/>
                  <a:gd name="connsiteY9-6342" fmla="*/ 2845 h 10000"/>
                  <a:gd name="connsiteX10-6343" fmla="*/ 8680 w 10000"/>
                  <a:gd name="connsiteY10-6344" fmla="*/ 2808 h 10000"/>
                  <a:gd name="connsiteX11-6345" fmla="*/ 8873 w 10000"/>
                  <a:gd name="connsiteY11-6346" fmla="*/ 3799 h 10000"/>
                  <a:gd name="connsiteX12-6347" fmla="*/ 8568 w 10000"/>
                  <a:gd name="connsiteY12-6348" fmla="*/ 4203 h 10000"/>
                  <a:gd name="connsiteX13-6349" fmla="*/ 7941 w 10000"/>
                  <a:gd name="connsiteY13-6350" fmla="*/ 4184 h 10000"/>
                  <a:gd name="connsiteX14-6351" fmla="*/ 7748 w 10000"/>
                  <a:gd name="connsiteY14-6352" fmla="*/ 4276 h 10000"/>
                  <a:gd name="connsiteX15-6353" fmla="*/ 7829 w 10000"/>
                  <a:gd name="connsiteY15-6354" fmla="*/ 4496 h 10000"/>
                  <a:gd name="connsiteX16-6355" fmla="*/ 8664 w 10000"/>
                  <a:gd name="connsiteY16-6356" fmla="*/ 4514 h 10000"/>
                  <a:gd name="connsiteX17-6357" fmla="*/ 9163 w 10000"/>
                  <a:gd name="connsiteY17-6358" fmla="*/ 3928 h 10000"/>
                  <a:gd name="connsiteX18-6359" fmla="*/ 8857 w 10000"/>
                  <a:gd name="connsiteY18-6360" fmla="*/ 2533 h 10000"/>
                  <a:gd name="connsiteX19-6361" fmla="*/ 7637 w 10000"/>
                  <a:gd name="connsiteY19-6362" fmla="*/ 2350 h 10000"/>
                  <a:gd name="connsiteX20-6363" fmla="*/ 6720 w 10000"/>
                  <a:gd name="connsiteY20-6364" fmla="*/ 1360 h 10000"/>
                  <a:gd name="connsiteX21-6365" fmla="*/ 5627 w 10000"/>
                  <a:gd name="connsiteY21-6366" fmla="*/ 1470 h 10000"/>
                  <a:gd name="connsiteX22-6367" fmla="*/ 4390 w 10000"/>
                  <a:gd name="connsiteY22-6368" fmla="*/ 902 h 10000"/>
                  <a:gd name="connsiteX23-6369" fmla="*/ 3442 w 10000"/>
                  <a:gd name="connsiteY23-6370" fmla="*/ 1543 h 10000"/>
                  <a:gd name="connsiteX24-6371" fmla="*/ 3201 w 10000"/>
                  <a:gd name="connsiteY24-6372" fmla="*/ 2277 h 10000"/>
                  <a:gd name="connsiteX25-6373" fmla="*/ 1578 w 10000"/>
                  <a:gd name="connsiteY25-6374" fmla="*/ 2771 h 10000"/>
                  <a:gd name="connsiteX26-6375" fmla="*/ 1257 w 10000"/>
                  <a:gd name="connsiteY26-6376" fmla="*/ 4203 h 10000"/>
                  <a:gd name="connsiteX27-6377" fmla="*/ 902 w 10000"/>
                  <a:gd name="connsiteY27-6378" fmla="*/ 5486 h 10000"/>
                  <a:gd name="connsiteX28-6379" fmla="*/ 1417 w 10000"/>
                  <a:gd name="connsiteY28-6380" fmla="*/ 6294 h 10000"/>
                  <a:gd name="connsiteX29-6381" fmla="*/ 2670 w 10000"/>
                  <a:gd name="connsiteY29-6382" fmla="*/ 6129 h 10000"/>
                  <a:gd name="connsiteX30-6383" fmla="*/ 4518 w 10000"/>
                  <a:gd name="connsiteY30-6384" fmla="*/ 6092 h 10000"/>
                  <a:gd name="connsiteX31-6385" fmla="*/ 5531 w 10000"/>
                  <a:gd name="connsiteY31-6386" fmla="*/ 6642 h 10000"/>
                  <a:gd name="connsiteX32-6387" fmla="*/ 5611 w 10000"/>
                  <a:gd name="connsiteY32-6388" fmla="*/ 6642 h 10000"/>
                  <a:gd name="connsiteX33-6389" fmla="*/ 6093 w 10000"/>
                  <a:gd name="connsiteY33-6390" fmla="*/ 6129 h 10000"/>
                  <a:gd name="connsiteX34-6391" fmla="*/ 6013 w 10000"/>
                  <a:gd name="connsiteY34-6392" fmla="*/ 5907 h 10000"/>
                  <a:gd name="connsiteX35-6393" fmla="*/ 5820 w 10000"/>
                  <a:gd name="connsiteY35-6394" fmla="*/ 5981 h 10000"/>
                  <a:gd name="connsiteX36-6395" fmla="*/ 5547 w 10000"/>
                  <a:gd name="connsiteY36-6396" fmla="*/ 6312 h 10000"/>
                  <a:gd name="connsiteX37-6397" fmla="*/ 4695 w 10000"/>
                  <a:gd name="connsiteY37-6398" fmla="*/ 5834 h 10000"/>
                  <a:gd name="connsiteX38-6399" fmla="*/ 2510 w 10000"/>
                  <a:gd name="connsiteY38-6400" fmla="*/ 5852 h 10000"/>
                  <a:gd name="connsiteX39-6401" fmla="*/ 1545 w 10000"/>
                  <a:gd name="connsiteY39-6402" fmla="*/ 5981 h 10000"/>
                  <a:gd name="connsiteX40-6403" fmla="*/ 1208 w 10000"/>
                  <a:gd name="connsiteY40-6404" fmla="*/ 5431 h 10000"/>
                  <a:gd name="connsiteX41-6405" fmla="*/ 1514 w 10000"/>
                  <a:gd name="connsiteY41-6406" fmla="*/ 4386 h 10000"/>
                  <a:gd name="connsiteX42-6407" fmla="*/ 1561 w 10000"/>
                  <a:gd name="connsiteY42-6408" fmla="*/ 4203 h 10000"/>
                  <a:gd name="connsiteX43-6409" fmla="*/ 1787 w 10000"/>
                  <a:gd name="connsiteY43-6410" fmla="*/ 2991 h 10000"/>
                  <a:gd name="connsiteX44-6411" fmla="*/ 3136 w 10000"/>
                  <a:gd name="connsiteY44-6412" fmla="*/ 2606 h 10000"/>
                  <a:gd name="connsiteX45-6413" fmla="*/ 3876 w 10000"/>
                  <a:gd name="connsiteY45-6414" fmla="*/ 3799 h 10000"/>
                  <a:gd name="connsiteX46-6415" fmla="*/ 2703 w 10000"/>
                  <a:gd name="connsiteY46-6416" fmla="*/ 4569 h 10000"/>
                  <a:gd name="connsiteX47-6417" fmla="*/ 2719 w 10000"/>
                  <a:gd name="connsiteY47-6418" fmla="*/ 4808 h 10000"/>
                  <a:gd name="connsiteX48-6419" fmla="*/ 2927 w 10000"/>
                  <a:gd name="connsiteY48-6420" fmla="*/ 4771 h 10000"/>
                  <a:gd name="connsiteX49-6421" fmla="*/ 4744 w 10000"/>
                  <a:gd name="connsiteY49-6422" fmla="*/ 4423 h 10000"/>
                  <a:gd name="connsiteX50-6423" fmla="*/ 4937 w 10000"/>
                  <a:gd name="connsiteY50-6424" fmla="*/ 4423 h 10000"/>
                  <a:gd name="connsiteX51-6425" fmla="*/ 5804 w 10000"/>
                  <a:gd name="connsiteY51-6426" fmla="*/ 4184 h 10000"/>
                  <a:gd name="connsiteX52-6427" fmla="*/ 6383 w 10000"/>
                  <a:gd name="connsiteY52-6428" fmla="*/ 4973 h 10000"/>
                  <a:gd name="connsiteX53-6429" fmla="*/ 6512 w 10000"/>
                  <a:gd name="connsiteY53-6430" fmla="*/ 5119 h 10000"/>
                  <a:gd name="connsiteX54-6431" fmla="*/ 7572 w 10000"/>
                  <a:gd name="connsiteY54-6432" fmla="*/ 6532 h 10000"/>
                  <a:gd name="connsiteX55-6433" fmla="*/ 6991 w 10000"/>
                  <a:gd name="connsiteY55-6434" fmla="*/ 7909 h 10000"/>
                  <a:gd name="connsiteX56-6435" fmla="*/ 5483 w 10000"/>
                  <a:gd name="connsiteY56-6436" fmla="*/ 8218 h 10000"/>
                  <a:gd name="connsiteX57-6437" fmla="*/ 3490 w 10000"/>
                  <a:gd name="connsiteY57-6438" fmla="*/ 8053 h 10000"/>
                  <a:gd name="connsiteX58-6439" fmla="*/ 3345 w 10000"/>
                  <a:gd name="connsiteY58-6440" fmla="*/ 7357 h 10000"/>
                  <a:gd name="connsiteX59-6441" fmla="*/ 3586 w 10000"/>
                  <a:gd name="connsiteY59-6442" fmla="*/ 7082 h 10000"/>
                  <a:gd name="connsiteX60-6443" fmla="*/ 3683 w 10000"/>
                  <a:gd name="connsiteY60-6444" fmla="*/ 6880 h 10000"/>
                  <a:gd name="connsiteX61-6445" fmla="*/ 3490 w 10000"/>
                  <a:gd name="connsiteY61-6446" fmla="*/ 6770 h 10000"/>
                  <a:gd name="connsiteX62-6447" fmla="*/ 3072 w 10000"/>
                  <a:gd name="connsiteY62-6448" fmla="*/ 7247 h 10000"/>
                  <a:gd name="connsiteX63-6449" fmla="*/ 3249 w 10000"/>
                  <a:gd name="connsiteY63-6450" fmla="*/ 8255 h 10000"/>
                  <a:gd name="connsiteX64-6451" fmla="*/ 3249 w 10000"/>
                  <a:gd name="connsiteY64-6452" fmla="*/ 8273 h 10000"/>
                  <a:gd name="connsiteX65-6453" fmla="*/ 4680 w 10000"/>
                  <a:gd name="connsiteY65-6454" fmla="*/ 8825 h 10000"/>
                  <a:gd name="connsiteX66-6455" fmla="*/ 5354 w 10000"/>
                  <a:gd name="connsiteY66-6456" fmla="*/ 8677 h 10000"/>
                  <a:gd name="connsiteX67-6457" fmla="*/ 3393 w 10000"/>
                  <a:gd name="connsiteY67-6458" fmla="*/ 9998 h 10000"/>
                  <a:gd name="connsiteX68-6459" fmla="*/ 2253 w 10000"/>
                  <a:gd name="connsiteY68-6460" fmla="*/ 9228 h 10000"/>
                  <a:gd name="connsiteX69-6461" fmla="*/ 1224 w 10000"/>
                  <a:gd name="connsiteY69-6462" fmla="*/ 7137 h 10000"/>
                  <a:gd name="connsiteX70-6463" fmla="*/ 3 w 10000"/>
                  <a:gd name="connsiteY70-6464" fmla="*/ 4954 h 10000"/>
                  <a:gd name="connsiteX0-6465" fmla="*/ 3 w 10000"/>
                  <a:gd name="connsiteY0-6466" fmla="*/ 4954 h 10000"/>
                  <a:gd name="connsiteX1-6467" fmla="*/ 726 w 10000"/>
                  <a:gd name="connsiteY1-6468" fmla="*/ 3028 h 10000"/>
                  <a:gd name="connsiteX2-6469" fmla="*/ 1337 w 10000"/>
                  <a:gd name="connsiteY2-6470" fmla="*/ 1635 h 10000"/>
                  <a:gd name="connsiteX3-6471" fmla="*/ 3233 w 10000"/>
                  <a:gd name="connsiteY3-6472" fmla="*/ 773 h 10000"/>
                  <a:gd name="connsiteX4-6473" fmla="*/ 5997 w 10000"/>
                  <a:gd name="connsiteY4-6474" fmla="*/ 424 h 10000"/>
                  <a:gd name="connsiteX5-6475" fmla="*/ 8488 w 10000"/>
                  <a:gd name="connsiteY5-6476" fmla="*/ 1452 h 10000"/>
                  <a:gd name="connsiteX6-6477" fmla="*/ 9693 w 10000"/>
                  <a:gd name="connsiteY6-6478" fmla="*/ 4661 h 10000"/>
                  <a:gd name="connsiteX7-6479" fmla="*/ 7765 w 10000"/>
                  <a:gd name="connsiteY7-6480" fmla="*/ 5852 h 10000"/>
                  <a:gd name="connsiteX8-6481" fmla="*/ 6752 w 10000"/>
                  <a:gd name="connsiteY8-6482" fmla="*/ 4844 h 10000"/>
                  <a:gd name="connsiteX9-6483" fmla="*/ 7444 w 10000"/>
                  <a:gd name="connsiteY9-6484" fmla="*/ 2845 h 10000"/>
                  <a:gd name="connsiteX10-6485" fmla="*/ 8680 w 10000"/>
                  <a:gd name="connsiteY10-6486" fmla="*/ 2808 h 10000"/>
                  <a:gd name="connsiteX11-6487" fmla="*/ 8873 w 10000"/>
                  <a:gd name="connsiteY11-6488" fmla="*/ 3799 h 10000"/>
                  <a:gd name="connsiteX12-6489" fmla="*/ 8568 w 10000"/>
                  <a:gd name="connsiteY12-6490" fmla="*/ 4203 h 10000"/>
                  <a:gd name="connsiteX13-6491" fmla="*/ 7941 w 10000"/>
                  <a:gd name="connsiteY13-6492" fmla="*/ 4184 h 10000"/>
                  <a:gd name="connsiteX14-6493" fmla="*/ 7748 w 10000"/>
                  <a:gd name="connsiteY14-6494" fmla="*/ 4276 h 10000"/>
                  <a:gd name="connsiteX15-6495" fmla="*/ 7829 w 10000"/>
                  <a:gd name="connsiteY15-6496" fmla="*/ 4496 h 10000"/>
                  <a:gd name="connsiteX16-6497" fmla="*/ 8664 w 10000"/>
                  <a:gd name="connsiteY16-6498" fmla="*/ 4514 h 10000"/>
                  <a:gd name="connsiteX17-6499" fmla="*/ 9163 w 10000"/>
                  <a:gd name="connsiteY17-6500" fmla="*/ 3928 h 10000"/>
                  <a:gd name="connsiteX18-6501" fmla="*/ 8857 w 10000"/>
                  <a:gd name="connsiteY18-6502" fmla="*/ 2533 h 10000"/>
                  <a:gd name="connsiteX19-6503" fmla="*/ 7637 w 10000"/>
                  <a:gd name="connsiteY19-6504" fmla="*/ 2350 h 10000"/>
                  <a:gd name="connsiteX20-6505" fmla="*/ 6720 w 10000"/>
                  <a:gd name="connsiteY20-6506" fmla="*/ 1360 h 10000"/>
                  <a:gd name="connsiteX21-6507" fmla="*/ 5627 w 10000"/>
                  <a:gd name="connsiteY21-6508" fmla="*/ 1470 h 10000"/>
                  <a:gd name="connsiteX22-6509" fmla="*/ 4390 w 10000"/>
                  <a:gd name="connsiteY22-6510" fmla="*/ 902 h 10000"/>
                  <a:gd name="connsiteX23-6511" fmla="*/ 3442 w 10000"/>
                  <a:gd name="connsiteY23-6512" fmla="*/ 1543 h 10000"/>
                  <a:gd name="connsiteX24-6513" fmla="*/ 3201 w 10000"/>
                  <a:gd name="connsiteY24-6514" fmla="*/ 2277 h 10000"/>
                  <a:gd name="connsiteX25-6515" fmla="*/ 1578 w 10000"/>
                  <a:gd name="connsiteY25-6516" fmla="*/ 2771 h 10000"/>
                  <a:gd name="connsiteX26-6517" fmla="*/ 1257 w 10000"/>
                  <a:gd name="connsiteY26-6518" fmla="*/ 4203 h 10000"/>
                  <a:gd name="connsiteX27-6519" fmla="*/ 902 w 10000"/>
                  <a:gd name="connsiteY27-6520" fmla="*/ 5486 h 10000"/>
                  <a:gd name="connsiteX28-6521" fmla="*/ 1417 w 10000"/>
                  <a:gd name="connsiteY28-6522" fmla="*/ 6294 h 10000"/>
                  <a:gd name="connsiteX29-6523" fmla="*/ 2670 w 10000"/>
                  <a:gd name="connsiteY29-6524" fmla="*/ 6129 h 10000"/>
                  <a:gd name="connsiteX30-6525" fmla="*/ 4518 w 10000"/>
                  <a:gd name="connsiteY30-6526" fmla="*/ 6092 h 10000"/>
                  <a:gd name="connsiteX31-6527" fmla="*/ 5531 w 10000"/>
                  <a:gd name="connsiteY31-6528" fmla="*/ 6642 h 10000"/>
                  <a:gd name="connsiteX32-6529" fmla="*/ 5611 w 10000"/>
                  <a:gd name="connsiteY32-6530" fmla="*/ 6642 h 10000"/>
                  <a:gd name="connsiteX33-6531" fmla="*/ 6093 w 10000"/>
                  <a:gd name="connsiteY33-6532" fmla="*/ 6129 h 10000"/>
                  <a:gd name="connsiteX34-6533" fmla="*/ 6013 w 10000"/>
                  <a:gd name="connsiteY34-6534" fmla="*/ 5907 h 10000"/>
                  <a:gd name="connsiteX35-6535" fmla="*/ 5820 w 10000"/>
                  <a:gd name="connsiteY35-6536" fmla="*/ 5981 h 10000"/>
                  <a:gd name="connsiteX36-6537" fmla="*/ 5547 w 10000"/>
                  <a:gd name="connsiteY36-6538" fmla="*/ 6312 h 10000"/>
                  <a:gd name="connsiteX37-6539" fmla="*/ 4695 w 10000"/>
                  <a:gd name="connsiteY37-6540" fmla="*/ 5834 h 10000"/>
                  <a:gd name="connsiteX38-6541" fmla="*/ 2510 w 10000"/>
                  <a:gd name="connsiteY38-6542" fmla="*/ 5852 h 10000"/>
                  <a:gd name="connsiteX39-6543" fmla="*/ 1545 w 10000"/>
                  <a:gd name="connsiteY39-6544" fmla="*/ 5981 h 10000"/>
                  <a:gd name="connsiteX40-6545" fmla="*/ 1208 w 10000"/>
                  <a:gd name="connsiteY40-6546" fmla="*/ 5431 h 10000"/>
                  <a:gd name="connsiteX41-6547" fmla="*/ 1514 w 10000"/>
                  <a:gd name="connsiteY41-6548" fmla="*/ 4386 h 10000"/>
                  <a:gd name="connsiteX42-6549" fmla="*/ 1561 w 10000"/>
                  <a:gd name="connsiteY42-6550" fmla="*/ 4203 h 10000"/>
                  <a:gd name="connsiteX43-6551" fmla="*/ 1787 w 10000"/>
                  <a:gd name="connsiteY43-6552" fmla="*/ 2991 h 10000"/>
                  <a:gd name="connsiteX44-6553" fmla="*/ 3136 w 10000"/>
                  <a:gd name="connsiteY44-6554" fmla="*/ 2606 h 10000"/>
                  <a:gd name="connsiteX45-6555" fmla="*/ 3876 w 10000"/>
                  <a:gd name="connsiteY45-6556" fmla="*/ 3799 h 10000"/>
                  <a:gd name="connsiteX46-6557" fmla="*/ 2703 w 10000"/>
                  <a:gd name="connsiteY46-6558" fmla="*/ 4569 h 10000"/>
                  <a:gd name="connsiteX47-6559" fmla="*/ 2719 w 10000"/>
                  <a:gd name="connsiteY47-6560" fmla="*/ 4808 h 10000"/>
                  <a:gd name="connsiteX48-6561" fmla="*/ 2927 w 10000"/>
                  <a:gd name="connsiteY48-6562" fmla="*/ 4771 h 10000"/>
                  <a:gd name="connsiteX49-6563" fmla="*/ 4744 w 10000"/>
                  <a:gd name="connsiteY49-6564" fmla="*/ 4423 h 10000"/>
                  <a:gd name="connsiteX50-6565" fmla="*/ 4937 w 10000"/>
                  <a:gd name="connsiteY50-6566" fmla="*/ 4423 h 10000"/>
                  <a:gd name="connsiteX51-6567" fmla="*/ 5804 w 10000"/>
                  <a:gd name="connsiteY51-6568" fmla="*/ 4184 h 10000"/>
                  <a:gd name="connsiteX52-6569" fmla="*/ 6383 w 10000"/>
                  <a:gd name="connsiteY52-6570" fmla="*/ 4973 h 10000"/>
                  <a:gd name="connsiteX53-6571" fmla="*/ 6512 w 10000"/>
                  <a:gd name="connsiteY53-6572" fmla="*/ 5119 h 10000"/>
                  <a:gd name="connsiteX54-6573" fmla="*/ 7572 w 10000"/>
                  <a:gd name="connsiteY54-6574" fmla="*/ 6532 h 10000"/>
                  <a:gd name="connsiteX55-6575" fmla="*/ 6991 w 10000"/>
                  <a:gd name="connsiteY55-6576" fmla="*/ 7909 h 10000"/>
                  <a:gd name="connsiteX56-6577" fmla="*/ 5483 w 10000"/>
                  <a:gd name="connsiteY56-6578" fmla="*/ 8218 h 10000"/>
                  <a:gd name="connsiteX57-6579" fmla="*/ 3490 w 10000"/>
                  <a:gd name="connsiteY57-6580" fmla="*/ 8053 h 10000"/>
                  <a:gd name="connsiteX58-6581" fmla="*/ 3345 w 10000"/>
                  <a:gd name="connsiteY58-6582" fmla="*/ 7357 h 10000"/>
                  <a:gd name="connsiteX59-6583" fmla="*/ 3586 w 10000"/>
                  <a:gd name="connsiteY59-6584" fmla="*/ 7082 h 10000"/>
                  <a:gd name="connsiteX60-6585" fmla="*/ 3683 w 10000"/>
                  <a:gd name="connsiteY60-6586" fmla="*/ 6880 h 10000"/>
                  <a:gd name="connsiteX61-6587" fmla="*/ 3490 w 10000"/>
                  <a:gd name="connsiteY61-6588" fmla="*/ 6770 h 10000"/>
                  <a:gd name="connsiteX62-6589" fmla="*/ 3072 w 10000"/>
                  <a:gd name="connsiteY62-6590" fmla="*/ 7247 h 10000"/>
                  <a:gd name="connsiteX63-6591" fmla="*/ 3249 w 10000"/>
                  <a:gd name="connsiteY63-6592" fmla="*/ 8255 h 10000"/>
                  <a:gd name="connsiteX64-6593" fmla="*/ 3249 w 10000"/>
                  <a:gd name="connsiteY64-6594" fmla="*/ 8273 h 10000"/>
                  <a:gd name="connsiteX65-6595" fmla="*/ 4680 w 10000"/>
                  <a:gd name="connsiteY65-6596" fmla="*/ 8825 h 10000"/>
                  <a:gd name="connsiteX66-6597" fmla="*/ 5354 w 10000"/>
                  <a:gd name="connsiteY66-6598" fmla="*/ 8677 h 10000"/>
                  <a:gd name="connsiteX67-6599" fmla="*/ 3393 w 10000"/>
                  <a:gd name="connsiteY67-6600" fmla="*/ 9998 h 10000"/>
                  <a:gd name="connsiteX68-6601" fmla="*/ 2253 w 10000"/>
                  <a:gd name="connsiteY68-6602" fmla="*/ 9228 h 10000"/>
                  <a:gd name="connsiteX69-6603" fmla="*/ 1224 w 10000"/>
                  <a:gd name="connsiteY69-6604" fmla="*/ 7137 h 10000"/>
                  <a:gd name="connsiteX70-6605" fmla="*/ 3 w 10000"/>
                  <a:gd name="connsiteY70-6606" fmla="*/ 4954 h 10000"/>
                </a:gdLst>
                <a:cxnLst>
                  <a:cxn ang="0">
                    <a:pos x="connsiteX0-6465" y="connsiteY0-6466"/>
                  </a:cxn>
                  <a:cxn ang="0">
                    <a:pos x="connsiteX1-6467" y="connsiteY1-6468"/>
                  </a:cxn>
                  <a:cxn ang="0">
                    <a:pos x="connsiteX2-6469" y="connsiteY2-6470"/>
                  </a:cxn>
                  <a:cxn ang="0">
                    <a:pos x="connsiteX3-6471" y="connsiteY3-6472"/>
                  </a:cxn>
                  <a:cxn ang="0">
                    <a:pos x="connsiteX4-6473" y="connsiteY4-6474"/>
                  </a:cxn>
                  <a:cxn ang="0">
                    <a:pos x="connsiteX5-6475" y="connsiteY5-6476"/>
                  </a:cxn>
                  <a:cxn ang="0">
                    <a:pos x="connsiteX6-6477" y="connsiteY6-6478"/>
                  </a:cxn>
                  <a:cxn ang="0">
                    <a:pos x="connsiteX7-6479" y="connsiteY7-6480"/>
                  </a:cxn>
                  <a:cxn ang="0">
                    <a:pos x="connsiteX8-6481" y="connsiteY8-6482"/>
                  </a:cxn>
                  <a:cxn ang="0">
                    <a:pos x="connsiteX9-6483" y="connsiteY9-6484"/>
                  </a:cxn>
                  <a:cxn ang="0">
                    <a:pos x="connsiteX10-6485" y="connsiteY10-6486"/>
                  </a:cxn>
                  <a:cxn ang="0">
                    <a:pos x="connsiteX11-6487" y="connsiteY11-6488"/>
                  </a:cxn>
                  <a:cxn ang="0">
                    <a:pos x="connsiteX12-6489" y="connsiteY12-6490"/>
                  </a:cxn>
                  <a:cxn ang="0">
                    <a:pos x="connsiteX13-6491" y="connsiteY13-6492"/>
                  </a:cxn>
                  <a:cxn ang="0">
                    <a:pos x="connsiteX14-6493" y="connsiteY14-6494"/>
                  </a:cxn>
                  <a:cxn ang="0">
                    <a:pos x="connsiteX15-6495" y="connsiteY15-6496"/>
                  </a:cxn>
                  <a:cxn ang="0">
                    <a:pos x="connsiteX16-6497" y="connsiteY16-6498"/>
                  </a:cxn>
                  <a:cxn ang="0">
                    <a:pos x="connsiteX17-6499" y="connsiteY17-6500"/>
                  </a:cxn>
                  <a:cxn ang="0">
                    <a:pos x="connsiteX18-6501" y="connsiteY18-6502"/>
                  </a:cxn>
                  <a:cxn ang="0">
                    <a:pos x="connsiteX19-6503" y="connsiteY19-6504"/>
                  </a:cxn>
                  <a:cxn ang="0">
                    <a:pos x="connsiteX20-6505" y="connsiteY20-6506"/>
                  </a:cxn>
                  <a:cxn ang="0">
                    <a:pos x="connsiteX21-6507" y="connsiteY21-6508"/>
                  </a:cxn>
                  <a:cxn ang="0">
                    <a:pos x="connsiteX22-6509" y="connsiteY22-6510"/>
                  </a:cxn>
                  <a:cxn ang="0">
                    <a:pos x="connsiteX23-6511" y="connsiteY23-6512"/>
                  </a:cxn>
                  <a:cxn ang="0">
                    <a:pos x="connsiteX24-6513" y="connsiteY24-6514"/>
                  </a:cxn>
                  <a:cxn ang="0">
                    <a:pos x="connsiteX25-6515" y="connsiteY25-6516"/>
                  </a:cxn>
                  <a:cxn ang="0">
                    <a:pos x="connsiteX26-6517" y="connsiteY26-6518"/>
                  </a:cxn>
                  <a:cxn ang="0">
                    <a:pos x="connsiteX27-6519" y="connsiteY27-6520"/>
                  </a:cxn>
                  <a:cxn ang="0">
                    <a:pos x="connsiteX28-6521" y="connsiteY28-6522"/>
                  </a:cxn>
                  <a:cxn ang="0">
                    <a:pos x="connsiteX29-6523" y="connsiteY29-6524"/>
                  </a:cxn>
                  <a:cxn ang="0">
                    <a:pos x="connsiteX30-6525" y="connsiteY30-6526"/>
                  </a:cxn>
                  <a:cxn ang="0">
                    <a:pos x="connsiteX31-6527" y="connsiteY31-6528"/>
                  </a:cxn>
                  <a:cxn ang="0">
                    <a:pos x="connsiteX32-6529" y="connsiteY32-6530"/>
                  </a:cxn>
                  <a:cxn ang="0">
                    <a:pos x="connsiteX33-6531" y="connsiteY33-6532"/>
                  </a:cxn>
                  <a:cxn ang="0">
                    <a:pos x="connsiteX34-6533" y="connsiteY34-6534"/>
                  </a:cxn>
                  <a:cxn ang="0">
                    <a:pos x="connsiteX35-6535" y="connsiteY35-6536"/>
                  </a:cxn>
                  <a:cxn ang="0">
                    <a:pos x="connsiteX36-6537" y="connsiteY36-6538"/>
                  </a:cxn>
                  <a:cxn ang="0">
                    <a:pos x="connsiteX37-6539" y="connsiteY37-6540"/>
                  </a:cxn>
                  <a:cxn ang="0">
                    <a:pos x="connsiteX38-6541" y="connsiteY38-6542"/>
                  </a:cxn>
                  <a:cxn ang="0">
                    <a:pos x="connsiteX39-6543" y="connsiteY39-6544"/>
                  </a:cxn>
                  <a:cxn ang="0">
                    <a:pos x="connsiteX40-6545" y="connsiteY40-6546"/>
                  </a:cxn>
                  <a:cxn ang="0">
                    <a:pos x="connsiteX41-6547" y="connsiteY41-6548"/>
                  </a:cxn>
                  <a:cxn ang="0">
                    <a:pos x="connsiteX42-6549" y="connsiteY42-6550"/>
                  </a:cxn>
                  <a:cxn ang="0">
                    <a:pos x="connsiteX43-6551" y="connsiteY43-6552"/>
                  </a:cxn>
                  <a:cxn ang="0">
                    <a:pos x="connsiteX44-6553" y="connsiteY44-6554"/>
                  </a:cxn>
                  <a:cxn ang="0">
                    <a:pos x="connsiteX45-6555" y="connsiteY45-6556"/>
                  </a:cxn>
                  <a:cxn ang="0">
                    <a:pos x="connsiteX46-6557" y="connsiteY46-6558"/>
                  </a:cxn>
                  <a:cxn ang="0">
                    <a:pos x="connsiteX47-6559" y="connsiteY47-6560"/>
                  </a:cxn>
                  <a:cxn ang="0">
                    <a:pos x="connsiteX48-6561" y="connsiteY48-6562"/>
                  </a:cxn>
                  <a:cxn ang="0">
                    <a:pos x="connsiteX49-6563" y="connsiteY49-6564"/>
                  </a:cxn>
                  <a:cxn ang="0">
                    <a:pos x="connsiteX50-6565" y="connsiteY50-6566"/>
                  </a:cxn>
                  <a:cxn ang="0">
                    <a:pos x="connsiteX51-6567" y="connsiteY51-6568"/>
                  </a:cxn>
                  <a:cxn ang="0">
                    <a:pos x="connsiteX52-6569" y="connsiteY52-6570"/>
                  </a:cxn>
                  <a:cxn ang="0">
                    <a:pos x="connsiteX53-6571" y="connsiteY53-6572"/>
                  </a:cxn>
                  <a:cxn ang="0">
                    <a:pos x="connsiteX54-6573" y="connsiteY54-6574"/>
                  </a:cxn>
                  <a:cxn ang="0">
                    <a:pos x="connsiteX55-6575" y="connsiteY55-6576"/>
                  </a:cxn>
                  <a:cxn ang="0">
                    <a:pos x="connsiteX56-6577" y="connsiteY56-6578"/>
                  </a:cxn>
                  <a:cxn ang="0">
                    <a:pos x="connsiteX57-6579" y="connsiteY57-6580"/>
                  </a:cxn>
                  <a:cxn ang="0">
                    <a:pos x="connsiteX58-6581" y="connsiteY58-6582"/>
                  </a:cxn>
                  <a:cxn ang="0">
                    <a:pos x="connsiteX59-6583" y="connsiteY59-6584"/>
                  </a:cxn>
                  <a:cxn ang="0">
                    <a:pos x="connsiteX60-6585" y="connsiteY60-6586"/>
                  </a:cxn>
                  <a:cxn ang="0">
                    <a:pos x="connsiteX61-6587" y="connsiteY61-6588"/>
                  </a:cxn>
                  <a:cxn ang="0">
                    <a:pos x="connsiteX62-6589" y="connsiteY62-6590"/>
                  </a:cxn>
                  <a:cxn ang="0">
                    <a:pos x="connsiteX63-6591" y="connsiteY63-6592"/>
                  </a:cxn>
                  <a:cxn ang="0">
                    <a:pos x="connsiteX64-6593" y="connsiteY64-6594"/>
                  </a:cxn>
                  <a:cxn ang="0">
                    <a:pos x="connsiteX65-6595" y="connsiteY65-6596"/>
                  </a:cxn>
                  <a:cxn ang="0">
                    <a:pos x="connsiteX66-6597" y="connsiteY66-6598"/>
                  </a:cxn>
                  <a:cxn ang="0">
                    <a:pos x="connsiteX67-6599" y="connsiteY67-6600"/>
                  </a:cxn>
                  <a:cxn ang="0">
                    <a:pos x="connsiteX68-6601" y="connsiteY68-6602"/>
                  </a:cxn>
                  <a:cxn ang="0">
                    <a:pos x="connsiteX69-6603" y="connsiteY69-6604"/>
                  </a:cxn>
                  <a:cxn ang="0">
                    <a:pos x="connsiteX70-6605" y="connsiteY70-6606"/>
                  </a:cxn>
                </a:cxnLst>
                <a:rect l="l" t="t" r="r" b="b"/>
                <a:pathLst>
                  <a:path w="10000" h="10000">
                    <a:moveTo>
                      <a:pt x="3" y="4954"/>
                    </a:moveTo>
                    <a:cubicBezTo>
                      <a:pt x="35" y="3561"/>
                      <a:pt x="726" y="3028"/>
                      <a:pt x="726" y="3028"/>
                    </a:cubicBezTo>
                    <a:cubicBezTo>
                      <a:pt x="726" y="3028"/>
                      <a:pt x="806" y="2350"/>
                      <a:pt x="1337" y="1635"/>
                    </a:cubicBezTo>
                    <a:cubicBezTo>
                      <a:pt x="2173" y="589"/>
                      <a:pt x="3233" y="773"/>
                      <a:pt x="3233" y="773"/>
                    </a:cubicBezTo>
                    <a:cubicBezTo>
                      <a:pt x="4598" y="-731"/>
                      <a:pt x="5997" y="424"/>
                      <a:pt x="5997" y="424"/>
                    </a:cubicBezTo>
                    <a:cubicBezTo>
                      <a:pt x="7941" y="-291"/>
                      <a:pt x="8488" y="1452"/>
                      <a:pt x="8488" y="1452"/>
                    </a:cubicBezTo>
                    <a:cubicBezTo>
                      <a:pt x="9596" y="1580"/>
                      <a:pt x="10497" y="3065"/>
                      <a:pt x="9693" y="4661"/>
                    </a:cubicBezTo>
                    <a:cubicBezTo>
                      <a:pt x="9066" y="5889"/>
                      <a:pt x="8150" y="5907"/>
                      <a:pt x="7765" y="5852"/>
                    </a:cubicBezTo>
                    <a:cubicBezTo>
                      <a:pt x="7637" y="5467"/>
                      <a:pt x="7347" y="5027"/>
                      <a:pt x="6752" y="4844"/>
                    </a:cubicBezTo>
                    <a:cubicBezTo>
                      <a:pt x="6752" y="4771"/>
                      <a:pt x="6672" y="3469"/>
                      <a:pt x="7444" y="2845"/>
                    </a:cubicBezTo>
                    <a:cubicBezTo>
                      <a:pt x="7893" y="2478"/>
                      <a:pt x="8391" y="2570"/>
                      <a:pt x="8680" y="2808"/>
                    </a:cubicBezTo>
                    <a:cubicBezTo>
                      <a:pt x="8937" y="3046"/>
                      <a:pt x="9019" y="3396"/>
                      <a:pt x="8873" y="3799"/>
                    </a:cubicBezTo>
                    <a:cubicBezTo>
                      <a:pt x="8809" y="4001"/>
                      <a:pt x="8697" y="4129"/>
                      <a:pt x="8568" y="4203"/>
                    </a:cubicBezTo>
                    <a:cubicBezTo>
                      <a:pt x="8279" y="4331"/>
                      <a:pt x="7957" y="4184"/>
                      <a:pt x="7941" y="4184"/>
                    </a:cubicBezTo>
                    <a:cubicBezTo>
                      <a:pt x="7877" y="4148"/>
                      <a:pt x="7781" y="4184"/>
                      <a:pt x="7748" y="4276"/>
                    </a:cubicBezTo>
                    <a:cubicBezTo>
                      <a:pt x="7717" y="4349"/>
                      <a:pt x="7748" y="4459"/>
                      <a:pt x="7829" y="4496"/>
                    </a:cubicBezTo>
                    <a:cubicBezTo>
                      <a:pt x="7845" y="4496"/>
                      <a:pt x="8279" y="4698"/>
                      <a:pt x="8664" y="4514"/>
                    </a:cubicBezTo>
                    <a:cubicBezTo>
                      <a:pt x="8890" y="4404"/>
                      <a:pt x="9050" y="4203"/>
                      <a:pt x="9163" y="3928"/>
                    </a:cubicBezTo>
                    <a:cubicBezTo>
                      <a:pt x="9339" y="3378"/>
                      <a:pt x="9227" y="2863"/>
                      <a:pt x="8857" y="2533"/>
                    </a:cubicBezTo>
                    <a:cubicBezTo>
                      <a:pt x="8520" y="2240"/>
                      <a:pt x="8054" y="2185"/>
                      <a:pt x="7637" y="2350"/>
                    </a:cubicBezTo>
                    <a:cubicBezTo>
                      <a:pt x="7555" y="2002"/>
                      <a:pt x="7315" y="1507"/>
                      <a:pt x="6720" y="1360"/>
                    </a:cubicBezTo>
                    <a:cubicBezTo>
                      <a:pt x="6142" y="1195"/>
                      <a:pt x="5804" y="1342"/>
                      <a:pt x="5627" y="1470"/>
                    </a:cubicBezTo>
                    <a:cubicBezTo>
                      <a:pt x="5419" y="1158"/>
                      <a:pt x="5001" y="792"/>
                      <a:pt x="4390" y="902"/>
                    </a:cubicBezTo>
                    <a:cubicBezTo>
                      <a:pt x="3892" y="993"/>
                      <a:pt x="3602" y="1305"/>
                      <a:pt x="3442" y="1543"/>
                    </a:cubicBezTo>
                    <a:cubicBezTo>
                      <a:pt x="3297" y="1763"/>
                      <a:pt x="3217" y="2020"/>
                      <a:pt x="3201" y="2277"/>
                    </a:cubicBezTo>
                    <a:cubicBezTo>
                      <a:pt x="2622" y="2112"/>
                      <a:pt x="1963" y="2313"/>
                      <a:pt x="1578" y="2771"/>
                    </a:cubicBezTo>
                    <a:cubicBezTo>
                      <a:pt x="1257" y="3138"/>
                      <a:pt x="1144" y="3634"/>
                      <a:pt x="1257" y="4203"/>
                    </a:cubicBezTo>
                    <a:cubicBezTo>
                      <a:pt x="1112" y="4368"/>
                      <a:pt x="822" y="4771"/>
                      <a:pt x="902" y="5486"/>
                    </a:cubicBezTo>
                    <a:cubicBezTo>
                      <a:pt x="951" y="5852"/>
                      <a:pt x="1144" y="6147"/>
                      <a:pt x="1417" y="6294"/>
                    </a:cubicBezTo>
                    <a:cubicBezTo>
                      <a:pt x="1787" y="6477"/>
                      <a:pt x="2269" y="6422"/>
                      <a:pt x="2670" y="6129"/>
                    </a:cubicBezTo>
                    <a:cubicBezTo>
                      <a:pt x="3233" y="5724"/>
                      <a:pt x="4101" y="5706"/>
                      <a:pt x="4518" y="6092"/>
                    </a:cubicBezTo>
                    <a:cubicBezTo>
                      <a:pt x="4824" y="6385"/>
                      <a:pt x="5194" y="6679"/>
                      <a:pt x="5531" y="6642"/>
                    </a:cubicBezTo>
                    <a:lnTo>
                      <a:pt x="5611" y="6642"/>
                    </a:lnTo>
                    <a:cubicBezTo>
                      <a:pt x="5804" y="6587"/>
                      <a:pt x="5965" y="6422"/>
                      <a:pt x="6093" y="6129"/>
                    </a:cubicBezTo>
                    <a:cubicBezTo>
                      <a:pt x="6126" y="6055"/>
                      <a:pt x="6093" y="5944"/>
                      <a:pt x="6013" y="5907"/>
                    </a:cubicBezTo>
                    <a:cubicBezTo>
                      <a:pt x="5949" y="5871"/>
                      <a:pt x="5853" y="5907"/>
                      <a:pt x="5820" y="5981"/>
                    </a:cubicBezTo>
                    <a:cubicBezTo>
                      <a:pt x="5740" y="6165"/>
                      <a:pt x="5660" y="6275"/>
                      <a:pt x="5547" y="6312"/>
                    </a:cubicBezTo>
                    <a:cubicBezTo>
                      <a:pt x="5306" y="6367"/>
                      <a:pt x="4953" y="6055"/>
                      <a:pt x="4695" y="5834"/>
                    </a:cubicBezTo>
                    <a:cubicBezTo>
                      <a:pt x="4197" y="5339"/>
                      <a:pt x="3185" y="5357"/>
                      <a:pt x="2510" y="5852"/>
                    </a:cubicBezTo>
                    <a:cubicBezTo>
                      <a:pt x="2188" y="6074"/>
                      <a:pt x="1818" y="6129"/>
                      <a:pt x="1545" y="5981"/>
                    </a:cubicBezTo>
                    <a:cubicBezTo>
                      <a:pt x="1353" y="5889"/>
                      <a:pt x="1241" y="5687"/>
                      <a:pt x="1208" y="5431"/>
                    </a:cubicBezTo>
                    <a:cubicBezTo>
                      <a:pt x="1112" y="4716"/>
                      <a:pt x="1497" y="4386"/>
                      <a:pt x="1514" y="4386"/>
                    </a:cubicBezTo>
                    <a:cubicBezTo>
                      <a:pt x="1561" y="4349"/>
                      <a:pt x="1578" y="4276"/>
                      <a:pt x="1561" y="4203"/>
                    </a:cubicBezTo>
                    <a:cubicBezTo>
                      <a:pt x="1450" y="3726"/>
                      <a:pt x="1514" y="3303"/>
                      <a:pt x="1787" y="2991"/>
                    </a:cubicBezTo>
                    <a:cubicBezTo>
                      <a:pt x="2108" y="2625"/>
                      <a:pt x="2654" y="2460"/>
                      <a:pt x="3136" y="2606"/>
                    </a:cubicBezTo>
                    <a:cubicBezTo>
                      <a:pt x="3763" y="2790"/>
                      <a:pt x="3859" y="3561"/>
                      <a:pt x="3876" y="3799"/>
                    </a:cubicBezTo>
                    <a:cubicBezTo>
                      <a:pt x="3506" y="3836"/>
                      <a:pt x="3089" y="4019"/>
                      <a:pt x="2703" y="4569"/>
                    </a:cubicBezTo>
                    <a:cubicBezTo>
                      <a:pt x="2639" y="4643"/>
                      <a:pt x="2654" y="4734"/>
                      <a:pt x="2719" y="4808"/>
                    </a:cubicBezTo>
                    <a:cubicBezTo>
                      <a:pt x="2783" y="4863"/>
                      <a:pt x="2879" y="4844"/>
                      <a:pt x="2927" y="4771"/>
                    </a:cubicBezTo>
                    <a:cubicBezTo>
                      <a:pt x="3763" y="3616"/>
                      <a:pt x="4711" y="4404"/>
                      <a:pt x="4744" y="4423"/>
                    </a:cubicBezTo>
                    <a:cubicBezTo>
                      <a:pt x="4808" y="4478"/>
                      <a:pt x="4888" y="4478"/>
                      <a:pt x="4937" y="4423"/>
                    </a:cubicBezTo>
                    <a:cubicBezTo>
                      <a:pt x="4953" y="4404"/>
                      <a:pt x="5290" y="4074"/>
                      <a:pt x="5804" y="4184"/>
                    </a:cubicBezTo>
                    <a:cubicBezTo>
                      <a:pt x="6302" y="4294"/>
                      <a:pt x="6383" y="4973"/>
                      <a:pt x="6383" y="4973"/>
                    </a:cubicBezTo>
                    <a:cubicBezTo>
                      <a:pt x="6399" y="5046"/>
                      <a:pt x="6447" y="5101"/>
                      <a:pt x="6512" y="5119"/>
                    </a:cubicBezTo>
                    <a:cubicBezTo>
                      <a:pt x="7637" y="5357"/>
                      <a:pt x="7650" y="6240"/>
                      <a:pt x="7572" y="6532"/>
                    </a:cubicBezTo>
                    <a:cubicBezTo>
                      <a:pt x="7725" y="7073"/>
                      <a:pt x="7245" y="7742"/>
                      <a:pt x="6991" y="7909"/>
                    </a:cubicBezTo>
                    <a:cubicBezTo>
                      <a:pt x="6359" y="8325"/>
                      <a:pt x="6075" y="8199"/>
                      <a:pt x="5483" y="8218"/>
                    </a:cubicBezTo>
                    <a:cubicBezTo>
                      <a:pt x="4314" y="8808"/>
                      <a:pt x="3635" y="8328"/>
                      <a:pt x="3490" y="8053"/>
                    </a:cubicBezTo>
                    <a:cubicBezTo>
                      <a:pt x="3345" y="7778"/>
                      <a:pt x="3297" y="7540"/>
                      <a:pt x="3345" y="7357"/>
                    </a:cubicBezTo>
                    <a:cubicBezTo>
                      <a:pt x="3409" y="7155"/>
                      <a:pt x="3586" y="7082"/>
                      <a:pt x="3586" y="7082"/>
                    </a:cubicBezTo>
                    <a:cubicBezTo>
                      <a:pt x="3666" y="7064"/>
                      <a:pt x="3715" y="6954"/>
                      <a:pt x="3683" y="6880"/>
                    </a:cubicBezTo>
                    <a:cubicBezTo>
                      <a:pt x="3651" y="6789"/>
                      <a:pt x="3571" y="6734"/>
                      <a:pt x="3490" y="6770"/>
                    </a:cubicBezTo>
                    <a:cubicBezTo>
                      <a:pt x="3474" y="6770"/>
                      <a:pt x="3185" y="6899"/>
                      <a:pt x="3072" y="7247"/>
                    </a:cubicBezTo>
                    <a:cubicBezTo>
                      <a:pt x="2976" y="7522"/>
                      <a:pt x="3040" y="7870"/>
                      <a:pt x="3249" y="8255"/>
                    </a:cubicBezTo>
                    <a:lnTo>
                      <a:pt x="3249" y="8273"/>
                    </a:lnTo>
                    <a:cubicBezTo>
                      <a:pt x="3635" y="8788"/>
                      <a:pt x="4197" y="8880"/>
                      <a:pt x="4680" y="8825"/>
                    </a:cubicBezTo>
                    <a:cubicBezTo>
                      <a:pt x="4937" y="8806"/>
                      <a:pt x="5177" y="8733"/>
                      <a:pt x="5354" y="8677"/>
                    </a:cubicBezTo>
                    <a:cubicBezTo>
                      <a:pt x="5001" y="9558"/>
                      <a:pt x="4229" y="9961"/>
                      <a:pt x="3393" y="9998"/>
                    </a:cubicBezTo>
                    <a:cubicBezTo>
                      <a:pt x="2430" y="10053"/>
                      <a:pt x="2253" y="9228"/>
                      <a:pt x="2253" y="9228"/>
                    </a:cubicBezTo>
                    <a:cubicBezTo>
                      <a:pt x="935" y="8640"/>
                      <a:pt x="1224" y="7137"/>
                      <a:pt x="1224" y="7137"/>
                    </a:cubicBezTo>
                    <a:cubicBezTo>
                      <a:pt x="678" y="7045"/>
                      <a:pt x="-45" y="6349"/>
                      <a:pt x="3" y="4954"/>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p>
            </p:txBody>
          </p:sp>
        </p:grpSp>
      </p:grpSp>
      <p:sp>
        <p:nvSpPr>
          <p:cNvPr id="171" name="Rectangle 66">
            <a:extLst>
              <a:ext uri="{FF2B5EF4-FFF2-40B4-BE49-F238E27FC236}">
                <a16:creationId xmlns:a16="http://schemas.microsoft.com/office/drawing/2014/main" id="{7D4D0445-7433-4C98-A687-3388B4198676}"/>
              </a:ext>
            </a:extLst>
          </p:cNvPr>
          <p:cNvSpPr>
            <a:spLocks noChangeArrowheads="1"/>
          </p:cNvSpPr>
          <p:nvPr/>
        </p:nvSpPr>
        <p:spPr bwMode="auto">
          <a:xfrm>
            <a:off x="6578930" y="2126414"/>
            <a:ext cx="3936437" cy="5217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nSpc>
                <a:spcPct val="150000"/>
              </a:lnSpc>
            </a:pPr>
            <a:r>
              <a:rPr lang="zh-CN" altLang="en-US" sz="1200">
                <a:solidFill>
                  <a:schemeClr val="tx1">
                    <a:lumMod val="85000"/>
                    <a:lumOff val="15000"/>
                  </a:schemeClr>
                </a:solidFill>
                <a:latin typeface="思源黑体旧字形 Normal" panose="020b0400000000000000" pitchFamily="34" charset="-128"/>
                <a:ea typeface="思源黑体旧字形 Normal" panose="020b0400000000000000" pitchFamily="34" charset="-128"/>
              </a:rPr>
              <a:t>点击输入简要文字内容，文字内容需概括精炼，不用多余的文字修饰，言简意赅的说明分项内容。</a:t>
            </a:r>
            <a:endParaRPr lang="zh-CN" altLang="en-US" sz="1200">
              <a:solidFill>
                <a:schemeClr val="tx1">
                  <a:lumMod val="85000"/>
                  <a:lumOff val="15000"/>
                </a:schemeClr>
              </a:solidFill>
              <a:latin typeface="思源黑体旧字形 Normal" panose="020b0400000000000000" pitchFamily="34" charset="-128"/>
              <a:ea typeface="思源黑体旧字形 Normal" panose="020b0400000000000000" pitchFamily="34" charset="-128"/>
              <a:sym typeface="微软雅黑" panose="020b0503020204020204" pitchFamily="34" charset="-122"/>
            </a:endParaRPr>
          </a:p>
        </p:txBody>
      </p:sp>
      <p:sp>
        <p:nvSpPr>
          <p:cNvPr id="172" name="圆角矩形 94">
            <a:extLst>
              <a:ext uri="{FF2B5EF4-FFF2-40B4-BE49-F238E27FC236}">
                <a16:creationId xmlns:a16="http://schemas.microsoft.com/office/drawing/2014/main" id="{720665D8-0DF2-42B0-B1B3-EFC067CADEB1}"/>
              </a:ext>
            </a:extLst>
          </p:cNvPr>
          <p:cNvSpPr/>
          <p:nvPr/>
        </p:nvSpPr>
        <p:spPr>
          <a:xfrm>
            <a:off x="6578931" y="1685850"/>
            <a:ext cx="1403167" cy="328301"/>
          </a:xfrm>
          <a:prstGeom prst="roundRect">
            <a:avLst>
              <a:gd name="adj" fmla="val 0"/>
            </a:avLst>
          </a:prstGeom>
          <a:solidFill>
            <a:srgbClr val="545D79"/>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n w="6350">
                  <a:noFill/>
                </a:ln>
                <a:solidFill>
                  <a:schemeClr val="bg1"/>
                </a:solidFill>
                <a:latin typeface="思源黑体旧字形 Normal" panose="020b0400000000000000" pitchFamily="34" charset="-128"/>
                <a:ea typeface="思源黑体旧字形 Normal" panose="020b0400000000000000" pitchFamily="34" charset="-128"/>
              </a:rPr>
              <a:t>坚决服从</a:t>
            </a:r>
          </a:p>
        </p:txBody>
      </p:sp>
      <p:sp>
        <p:nvSpPr>
          <p:cNvPr id="173" name="Rectangle 66">
            <a:extLst>
              <a:ext uri="{FF2B5EF4-FFF2-40B4-BE49-F238E27FC236}">
                <a16:creationId xmlns:a16="http://schemas.microsoft.com/office/drawing/2014/main" id="{EB058B3B-4741-46DA-B56D-CA4AC99D1D3F}"/>
              </a:ext>
            </a:extLst>
          </p:cNvPr>
          <p:cNvSpPr>
            <a:spLocks noChangeArrowheads="1"/>
          </p:cNvSpPr>
          <p:nvPr/>
        </p:nvSpPr>
        <p:spPr bwMode="auto">
          <a:xfrm>
            <a:off x="6578930" y="3254207"/>
            <a:ext cx="3936437" cy="5217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nSpc>
                <a:spcPct val="150000"/>
              </a:lnSpc>
            </a:pPr>
            <a:r>
              <a:rPr lang="zh-CN" altLang="en-US" sz="1200">
                <a:solidFill>
                  <a:schemeClr val="tx1">
                    <a:lumMod val="85000"/>
                    <a:lumOff val="15000"/>
                  </a:schemeClr>
                </a:solidFill>
                <a:latin typeface="思源黑体旧字形 Normal" panose="020b0400000000000000" pitchFamily="34" charset="-128"/>
                <a:ea typeface="思源黑体旧字形 Normal" panose="020b0400000000000000" pitchFamily="34" charset="-128"/>
              </a:rPr>
              <a:t>点击输入简要文字内容，文字内容需概括精炼，不用多余的文字修饰，言简意赅的说明分项内容。</a:t>
            </a:r>
            <a:endParaRPr lang="zh-CN" altLang="en-US" sz="1200">
              <a:solidFill>
                <a:schemeClr val="tx1">
                  <a:lumMod val="85000"/>
                  <a:lumOff val="15000"/>
                </a:schemeClr>
              </a:solidFill>
              <a:latin typeface="思源黑体旧字形 Normal" panose="020b0400000000000000" pitchFamily="34" charset="-128"/>
              <a:ea typeface="思源黑体旧字形 Normal" panose="020b0400000000000000" pitchFamily="34" charset="-128"/>
              <a:sym typeface="微软雅黑" panose="020b0503020204020204" pitchFamily="34" charset="-122"/>
            </a:endParaRPr>
          </a:p>
        </p:txBody>
      </p:sp>
      <p:sp>
        <p:nvSpPr>
          <p:cNvPr id="174" name="圆角矩形 96">
            <a:extLst>
              <a:ext uri="{FF2B5EF4-FFF2-40B4-BE49-F238E27FC236}">
                <a16:creationId xmlns:a16="http://schemas.microsoft.com/office/drawing/2014/main" id="{0BD54922-9A84-4CA9-91A4-3241C7368EDA}"/>
              </a:ext>
            </a:extLst>
          </p:cNvPr>
          <p:cNvSpPr/>
          <p:nvPr/>
        </p:nvSpPr>
        <p:spPr>
          <a:xfrm>
            <a:off x="6578931" y="2813643"/>
            <a:ext cx="1403167" cy="328301"/>
          </a:xfrm>
          <a:prstGeom prst="roundRect">
            <a:avLst>
              <a:gd name="adj" fmla="val 0"/>
            </a:avLst>
          </a:prstGeom>
          <a:solidFill>
            <a:srgbClr val="3FB793"/>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n w="6350">
                  <a:noFill/>
                </a:ln>
                <a:solidFill>
                  <a:schemeClr val="bg1"/>
                </a:solidFill>
                <a:latin typeface="思源黑体旧字形 Normal" panose="020b0400000000000000" pitchFamily="34" charset="-128"/>
                <a:ea typeface="思源黑体旧字形 Normal" panose="020b0400000000000000" pitchFamily="34" charset="-128"/>
              </a:rPr>
              <a:t>严格执行</a:t>
            </a:r>
          </a:p>
        </p:txBody>
      </p:sp>
      <p:sp>
        <p:nvSpPr>
          <p:cNvPr id="175" name="任意多边形 97">
            <a:extLst>
              <a:ext uri="{FF2B5EF4-FFF2-40B4-BE49-F238E27FC236}">
                <a16:creationId xmlns:a16="http://schemas.microsoft.com/office/drawing/2014/main" id="{A1CA91F7-91ED-4175-9056-B40F38D4B545}"/>
              </a:ext>
            </a:extLst>
          </p:cNvPr>
          <p:cNvSpPr/>
          <p:nvPr/>
        </p:nvSpPr>
        <p:spPr>
          <a:xfrm>
            <a:off x="2525615" y="1850000"/>
            <a:ext cx="3765285" cy="1846085"/>
          </a:xfrm>
          <a:custGeom>
            <a:gdLst>
              <a:gd name="connsiteX0" fmla="*/ 0 w 2667000"/>
              <a:gd name="connsiteY0" fmla="*/ 1466850 h 1466850"/>
              <a:gd name="connsiteX1" fmla="*/ 0 w 2667000"/>
              <a:gd name="connsiteY1" fmla="*/ 0 h 1466850"/>
              <a:gd name="connsiteX2" fmla="*/ 2667000 w 2667000"/>
              <a:gd name="connsiteY2" fmla="*/ 0 h 1466850"/>
            </a:gdLst>
            <a:cxnLst>
              <a:cxn ang="0">
                <a:pos x="connsiteX0" y="connsiteY0"/>
              </a:cxn>
              <a:cxn ang="0">
                <a:pos x="connsiteX1" y="connsiteY1"/>
              </a:cxn>
              <a:cxn ang="0">
                <a:pos x="connsiteX2" y="connsiteY2"/>
              </a:cxn>
            </a:cxnLst>
            <a:rect l="l" t="t" r="r" b="b"/>
            <a:pathLst>
              <a:path w="2667000" h="1466850">
                <a:moveTo>
                  <a:pt x="0" y="1466850"/>
                </a:moveTo>
                <a:lnTo>
                  <a:pt x="0" y="0"/>
                </a:lnTo>
                <a:lnTo>
                  <a:pt x="2667000" y="0"/>
                </a:lnTo>
              </a:path>
            </a:pathLst>
          </a:custGeom>
          <a:ln w="6350">
            <a:solidFill>
              <a:schemeClr val="tx1">
                <a:lumMod val="65000"/>
                <a:lumOff val="35000"/>
              </a:scheme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2400"/>
          </a:p>
        </p:txBody>
      </p:sp>
      <p:sp>
        <p:nvSpPr>
          <p:cNvPr id="176" name="任意多边形 98">
            <a:extLst>
              <a:ext uri="{FF2B5EF4-FFF2-40B4-BE49-F238E27FC236}">
                <a16:creationId xmlns:a16="http://schemas.microsoft.com/office/drawing/2014/main" id="{D842D12D-2BA6-48C2-922F-F73CDC14A21C}"/>
              </a:ext>
            </a:extLst>
          </p:cNvPr>
          <p:cNvSpPr/>
          <p:nvPr/>
        </p:nvSpPr>
        <p:spPr>
          <a:xfrm>
            <a:off x="3270680" y="2977791"/>
            <a:ext cx="3006491" cy="1004340"/>
          </a:xfrm>
          <a:custGeom>
            <a:gdLst>
              <a:gd name="connsiteX0" fmla="*/ 0 w 2114550"/>
              <a:gd name="connsiteY0" fmla="*/ 904875 h 904875"/>
              <a:gd name="connsiteX1" fmla="*/ 0 w 2114550"/>
              <a:gd name="connsiteY1" fmla="*/ 0 h 904875"/>
              <a:gd name="connsiteX2" fmla="*/ 2114550 w 2114550"/>
              <a:gd name="connsiteY2" fmla="*/ 0 h 904875"/>
            </a:gdLst>
            <a:cxnLst>
              <a:cxn ang="0">
                <a:pos x="connsiteX0" y="connsiteY0"/>
              </a:cxn>
              <a:cxn ang="0">
                <a:pos x="connsiteX1" y="connsiteY1"/>
              </a:cxn>
              <a:cxn ang="0">
                <a:pos x="connsiteX2" y="connsiteY2"/>
              </a:cxn>
            </a:cxnLst>
            <a:rect l="l" t="t" r="r" b="b"/>
            <a:pathLst>
              <a:path w="2114550" h="904875">
                <a:moveTo>
                  <a:pt x="0" y="904875"/>
                </a:moveTo>
                <a:lnTo>
                  <a:pt x="0" y="0"/>
                </a:lnTo>
                <a:lnTo>
                  <a:pt x="2114550" y="0"/>
                </a:lnTo>
              </a:path>
            </a:pathLst>
          </a:custGeom>
          <a:ln w="6350">
            <a:solidFill>
              <a:schemeClr val="tx1">
                <a:lumMod val="65000"/>
                <a:lumOff val="35000"/>
              </a:scheme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2400"/>
          </a:p>
        </p:txBody>
      </p:sp>
      <p:sp>
        <p:nvSpPr>
          <p:cNvPr id="177" name="任意多边形 99">
            <a:extLst>
              <a:ext uri="{FF2B5EF4-FFF2-40B4-BE49-F238E27FC236}">
                <a16:creationId xmlns:a16="http://schemas.microsoft.com/office/drawing/2014/main" id="{82A33BC9-F154-4D5B-89A2-A30AC995EB35}"/>
              </a:ext>
            </a:extLst>
          </p:cNvPr>
          <p:cNvSpPr/>
          <p:nvPr/>
        </p:nvSpPr>
        <p:spPr>
          <a:xfrm>
            <a:off x="3829482" y="4137874"/>
            <a:ext cx="2447689" cy="60959"/>
          </a:xfrm>
          <a:custGeom>
            <a:gdLst>
              <a:gd name="connsiteX0" fmla="*/ 1428750 w 1428750"/>
              <a:gd name="connsiteY0" fmla="*/ 0 h 0"/>
              <a:gd name="connsiteX1" fmla="*/ 0 w 1428750"/>
              <a:gd name="connsiteY1" fmla="*/ 0 h 0"/>
            </a:gdLst>
            <a:cxnLst>
              <a:cxn ang="0">
                <a:pos x="connsiteX0" y="connsiteY0"/>
              </a:cxn>
              <a:cxn ang="0">
                <a:pos x="connsiteX1" y="connsiteY1"/>
              </a:cxn>
            </a:cxnLst>
            <a:rect l="l" t="t" r="r" b="b"/>
            <a:pathLst>
              <a:path w="1428750">
                <a:moveTo>
                  <a:pt x="1428750" y="0"/>
                </a:moveTo>
                <a:lnTo>
                  <a:pt x="0" y="0"/>
                </a:lnTo>
              </a:path>
            </a:pathLst>
          </a:custGeom>
          <a:ln w="6350">
            <a:solidFill>
              <a:schemeClr val="tx1">
                <a:lumMod val="65000"/>
                <a:lumOff val="35000"/>
              </a:scheme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2400"/>
          </a:p>
        </p:txBody>
      </p:sp>
      <p:sp>
        <p:nvSpPr>
          <p:cNvPr id="178" name="任意多边形 100">
            <a:extLst>
              <a:ext uri="{FF2B5EF4-FFF2-40B4-BE49-F238E27FC236}">
                <a16:creationId xmlns:a16="http://schemas.microsoft.com/office/drawing/2014/main" id="{4A83652E-97C9-442E-9092-9AF6F636595F}"/>
              </a:ext>
            </a:extLst>
          </p:cNvPr>
          <p:cNvSpPr/>
          <p:nvPr/>
        </p:nvSpPr>
        <p:spPr>
          <a:xfrm>
            <a:off x="3270681" y="4435900"/>
            <a:ext cx="3006491" cy="878693"/>
          </a:xfrm>
          <a:custGeom>
            <a:gdLst>
              <a:gd name="connsiteX0" fmla="*/ 1590675 w 1590675"/>
              <a:gd name="connsiteY0" fmla="*/ 542925 h 542925"/>
              <a:gd name="connsiteX1" fmla="*/ 0 w 1590675"/>
              <a:gd name="connsiteY1" fmla="*/ 542925 h 542925"/>
              <a:gd name="connsiteX2" fmla="*/ 0 w 1590675"/>
              <a:gd name="connsiteY2" fmla="*/ 0 h 542925"/>
            </a:gdLst>
            <a:cxnLst>
              <a:cxn ang="0">
                <a:pos x="connsiteX0" y="connsiteY0"/>
              </a:cxn>
              <a:cxn ang="0">
                <a:pos x="connsiteX1" y="connsiteY1"/>
              </a:cxn>
              <a:cxn ang="0">
                <a:pos x="connsiteX2" y="connsiteY2"/>
              </a:cxn>
            </a:cxnLst>
            <a:rect l="l" t="t" r="r" b="b"/>
            <a:pathLst>
              <a:path w="1590675" h="542925">
                <a:moveTo>
                  <a:pt x="1590675" y="542925"/>
                </a:moveTo>
                <a:lnTo>
                  <a:pt x="0" y="542925"/>
                </a:lnTo>
                <a:lnTo>
                  <a:pt x="0" y="0"/>
                </a:lnTo>
              </a:path>
            </a:pathLst>
          </a:custGeom>
          <a:ln w="6350">
            <a:solidFill>
              <a:schemeClr val="tx1">
                <a:lumMod val="65000"/>
                <a:lumOff val="35000"/>
              </a:schemeClr>
            </a:solidFill>
            <a:headEnd type="oval" w="sm" len="sm"/>
            <a:tailEnd type="oval"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2400"/>
          </a:p>
        </p:txBody>
      </p:sp>
      <p:sp>
        <p:nvSpPr>
          <p:cNvPr id="179" name="Rectangle 66">
            <a:extLst>
              <a:ext uri="{FF2B5EF4-FFF2-40B4-BE49-F238E27FC236}">
                <a16:creationId xmlns:a16="http://schemas.microsoft.com/office/drawing/2014/main" id="{6452F8EA-FF07-4201-A748-A7E9CE52F3F2}"/>
              </a:ext>
            </a:extLst>
          </p:cNvPr>
          <p:cNvSpPr>
            <a:spLocks noChangeArrowheads="1"/>
          </p:cNvSpPr>
          <p:nvPr/>
        </p:nvSpPr>
        <p:spPr bwMode="auto">
          <a:xfrm>
            <a:off x="6578930" y="4430227"/>
            <a:ext cx="3936437" cy="5217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nSpc>
                <a:spcPct val="150000"/>
              </a:lnSpc>
            </a:pPr>
            <a:r>
              <a:rPr lang="zh-CN" altLang="en-US" sz="1200">
                <a:solidFill>
                  <a:schemeClr val="tx1">
                    <a:lumMod val="85000"/>
                    <a:lumOff val="15000"/>
                  </a:schemeClr>
                </a:solidFill>
                <a:latin typeface="思源黑体旧字形 Normal" panose="020b0400000000000000" pitchFamily="34" charset="-128"/>
                <a:ea typeface="思源黑体旧字形 Normal" panose="020b0400000000000000" pitchFamily="34" charset="-128"/>
              </a:rPr>
              <a:t>点击输入简要文字内容，文字内容需概括精炼，不用多余的文字修饰，言简意赅的说明分项内容。</a:t>
            </a:r>
            <a:endParaRPr lang="zh-CN" altLang="en-US" sz="1200">
              <a:solidFill>
                <a:schemeClr val="tx1">
                  <a:lumMod val="85000"/>
                  <a:lumOff val="15000"/>
                </a:schemeClr>
              </a:solidFill>
              <a:latin typeface="思源黑体旧字形 Normal" panose="020b0400000000000000" pitchFamily="34" charset="-128"/>
              <a:ea typeface="思源黑体旧字形 Normal" panose="020b0400000000000000" pitchFamily="34" charset="-128"/>
              <a:sym typeface="微软雅黑" panose="020b0503020204020204" pitchFamily="34" charset="-122"/>
            </a:endParaRPr>
          </a:p>
        </p:txBody>
      </p:sp>
      <p:sp>
        <p:nvSpPr>
          <p:cNvPr id="180" name="圆角矩形 102">
            <a:extLst>
              <a:ext uri="{FF2B5EF4-FFF2-40B4-BE49-F238E27FC236}">
                <a16:creationId xmlns:a16="http://schemas.microsoft.com/office/drawing/2014/main" id="{45466695-359B-4659-AE57-E132CBCB0837}"/>
              </a:ext>
            </a:extLst>
          </p:cNvPr>
          <p:cNvSpPr/>
          <p:nvPr/>
        </p:nvSpPr>
        <p:spPr>
          <a:xfrm>
            <a:off x="6578931" y="3989663"/>
            <a:ext cx="1403167" cy="328301"/>
          </a:xfrm>
          <a:prstGeom prst="roundRect">
            <a:avLst>
              <a:gd name="adj" fmla="val 0"/>
            </a:avLst>
          </a:prstGeom>
          <a:solidFill>
            <a:srgbClr val="545D79"/>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n w="6350">
                  <a:noFill/>
                </a:ln>
                <a:solidFill>
                  <a:schemeClr val="bg1"/>
                </a:solidFill>
                <a:latin typeface="思源黑体旧字形 Normal" panose="020b0400000000000000" pitchFamily="34" charset="-128"/>
                <a:ea typeface="思源黑体旧字形 Normal" panose="020b0400000000000000" pitchFamily="34" charset="-128"/>
              </a:rPr>
              <a:t>严格遵守</a:t>
            </a:r>
          </a:p>
        </p:txBody>
      </p:sp>
      <p:sp>
        <p:nvSpPr>
          <p:cNvPr id="181" name="Rectangle 66">
            <a:extLst>
              <a:ext uri="{FF2B5EF4-FFF2-40B4-BE49-F238E27FC236}">
                <a16:creationId xmlns:a16="http://schemas.microsoft.com/office/drawing/2014/main" id="{67554E46-BAC7-4E04-9C5F-A0571432628C}"/>
              </a:ext>
            </a:extLst>
          </p:cNvPr>
          <p:cNvSpPr>
            <a:spLocks noChangeArrowheads="1"/>
          </p:cNvSpPr>
          <p:nvPr/>
        </p:nvSpPr>
        <p:spPr bwMode="auto">
          <a:xfrm>
            <a:off x="6578930" y="5591007"/>
            <a:ext cx="3936437" cy="5217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nSpc>
                <a:spcPct val="150000"/>
              </a:lnSpc>
            </a:pPr>
            <a:r>
              <a:rPr lang="zh-CN" altLang="en-US" sz="1200">
                <a:solidFill>
                  <a:schemeClr val="tx1">
                    <a:lumMod val="85000"/>
                    <a:lumOff val="15000"/>
                  </a:schemeClr>
                </a:solidFill>
                <a:latin typeface="思源黑体旧字形 Normal" panose="020b0400000000000000" pitchFamily="34" charset="-128"/>
                <a:ea typeface="思源黑体旧字形 Normal" panose="020b0400000000000000" pitchFamily="34" charset="-128"/>
              </a:rPr>
              <a:t>点击输入简要文字内容，文字内容需概括精炼，不用多余的文字修饰，言简意赅的说明分项内容。</a:t>
            </a:r>
            <a:endParaRPr lang="zh-CN" altLang="en-US" sz="1200">
              <a:solidFill>
                <a:schemeClr val="tx1">
                  <a:lumMod val="85000"/>
                  <a:lumOff val="15000"/>
                </a:schemeClr>
              </a:solidFill>
              <a:latin typeface="思源黑体旧字形 Normal" panose="020b0400000000000000" pitchFamily="34" charset="-128"/>
              <a:ea typeface="思源黑体旧字形 Normal" panose="020b0400000000000000" pitchFamily="34" charset="-128"/>
              <a:sym typeface="微软雅黑" panose="020b0503020204020204" pitchFamily="34" charset="-122"/>
            </a:endParaRPr>
          </a:p>
        </p:txBody>
      </p:sp>
      <p:sp>
        <p:nvSpPr>
          <p:cNvPr id="182" name="圆角矩形 104">
            <a:extLst>
              <a:ext uri="{FF2B5EF4-FFF2-40B4-BE49-F238E27FC236}">
                <a16:creationId xmlns:a16="http://schemas.microsoft.com/office/drawing/2014/main" id="{53C48220-55BC-49BF-BED3-48AFE25B4648}"/>
              </a:ext>
            </a:extLst>
          </p:cNvPr>
          <p:cNvSpPr/>
          <p:nvPr/>
        </p:nvSpPr>
        <p:spPr>
          <a:xfrm>
            <a:off x="6578931" y="5150443"/>
            <a:ext cx="1403167" cy="328301"/>
          </a:xfrm>
          <a:prstGeom prst="roundRect">
            <a:avLst>
              <a:gd name="adj" fmla="val 0"/>
            </a:avLst>
          </a:prstGeom>
          <a:solidFill>
            <a:srgbClr val="3FB793"/>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n w="6350">
                  <a:noFill/>
                </a:ln>
                <a:solidFill>
                  <a:schemeClr val="bg1"/>
                </a:solidFill>
                <a:latin typeface="思源黑体旧字形 Normal" panose="020b0400000000000000" pitchFamily="34" charset="-128"/>
                <a:ea typeface="思源黑体旧字形 Normal" panose="020b0400000000000000" pitchFamily="34" charset="-128"/>
              </a:rPr>
              <a:t>负责核定</a:t>
            </a:r>
          </a:p>
        </p:txBody>
      </p:sp>
    </p:spTree>
    <p:extLst>
      <p:ext uri="{BB962C8B-B14F-4D97-AF65-F5344CB8AC3E}">
        <p14:creationId val="2258749754"/>
      </p:ext>
    </p:extLst>
  </p:cSld>
  <p:clrMapOvr>
    <a:masterClrMapping/>
  </p:clrMapOvr>
  <mc:AlternateContent>
    <mc:Choice xmlns:p14="http://schemas.microsoft.com/office/powerpoint/2010/main" Requires="p14">
      <p:transition spd="slow" advClick="0" advTm="0" p14:dur="1250">
        <p14:switch dir="r"/>
      </p:transition>
    </mc:Choice>
    <mc:Fallback>
      <p:transition spd="slow" advClick="0" advTm="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49" presetClass="entr" presetSubtype="0" decel="10000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 calcmode="lin" valueType="num">
                                      <p:cBhvr>
                                        <p:cTn id="9" dur="500" fill="hold"/>
                                        <p:tgtEl>
                                          <p:spTgt spid="2"/>
                                        </p:tgtEl>
                                        <p:attrNameLst>
                                          <p:attrName>style.rotation</p:attrName>
                                        </p:attrNameLst>
                                      </p:cBhvr>
                                      <p:tavLst>
                                        <p:tav tm="0">
                                          <p:val>
                                            <p:fltVal val="360"/>
                                          </p:val>
                                        </p:tav>
                                        <p:tav tm="100000">
                                          <p:val>
                                            <p:fltVal val="0"/>
                                          </p:val>
                                        </p:tav>
                                      </p:tavLst>
                                    </p:anim>
                                    <p:animEffect transition="in" filter="fade">
                                      <p:cBhvr>
                                        <p:cTn id="10" dur="500"/>
                                        <p:tgtEl>
                                          <p:spTgt spid="2"/>
                                        </p:tgtEl>
                                      </p:cBhvr>
                                    </p:animEffect>
                                  </p:childTnLst>
                                </p:cTn>
                              </p:par>
                              <p:par>
                                <p:cTn id="11" presetID="41" presetClass="entr" presetSubtype="0" fill="hold" grpId="0" nodeType="withEffect">
                                  <p:stCondLst>
                                    <p:cond delay="0"/>
                                  </p:stCondLst>
                                  <p:iterate type="lt">
                                    <p:tmPct val="10000"/>
                                  </p:iterate>
                                  <p:childTnLst>
                                    <p:set>
                                      <p:cBhvr>
                                        <p:cTn id="12" dur="1" fill="hold">
                                          <p:stCondLst>
                                            <p:cond delay="0"/>
                                          </p:stCondLst>
                                        </p:cTn>
                                        <p:tgtEl>
                                          <p:spTgt spid="5"/>
                                        </p:tgtEl>
                                        <p:attrNameLst>
                                          <p:attrName>style.visibility</p:attrName>
                                        </p:attrNameLst>
                                      </p:cBhvr>
                                      <p:to>
                                        <p:strVal val="visible"/>
                                      </p:to>
                                    </p:set>
                                    <p:anim calcmode="lin" valueType="num">
                                      <p:cBhvr>
                                        <p:cTn id="13" dur="500" fill="hold"/>
                                        <p:tgtEl>
                                          <p:spTgt spid="5"/>
                                        </p:tgtEl>
                                        <p:attrNameLst>
                                          <p:attrName>ppt_x</p:attrName>
                                        </p:attrNameLst>
                                      </p:cBhvr>
                                      <p:tavLst>
                                        <p:tav tm="0">
                                          <p:val>
                                            <p:strVal val="#ppt_x"/>
                                          </p:val>
                                        </p:tav>
                                        <p:tav tm="50000">
                                          <p:val>
                                            <p:strVal val="#ppt_x+.1"/>
                                          </p:val>
                                        </p:tav>
                                        <p:tav tm="100000">
                                          <p:val>
                                            <p:strVal val="#ppt_x"/>
                                          </p:val>
                                        </p:tav>
                                      </p:tavLst>
                                    </p:anim>
                                    <p:anim calcmode="lin" valueType="num">
                                      <p:cBhvr>
                                        <p:cTn id="14" dur="500" fill="hold"/>
                                        <p:tgtEl>
                                          <p:spTgt spid="5"/>
                                        </p:tgtEl>
                                        <p:attrNameLst>
                                          <p:attrName>ppt_y</p:attrName>
                                        </p:attrNameLst>
                                      </p:cBhvr>
                                      <p:tavLst>
                                        <p:tav tm="0">
                                          <p:val>
                                            <p:strVal val="#ppt_y"/>
                                          </p:val>
                                        </p:tav>
                                        <p:tav tm="100000">
                                          <p:val>
                                            <p:strVal val="#ppt_y"/>
                                          </p:val>
                                        </p:tav>
                                      </p:tavLst>
                                    </p:anim>
                                    <p:anim calcmode="lin" valueType="num">
                                      <p:cBhvr>
                                        <p:cTn id="15" dur="500" fill="hold"/>
                                        <p:tgtEl>
                                          <p:spTgt spid="5"/>
                                        </p:tgtEl>
                                        <p:attrNameLst>
                                          <p:attrName>ppt_h</p:attrName>
                                        </p:attrNameLst>
                                      </p:cBhvr>
                                      <p:tavLst>
                                        <p:tav tm="0">
                                          <p:val>
                                            <p:strVal val="#ppt_h/10"/>
                                          </p:val>
                                        </p:tav>
                                        <p:tav tm="50000">
                                          <p:val>
                                            <p:strVal val="#ppt_h+.01"/>
                                          </p:val>
                                        </p:tav>
                                        <p:tav tm="100000">
                                          <p:val>
                                            <p:strVal val="#ppt_h"/>
                                          </p:val>
                                        </p:tav>
                                      </p:tavLst>
                                    </p:anim>
                                    <p:anim calcmode="lin" valueType="num">
                                      <p:cBhvr>
                                        <p:cTn id="16" dur="500" fill="hold"/>
                                        <p:tgtEl>
                                          <p:spTgt spid="5"/>
                                        </p:tgtEl>
                                        <p:attrNameLst>
                                          <p:attrName>ppt_w</p:attrName>
                                        </p:attrNameLst>
                                      </p:cBhvr>
                                      <p:tavLst>
                                        <p:tav tm="0">
                                          <p:val>
                                            <p:strVal val="#ppt_w/10"/>
                                          </p:val>
                                        </p:tav>
                                        <p:tav tm="50000">
                                          <p:val>
                                            <p:strVal val="#ppt_w+.01"/>
                                          </p:val>
                                        </p:tav>
                                        <p:tav tm="100000">
                                          <p:val>
                                            <p:strVal val="#ppt_w"/>
                                          </p:val>
                                        </p:tav>
                                      </p:tavLst>
                                    </p:anim>
                                    <p:animEffect transition="in" filter="fade">
                                      <p:cBhvr>
                                        <p:cTn id="17" dur="500" tmFilter="0,0; .5, 1; 1, 1"/>
                                        <p:tgtEl>
                                          <p:spTgt spid="5"/>
                                        </p:tgtEl>
                                      </p:cBhvr>
                                    </p:animEffect>
                                  </p:childTnLst>
                                </p:cTn>
                              </p:par>
                              <p:par>
                                <p:cTn id="18" presetID="42" presetClass="entr" presetSubtype="0" fill="hold" nodeType="withEffect">
                                  <p:stCondLst>
                                    <p:cond delay="0"/>
                                  </p:stCondLst>
                                  <p:childTnLst>
                                    <p:set>
                                      <p:cBhvr>
                                        <p:cTn id="19" dur="1" fill="hold">
                                          <p:stCondLst>
                                            <p:cond delay="0"/>
                                          </p:stCondLst>
                                        </p:cTn>
                                        <p:tgtEl>
                                          <p:spTgt spid="166"/>
                                        </p:tgtEl>
                                        <p:attrNameLst>
                                          <p:attrName>style.visibility</p:attrName>
                                        </p:attrNameLst>
                                      </p:cBhvr>
                                      <p:to>
                                        <p:strVal val="visible"/>
                                      </p:to>
                                    </p:set>
                                    <p:animEffect transition="in" filter="fade">
                                      <p:cBhvr>
                                        <p:cTn id="20" dur="750"/>
                                        <p:tgtEl>
                                          <p:spTgt spid="166"/>
                                        </p:tgtEl>
                                      </p:cBhvr>
                                    </p:animEffect>
                                    <p:anim calcmode="lin" valueType="num">
                                      <p:cBhvr>
                                        <p:cTn id="21" dur="750" fill="hold"/>
                                        <p:tgtEl>
                                          <p:spTgt spid="166"/>
                                        </p:tgtEl>
                                        <p:attrNameLst>
                                          <p:attrName>ppt_x</p:attrName>
                                        </p:attrNameLst>
                                      </p:cBhvr>
                                      <p:tavLst>
                                        <p:tav tm="0">
                                          <p:val>
                                            <p:strVal val="#ppt_x"/>
                                          </p:val>
                                        </p:tav>
                                        <p:tav tm="100000">
                                          <p:val>
                                            <p:strVal val="#ppt_x"/>
                                          </p:val>
                                        </p:tav>
                                      </p:tavLst>
                                    </p:anim>
                                    <p:anim calcmode="lin" valueType="num">
                                      <p:cBhvr>
                                        <p:cTn id="22" dur="750" fill="hold"/>
                                        <p:tgtEl>
                                          <p:spTgt spid="166"/>
                                        </p:tgtEl>
                                        <p:attrNameLst>
                                          <p:attrName>ppt_y</p:attrName>
                                        </p:attrNameLst>
                                      </p:cBhvr>
                                      <p:tavLst>
                                        <p:tav tm="0">
                                          <p:val>
                                            <p:strVal val="#ppt_y+.1"/>
                                          </p:val>
                                        </p:tav>
                                        <p:tav tm="100000">
                                          <p:val>
                                            <p:strVal val="#ppt_y"/>
                                          </p:val>
                                        </p:tav>
                                      </p:tavLst>
                                    </p:anim>
                                  </p:childTnLst>
                                </p:cTn>
                              </p:par>
                              <p:par>
                                <p:cTn id="23" presetID="10" presetClass="entr" presetSubtype="0" fill="hold" nodeType="withEffect">
                                  <p:stCondLst>
                                    <p:cond delay="500"/>
                                  </p:stCondLst>
                                  <p:childTnLst>
                                    <p:set>
                                      <p:cBhvr>
                                        <p:cTn id="24" dur="1" fill="hold">
                                          <p:stCondLst>
                                            <p:cond delay="0"/>
                                          </p:stCondLst>
                                        </p:cTn>
                                        <p:tgtEl>
                                          <p:spTgt spid="44"/>
                                        </p:tgtEl>
                                        <p:attrNameLst>
                                          <p:attrName>style.visibility</p:attrName>
                                        </p:attrNameLst>
                                      </p:cBhvr>
                                      <p:to>
                                        <p:strVal val="visible"/>
                                      </p:to>
                                    </p:set>
                                    <p:animEffect transition="in" filter="fade">
                                      <p:cBhvr>
                                        <p:cTn id="25" dur="750"/>
                                        <p:tgtEl>
                                          <p:spTgt spid="44"/>
                                        </p:tgtEl>
                                      </p:cBhvr>
                                    </p:animEffect>
                                  </p:childTnLst>
                                </p:cTn>
                              </p:par>
                              <p:par>
                                <p:cTn id="26" presetID="22" presetClass="entr" presetSubtype="8" fill="hold" grpId="0" nodeType="withEffect">
                                  <p:stCondLst>
                                    <p:cond delay="1000"/>
                                  </p:stCondLst>
                                  <p:childTnLst>
                                    <p:set>
                                      <p:cBhvr>
                                        <p:cTn id="27" dur="1" fill="hold">
                                          <p:stCondLst>
                                            <p:cond delay="0"/>
                                          </p:stCondLst>
                                        </p:cTn>
                                        <p:tgtEl>
                                          <p:spTgt spid="175"/>
                                        </p:tgtEl>
                                        <p:attrNameLst>
                                          <p:attrName>style.visibility</p:attrName>
                                        </p:attrNameLst>
                                      </p:cBhvr>
                                      <p:to>
                                        <p:strVal val="visible"/>
                                      </p:to>
                                    </p:set>
                                    <p:animEffect transition="in" filter="wipe(left)">
                                      <p:cBhvr>
                                        <p:cTn id="28" dur="500"/>
                                        <p:tgtEl>
                                          <p:spTgt spid="175"/>
                                        </p:tgtEl>
                                      </p:cBhvr>
                                    </p:animEffect>
                                  </p:childTnLst>
                                </p:cTn>
                              </p:par>
                              <p:par>
                                <p:cTn id="29" presetID="22" presetClass="entr" presetSubtype="8" fill="hold" grpId="0" nodeType="withEffect">
                                  <p:stCondLst>
                                    <p:cond delay="1000"/>
                                  </p:stCondLst>
                                  <p:childTnLst>
                                    <p:set>
                                      <p:cBhvr>
                                        <p:cTn id="30" dur="1" fill="hold">
                                          <p:stCondLst>
                                            <p:cond delay="0"/>
                                          </p:stCondLst>
                                        </p:cTn>
                                        <p:tgtEl>
                                          <p:spTgt spid="176"/>
                                        </p:tgtEl>
                                        <p:attrNameLst>
                                          <p:attrName>style.visibility</p:attrName>
                                        </p:attrNameLst>
                                      </p:cBhvr>
                                      <p:to>
                                        <p:strVal val="visible"/>
                                      </p:to>
                                    </p:set>
                                    <p:animEffect transition="in" filter="wipe(left)">
                                      <p:cBhvr>
                                        <p:cTn id="31" dur="500"/>
                                        <p:tgtEl>
                                          <p:spTgt spid="176"/>
                                        </p:tgtEl>
                                      </p:cBhvr>
                                    </p:animEffect>
                                  </p:childTnLst>
                                </p:cTn>
                              </p:par>
                              <p:par>
                                <p:cTn id="32" presetID="22" presetClass="entr" presetSubtype="8" fill="hold" grpId="0" nodeType="withEffect">
                                  <p:stCondLst>
                                    <p:cond delay="1000"/>
                                  </p:stCondLst>
                                  <p:childTnLst>
                                    <p:set>
                                      <p:cBhvr>
                                        <p:cTn id="33" dur="1" fill="hold">
                                          <p:stCondLst>
                                            <p:cond delay="0"/>
                                          </p:stCondLst>
                                        </p:cTn>
                                        <p:tgtEl>
                                          <p:spTgt spid="177"/>
                                        </p:tgtEl>
                                        <p:attrNameLst>
                                          <p:attrName>style.visibility</p:attrName>
                                        </p:attrNameLst>
                                      </p:cBhvr>
                                      <p:to>
                                        <p:strVal val="visible"/>
                                      </p:to>
                                    </p:set>
                                    <p:animEffect transition="in" filter="wipe(left)">
                                      <p:cBhvr>
                                        <p:cTn id="34" dur="500"/>
                                        <p:tgtEl>
                                          <p:spTgt spid="177"/>
                                        </p:tgtEl>
                                      </p:cBhvr>
                                    </p:animEffect>
                                  </p:childTnLst>
                                </p:cTn>
                              </p:par>
                              <p:par>
                                <p:cTn id="35" presetID="22" presetClass="entr" presetSubtype="8" fill="hold" grpId="0" nodeType="withEffect">
                                  <p:stCondLst>
                                    <p:cond delay="1000"/>
                                  </p:stCondLst>
                                  <p:childTnLst>
                                    <p:set>
                                      <p:cBhvr>
                                        <p:cTn id="36" dur="1" fill="hold">
                                          <p:stCondLst>
                                            <p:cond delay="0"/>
                                          </p:stCondLst>
                                        </p:cTn>
                                        <p:tgtEl>
                                          <p:spTgt spid="178"/>
                                        </p:tgtEl>
                                        <p:attrNameLst>
                                          <p:attrName>style.visibility</p:attrName>
                                        </p:attrNameLst>
                                      </p:cBhvr>
                                      <p:to>
                                        <p:strVal val="visible"/>
                                      </p:to>
                                    </p:set>
                                    <p:animEffect transition="in" filter="wipe(left)">
                                      <p:cBhvr>
                                        <p:cTn id="37" dur="500"/>
                                        <p:tgtEl>
                                          <p:spTgt spid="178"/>
                                        </p:tgtEl>
                                      </p:cBhvr>
                                    </p:animEffect>
                                  </p:childTnLst>
                                </p:cTn>
                              </p:par>
                              <p:par>
                                <p:cTn id="38" presetID="2" presetClass="entr" presetSubtype="2" fill="hold" grpId="0" nodeType="withEffect">
                                  <p:stCondLst>
                                    <p:cond delay="1500"/>
                                  </p:stCondLst>
                                  <p:childTnLst>
                                    <p:set>
                                      <p:cBhvr>
                                        <p:cTn id="39" dur="1" fill="hold">
                                          <p:stCondLst>
                                            <p:cond delay="0"/>
                                          </p:stCondLst>
                                        </p:cTn>
                                        <p:tgtEl>
                                          <p:spTgt spid="172"/>
                                        </p:tgtEl>
                                        <p:attrNameLst>
                                          <p:attrName>style.visibility</p:attrName>
                                        </p:attrNameLst>
                                      </p:cBhvr>
                                      <p:to>
                                        <p:strVal val="visible"/>
                                      </p:to>
                                    </p:set>
                                    <p:anim calcmode="lin" valueType="num">
                                      <p:cBhvr additive="base">
                                        <p:cTn id="40" dur="500" fill="hold"/>
                                        <p:tgtEl>
                                          <p:spTgt spid="172"/>
                                        </p:tgtEl>
                                        <p:attrNameLst>
                                          <p:attrName>ppt_x</p:attrName>
                                        </p:attrNameLst>
                                      </p:cBhvr>
                                      <p:tavLst>
                                        <p:tav tm="0">
                                          <p:val>
                                            <p:strVal val="1+#ppt_w/2"/>
                                          </p:val>
                                        </p:tav>
                                        <p:tav tm="100000">
                                          <p:val>
                                            <p:strVal val="#ppt_x"/>
                                          </p:val>
                                        </p:tav>
                                      </p:tavLst>
                                    </p:anim>
                                    <p:anim calcmode="lin" valueType="num">
                                      <p:cBhvr additive="base">
                                        <p:cTn id="41" dur="500" fill="hold"/>
                                        <p:tgtEl>
                                          <p:spTgt spid="172"/>
                                        </p:tgtEl>
                                        <p:attrNameLst>
                                          <p:attrName>ppt_y</p:attrName>
                                        </p:attrNameLst>
                                      </p:cBhvr>
                                      <p:tavLst>
                                        <p:tav tm="0">
                                          <p:val>
                                            <p:strVal val="#ppt_y"/>
                                          </p:val>
                                        </p:tav>
                                        <p:tav tm="100000">
                                          <p:val>
                                            <p:strVal val="#ppt_y"/>
                                          </p:val>
                                        </p:tav>
                                      </p:tavLst>
                                    </p:anim>
                                  </p:childTnLst>
                                </p:cTn>
                              </p:par>
                              <p:par>
                                <p:cTn id="42" presetID="55" presetClass="entr" presetSubtype="0" fill="hold" grpId="0" nodeType="withEffect">
                                  <p:stCondLst>
                                    <p:cond delay="1900"/>
                                  </p:stCondLst>
                                  <p:childTnLst>
                                    <p:set>
                                      <p:cBhvr>
                                        <p:cTn id="43" dur="1" fill="hold">
                                          <p:stCondLst>
                                            <p:cond delay="0"/>
                                          </p:stCondLst>
                                        </p:cTn>
                                        <p:tgtEl>
                                          <p:spTgt spid="171"/>
                                        </p:tgtEl>
                                        <p:attrNameLst>
                                          <p:attrName>style.visibility</p:attrName>
                                        </p:attrNameLst>
                                      </p:cBhvr>
                                      <p:to>
                                        <p:strVal val="visible"/>
                                      </p:to>
                                    </p:set>
                                    <p:anim calcmode="lin" valueType="num">
                                      <p:cBhvr>
                                        <p:cTn id="44" dur="500" fill="hold"/>
                                        <p:tgtEl>
                                          <p:spTgt spid="171"/>
                                        </p:tgtEl>
                                        <p:attrNameLst>
                                          <p:attrName>ppt_w</p:attrName>
                                        </p:attrNameLst>
                                      </p:cBhvr>
                                      <p:tavLst>
                                        <p:tav tm="0">
                                          <p:val>
                                            <p:strVal val="#ppt_w*0.70"/>
                                          </p:val>
                                        </p:tav>
                                        <p:tav tm="100000">
                                          <p:val>
                                            <p:strVal val="#ppt_w"/>
                                          </p:val>
                                        </p:tav>
                                      </p:tavLst>
                                    </p:anim>
                                    <p:anim calcmode="lin" valueType="num">
                                      <p:cBhvr>
                                        <p:cTn id="45" dur="500" fill="hold"/>
                                        <p:tgtEl>
                                          <p:spTgt spid="171"/>
                                        </p:tgtEl>
                                        <p:attrNameLst>
                                          <p:attrName>ppt_h</p:attrName>
                                        </p:attrNameLst>
                                      </p:cBhvr>
                                      <p:tavLst>
                                        <p:tav tm="0">
                                          <p:val>
                                            <p:strVal val="#ppt_h"/>
                                          </p:val>
                                        </p:tav>
                                        <p:tav tm="100000">
                                          <p:val>
                                            <p:strVal val="#ppt_h"/>
                                          </p:val>
                                        </p:tav>
                                      </p:tavLst>
                                    </p:anim>
                                    <p:animEffect transition="in" filter="fade">
                                      <p:cBhvr>
                                        <p:cTn id="46" dur="500"/>
                                        <p:tgtEl>
                                          <p:spTgt spid="171"/>
                                        </p:tgtEl>
                                      </p:cBhvr>
                                    </p:animEffect>
                                  </p:childTnLst>
                                </p:cTn>
                              </p:par>
                              <p:par>
                                <p:cTn id="47" presetID="2" presetClass="entr" presetSubtype="2" fill="hold" grpId="0" nodeType="withEffect">
                                  <p:stCondLst>
                                    <p:cond delay="1500"/>
                                  </p:stCondLst>
                                  <p:childTnLst>
                                    <p:set>
                                      <p:cBhvr>
                                        <p:cTn id="48" dur="1" fill="hold">
                                          <p:stCondLst>
                                            <p:cond delay="0"/>
                                          </p:stCondLst>
                                        </p:cTn>
                                        <p:tgtEl>
                                          <p:spTgt spid="174"/>
                                        </p:tgtEl>
                                        <p:attrNameLst>
                                          <p:attrName>style.visibility</p:attrName>
                                        </p:attrNameLst>
                                      </p:cBhvr>
                                      <p:to>
                                        <p:strVal val="visible"/>
                                      </p:to>
                                    </p:set>
                                    <p:anim calcmode="lin" valueType="num">
                                      <p:cBhvr additive="base">
                                        <p:cTn id="49" dur="500" fill="hold"/>
                                        <p:tgtEl>
                                          <p:spTgt spid="174"/>
                                        </p:tgtEl>
                                        <p:attrNameLst>
                                          <p:attrName>ppt_x</p:attrName>
                                        </p:attrNameLst>
                                      </p:cBhvr>
                                      <p:tavLst>
                                        <p:tav tm="0">
                                          <p:val>
                                            <p:strVal val="1+#ppt_w/2"/>
                                          </p:val>
                                        </p:tav>
                                        <p:tav tm="100000">
                                          <p:val>
                                            <p:strVal val="#ppt_x"/>
                                          </p:val>
                                        </p:tav>
                                      </p:tavLst>
                                    </p:anim>
                                    <p:anim calcmode="lin" valueType="num">
                                      <p:cBhvr additive="base">
                                        <p:cTn id="50" dur="500" fill="hold"/>
                                        <p:tgtEl>
                                          <p:spTgt spid="174"/>
                                        </p:tgtEl>
                                        <p:attrNameLst>
                                          <p:attrName>ppt_y</p:attrName>
                                        </p:attrNameLst>
                                      </p:cBhvr>
                                      <p:tavLst>
                                        <p:tav tm="0">
                                          <p:val>
                                            <p:strVal val="#ppt_y"/>
                                          </p:val>
                                        </p:tav>
                                        <p:tav tm="100000">
                                          <p:val>
                                            <p:strVal val="#ppt_y"/>
                                          </p:val>
                                        </p:tav>
                                      </p:tavLst>
                                    </p:anim>
                                  </p:childTnLst>
                                </p:cTn>
                              </p:par>
                              <p:par>
                                <p:cTn id="51" presetID="55" presetClass="entr" presetSubtype="0" fill="hold" grpId="0" nodeType="withEffect">
                                  <p:stCondLst>
                                    <p:cond delay="1900"/>
                                  </p:stCondLst>
                                  <p:childTnLst>
                                    <p:set>
                                      <p:cBhvr>
                                        <p:cTn id="52" dur="1" fill="hold">
                                          <p:stCondLst>
                                            <p:cond delay="0"/>
                                          </p:stCondLst>
                                        </p:cTn>
                                        <p:tgtEl>
                                          <p:spTgt spid="173"/>
                                        </p:tgtEl>
                                        <p:attrNameLst>
                                          <p:attrName>style.visibility</p:attrName>
                                        </p:attrNameLst>
                                      </p:cBhvr>
                                      <p:to>
                                        <p:strVal val="visible"/>
                                      </p:to>
                                    </p:set>
                                    <p:anim calcmode="lin" valueType="num">
                                      <p:cBhvr>
                                        <p:cTn id="53" dur="500" fill="hold"/>
                                        <p:tgtEl>
                                          <p:spTgt spid="173"/>
                                        </p:tgtEl>
                                        <p:attrNameLst>
                                          <p:attrName>ppt_w</p:attrName>
                                        </p:attrNameLst>
                                      </p:cBhvr>
                                      <p:tavLst>
                                        <p:tav tm="0">
                                          <p:val>
                                            <p:strVal val="#ppt_w*0.70"/>
                                          </p:val>
                                        </p:tav>
                                        <p:tav tm="100000">
                                          <p:val>
                                            <p:strVal val="#ppt_w"/>
                                          </p:val>
                                        </p:tav>
                                      </p:tavLst>
                                    </p:anim>
                                    <p:anim calcmode="lin" valueType="num">
                                      <p:cBhvr>
                                        <p:cTn id="54" dur="500" fill="hold"/>
                                        <p:tgtEl>
                                          <p:spTgt spid="173"/>
                                        </p:tgtEl>
                                        <p:attrNameLst>
                                          <p:attrName>ppt_h</p:attrName>
                                        </p:attrNameLst>
                                      </p:cBhvr>
                                      <p:tavLst>
                                        <p:tav tm="0">
                                          <p:val>
                                            <p:strVal val="#ppt_h"/>
                                          </p:val>
                                        </p:tav>
                                        <p:tav tm="100000">
                                          <p:val>
                                            <p:strVal val="#ppt_h"/>
                                          </p:val>
                                        </p:tav>
                                      </p:tavLst>
                                    </p:anim>
                                    <p:animEffect transition="in" filter="fade">
                                      <p:cBhvr>
                                        <p:cTn id="55" dur="500"/>
                                        <p:tgtEl>
                                          <p:spTgt spid="173"/>
                                        </p:tgtEl>
                                      </p:cBhvr>
                                    </p:animEffect>
                                  </p:childTnLst>
                                </p:cTn>
                              </p:par>
                              <p:par>
                                <p:cTn id="56" presetID="2" presetClass="entr" presetSubtype="2" fill="hold" grpId="0" nodeType="withEffect">
                                  <p:stCondLst>
                                    <p:cond delay="1500"/>
                                  </p:stCondLst>
                                  <p:childTnLst>
                                    <p:set>
                                      <p:cBhvr>
                                        <p:cTn id="57" dur="1" fill="hold">
                                          <p:stCondLst>
                                            <p:cond delay="0"/>
                                          </p:stCondLst>
                                        </p:cTn>
                                        <p:tgtEl>
                                          <p:spTgt spid="180"/>
                                        </p:tgtEl>
                                        <p:attrNameLst>
                                          <p:attrName>style.visibility</p:attrName>
                                        </p:attrNameLst>
                                      </p:cBhvr>
                                      <p:to>
                                        <p:strVal val="visible"/>
                                      </p:to>
                                    </p:set>
                                    <p:anim calcmode="lin" valueType="num">
                                      <p:cBhvr additive="base">
                                        <p:cTn id="58" dur="500" fill="hold"/>
                                        <p:tgtEl>
                                          <p:spTgt spid="180"/>
                                        </p:tgtEl>
                                        <p:attrNameLst>
                                          <p:attrName>ppt_x</p:attrName>
                                        </p:attrNameLst>
                                      </p:cBhvr>
                                      <p:tavLst>
                                        <p:tav tm="0">
                                          <p:val>
                                            <p:strVal val="1+#ppt_w/2"/>
                                          </p:val>
                                        </p:tav>
                                        <p:tav tm="100000">
                                          <p:val>
                                            <p:strVal val="#ppt_x"/>
                                          </p:val>
                                        </p:tav>
                                      </p:tavLst>
                                    </p:anim>
                                    <p:anim calcmode="lin" valueType="num">
                                      <p:cBhvr additive="base">
                                        <p:cTn id="59" dur="500" fill="hold"/>
                                        <p:tgtEl>
                                          <p:spTgt spid="180"/>
                                        </p:tgtEl>
                                        <p:attrNameLst>
                                          <p:attrName>ppt_y</p:attrName>
                                        </p:attrNameLst>
                                      </p:cBhvr>
                                      <p:tavLst>
                                        <p:tav tm="0">
                                          <p:val>
                                            <p:strVal val="#ppt_y"/>
                                          </p:val>
                                        </p:tav>
                                        <p:tav tm="100000">
                                          <p:val>
                                            <p:strVal val="#ppt_y"/>
                                          </p:val>
                                        </p:tav>
                                      </p:tavLst>
                                    </p:anim>
                                  </p:childTnLst>
                                </p:cTn>
                              </p:par>
                              <p:par>
                                <p:cTn id="60" presetID="55" presetClass="entr" presetSubtype="0" fill="hold" grpId="0" nodeType="withEffect">
                                  <p:stCondLst>
                                    <p:cond delay="1900"/>
                                  </p:stCondLst>
                                  <p:childTnLst>
                                    <p:set>
                                      <p:cBhvr>
                                        <p:cTn id="61" dur="1" fill="hold">
                                          <p:stCondLst>
                                            <p:cond delay="0"/>
                                          </p:stCondLst>
                                        </p:cTn>
                                        <p:tgtEl>
                                          <p:spTgt spid="179"/>
                                        </p:tgtEl>
                                        <p:attrNameLst>
                                          <p:attrName>style.visibility</p:attrName>
                                        </p:attrNameLst>
                                      </p:cBhvr>
                                      <p:to>
                                        <p:strVal val="visible"/>
                                      </p:to>
                                    </p:set>
                                    <p:anim calcmode="lin" valueType="num">
                                      <p:cBhvr>
                                        <p:cTn id="62" dur="500" fill="hold"/>
                                        <p:tgtEl>
                                          <p:spTgt spid="179"/>
                                        </p:tgtEl>
                                        <p:attrNameLst>
                                          <p:attrName>ppt_w</p:attrName>
                                        </p:attrNameLst>
                                      </p:cBhvr>
                                      <p:tavLst>
                                        <p:tav tm="0">
                                          <p:val>
                                            <p:strVal val="#ppt_w*0.70"/>
                                          </p:val>
                                        </p:tav>
                                        <p:tav tm="100000">
                                          <p:val>
                                            <p:strVal val="#ppt_w"/>
                                          </p:val>
                                        </p:tav>
                                      </p:tavLst>
                                    </p:anim>
                                    <p:anim calcmode="lin" valueType="num">
                                      <p:cBhvr>
                                        <p:cTn id="63" dur="500" fill="hold"/>
                                        <p:tgtEl>
                                          <p:spTgt spid="179"/>
                                        </p:tgtEl>
                                        <p:attrNameLst>
                                          <p:attrName>ppt_h</p:attrName>
                                        </p:attrNameLst>
                                      </p:cBhvr>
                                      <p:tavLst>
                                        <p:tav tm="0">
                                          <p:val>
                                            <p:strVal val="#ppt_h"/>
                                          </p:val>
                                        </p:tav>
                                        <p:tav tm="100000">
                                          <p:val>
                                            <p:strVal val="#ppt_h"/>
                                          </p:val>
                                        </p:tav>
                                      </p:tavLst>
                                    </p:anim>
                                    <p:animEffect transition="in" filter="fade">
                                      <p:cBhvr>
                                        <p:cTn id="64" dur="500"/>
                                        <p:tgtEl>
                                          <p:spTgt spid="179"/>
                                        </p:tgtEl>
                                      </p:cBhvr>
                                    </p:animEffect>
                                  </p:childTnLst>
                                </p:cTn>
                              </p:par>
                              <p:par>
                                <p:cTn id="65" presetID="2" presetClass="entr" presetSubtype="2" fill="hold" grpId="0" nodeType="withEffect">
                                  <p:stCondLst>
                                    <p:cond delay="1500"/>
                                  </p:stCondLst>
                                  <p:childTnLst>
                                    <p:set>
                                      <p:cBhvr>
                                        <p:cTn id="66" dur="1" fill="hold">
                                          <p:stCondLst>
                                            <p:cond delay="0"/>
                                          </p:stCondLst>
                                        </p:cTn>
                                        <p:tgtEl>
                                          <p:spTgt spid="182"/>
                                        </p:tgtEl>
                                        <p:attrNameLst>
                                          <p:attrName>style.visibility</p:attrName>
                                        </p:attrNameLst>
                                      </p:cBhvr>
                                      <p:to>
                                        <p:strVal val="visible"/>
                                      </p:to>
                                    </p:set>
                                    <p:anim calcmode="lin" valueType="num">
                                      <p:cBhvr additive="base">
                                        <p:cTn id="67" dur="500" fill="hold"/>
                                        <p:tgtEl>
                                          <p:spTgt spid="182"/>
                                        </p:tgtEl>
                                        <p:attrNameLst>
                                          <p:attrName>ppt_x</p:attrName>
                                        </p:attrNameLst>
                                      </p:cBhvr>
                                      <p:tavLst>
                                        <p:tav tm="0">
                                          <p:val>
                                            <p:strVal val="1+#ppt_w/2"/>
                                          </p:val>
                                        </p:tav>
                                        <p:tav tm="100000">
                                          <p:val>
                                            <p:strVal val="#ppt_x"/>
                                          </p:val>
                                        </p:tav>
                                      </p:tavLst>
                                    </p:anim>
                                    <p:anim calcmode="lin" valueType="num">
                                      <p:cBhvr additive="base">
                                        <p:cTn id="68" dur="500" fill="hold"/>
                                        <p:tgtEl>
                                          <p:spTgt spid="182"/>
                                        </p:tgtEl>
                                        <p:attrNameLst>
                                          <p:attrName>ppt_y</p:attrName>
                                        </p:attrNameLst>
                                      </p:cBhvr>
                                      <p:tavLst>
                                        <p:tav tm="0">
                                          <p:val>
                                            <p:strVal val="#ppt_y"/>
                                          </p:val>
                                        </p:tav>
                                        <p:tav tm="100000">
                                          <p:val>
                                            <p:strVal val="#ppt_y"/>
                                          </p:val>
                                        </p:tav>
                                      </p:tavLst>
                                    </p:anim>
                                  </p:childTnLst>
                                </p:cTn>
                              </p:par>
                              <p:par>
                                <p:cTn id="69" presetID="55" presetClass="entr" presetSubtype="0" fill="hold" grpId="0" nodeType="withEffect">
                                  <p:stCondLst>
                                    <p:cond delay="1900"/>
                                  </p:stCondLst>
                                  <p:childTnLst>
                                    <p:set>
                                      <p:cBhvr>
                                        <p:cTn id="70" dur="1" fill="hold">
                                          <p:stCondLst>
                                            <p:cond delay="0"/>
                                          </p:stCondLst>
                                        </p:cTn>
                                        <p:tgtEl>
                                          <p:spTgt spid="181"/>
                                        </p:tgtEl>
                                        <p:attrNameLst>
                                          <p:attrName>style.visibility</p:attrName>
                                        </p:attrNameLst>
                                      </p:cBhvr>
                                      <p:to>
                                        <p:strVal val="visible"/>
                                      </p:to>
                                    </p:set>
                                    <p:anim calcmode="lin" valueType="num">
                                      <p:cBhvr>
                                        <p:cTn id="71" dur="500" fill="hold"/>
                                        <p:tgtEl>
                                          <p:spTgt spid="181"/>
                                        </p:tgtEl>
                                        <p:attrNameLst>
                                          <p:attrName>ppt_w</p:attrName>
                                        </p:attrNameLst>
                                      </p:cBhvr>
                                      <p:tavLst>
                                        <p:tav tm="0">
                                          <p:val>
                                            <p:strVal val="#ppt_w*0.70"/>
                                          </p:val>
                                        </p:tav>
                                        <p:tav tm="100000">
                                          <p:val>
                                            <p:strVal val="#ppt_w"/>
                                          </p:val>
                                        </p:tav>
                                      </p:tavLst>
                                    </p:anim>
                                    <p:anim calcmode="lin" valueType="num">
                                      <p:cBhvr>
                                        <p:cTn id="72" dur="500" fill="hold"/>
                                        <p:tgtEl>
                                          <p:spTgt spid="181"/>
                                        </p:tgtEl>
                                        <p:attrNameLst>
                                          <p:attrName>ppt_h</p:attrName>
                                        </p:attrNameLst>
                                      </p:cBhvr>
                                      <p:tavLst>
                                        <p:tav tm="0">
                                          <p:val>
                                            <p:strVal val="#ppt_h"/>
                                          </p:val>
                                        </p:tav>
                                        <p:tav tm="100000">
                                          <p:val>
                                            <p:strVal val="#ppt_h"/>
                                          </p:val>
                                        </p:tav>
                                      </p:tavLst>
                                    </p:anim>
                                    <p:animEffect transition="in" filter="fade">
                                      <p:cBhvr>
                                        <p:cTn id="73" dur="500"/>
                                        <p:tgtEl>
                                          <p:spTgt spid="1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71" grpId="0"/>
      <p:bldP spid="172" grpId="0" animBg="1"/>
      <p:bldP spid="173" grpId="0"/>
      <p:bldP spid="174" grpId="0" animBg="1"/>
      <p:bldP spid="175" grpId="0" animBg="1"/>
      <p:bldP spid="176" grpId="0" animBg="1"/>
      <p:bldP spid="177" grpId="0" animBg="1"/>
      <p:bldP spid="178" grpId="0" animBg="1"/>
      <p:bldP spid="179" grpId="0"/>
      <p:bldP spid="180" grpId="0" animBg="1"/>
      <p:bldP spid="181" grpId="0"/>
      <p:bldP spid="182" grpId="0" animBg="1"/>
    </p:bldLst>
  </p:timing>
</p:sld>
</file>

<file path=ppt/slides/slide1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grpSp>
        <p:nvGrpSpPr>
          <p:cNvPr id="2" name="组合 1"/>
          <p:cNvGrpSpPr/>
          <p:nvPr/>
        </p:nvGrpSpPr>
        <p:grpSpPr>
          <a:xfrm>
            <a:off x="327153" y="318911"/>
            <a:ext cx="529037" cy="529037"/>
            <a:chOff x="327153" y="318911"/>
            <a:chExt cx="529037" cy="529037"/>
          </a:xfrm>
        </p:grpSpPr>
        <p:sp>
          <p:nvSpPr>
            <p:cNvPr id="3" name="圆角矩形 2"/>
            <p:cNvSpPr/>
            <p:nvPr/>
          </p:nvSpPr>
          <p:spPr>
            <a:xfrm rot="18926424">
              <a:off x="327153" y="318911"/>
              <a:ext cx="529037" cy="529037"/>
            </a:xfrm>
            <a:prstGeom prst="roundRect">
              <a:avLst/>
            </a:prstGeom>
            <a:solidFill>
              <a:srgbClr val="545D79"/>
            </a:solidFill>
            <a:ln>
              <a:noFill/>
            </a:ln>
            <a:effectLst>
              <a:outerShdw blurRad="63500" algn="ctr" rotWithShape="0">
                <a:prstClr val="black">
                  <a:alpha val="40000"/>
                </a:prstClr>
              </a:outerShdw>
            </a:effectLst>
          </p:spPr>
          <p:txBody>
            <a:bodyPr vert="horz" wrap="square" lIns="91440" tIns="45720" rIns="91440" bIns="45720" numCol="1" anchor="ctr" anchorCtr="0" compatLnSpc="1">
              <a:prstTxWarp prst="textNoShape">
                <a:avLst/>
              </a:prstTxWarp>
            </a:bodyPr>
            <a:lstStyle/>
            <a:p>
              <a:pPr algn="ctr"/>
              <a:endParaRPr lang="zh-CN" altLang="en-US" sz="4800">
                <a:solidFill>
                  <a:prstClr val="white"/>
                </a:solidFill>
                <a:latin typeface="思源黑体旧字形 Normal" panose="020b0400000000000000" pitchFamily="34" charset="-128"/>
                <a:ea typeface="思源黑体旧字形 Normal" panose="020b0400000000000000" pitchFamily="34" charset="-128"/>
              </a:endParaRPr>
            </a:p>
          </p:txBody>
        </p:sp>
        <p:sp>
          <p:nvSpPr>
            <p:cNvPr id="4" name="MH_Other_2"/>
            <p:cNvSpPr/>
            <p:nvPr>
              <p:custDataLst>
                <p:tags r:id="rId3"/>
              </p:custDataLst>
            </p:nvPr>
          </p:nvSpPr>
          <p:spPr bwMode="auto">
            <a:xfrm>
              <a:off x="440450" y="441196"/>
              <a:ext cx="302442" cy="284465"/>
            </a:xfrm>
            <a:custGeom>
              <a:gdLst>
                <a:gd name="T0" fmla="*/ 373604 w 1361803"/>
                <a:gd name="T1" fmla="*/ 882437 h 1281345"/>
                <a:gd name="T2" fmla="*/ 476200 w 1361803"/>
                <a:gd name="T3" fmla="*/ 923828 h 1281345"/>
                <a:gd name="T4" fmla="*/ 554139 w 1361803"/>
                <a:gd name="T5" fmla="*/ 940808 h 1281345"/>
                <a:gd name="T6" fmla="*/ 528484 w 1361803"/>
                <a:gd name="T7" fmla="*/ 1017215 h 1281345"/>
                <a:gd name="T8" fmla="*/ 460417 w 1361803"/>
                <a:gd name="T9" fmla="*/ 1039501 h 1281345"/>
                <a:gd name="T10" fmla="*/ 352881 w 1361803"/>
                <a:gd name="T11" fmla="*/ 976886 h 1281345"/>
                <a:gd name="T12" fmla="*/ 286785 w 1361803"/>
                <a:gd name="T13" fmla="*/ 1049049 h 1281345"/>
                <a:gd name="T14" fmla="*/ 312434 w 1361803"/>
                <a:gd name="T15" fmla="*/ 885625 h 1281345"/>
                <a:gd name="T16" fmla="*/ 274750 w 1361803"/>
                <a:gd name="T17" fmla="*/ 686240 h 1281345"/>
                <a:gd name="T18" fmla="*/ 665920 w 1361803"/>
                <a:gd name="T19" fmla="*/ 686240 h 1281345"/>
                <a:gd name="T20" fmla="*/ 633318 w 1361803"/>
                <a:gd name="T21" fmla="*/ 771039 h 1281345"/>
                <a:gd name="T22" fmla="*/ 270797 w 1361803"/>
                <a:gd name="T23" fmla="*/ 776338 h 1281345"/>
                <a:gd name="T24" fmla="*/ 255979 w 1361803"/>
                <a:gd name="T25" fmla="*/ 705323 h 1281345"/>
                <a:gd name="T26" fmla="*/ 278558 w 1361803"/>
                <a:gd name="T27" fmla="*/ 503808 h 1281345"/>
                <a:gd name="T28" fmla="*/ 746925 w 1361803"/>
                <a:gd name="T29" fmla="*/ 503808 h 1281345"/>
                <a:gd name="T30" fmla="*/ 766688 w 1361803"/>
                <a:gd name="T31" fmla="*/ 555844 h 1281345"/>
                <a:gd name="T32" fmla="*/ 279544 w 1361803"/>
                <a:gd name="T33" fmla="*/ 593008 h 1281345"/>
                <a:gd name="T34" fmla="*/ 256813 w 1361803"/>
                <a:gd name="T35" fmla="*/ 527172 h 1281345"/>
                <a:gd name="T36" fmla="*/ 944591 w 1361803"/>
                <a:gd name="T37" fmla="*/ 452716 h 1281345"/>
                <a:gd name="T38" fmla="*/ 1023588 w 1361803"/>
                <a:gd name="T39" fmla="*/ 643756 h 1281345"/>
                <a:gd name="T40" fmla="*/ 636495 w 1361803"/>
                <a:gd name="T41" fmla="*/ 1040700 h 1281345"/>
                <a:gd name="T42" fmla="*/ 601932 w 1361803"/>
                <a:gd name="T43" fmla="*/ 1010980 h 1281345"/>
                <a:gd name="T44" fmla="*/ 940644 w 1361803"/>
                <a:gd name="T45" fmla="*/ 460140 h 1281345"/>
                <a:gd name="T46" fmla="*/ 1339566 w 1361803"/>
                <a:gd name="T47" fmla="*/ 322482 h 1281345"/>
                <a:gd name="T48" fmla="*/ 1356355 w 1361803"/>
                <a:gd name="T49" fmla="*/ 373372 h 1281345"/>
                <a:gd name="T50" fmla="*/ 1136163 w 1361803"/>
                <a:gd name="T51" fmla="*/ 663855 h 1281345"/>
                <a:gd name="T52" fmla="*/ 1082839 w 1361803"/>
                <a:gd name="T53" fmla="*/ 676580 h 1281345"/>
                <a:gd name="T54" fmla="*/ 1123322 w 1361803"/>
                <a:gd name="T55" fmla="*/ 596008 h 1281345"/>
                <a:gd name="T56" fmla="*/ 1312908 w 1361803"/>
                <a:gd name="T57" fmla="*/ 334145 h 1281345"/>
                <a:gd name="T58" fmla="*/ 526769 w 1361803"/>
                <a:gd name="T59" fmla="*/ 229043 h 1281345"/>
                <a:gd name="T60" fmla="*/ 766688 w 1361803"/>
                <a:gd name="T61" fmla="*/ 244970 h 1281345"/>
                <a:gd name="T62" fmla="*/ 749907 w 1361803"/>
                <a:gd name="T63" fmla="*/ 318243 h 1281345"/>
                <a:gd name="T64" fmla="*/ 529735 w 1361803"/>
                <a:gd name="T65" fmla="*/ 318243 h 1281345"/>
                <a:gd name="T66" fmla="*/ 511959 w 1361803"/>
                <a:gd name="T67" fmla="*/ 246034 h 1281345"/>
                <a:gd name="T68" fmla="*/ 1245419 w 1361803"/>
                <a:gd name="T69" fmla="*/ 137724 h 1281345"/>
                <a:gd name="T70" fmla="*/ 1309122 w 1361803"/>
                <a:gd name="T71" fmla="*/ 239622 h 1281345"/>
                <a:gd name="T72" fmla="*/ 1116528 w 1361803"/>
                <a:gd name="T73" fmla="*/ 531150 h 1281345"/>
                <a:gd name="T74" fmla="*/ 998003 w 1361803"/>
                <a:gd name="T75" fmla="*/ 384860 h 1281345"/>
                <a:gd name="T76" fmla="*/ 1207394 w 1361803"/>
                <a:gd name="T77" fmla="*/ 148457 h 1281345"/>
                <a:gd name="T78" fmla="*/ 327005 w 1361803"/>
                <a:gd name="T79" fmla="*/ 0 h 1281345"/>
                <a:gd name="T80" fmla="*/ 1023501 w 1361803"/>
                <a:gd name="T81" fmla="*/ 136834 h 1281345"/>
                <a:gd name="T82" fmla="*/ 1015602 w 1361803"/>
                <a:gd name="T83" fmla="*/ 237608 h 1281345"/>
                <a:gd name="T84" fmla="*/ 909891 w 1361803"/>
                <a:gd name="T85" fmla="*/ 379745 h 1281345"/>
                <a:gd name="T86" fmla="*/ 897047 w 1361803"/>
                <a:gd name="T87" fmla="*/ 313980 h 1281345"/>
                <a:gd name="T88" fmla="*/ 872348 w 1361803"/>
                <a:gd name="T89" fmla="*/ 135772 h 1281345"/>
                <a:gd name="T90" fmla="*/ 382329 w 1361803"/>
                <a:gd name="T91" fmla="*/ 135772 h 1281345"/>
                <a:gd name="T92" fmla="*/ 382329 w 1361803"/>
                <a:gd name="T93" fmla="*/ 313980 h 1281345"/>
                <a:gd name="T94" fmla="*/ 143255 w 1361803"/>
                <a:gd name="T95" fmla="*/ 409444 h 1281345"/>
                <a:gd name="T96" fmla="*/ 126454 w 1361803"/>
                <a:gd name="T97" fmla="*/ 428538 h 1281345"/>
                <a:gd name="T98" fmla="*/ 151153 w 1361803"/>
                <a:gd name="T99" fmla="*/ 1143476 h 1281345"/>
                <a:gd name="T100" fmla="*/ 897047 w 1361803"/>
                <a:gd name="T101" fmla="*/ 1115897 h 1281345"/>
                <a:gd name="T102" fmla="*/ 902973 w 1361803"/>
                <a:gd name="T103" fmla="*/ 902690 h 1281345"/>
                <a:gd name="T104" fmla="*/ 1022515 w 1361803"/>
                <a:gd name="T105" fmla="*/ 767972 h 1281345"/>
                <a:gd name="T106" fmla="*/ 1023501 w 1361803"/>
                <a:gd name="T107" fmla="*/ 1133931 h 1281345"/>
                <a:gd name="T108" fmla="*/ 131394 w 1361803"/>
                <a:gd name="T109" fmla="*/ 1279248 h 1281345"/>
                <a:gd name="T110" fmla="*/ 0 w 1361803"/>
                <a:gd name="T111" fmla="*/ 335193 h 1281345"/>
                <a:gd name="T112" fmla="*/ 261801 w 1361803"/>
                <a:gd name="T113" fmla="*/ 28642 h 1281345"/>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1361803" h="1281345">
                  <a:moveTo>
                    <a:pt x="340187" y="867542"/>
                  </a:moveTo>
                  <a:cubicBezTo>
                    <a:pt x="351512" y="867144"/>
                    <a:pt x="363575" y="872724"/>
                    <a:pt x="372930" y="883885"/>
                  </a:cubicBezTo>
                  <a:cubicBezTo>
                    <a:pt x="394595" y="907270"/>
                    <a:pt x="415275" y="931718"/>
                    <a:pt x="436940" y="957229"/>
                  </a:cubicBezTo>
                  <a:cubicBezTo>
                    <a:pt x="449742" y="946599"/>
                    <a:pt x="462543" y="935970"/>
                    <a:pt x="475345" y="925340"/>
                  </a:cubicBezTo>
                  <a:cubicBezTo>
                    <a:pt x="492086" y="911522"/>
                    <a:pt x="506857" y="910459"/>
                    <a:pt x="525568" y="923214"/>
                  </a:cubicBezTo>
                  <a:cubicBezTo>
                    <a:pt x="535415" y="929592"/>
                    <a:pt x="544278" y="935970"/>
                    <a:pt x="553141" y="942347"/>
                  </a:cubicBezTo>
                  <a:cubicBezTo>
                    <a:pt x="545263" y="967858"/>
                    <a:pt x="538370" y="993369"/>
                    <a:pt x="530492" y="1018880"/>
                  </a:cubicBezTo>
                  <a:cubicBezTo>
                    <a:pt x="528522" y="1018880"/>
                    <a:pt x="528522" y="1018880"/>
                    <a:pt x="527537" y="1018880"/>
                  </a:cubicBezTo>
                  <a:cubicBezTo>
                    <a:pt x="509812" y="1000810"/>
                    <a:pt x="494056" y="1007187"/>
                    <a:pt x="479284" y="1024195"/>
                  </a:cubicBezTo>
                  <a:cubicBezTo>
                    <a:pt x="473376" y="1030572"/>
                    <a:pt x="466482" y="1035887"/>
                    <a:pt x="459589" y="1041202"/>
                  </a:cubicBezTo>
                  <a:cubicBezTo>
                    <a:pt x="438909" y="1058209"/>
                    <a:pt x="420199" y="1056083"/>
                    <a:pt x="402473" y="1035887"/>
                  </a:cubicBezTo>
                  <a:cubicBezTo>
                    <a:pt x="385732" y="1017817"/>
                    <a:pt x="369976" y="998684"/>
                    <a:pt x="352251" y="978488"/>
                  </a:cubicBezTo>
                  <a:cubicBezTo>
                    <a:pt x="343388" y="995495"/>
                    <a:pt x="335510" y="1012502"/>
                    <a:pt x="327632" y="1028446"/>
                  </a:cubicBezTo>
                  <a:cubicBezTo>
                    <a:pt x="318769" y="1046517"/>
                    <a:pt x="303013" y="1053957"/>
                    <a:pt x="286272" y="1050768"/>
                  </a:cubicBezTo>
                  <a:cubicBezTo>
                    <a:pt x="262638" y="1046517"/>
                    <a:pt x="248851" y="1019943"/>
                    <a:pt x="259683" y="995495"/>
                  </a:cubicBezTo>
                  <a:cubicBezTo>
                    <a:pt x="276424" y="959355"/>
                    <a:pt x="293165" y="922151"/>
                    <a:pt x="311876" y="887074"/>
                  </a:cubicBezTo>
                  <a:cubicBezTo>
                    <a:pt x="318276" y="874318"/>
                    <a:pt x="328863" y="867941"/>
                    <a:pt x="340187" y="867542"/>
                  </a:cubicBezTo>
                  <a:close/>
                  <a:moveTo>
                    <a:pt x="274255" y="687365"/>
                  </a:moveTo>
                  <a:cubicBezTo>
                    <a:pt x="330459" y="687365"/>
                    <a:pt x="386662" y="687365"/>
                    <a:pt x="442866" y="687365"/>
                  </a:cubicBezTo>
                  <a:cubicBezTo>
                    <a:pt x="516819" y="687365"/>
                    <a:pt x="590771" y="687365"/>
                    <a:pt x="664723" y="687365"/>
                  </a:cubicBezTo>
                  <a:cubicBezTo>
                    <a:pt x="670640" y="687365"/>
                    <a:pt x="675570" y="687365"/>
                    <a:pt x="684444" y="687365"/>
                  </a:cubicBezTo>
                  <a:cubicBezTo>
                    <a:pt x="666695" y="718154"/>
                    <a:pt x="649933" y="745757"/>
                    <a:pt x="632184" y="772299"/>
                  </a:cubicBezTo>
                  <a:cubicBezTo>
                    <a:pt x="630212" y="775484"/>
                    <a:pt x="625282" y="776545"/>
                    <a:pt x="621338" y="776545"/>
                  </a:cubicBezTo>
                  <a:cubicBezTo>
                    <a:pt x="504000" y="777607"/>
                    <a:pt x="387648" y="776545"/>
                    <a:pt x="270311" y="777607"/>
                  </a:cubicBezTo>
                  <a:cubicBezTo>
                    <a:pt x="259464" y="777607"/>
                    <a:pt x="255520" y="772299"/>
                    <a:pt x="256506" y="760620"/>
                  </a:cubicBezTo>
                  <a:cubicBezTo>
                    <a:pt x="256506" y="742572"/>
                    <a:pt x="256506" y="724524"/>
                    <a:pt x="255520" y="706475"/>
                  </a:cubicBezTo>
                  <a:cubicBezTo>
                    <a:pt x="255520" y="691612"/>
                    <a:pt x="261436" y="687365"/>
                    <a:pt x="274255" y="687365"/>
                  </a:cubicBezTo>
                  <a:close/>
                  <a:moveTo>
                    <a:pt x="278054" y="504636"/>
                  </a:moveTo>
                  <a:cubicBezTo>
                    <a:pt x="354989" y="504636"/>
                    <a:pt x="432911" y="504636"/>
                    <a:pt x="509846" y="504636"/>
                  </a:cubicBezTo>
                  <a:cubicBezTo>
                    <a:pt x="588754" y="504636"/>
                    <a:pt x="666676" y="504636"/>
                    <a:pt x="745584" y="504636"/>
                  </a:cubicBezTo>
                  <a:cubicBezTo>
                    <a:pt x="764325" y="504636"/>
                    <a:pt x="765311" y="505700"/>
                    <a:pt x="765311" y="524845"/>
                  </a:cubicBezTo>
                  <a:cubicBezTo>
                    <a:pt x="765311" y="535481"/>
                    <a:pt x="765311" y="546117"/>
                    <a:pt x="765311" y="556753"/>
                  </a:cubicBezTo>
                  <a:cubicBezTo>
                    <a:pt x="765311" y="580153"/>
                    <a:pt x="752489" y="593980"/>
                    <a:pt x="730789" y="593980"/>
                  </a:cubicBezTo>
                  <a:cubicBezTo>
                    <a:pt x="580863" y="593980"/>
                    <a:pt x="429952" y="593980"/>
                    <a:pt x="279040" y="593980"/>
                  </a:cubicBezTo>
                  <a:cubicBezTo>
                    <a:pt x="256354" y="593980"/>
                    <a:pt x="256354" y="592917"/>
                    <a:pt x="256354" y="569517"/>
                  </a:cubicBezTo>
                  <a:cubicBezTo>
                    <a:pt x="256354" y="555690"/>
                    <a:pt x="256354" y="541863"/>
                    <a:pt x="256354" y="528036"/>
                  </a:cubicBezTo>
                  <a:cubicBezTo>
                    <a:pt x="256354" y="504636"/>
                    <a:pt x="256354" y="504636"/>
                    <a:pt x="278054" y="504636"/>
                  </a:cubicBezTo>
                  <a:close/>
                  <a:moveTo>
                    <a:pt x="942895" y="453454"/>
                  </a:moveTo>
                  <a:cubicBezTo>
                    <a:pt x="989224" y="494914"/>
                    <a:pt x="1033581" y="534249"/>
                    <a:pt x="1077938" y="574646"/>
                  </a:cubicBezTo>
                  <a:cubicBezTo>
                    <a:pt x="1059210" y="599097"/>
                    <a:pt x="1040481" y="622484"/>
                    <a:pt x="1021752" y="644809"/>
                  </a:cubicBezTo>
                  <a:cubicBezTo>
                    <a:pt x="928109" y="760685"/>
                    <a:pt x="831509" y="874435"/>
                    <a:pt x="722095" y="974365"/>
                  </a:cubicBezTo>
                  <a:cubicBezTo>
                    <a:pt x="695481" y="999879"/>
                    <a:pt x="664923" y="1021141"/>
                    <a:pt x="635352" y="1042403"/>
                  </a:cubicBezTo>
                  <a:cubicBezTo>
                    <a:pt x="626481" y="1048781"/>
                    <a:pt x="613666" y="1046655"/>
                    <a:pt x="601838" y="1048781"/>
                  </a:cubicBezTo>
                  <a:cubicBezTo>
                    <a:pt x="601838" y="1037087"/>
                    <a:pt x="596909" y="1023267"/>
                    <a:pt x="600852" y="1012636"/>
                  </a:cubicBezTo>
                  <a:cubicBezTo>
                    <a:pt x="619581" y="969050"/>
                    <a:pt x="637323" y="924400"/>
                    <a:pt x="659995" y="882940"/>
                  </a:cubicBezTo>
                  <a:cubicBezTo>
                    <a:pt x="741809" y="734108"/>
                    <a:pt x="838409" y="595907"/>
                    <a:pt x="938952" y="460896"/>
                  </a:cubicBezTo>
                  <a:cubicBezTo>
                    <a:pt x="939938" y="458770"/>
                    <a:pt x="940924" y="456643"/>
                    <a:pt x="942895" y="453454"/>
                  </a:cubicBezTo>
                  <a:close/>
                  <a:moveTo>
                    <a:pt x="1337162" y="323013"/>
                  </a:moveTo>
                  <a:cubicBezTo>
                    <a:pt x="1348990" y="326198"/>
                    <a:pt x="1361803" y="343189"/>
                    <a:pt x="1361803" y="358055"/>
                  </a:cubicBezTo>
                  <a:cubicBezTo>
                    <a:pt x="1359832" y="361241"/>
                    <a:pt x="1357861" y="367612"/>
                    <a:pt x="1353918" y="373984"/>
                  </a:cubicBezTo>
                  <a:cubicBezTo>
                    <a:pt x="1300693" y="447255"/>
                    <a:pt x="1247469" y="521588"/>
                    <a:pt x="1194244" y="594859"/>
                  </a:cubicBezTo>
                  <a:cubicBezTo>
                    <a:pt x="1175517" y="619282"/>
                    <a:pt x="1154818" y="642644"/>
                    <a:pt x="1134120" y="664944"/>
                  </a:cubicBezTo>
                  <a:cubicBezTo>
                    <a:pt x="1125249" y="673439"/>
                    <a:pt x="1113421" y="678749"/>
                    <a:pt x="1101594" y="682996"/>
                  </a:cubicBezTo>
                  <a:cubicBezTo>
                    <a:pt x="1095680" y="685120"/>
                    <a:pt x="1083852" y="682996"/>
                    <a:pt x="1080895" y="677687"/>
                  </a:cubicBezTo>
                  <a:cubicBezTo>
                    <a:pt x="1077938" y="671315"/>
                    <a:pt x="1077938" y="658573"/>
                    <a:pt x="1080895" y="652201"/>
                  </a:cubicBezTo>
                  <a:cubicBezTo>
                    <a:pt x="1092723" y="633087"/>
                    <a:pt x="1107507" y="615035"/>
                    <a:pt x="1121306" y="596983"/>
                  </a:cubicBezTo>
                  <a:cubicBezTo>
                    <a:pt x="1175517" y="522650"/>
                    <a:pt x="1229727" y="449379"/>
                    <a:pt x="1284923" y="375046"/>
                  </a:cubicBezTo>
                  <a:cubicBezTo>
                    <a:pt x="1293794" y="362303"/>
                    <a:pt x="1302665" y="348498"/>
                    <a:pt x="1310550" y="334694"/>
                  </a:cubicBezTo>
                  <a:cubicBezTo>
                    <a:pt x="1317449" y="324075"/>
                    <a:pt x="1325334" y="318765"/>
                    <a:pt x="1337162" y="323013"/>
                  </a:cubicBezTo>
                  <a:close/>
                  <a:moveTo>
                    <a:pt x="525824" y="229421"/>
                  </a:moveTo>
                  <a:cubicBezTo>
                    <a:pt x="600725" y="229421"/>
                    <a:pt x="675627" y="229421"/>
                    <a:pt x="750528" y="229421"/>
                  </a:cubicBezTo>
                  <a:cubicBezTo>
                    <a:pt x="761369" y="229421"/>
                    <a:pt x="765311" y="233676"/>
                    <a:pt x="765311" y="245375"/>
                  </a:cubicBezTo>
                  <a:cubicBezTo>
                    <a:pt x="764326" y="264521"/>
                    <a:pt x="764326" y="282602"/>
                    <a:pt x="765311" y="301747"/>
                  </a:cubicBezTo>
                  <a:cubicBezTo>
                    <a:pt x="765311" y="314511"/>
                    <a:pt x="760383" y="318765"/>
                    <a:pt x="748557" y="318765"/>
                  </a:cubicBezTo>
                  <a:cubicBezTo>
                    <a:pt x="711106" y="318765"/>
                    <a:pt x="674641" y="318765"/>
                    <a:pt x="638176" y="318765"/>
                  </a:cubicBezTo>
                  <a:cubicBezTo>
                    <a:pt x="601711" y="318765"/>
                    <a:pt x="565246" y="317702"/>
                    <a:pt x="528781" y="318765"/>
                  </a:cubicBezTo>
                  <a:cubicBezTo>
                    <a:pt x="515969" y="318765"/>
                    <a:pt x="511041" y="313447"/>
                    <a:pt x="511041" y="299620"/>
                  </a:cubicBezTo>
                  <a:cubicBezTo>
                    <a:pt x="512027" y="282602"/>
                    <a:pt x="512027" y="264521"/>
                    <a:pt x="511041" y="246439"/>
                  </a:cubicBezTo>
                  <a:cubicBezTo>
                    <a:pt x="511041" y="234739"/>
                    <a:pt x="514983" y="229421"/>
                    <a:pt x="525824" y="229421"/>
                  </a:cubicBezTo>
                  <a:close/>
                  <a:moveTo>
                    <a:pt x="1243182" y="137949"/>
                  </a:moveTo>
                  <a:cubicBezTo>
                    <a:pt x="1255260" y="139675"/>
                    <a:pt x="1267337" y="146577"/>
                    <a:pt x="1281140" y="158257"/>
                  </a:cubicBezTo>
                  <a:cubicBezTo>
                    <a:pt x="1308745" y="183741"/>
                    <a:pt x="1317618" y="208163"/>
                    <a:pt x="1306773" y="240018"/>
                  </a:cubicBezTo>
                  <a:cubicBezTo>
                    <a:pt x="1300858" y="257008"/>
                    <a:pt x="1294942" y="275059"/>
                    <a:pt x="1285083" y="289925"/>
                  </a:cubicBezTo>
                  <a:cubicBezTo>
                    <a:pt x="1228886" y="370624"/>
                    <a:pt x="1171704" y="450262"/>
                    <a:pt x="1114521" y="532023"/>
                  </a:cubicBezTo>
                  <a:cubicBezTo>
                    <a:pt x="1066212" y="489550"/>
                    <a:pt x="1022832" y="450262"/>
                    <a:pt x="977480" y="410974"/>
                  </a:cubicBezTo>
                  <a:cubicBezTo>
                    <a:pt x="984381" y="401417"/>
                    <a:pt x="990297" y="392923"/>
                    <a:pt x="996212" y="385490"/>
                  </a:cubicBezTo>
                  <a:cubicBezTo>
                    <a:pt x="1050437" y="319656"/>
                    <a:pt x="1103676" y="252760"/>
                    <a:pt x="1157901" y="187988"/>
                  </a:cubicBezTo>
                  <a:cubicBezTo>
                    <a:pt x="1170718" y="172061"/>
                    <a:pt x="1188464" y="159319"/>
                    <a:pt x="1205225" y="148700"/>
                  </a:cubicBezTo>
                  <a:cubicBezTo>
                    <a:pt x="1219027" y="139675"/>
                    <a:pt x="1231105" y="136224"/>
                    <a:pt x="1243182" y="137949"/>
                  </a:cubicBezTo>
                  <a:close/>
                  <a:moveTo>
                    <a:pt x="326420" y="0"/>
                  </a:moveTo>
                  <a:cubicBezTo>
                    <a:pt x="513791" y="0"/>
                    <a:pt x="702148" y="0"/>
                    <a:pt x="889519" y="0"/>
                  </a:cubicBezTo>
                  <a:cubicBezTo>
                    <a:pt x="964468" y="1063"/>
                    <a:pt x="1018707" y="56311"/>
                    <a:pt x="1021665" y="137059"/>
                  </a:cubicBezTo>
                  <a:cubicBezTo>
                    <a:pt x="1021665" y="164684"/>
                    <a:pt x="1021665" y="191246"/>
                    <a:pt x="1020679" y="218870"/>
                  </a:cubicBezTo>
                  <a:cubicBezTo>
                    <a:pt x="1020679" y="225245"/>
                    <a:pt x="1017721" y="232682"/>
                    <a:pt x="1013776" y="237995"/>
                  </a:cubicBezTo>
                  <a:cubicBezTo>
                    <a:pt x="985177" y="275181"/>
                    <a:pt x="956578" y="311305"/>
                    <a:pt x="928966" y="348492"/>
                  </a:cubicBezTo>
                  <a:cubicBezTo>
                    <a:pt x="921077" y="358054"/>
                    <a:pt x="915160" y="369741"/>
                    <a:pt x="908256" y="380366"/>
                  </a:cubicBezTo>
                  <a:cubicBezTo>
                    <a:pt x="905298" y="384616"/>
                    <a:pt x="901353" y="387804"/>
                    <a:pt x="895436" y="395241"/>
                  </a:cubicBezTo>
                  <a:cubicBezTo>
                    <a:pt x="895436" y="365492"/>
                    <a:pt x="895436" y="339992"/>
                    <a:pt x="895436" y="314493"/>
                  </a:cubicBezTo>
                  <a:cubicBezTo>
                    <a:pt x="895436" y="263494"/>
                    <a:pt x="895436" y="212495"/>
                    <a:pt x="895436" y="161496"/>
                  </a:cubicBezTo>
                  <a:cubicBezTo>
                    <a:pt x="895436" y="139184"/>
                    <a:pt x="892478" y="135997"/>
                    <a:pt x="870782" y="135997"/>
                  </a:cubicBezTo>
                  <a:cubicBezTo>
                    <a:pt x="713982" y="135997"/>
                    <a:pt x="557182" y="135997"/>
                    <a:pt x="399396" y="135997"/>
                  </a:cubicBezTo>
                  <a:cubicBezTo>
                    <a:pt x="394465" y="135997"/>
                    <a:pt x="388548" y="135997"/>
                    <a:pt x="381645" y="135997"/>
                  </a:cubicBezTo>
                  <a:cubicBezTo>
                    <a:pt x="381645" y="145559"/>
                    <a:pt x="381645" y="152997"/>
                    <a:pt x="381645" y="159371"/>
                  </a:cubicBezTo>
                  <a:cubicBezTo>
                    <a:pt x="381645" y="211433"/>
                    <a:pt x="381645" y="262431"/>
                    <a:pt x="381645" y="314493"/>
                  </a:cubicBezTo>
                  <a:cubicBezTo>
                    <a:pt x="380659" y="373991"/>
                    <a:pt x="346143" y="410116"/>
                    <a:pt x="290918" y="410116"/>
                  </a:cubicBezTo>
                  <a:cubicBezTo>
                    <a:pt x="241610" y="410116"/>
                    <a:pt x="192302" y="410116"/>
                    <a:pt x="142994" y="410116"/>
                  </a:cubicBezTo>
                  <a:cubicBezTo>
                    <a:pt x="138063" y="410116"/>
                    <a:pt x="133132" y="410116"/>
                    <a:pt x="126229" y="410116"/>
                  </a:cubicBezTo>
                  <a:cubicBezTo>
                    <a:pt x="126229" y="418615"/>
                    <a:pt x="126229" y="423928"/>
                    <a:pt x="126229" y="429240"/>
                  </a:cubicBezTo>
                  <a:cubicBezTo>
                    <a:pt x="126229" y="658735"/>
                    <a:pt x="126229" y="888229"/>
                    <a:pt x="126229" y="1117724"/>
                  </a:cubicBezTo>
                  <a:cubicBezTo>
                    <a:pt x="126229" y="1143223"/>
                    <a:pt x="128201" y="1145348"/>
                    <a:pt x="150883" y="1145348"/>
                  </a:cubicBezTo>
                  <a:cubicBezTo>
                    <a:pt x="390521" y="1145348"/>
                    <a:pt x="630158" y="1145348"/>
                    <a:pt x="869796" y="1145348"/>
                  </a:cubicBezTo>
                  <a:cubicBezTo>
                    <a:pt x="893464" y="1145348"/>
                    <a:pt x="895436" y="1143223"/>
                    <a:pt x="895436" y="1117724"/>
                  </a:cubicBezTo>
                  <a:cubicBezTo>
                    <a:pt x="895436" y="1052913"/>
                    <a:pt x="895436" y="988102"/>
                    <a:pt x="895436" y="923291"/>
                  </a:cubicBezTo>
                  <a:cubicBezTo>
                    <a:pt x="895436" y="916916"/>
                    <a:pt x="897409" y="908416"/>
                    <a:pt x="901353" y="904166"/>
                  </a:cubicBezTo>
                  <a:cubicBezTo>
                    <a:pt x="938827" y="860605"/>
                    <a:pt x="976302" y="818106"/>
                    <a:pt x="1013776" y="774545"/>
                  </a:cubicBezTo>
                  <a:cubicBezTo>
                    <a:pt x="1015748" y="773482"/>
                    <a:pt x="1016734" y="772420"/>
                    <a:pt x="1020679" y="769232"/>
                  </a:cubicBezTo>
                  <a:cubicBezTo>
                    <a:pt x="1020679" y="775607"/>
                    <a:pt x="1021665" y="779857"/>
                    <a:pt x="1021665" y="784107"/>
                  </a:cubicBezTo>
                  <a:cubicBezTo>
                    <a:pt x="1021665" y="902042"/>
                    <a:pt x="1021665" y="1018914"/>
                    <a:pt x="1021665" y="1135786"/>
                  </a:cubicBezTo>
                  <a:cubicBezTo>
                    <a:pt x="1020679" y="1222909"/>
                    <a:pt x="967426" y="1281345"/>
                    <a:pt x="886561" y="1281345"/>
                  </a:cubicBezTo>
                  <a:cubicBezTo>
                    <a:pt x="634103" y="1281345"/>
                    <a:pt x="382631" y="1281345"/>
                    <a:pt x="131160" y="1281345"/>
                  </a:cubicBezTo>
                  <a:cubicBezTo>
                    <a:pt x="55225" y="1281345"/>
                    <a:pt x="0" y="1221847"/>
                    <a:pt x="0" y="1140036"/>
                  </a:cubicBezTo>
                  <a:cubicBezTo>
                    <a:pt x="0" y="872292"/>
                    <a:pt x="0" y="603486"/>
                    <a:pt x="0" y="335742"/>
                  </a:cubicBezTo>
                  <a:cubicBezTo>
                    <a:pt x="0" y="315555"/>
                    <a:pt x="5917" y="298556"/>
                    <a:pt x="18737" y="283681"/>
                  </a:cubicBezTo>
                  <a:cubicBezTo>
                    <a:pt x="99603" y="198683"/>
                    <a:pt x="180468" y="113685"/>
                    <a:pt x="261333" y="28687"/>
                  </a:cubicBezTo>
                  <a:cubicBezTo>
                    <a:pt x="279084" y="9562"/>
                    <a:pt x="300780" y="0"/>
                    <a:pt x="32642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5" name="文本框 4"/>
          <p:cNvSpPr txBox="1"/>
          <p:nvPr/>
        </p:nvSpPr>
        <p:spPr>
          <a:xfrm>
            <a:off x="974526" y="321818"/>
            <a:ext cx="1620957" cy="523220"/>
          </a:xfrm>
          <a:prstGeom prst="rect">
            <a:avLst/>
          </a:prstGeom>
          <a:noFill/>
        </p:spPr>
        <p:txBody>
          <a:bodyPr wrap="none" rtlCol="0">
            <a:spAutoFit/>
          </a:bodyPr>
          <a:lstStyle/>
          <a:p>
            <a:r>
              <a:rPr lang="zh-CN" altLang="en-US" sz="2800" b="1">
                <a:solidFill>
                  <a:srgbClr val="3FB793"/>
                </a:solidFill>
                <a:latin typeface="思源黑体旧字形 Normal" panose="020b0400000000000000" pitchFamily="34" charset="-128"/>
                <a:ea typeface="思源黑体旧字形 Normal" panose="020b0400000000000000" pitchFamily="34" charset="-128"/>
              </a:rPr>
              <a:t>岗位职责</a:t>
            </a:r>
          </a:p>
        </p:txBody>
      </p:sp>
      <p:sp>
        <p:nvSpPr>
          <p:cNvPr id="44" name="椭圆 9">
            <a:extLst>
              <a:ext uri="{FF2B5EF4-FFF2-40B4-BE49-F238E27FC236}">
                <a16:creationId xmlns:a16="http://schemas.microsoft.com/office/drawing/2014/main" id="{4BA1C112-55BA-44B7-8C76-F5F42A845B0F}"/>
              </a:ext>
            </a:extLst>
          </p:cNvPr>
          <p:cNvSpPr/>
          <p:nvPr/>
        </p:nvSpPr>
        <p:spPr>
          <a:xfrm>
            <a:off x="2978724" y="3911289"/>
            <a:ext cx="6234552" cy="2078089"/>
          </a:xfrm>
          <a:custGeom>
            <a:gdLst>
              <a:gd name="connsiteX0" fmla="*/ 0 w 6234551"/>
              <a:gd name="connsiteY0" fmla="*/ 1750412 h 3500824"/>
              <a:gd name="connsiteX1" fmla="*/ 3117276 w 6234551"/>
              <a:gd name="connsiteY1" fmla="*/ 0 h 3500824"/>
              <a:gd name="connsiteX2" fmla="*/ 6234552 w 6234551"/>
              <a:gd name="connsiteY2" fmla="*/ 1750412 h 3500824"/>
              <a:gd name="connsiteX3" fmla="*/ 3117276 w 6234551"/>
              <a:gd name="connsiteY3" fmla="*/ 3500824 h 3500824"/>
              <a:gd name="connsiteX4" fmla="*/ 0 w 6234551"/>
              <a:gd name="connsiteY4" fmla="*/ 1750412 h 3500824"/>
              <a:gd name="connsiteX0-1" fmla="*/ 3117276 w 6234552"/>
              <a:gd name="connsiteY0-2" fmla="*/ 0 h 3500824"/>
              <a:gd name="connsiteX1-3" fmla="*/ 6234552 w 6234552"/>
              <a:gd name="connsiteY1-4" fmla="*/ 1750412 h 3500824"/>
              <a:gd name="connsiteX2-5" fmla="*/ 3117276 w 6234552"/>
              <a:gd name="connsiteY2-6" fmla="*/ 3500824 h 3500824"/>
              <a:gd name="connsiteX3-7" fmla="*/ 0 w 6234552"/>
              <a:gd name="connsiteY3-8" fmla="*/ 1750412 h 3500824"/>
              <a:gd name="connsiteX4-9" fmla="*/ 3208716 w 6234552"/>
              <a:gd name="connsiteY4-10" fmla="*/ 91440 h 3500824"/>
              <a:gd name="connsiteX0-11" fmla="*/ 3117276 w 6234552"/>
              <a:gd name="connsiteY0-12" fmla="*/ 0 h 3500824"/>
              <a:gd name="connsiteX1-13" fmla="*/ 6234552 w 6234552"/>
              <a:gd name="connsiteY1-14" fmla="*/ 1750412 h 3500824"/>
              <a:gd name="connsiteX2-15" fmla="*/ 3117276 w 6234552"/>
              <a:gd name="connsiteY2-16" fmla="*/ 3500824 h 3500824"/>
              <a:gd name="connsiteX3-17" fmla="*/ 0 w 6234552"/>
              <a:gd name="connsiteY3-18" fmla="*/ 1750412 h 3500824"/>
              <a:gd name="connsiteX0-19" fmla="*/ 6234552 w 6234552"/>
              <a:gd name="connsiteY0-20" fmla="*/ 0 h 1750412"/>
              <a:gd name="connsiteX1-21" fmla="*/ 3117276 w 6234552"/>
              <a:gd name="connsiteY1-22" fmla="*/ 1750412 h 1750412"/>
              <a:gd name="connsiteX2-23" fmla="*/ 0 w 6234552"/>
              <a:gd name="connsiteY2-24" fmla="*/ 0 h 1750412"/>
            </a:gdLst>
            <a:cxnLst>
              <a:cxn ang="0">
                <a:pos x="connsiteX0-1" y="connsiteY0-2"/>
              </a:cxn>
              <a:cxn ang="0">
                <a:pos x="connsiteX1-3" y="connsiteY1-4"/>
              </a:cxn>
              <a:cxn ang="0">
                <a:pos x="connsiteX2-5" y="connsiteY2-6"/>
              </a:cxn>
            </a:cxnLst>
            <a:rect l="l" t="t" r="r" b="b"/>
            <a:pathLst>
              <a:path w="6234552" h="1750412">
                <a:moveTo>
                  <a:pt x="6234552" y="0"/>
                </a:moveTo>
                <a:cubicBezTo>
                  <a:pt x="6234552" y="966726"/>
                  <a:pt x="4838900" y="1750412"/>
                  <a:pt x="3117276" y="1750412"/>
                </a:cubicBezTo>
                <a:cubicBezTo>
                  <a:pt x="1395652" y="1750412"/>
                  <a:pt x="0" y="966726"/>
                  <a:pt x="0" y="0"/>
                </a:cubicBezTo>
              </a:path>
            </a:pathLst>
          </a:custGeom>
          <a:noFill/>
          <a:ln w="12700">
            <a:solidFill>
              <a:schemeClr val="tx1">
                <a:lumMod val="65000"/>
                <a:lumOff val="35000"/>
              </a:schemeClr>
            </a:solidFill>
            <a:head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cs typeface="+mn-ea"/>
              <a:sym typeface="+mn-lt"/>
            </a:endParaRPr>
          </a:p>
        </p:txBody>
      </p:sp>
      <p:grpSp>
        <p:nvGrpSpPr>
          <p:cNvPr id="45" name="组合 44">
            <a:extLst>
              <a:ext uri="{FF2B5EF4-FFF2-40B4-BE49-F238E27FC236}">
                <a16:creationId xmlns:a16="http://schemas.microsoft.com/office/drawing/2014/main" id="{0C3E4E11-F167-41D0-B804-7AFB82D97B54}"/>
              </a:ext>
            </a:extLst>
          </p:cNvPr>
          <p:cNvGrpSpPr/>
          <p:nvPr/>
        </p:nvGrpSpPr>
        <p:grpSpPr>
          <a:xfrm>
            <a:off x="2330673" y="2479421"/>
            <a:ext cx="1739454" cy="1412819"/>
            <a:chOff x="3237545" y="4561747"/>
            <a:chExt cx="1146960" cy="1146960"/>
          </a:xfrm>
        </p:grpSpPr>
        <p:sp>
          <p:nvSpPr>
            <p:cNvPr id="46" name="圆角矩形 28">
              <a:extLst>
                <a:ext uri="{FF2B5EF4-FFF2-40B4-BE49-F238E27FC236}">
                  <a16:creationId xmlns:a16="http://schemas.microsoft.com/office/drawing/2014/main" id="{1CD3B05E-5C6E-48DC-B7E5-18B97768F28D}"/>
                </a:ext>
              </a:extLst>
            </p:cNvPr>
            <p:cNvSpPr/>
            <p:nvPr/>
          </p:nvSpPr>
          <p:spPr>
            <a:xfrm>
              <a:off x="3237545" y="4561747"/>
              <a:ext cx="1146960" cy="1146960"/>
            </a:xfrm>
            <a:prstGeom prst="roundRect">
              <a:avLst>
                <a:gd name="adj" fmla="val 0"/>
              </a:avLst>
            </a:prstGeom>
            <a:solidFill>
              <a:srgbClr val="545D79"/>
            </a:solidFill>
            <a:ln>
              <a:noFill/>
            </a:ln>
            <a:effectLst>
              <a:outerShdw blurRad="63500" algn="ctr" rotWithShape="0">
                <a:prstClr val="black">
                  <a:alpha val="40000"/>
                </a:prstClr>
              </a:outerShdw>
            </a:effectLst>
          </p:spPr>
          <p:txBody>
            <a:bodyPr vert="horz" wrap="square" lIns="91440" tIns="45720" rIns="91440" bIns="45720" numCol="1" anchor="ctr" anchorCtr="0" compatLnSpc="1">
              <a:prstTxWarp prst="textNoShape">
                <a:avLst/>
              </a:prstTxWarp>
            </a:bodyPr>
            <a:lstStyle/>
            <a:p>
              <a:pPr algn="ctr"/>
              <a:endParaRPr lang="zh-CN" altLang="en-US" sz="4800">
                <a:solidFill>
                  <a:schemeClr val="tx1">
                    <a:lumMod val="75000"/>
                    <a:lumOff val="25000"/>
                  </a:schemeClr>
                </a:solidFill>
                <a:latin typeface="思源黑体旧字形 Normal" panose="020b0400000000000000" pitchFamily="34" charset="-128"/>
                <a:ea typeface="思源黑体旧字形 Normal" panose="020b0400000000000000" pitchFamily="34" charset="-128"/>
                <a:sym typeface="+mn-lt"/>
              </a:endParaRPr>
            </a:p>
          </p:txBody>
        </p:sp>
        <p:sp>
          <p:nvSpPr>
            <p:cNvPr id="47" name="圆角矩形 29">
              <a:extLst>
                <a:ext uri="{FF2B5EF4-FFF2-40B4-BE49-F238E27FC236}">
                  <a16:creationId xmlns:a16="http://schemas.microsoft.com/office/drawing/2014/main" id="{F9F74343-1BE6-4633-8AEE-B58F02624346}"/>
                </a:ext>
              </a:extLst>
            </p:cNvPr>
            <p:cNvSpPr/>
            <p:nvPr/>
          </p:nvSpPr>
          <p:spPr>
            <a:xfrm>
              <a:off x="3305008" y="4637099"/>
              <a:ext cx="1012026" cy="996251"/>
            </a:xfrm>
            <a:prstGeom prst="roundRect">
              <a:avLst>
                <a:gd name="adj" fmla="val 0"/>
              </a:avLst>
            </a:prstGeom>
            <a:solidFill>
              <a:schemeClr val="bg1">
                <a:lumMod val="95000"/>
              </a:schemeClr>
            </a:solidFill>
            <a:ln w="50800">
              <a:noFill/>
            </a:ln>
            <a:effectLst>
              <a:outerShdw blurRad="76200" dist="38100" dir="2700000" algn="tl" rotWithShape="0">
                <a:schemeClr val="tx1">
                  <a:lumMod val="65000"/>
                  <a:lumOff val="35000"/>
                  <a:alpha val="64000"/>
                </a:schemeClr>
              </a:outerShdw>
            </a:effectLst>
            <a:scene3d>
              <a:camera prst="orthographicFront"/>
              <a:lightRig rig="threePt" dir="t"/>
            </a:scene3d>
            <a:sp3d prstMaterial="softEdge">
              <a:bevelT w="44450" h="1270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latin typeface="思源黑体旧字形 Normal" panose="020b0400000000000000" pitchFamily="34" charset="-128"/>
                <a:ea typeface="思源黑体旧字形 Normal" panose="020b0400000000000000" pitchFamily="34" charset="-128"/>
                <a:cs typeface="+mn-ea"/>
                <a:sym typeface="+mn-lt"/>
              </a:endParaRPr>
            </a:p>
          </p:txBody>
        </p:sp>
      </p:grpSp>
      <p:grpSp>
        <p:nvGrpSpPr>
          <p:cNvPr id="48" name="组合 47">
            <a:extLst>
              <a:ext uri="{FF2B5EF4-FFF2-40B4-BE49-F238E27FC236}">
                <a16:creationId xmlns:a16="http://schemas.microsoft.com/office/drawing/2014/main" id="{A3EFEBC0-5030-47CC-BF9B-519C3EDF3735}"/>
              </a:ext>
            </a:extLst>
          </p:cNvPr>
          <p:cNvGrpSpPr/>
          <p:nvPr/>
        </p:nvGrpSpPr>
        <p:grpSpPr>
          <a:xfrm>
            <a:off x="8121873" y="2479421"/>
            <a:ext cx="1739454" cy="1412819"/>
            <a:chOff x="3237545" y="4561747"/>
            <a:chExt cx="1146960" cy="1146960"/>
          </a:xfrm>
        </p:grpSpPr>
        <p:sp>
          <p:nvSpPr>
            <p:cNvPr id="49" name="圆角矩形 31">
              <a:extLst>
                <a:ext uri="{FF2B5EF4-FFF2-40B4-BE49-F238E27FC236}">
                  <a16:creationId xmlns:a16="http://schemas.microsoft.com/office/drawing/2014/main" id="{70016B06-5256-4B77-A704-097A6500B052}"/>
                </a:ext>
              </a:extLst>
            </p:cNvPr>
            <p:cNvSpPr/>
            <p:nvPr/>
          </p:nvSpPr>
          <p:spPr>
            <a:xfrm>
              <a:off x="3237545" y="4561747"/>
              <a:ext cx="1146960" cy="1146960"/>
            </a:xfrm>
            <a:prstGeom prst="roundRect">
              <a:avLst>
                <a:gd name="adj" fmla="val 0"/>
              </a:avLst>
            </a:prstGeom>
            <a:solidFill>
              <a:srgbClr val="3FB793"/>
            </a:solidFill>
            <a:ln>
              <a:noFill/>
            </a:ln>
            <a:effectLst>
              <a:outerShdw blurRad="63500" algn="ctr" rotWithShape="0">
                <a:prstClr val="black">
                  <a:alpha val="40000"/>
                </a:prstClr>
              </a:outerShdw>
            </a:effectLst>
          </p:spPr>
          <p:txBody>
            <a:bodyPr vert="horz" wrap="square" lIns="91440" tIns="45720" rIns="91440" bIns="45720" numCol="1" anchor="ctr" anchorCtr="0" compatLnSpc="1">
              <a:prstTxWarp prst="textNoShape">
                <a:avLst/>
              </a:prstTxWarp>
            </a:bodyPr>
            <a:lstStyle/>
            <a:p>
              <a:pPr algn="ctr"/>
              <a:endParaRPr lang="zh-CN" altLang="en-US" sz="4800">
                <a:solidFill>
                  <a:schemeClr val="tx1">
                    <a:lumMod val="75000"/>
                    <a:lumOff val="25000"/>
                  </a:schemeClr>
                </a:solidFill>
                <a:latin typeface="思源黑体旧字形 Normal" panose="020b0400000000000000" pitchFamily="34" charset="-128"/>
                <a:ea typeface="思源黑体旧字形 Normal" panose="020b0400000000000000" pitchFamily="34" charset="-128"/>
                <a:sym typeface="+mn-lt"/>
              </a:endParaRPr>
            </a:p>
          </p:txBody>
        </p:sp>
        <p:sp>
          <p:nvSpPr>
            <p:cNvPr id="50" name="圆角矩形 32">
              <a:extLst>
                <a:ext uri="{FF2B5EF4-FFF2-40B4-BE49-F238E27FC236}">
                  <a16:creationId xmlns:a16="http://schemas.microsoft.com/office/drawing/2014/main" id="{B8129D81-E6F8-40E1-9857-831F98B1D0BA}"/>
                </a:ext>
              </a:extLst>
            </p:cNvPr>
            <p:cNvSpPr/>
            <p:nvPr/>
          </p:nvSpPr>
          <p:spPr>
            <a:xfrm>
              <a:off x="3305008" y="4637099"/>
              <a:ext cx="1012026" cy="996251"/>
            </a:xfrm>
            <a:prstGeom prst="roundRect">
              <a:avLst>
                <a:gd name="adj" fmla="val 0"/>
              </a:avLst>
            </a:prstGeom>
            <a:solidFill>
              <a:schemeClr val="bg1">
                <a:lumMod val="95000"/>
              </a:schemeClr>
            </a:solidFill>
            <a:ln w="50800">
              <a:noFill/>
            </a:ln>
            <a:effectLst>
              <a:outerShdw blurRad="76200" dist="38100" dir="2700000" algn="tl" rotWithShape="0">
                <a:schemeClr val="tx1">
                  <a:lumMod val="65000"/>
                  <a:lumOff val="35000"/>
                  <a:alpha val="64000"/>
                </a:schemeClr>
              </a:outerShdw>
            </a:effectLst>
            <a:scene3d>
              <a:camera prst="orthographicFront"/>
              <a:lightRig rig="threePt" dir="t"/>
            </a:scene3d>
            <a:sp3d prstMaterial="softEdge">
              <a:bevelT w="44450" h="1270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latin typeface="思源黑体旧字形 Normal" panose="020b0400000000000000" pitchFamily="34" charset="-128"/>
                <a:ea typeface="思源黑体旧字形 Normal" panose="020b0400000000000000" pitchFamily="34" charset="-128"/>
                <a:cs typeface="+mn-ea"/>
                <a:sym typeface="+mn-lt"/>
              </a:endParaRPr>
            </a:p>
          </p:txBody>
        </p:sp>
      </p:grpSp>
      <p:cxnSp>
        <p:nvCxnSpPr>
          <p:cNvPr id="51" name="直接箭头连接符 50">
            <a:extLst>
              <a:ext uri="{FF2B5EF4-FFF2-40B4-BE49-F238E27FC236}">
                <a16:creationId xmlns:a16="http://schemas.microsoft.com/office/drawing/2014/main" id="{29FD68B2-55B2-48BD-A77D-2C2670C907A5}"/>
              </a:ext>
            </a:extLst>
          </p:cNvPr>
          <p:cNvCxnSpPr/>
          <p:nvPr/>
        </p:nvCxnSpPr>
        <p:spPr>
          <a:xfrm>
            <a:off x="4324350" y="3194925"/>
            <a:ext cx="3524250" cy="0"/>
          </a:xfrm>
          <a:prstGeom prst="straightConnector1">
            <a:avLst/>
          </a:prstGeom>
          <a:ln w="19050">
            <a:solidFill>
              <a:schemeClr val="tx1">
                <a:lumMod val="65000"/>
                <a:lumOff val="35000"/>
              </a:schemeClr>
            </a:solidFill>
            <a:prstDash val="sysDot"/>
            <a:tailEnd type="triangle" w="lg" len="lg"/>
          </a:ln>
        </p:spPr>
        <p:style>
          <a:lnRef idx="1">
            <a:schemeClr val="accent1"/>
          </a:lnRef>
          <a:fillRef idx="0">
            <a:schemeClr val="accent1"/>
          </a:fillRef>
          <a:effectRef idx="0">
            <a:schemeClr val="accent1"/>
          </a:effectRef>
          <a:fontRef idx="minor">
            <a:schemeClr val="tx1"/>
          </a:fontRef>
        </p:style>
      </p:cxnSp>
      <p:sp>
        <p:nvSpPr>
          <p:cNvPr id="52" name="椭圆 51">
            <a:extLst>
              <a:ext uri="{FF2B5EF4-FFF2-40B4-BE49-F238E27FC236}">
                <a16:creationId xmlns:a16="http://schemas.microsoft.com/office/drawing/2014/main" id="{2A21CE72-F782-42E5-9C94-E6EF20772D2E}"/>
              </a:ext>
            </a:extLst>
          </p:cNvPr>
          <p:cNvSpPr/>
          <p:nvPr/>
        </p:nvSpPr>
        <p:spPr>
          <a:xfrm>
            <a:off x="3406239" y="4709902"/>
            <a:ext cx="1225452" cy="1225452"/>
          </a:xfrm>
          <a:prstGeom prst="ellipse">
            <a:avLst/>
          </a:prstGeom>
          <a:solidFill>
            <a:schemeClr val="bg1">
              <a:lumMod val="95000"/>
            </a:schemeClr>
          </a:solidFill>
          <a:ln w="50800">
            <a:noFill/>
          </a:ln>
          <a:effectLst>
            <a:outerShdw blurRad="177800" dist="63500" dir="2700000" algn="tl" rotWithShape="0">
              <a:schemeClr val="tx1">
                <a:lumMod val="65000"/>
                <a:lumOff val="35000"/>
                <a:alpha val="25000"/>
              </a:schemeClr>
            </a:outerShdw>
          </a:effectLst>
          <a:scene3d>
            <a:camera prst="orthographicFront"/>
            <a:lightRig rig="threePt" dir="t"/>
          </a:scene3d>
          <a:sp3d prstMaterial="softEdge">
            <a:bevelT w="38100" h="63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lumMod val="65000"/>
                </a:schemeClr>
              </a:solidFill>
              <a:latin typeface="思源黑体旧字形 Normal" panose="020b0400000000000000" pitchFamily="34" charset="-128"/>
              <a:ea typeface="思源黑体旧字形 Normal" panose="020b0400000000000000" pitchFamily="34" charset="-128"/>
              <a:cs typeface="+mn-ea"/>
              <a:sym typeface="+mn-lt"/>
            </a:endParaRPr>
          </a:p>
        </p:txBody>
      </p:sp>
      <p:sp>
        <p:nvSpPr>
          <p:cNvPr id="53" name="椭圆 52">
            <a:extLst>
              <a:ext uri="{FF2B5EF4-FFF2-40B4-BE49-F238E27FC236}">
                <a16:creationId xmlns:a16="http://schemas.microsoft.com/office/drawing/2014/main" id="{837C0918-19AD-422E-8344-657B47A03FD1}"/>
              </a:ext>
            </a:extLst>
          </p:cNvPr>
          <p:cNvSpPr/>
          <p:nvPr/>
        </p:nvSpPr>
        <p:spPr>
          <a:xfrm>
            <a:off x="7560310" y="4709902"/>
            <a:ext cx="1225452" cy="1225452"/>
          </a:xfrm>
          <a:prstGeom prst="ellipse">
            <a:avLst/>
          </a:prstGeom>
          <a:solidFill>
            <a:schemeClr val="bg1">
              <a:lumMod val="95000"/>
            </a:schemeClr>
          </a:solidFill>
          <a:ln w="50800">
            <a:noFill/>
          </a:ln>
          <a:effectLst>
            <a:outerShdw blurRad="177800" dist="63500" dir="2700000" algn="tl" rotWithShape="0">
              <a:schemeClr val="tx1">
                <a:lumMod val="65000"/>
                <a:lumOff val="35000"/>
                <a:alpha val="25000"/>
              </a:schemeClr>
            </a:outerShdw>
          </a:effectLst>
          <a:scene3d>
            <a:camera prst="orthographicFront"/>
            <a:lightRig rig="threePt" dir="t"/>
          </a:scene3d>
          <a:sp3d prstMaterial="softEdge">
            <a:bevelT w="38100" h="63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lumMod val="65000"/>
                </a:schemeClr>
              </a:solidFill>
              <a:latin typeface="思源黑体旧字形 Normal" panose="020b0400000000000000" pitchFamily="34" charset="-128"/>
              <a:ea typeface="思源黑体旧字形 Normal" panose="020b0400000000000000" pitchFamily="34" charset="-128"/>
              <a:cs typeface="+mn-ea"/>
              <a:sym typeface="+mn-lt"/>
            </a:endParaRPr>
          </a:p>
        </p:txBody>
      </p:sp>
      <p:sp>
        <p:nvSpPr>
          <p:cNvPr id="54" name="椭圆 53">
            <a:extLst>
              <a:ext uri="{FF2B5EF4-FFF2-40B4-BE49-F238E27FC236}">
                <a16:creationId xmlns:a16="http://schemas.microsoft.com/office/drawing/2014/main" id="{86D94946-AF48-4BD5-9D20-3EDCC1C4178F}"/>
              </a:ext>
            </a:extLst>
          </p:cNvPr>
          <p:cNvSpPr/>
          <p:nvPr/>
        </p:nvSpPr>
        <p:spPr>
          <a:xfrm>
            <a:off x="5483274" y="5290927"/>
            <a:ext cx="1225452" cy="1225452"/>
          </a:xfrm>
          <a:prstGeom prst="ellipse">
            <a:avLst/>
          </a:prstGeom>
          <a:solidFill>
            <a:schemeClr val="bg1">
              <a:lumMod val="95000"/>
            </a:schemeClr>
          </a:solidFill>
          <a:ln w="50800">
            <a:noFill/>
          </a:ln>
          <a:effectLst>
            <a:outerShdw blurRad="177800" dist="63500" dir="2700000" algn="tl" rotWithShape="0">
              <a:schemeClr val="tx1">
                <a:lumMod val="65000"/>
                <a:lumOff val="35000"/>
                <a:alpha val="25000"/>
              </a:schemeClr>
            </a:outerShdw>
          </a:effectLst>
          <a:scene3d>
            <a:camera prst="orthographicFront"/>
            <a:lightRig rig="threePt" dir="t"/>
          </a:scene3d>
          <a:sp3d prstMaterial="softEdge">
            <a:bevelT w="38100" h="63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lumMod val="65000"/>
                </a:schemeClr>
              </a:solidFill>
              <a:latin typeface="思源黑体旧字形 Normal" panose="020b0400000000000000" pitchFamily="34" charset="-128"/>
              <a:ea typeface="思源黑体旧字形 Normal" panose="020b0400000000000000" pitchFamily="34" charset="-128"/>
              <a:cs typeface="+mn-ea"/>
              <a:sym typeface="+mn-lt"/>
            </a:endParaRPr>
          </a:p>
        </p:txBody>
      </p:sp>
      <p:sp>
        <p:nvSpPr>
          <p:cNvPr id="93" name="文本框 24">
            <a:extLst>
              <a:ext uri="{FF2B5EF4-FFF2-40B4-BE49-F238E27FC236}">
                <a16:creationId xmlns:a16="http://schemas.microsoft.com/office/drawing/2014/main" id="{43CE0C93-65CE-4A51-98E5-40B5159F4E98}"/>
              </a:ext>
            </a:extLst>
          </p:cNvPr>
          <p:cNvSpPr txBox="1"/>
          <p:nvPr/>
        </p:nvSpPr>
        <p:spPr>
          <a:xfrm>
            <a:off x="5334000" y="2785717"/>
            <a:ext cx="1524000" cy="400110"/>
          </a:xfrm>
          <a:prstGeom prst="rect">
            <a:avLst/>
          </a:prstGeom>
          <a:noFill/>
        </p:spPr>
        <p:txBody>
          <a:bodyPr wrap="square" rtlCol="0">
            <a:spAutoFit/>
          </a:bodyPr>
          <a:lstStyle/>
          <a:p>
            <a:pPr algn="ctr"/>
            <a:r>
              <a:rPr lang="zh-CN" altLang="en-US" sz="2000" b="1">
                <a:solidFill>
                  <a:schemeClr val="tx1">
                    <a:lumMod val="75000"/>
                    <a:lumOff val="25000"/>
                  </a:schemeClr>
                </a:solidFill>
                <a:latin typeface="思源黑体旧字形 Normal" panose="020b0400000000000000" pitchFamily="34" charset="-128"/>
                <a:ea typeface="思源黑体旧字形 Normal" panose="020b0400000000000000" pitchFamily="34" charset="-128"/>
                <a:cs typeface="+mn-ea"/>
                <a:sym typeface="+mn-lt"/>
              </a:rPr>
              <a:t>思维的转变</a:t>
            </a:r>
          </a:p>
        </p:txBody>
      </p:sp>
      <p:sp>
        <p:nvSpPr>
          <p:cNvPr id="94" name="文本框 25">
            <a:extLst>
              <a:ext uri="{FF2B5EF4-FFF2-40B4-BE49-F238E27FC236}">
                <a16:creationId xmlns:a16="http://schemas.microsoft.com/office/drawing/2014/main" id="{68EA009C-207F-49C0-BABA-1B6FC5BB8EDA}"/>
              </a:ext>
            </a:extLst>
          </p:cNvPr>
          <p:cNvSpPr txBox="1"/>
          <p:nvPr/>
        </p:nvSpPr>
        <p:spPr>
          <a:xfrm>
            <a:off x="5334000" y="4621996"/>
            <a:ext cx="1524000" cy="400110"/>
          </a:xfrm>
          <a:prstGeom prst="rect">
            <a:avLst/>
          </a:prstGeom>
          <a:noFill/>
        </p:spPr>
        <p:txBody>
          <a:bodyPr wrap="square" rtlCol="0">
            <a:spAutoFit/>
          </a:bodyPr>
          <a:lstStyle/>
          <a:p>
            <a:pPr algn="ctr"/>
            <a:r>
              <a:rPr lang="zh-CN" altLang="en-US" sz="2000" b="1">
                <a:solidFill>
                  <a:schemeClr val="tx1">
                    <a:lumMod val="75000"/>
                    <a:lumOff val="25000"/>
                  </a:schemeClr>
                </a:solidFill>
                <a:latin typeface="思源黑体旧字形 Normal" panose="020b0400000000000000" pitchFamily="34" charset="-128"/>
                <a:ea typeface="思源黑体旧字形 Normal" panose="020b0400000000000000" pitchFamily="34" charset="-128"/>
                <a:cs typeface="+mn-ea"/>
                <a:sym typeface="+mn-lt"/>
              </a:rPr>
              <a:t>量变到质变</a:t>
            </a:r>
          </a:p>
        </p:txBody>
      </p:sp>
      <p:sp>
        <p:nvSpPr>
          <p:cNvPr id="95" name="文本框 94">
            <a:extLst>
              <a:ext uri="{FF2B5EF4-FFF2-40B4-BE49-F238E27FC236}">
                <a16:creationId xmlns:a16="http://schemas.microsoft.com/office/drawing/2014/main" id="{DFBE0032-D904-43FC-934D-6D8BBC444D92}"/>
              </a:ext>
            </a:extLst>
          </p:cNvPr>
          <p:cNvSpPr txBox="1"/>
          <p:nvPr/>
        </p:nvSpPr>
        <p:spPr>
          <a:xfrm>
            <a:off x="2596038" y="2766667"/>
            <a:ext cx="1208712" cy="707886"/>
          </a:xfrm>
          <a:prstGeom prst="rect">
            <a:avLst/>
          </a:prstGeom>
          <a:noFill/>
        </p:spPr>
        <p:txBody>
          <a:bodyPr wrap="square" rtlCol="0">
            <a:spAutoFit/>
          </a:bodyPr>
          <a:lstStyle/>
          <a:p>
            <a:pPr algn="ctr"/>
            <a:r>
              <a:rPr lang="zh-CN" altLang="en-US" sz="4000" b="1">
                <a:solidFill>
                  <a:schemeClr val="tx1">
                    <a:lumMod val="75000"/>
                    <a:lumOff val="25000"/>
                  </a:schemeClr>
                </a:solidFill>
                <a:latin typeface="思源黑体旧字形 Normal" panose="020b0400000000000000" pitchFamily="34" charset="-128"/>
                <a:ea typeface="思源黑体旧字形 Normal" panose="020b0400000000000000" pitchFamily="34" charset="-128"/>
                <a:cs typeface="+mn-ea"/>
                <a:sym typeface="+mn-lt"/>
              </a:rPr>
              <a:t>思维</a:t>
            </a:r>
          </a:p>
        </p:txBody>
      </p:sp>
      <p:sp>
        <p:nvSpPr>
          <p:cNvPr id="96" name="文本框 30">
            <a:extLst>
              <a:ext uri="{FF2B5EF4-FFF2-40B4-BE49-F238E27FC236}">
                <a16:creationId xmlns:a16="http://schemas.microsoft.com/office/drawing/2014/main" id="{27205C24-F5D0-4696-A6BF-F1CF703E2774}"/>
              </a:ext>
            </a:extLst>
          </p:cNvPr>
          <p:cNvSpPr txBox="1"/>
          <p:nvPr/>
        </p:nvSpPr>
        <p:spPr>
          <a:xfrm>
            <a:off x="8387238" y="2766667"/>
            <a:ext cx="1208712" cy="707886"/>
          </a:xfrm>
          <a:prstGeom prst="rect">
            <a:avLst/>
          </a:prstGeom>
          <a:noFill/>
        </p:spPr>
        <p:txBody>
          <a:bodyPr wrap="square" rtlCol="0">
            <a:spAutoFit/>
          </a:bodyPr>
          <a:lstStyle/>
          <a:p>
            <a:pPr algn="ctr"/>
            <a:r>
              <a:rPr lang="zh-CN" altLang="en-US" sz="4000" b="1">
                <a:solidFill>
                  <a:schemeClr val="tx1">
                    <a:lumMod val="75000"/>
                    <a:lumOff val="25000"/>
                  </a:schemeClr>
                </a:solidFill>
                <a:latin typeface="思源黑体旧字形 Normal" panose="020b0400000000000000" pitchFamily="34" charset="-128"/>
                <a:ea typeface="思源黑体旧字形 Normal" panose="020b0400000000000000" pitchFamily="34" charset="-128"/>
                <a:cs typeface="+mn-ea"/>
                <a:sym typeface="+mn-lt"/>
              </a:rPr>
              <a:t>行动</a:t>
            </a:r>
          </a:p>
        </p:txBody>
      </p:sp>
      <p:sp>
        <p:nvSpPr>
          <p:cNvPr id="97" name="文本框 33">
            <a:extLst>
              <a:ext uri="{FF2B5EF4-FFF2-40B4-BE49-F238E27FC236}">
                <a16:creationId xmlns:a16="http://schemas.microsoft.com/office/drawing/2014/main" id="{BFF7EAF0-5EA4-4B46-B36A-1520249995FA}"/>
              </a:ext>
            </a:extLst>
          </p:cNvPr>
          <p:cNvSpPr txBox="1"/>
          <p:nvPr/>
        </p:nvSpPr>
        <p:spPr>
          <a:xfrm>
            <a:off x="3503635" y="5000832"/>
            <a:ext cx="986140" cy="646331"/>
          </a:xfrm>
          <a:prstGeom prst="rect">
            <a:avLst/>
          </a:prstGeom>
          <a:noFill/>
        </p:spPr>
        <p:txBody>
          <a:bodyPr wrap="square" rtlCol="0">
            <a:spAutoFit/>
          </a:bodyPr>
          <a:lstStyle/>
          <a:p>
            <a:pPr algn="ctr"/>
            <a:r>
              <a:rPr lang="zh-CN" altLang="en-US" b="1">
                <a:solidFill>
                  <a:schemeClr val="tx1">
                    <a:lumMod val="85000"/>
                    <a:lumOff val="15000"/>
                  </a:schemeClr>
                </a:solidFill>
                <a:latin typeface="思源黑体旧字形 Normal" panose="020b0400000000000000" pitchFamily="34" charset="-128"/>
                <a:ea typeface="思源黑体旧字形 Normal" panose="020b0400000000000000" pitchFamily="34" charset="-128"/>
                <a:cs typeface="+mn-ea"/>
                <a:sym typeface="+mn-lt"/>
              </a:rPr>
              <a:t>认识</a:t>
            </a:r>
            <a:endParaRPr lang="en-US" altLang="zh-CN" b="1">
              <a:solidFill>
                <a:schemeClr val="tx1">
                  <a:lumMod val="85000"/>
                  <a:lumOff val="15000"/>
                </a:schemeClr>
              </a:solidFill>
              <a:latin typeface="思源黑体旧字形 Normal" panose="020b0400000000000000" pitchFamily="34" charset="-128"/>
              <a:ea typeface="思源黑体旧字形 Normal" panose="020b0400000000000000" pitchFamily="34" charset="-128"/>
              <a:cs typeface="+mn-ea"/>
              <a:sym typeface="+mn-lt"/>
            </a:endParaRPr>
          </a:p>
          <a:p>
            <a:pPr algn="ctr"/>
            <a:r>
              <a:rPr lang="zh-CN" altLang="en-US" b="1">
                <a:solidFill>
                  <a:schemeClr val="tx1">
                    <a:lumMod val="85000"/>
                    <a:lumOff val="15000"/>
                  </a:schemeClr>
                </a:solidFill>
                <a:latin typeface="思源黑体旧字形 Normal" panose="020b0400000000000000" pitchFamily="34" charset="-128"/>
                <a:ea typeface="思源黑体旧字形 Normal" panose="020b0400000000000000" pitchFamily="34" charset="-128"/>
                <a:cs typeface="+mn-ea"/>
                <a:sym typeface="+mn-lt"/>
              </a:rPr>
              <a:t>问题</a:t>
            </a:r>
            <a:endParaRPr lang="en-US" altLang="zh-CN" b="1">
              <a:solidFill>
                <a:schemeClr val="tx1">
                  <a:lumMod val="85000"/>
                  <a:lumOff val="15000"/>
                </a:schemeClr>
              </a:solidFill>
              <a:latin typeface="思源黑体旧字形 Normal" panose="020b0400000000000000" pitchFamily="34" charset="-128"/>
              <a:ea typeface="思源黑体旧字形 Normal" panose="020b0400000000000000" pitchFamily="34" charset="-128"/>
              <a:cs typeface="+mn-ea"/>
              <a:sym typeface="+mn-lt"/>
            </a:endParaRPr>
          </a:p>
        </p:txBody>
      </p:sp>
      <p:sp>
        <p:nvSpPr>
          <p:cNvPr id="98" name="文本框 34">
            <a:extLst>
              <a:ext uri="{FF2B5EF4-FFF2-40B4-BE49-F238E27FC236}">
                <a16:creationId xmlns:a16="http://schemas.microsoft.com/office/drawing/2014/main" id="{853FA02C-9B4A-4C54-A9E5-A6A922032641}"/>
              </a:ext>
            </a:extLst>
          </p:cNvPr>
          <p:cNvSpPr txBox="1"/>
          <p:nvPr/>
        </p:nvSpPr>
        <p:spPr>
          <a:xfrm>
            <a:off x="5599755" y="5580487"/>
            <a:ext cx="986140" cy="646331"/>
          </a:xfrm>
          <a:prstGeom prst="rect">
            <a:avLst/>
          </a:prstGeom>
          <a:noFill/>
        </p:spPr>
        <p:txBody>
          <a:bodyPr wrap="square" rtlCol="0">
            <a:spAutoFit/>
          </a:bodyPr>
          <a:lstStyle/>
          <a:p>
            <a:pPr algn="ctr"/>
            <a:r>
              <a:rPr lang="zh-CN" altLang="en-US" b="1">
                <a:solidFill>
                  <a:schemeClr val="tx1">
                    <a:lumMod val="85000"/>
                    <a:lumOff val="15000"/>
                  </a:schemeClr>
                </a:solidFill>
                <a:latin typeface="思源黑体旧字形 Normal" panose="020b0400000000000000" pitchFamily="34" charset="-128"/>
                <a:ea typeface="思源黑体旧字形 Normal" panose="020b0400000000000000" pitchFamily="34" charset="-128"/>
                <a:cs typeface="+mn-ea"/>
                <a:sym typeface="+mn-lt"/>
              </a:rPr>
              <a:t>改变</a:t>
            </a:r>
            <a:endParaRPr lang="en-US" altLang="zh-CN" b="1">
              <a:solidFill>
                <a:schemeClr val="tx1">
                  <a:lumMod val="85000"/>
                  <a:lumOff val="15000"/>
                </a:schemeClr>
              </a:solidFill>
              <a:latin typeface="思源黑体旧字形 Normal" panose="020b0400000000000000" pitchFamily="34" charset="-128"/>
              <a:ea typeface="思源黑体旧字形 Normal" panose="020b0400000000000000" pitchFamily="34" charset="-128"/>
              <a:cs typeface="+mn-ea"/>
              <a:sym typeface="+mn-lt"/>
            </a:endParaRPr>
          </a:p>
          <a:p>
            <a:pPr algn="ctr"/>
            <a:r>
              <a:rPr lang="zh-CN" altLang="en-US" b="1">
                <a:solidFill>
                  <a:schemeClr val="tx1">
                    <a:lumMod val="85000"/>
                    <a:lumOff val="15000"/>
                  </a:schemeClr>
                </a:solidFill>
                <a:latin typeface="思源黑体旧字形 Normal" panose="020b0400000000000000" pitchFamily="34" charset="-128"/>
                <a:ea typeface="思源黑体旧字形 Normal" panose="020b0400000000000000" pitchFamily="34" charset="-128"/>
                <a:cs typeface="+mn-ea"/>
                <a:sym typeface="+mn-lt"/>
              </a:rPr>
              <a:t>思维</a:t>
            </a:r>
            <a:endParaRPr lang="en-US" altLang="zh-CN" b="1">
              <a:solidFill>
                <a:schemeClr val="tx1">
                  <a:lumMod val="85000"/>
                  <a:lumOff val="15000"/>
                </a:schemeClr>
              </a:solidFill>
              <a:latin typeface="思源黑体旧字形 Normal" panose="020b0400000000000000" pitchFamily="34" charset="-128"/>
              <a:ea typeface="思源黑体旧字形 Normal" panose="020b0400000000000000" pitchFamily="34" charset="-128"/>
              <a:cs typeface="+mn-ea"/>
              <a:sym typeface="+mn-lt"/>
            </a:endParaRPr>
          </a:p>
        </p:txBody>
      </p:sp>
      <p:sp>
        <p:nvSpPr>
          <p:cNvPr id="99" name="文本框 35">
            <a:extLst>
              <a:ext uri="{FF2B5EF4-FFF2-40B4-BE49-F238E27FC236}">
                <a16:creationId xmlns:a16="http://schemas.microsoft.com/office/drawing/2014/main" id="{EA971244-036D-4CB8-BB41-2B5E1024AAE4}"/>
              </a:ext>
            </a:extLst>
          </p:cNvPr>
          <p:cNvSpPr txBox="1"/>
          <p:nvPr/>
        </p:nvSpPr>
        <p:spPr>
          <a:xfrm>
            <a:off x="7679966" y="5005338"/>
            <a:ext cx="986140" cy="646331"/>
          </a:xfrm>
          <a:prstGeom prst="rect">
            <a:avLst/>
          </a:prstGeom>
          <a:noFill/>
        </p:spPr>
        <p:txBody>
          <a:bodyPr wrap="square" rtlCol="0">
            <a:spAutoFit/>
          </a:bodyPr>
          <a:lstStyle/>
          <a:p>
            <a:pPr algn="ctr"/>
            <a:r>
              <a:rPr lang="zh-CN" altLang="en-US" b="1">
                <a:solidFill>
                  <a:schemeClr val="tx1">
                    <a:lumMod val="85000"/>
                    <a:lumOff val="15000"/>
                  </a:schemeClr>
                </a:solidFill>
                <a:latin typeface="思源黑体旧字形 Normal" panose="020b0400000000000000" pitchFamily="34" charset="-128"/>
                <a:ea typeface="思源黑体旧字形 Normal" panose="020b0400000000000000" pitchFamily="34" charset="-128"/>
                <a:cs typeface="+mn-ea"/>
                <a:sym typeface="+mn-lt"/>
              </a:rPr>
              <a:t>动手</a:t>
            </a:r>
            <a:endParaRPr lang="en-US" altLang="zh-CN" b="1">
              <a:solidFill>
                <a:schemeClr val="tx1">
                  <a:lumMod val="85000"/>
                  <a:lumOff val="15000"/>
                </a:schemeClr>
              </a:solidFill>
              <a:latin typeface="思源黑体旧字形 Normal" panose="020b0400000000000000" pitchFamily="34" charset="-128"/>
              <a:ea typeface="思源黑体旧字形 Normal" panose="020b0400000000000000" pitchFamily="34" charset="-128"/>
              <a:cs typeface="+mn-ea"/>
              <a:sym typeface="+mn-lt"/>
            </a:endParaRPr>
          </a:p>
          <a:p>
            <a:pPr algn="ctr"/>
            <a:r>
              <a:rPr lang="zh-CN" altLang="en-US" b="1">
                <a:solidFill>
                  <a:schemeClr val="tx1">
                    <a:lumMod val="85000"/>
                    <a:lumOff val="15000"/>
                  </a:schemeClr>
                </a:solidFill>
                <a:latin typeface="思源黑体旧字形 Normal" panose="020b0400000000000000" pitchFamily="34" charset="-128"/>
                <a:ea typeface="思源黑体旧字形 Normal" panose="020b0400000000000000" pitchFamily="34" charset="-128"/>
                <a:cs typeface="+mn-ea"/>
                <a:sym typeface="+mn-lt"/>
              </a:rPr>
              <a:t>实践</a:t>
            </a:r>
            <a:endParaRPr lang="en-US" altLang="zh-CN" b="1">
              <a:solidFill>
                <a:schemeClr val="tx1">
                  <a:lumMod val="85000"/>
                  <a:lumOff val="15000"/>
                </a:schemeClr>
              </a:solidFill>
              <a:latin typeface="思源黑体旧字形 Normal" panose="020b0400000000000000" pitchFamily="34" charset="-128"/>
              <a:ea typeface="思源黑体旧字形 Normal" panose="020b0400000000000000" pitchFamily="34" charset="-128"/>
              <a:cs typeface="+mn-ea"/>
              <a:sym typeface="+mn-lt"/>
            </a:endParaRPr>
          </a:p>
        </p:txBody>
      </p:sp>
      <p:sp>
        <p:nvSpPr>
          <p:cNvPr id="100" name="文本框 37">
            <a:extLst>
              <a:ext uri="{FF2B5EF4-FFF2-40B4-BE49-F238E27FC236}">
                <a16:creationId xmlns:a16="http://schemas.microsoft.com/office/drawing/2014/main" id="{AD2C0A0D-3577-44F1-8E67-DFDDBF561E93}"/>
              </a:ext>
            </a:extLst>
          </p:cNvPr>
          <p:cNvSpPr txBox="1"/>
          <p:nvPr/>
        </p:nvSpPr>
        <p:spPr bwMode="auto">
          <a:xfrm>
            <a:off x="952762" y="1592421"/>
            <a:ext cx="10170365" cy="617670"/>
          </a:xfrm>
          <a:prstGeom prst="rect">
            <a:avLst/>
          </a:prstGeom>
          <a:noFill/>
        </p:spPr>
        <p:txBody>
          <a:bodyPr wrap="square">
            <a:spAutoFit/>
          </a:bodyPr>
          <a:lstStyle/>
          <a:p>
            <a:pPr algn="ctr">
              <a:lnSpc>
                <a:spcPct val="150000"/>
              </a:lnSpc>
              <a:defRPr/>
            </a:pPr>
            <a:r>
              <a:rPr lang="zh-CN" altLang="en-US" sz="1200">
                <a:solidFill>
                  <a:schemeClr val="tx1">
                    <a:lumMod val="85000"/>
                    <a:lumOff val="15000"/>
                  </a:schemeClr>
                </a:solidFill>
                <a:latin typeface="思源黑体旧字形 Normal" panose="020b0400000000000000" pitchFamily="34" charset="-128"/>
                <a:ea typeface="思源黑体旧字形 Normal" panose="020b0400000000000000" pitchFamily="34" charset="-128"/>
                <a:cs typeface="+mn-ea"/>
                <a:sym typeface="+mn-lt"/>
              </a:rPr>
              <a:t>的内容打在这里，或者通过复制您的文本后，在此框中选择粘贴，并选择只保留文字。在此录入上述图表的综合描述说明，在此录入上述图表的综合描述说明，在此录入上述图表的综合描述说明，在此录入上述图表的综合描述说明。您的</a:t>
            </a:r>
            <a:endParaRPr lang="zh-CN" altLang="en-US" sz="1200" spc="100">
              <a:solidFill>
                <a:schemeClr val="tx1">
                  <a:lumMod val="85000"/>
                  <a:lumOff val="15000"/>
                </a:schemeClr>
              </a:solidFill>
              <a:latin typeface="思源黑体旧字形 Normal" panose="020b0400000000000000" pitchFamily="34" charset="-128"/>
              <a:ea typeface="思源黑体旧字形 Normal" panose="020b0400000000000000" pitchFamily="34" charset="-128"/>
              <a:cs typeface="+mn-ea"/>
              <a:sym typeface="+mn-lt"/>
            </a:endParaRPr>
          </a:p>
        </p:txBody>
      </p:sp>
    </p:spTree>
    <p:extLst>
      <p:ext uri="{BB962C8B-B14F-4D97-AF65-F5344CB8AC3E}">
        <p14:creationId val="3731691195"/>
      </p:ext>
    </p:extLst>
  </p:cSld>
  <p:clrMapOvr>
    <a:masterClrMapping/>
  </p:clrMapOvr>
  <mc:AlternateContent>
    <mc:Choice xmlns:p14="http://schemas.microsoft.com/office/powerpoint/2010/main" Requires="p14">
      <p:transition spd="slow" advClick="0" advTm="0" p14:dur="1250">
        <p14:switch dir="r"/>
      </p:transition>
    </mc:Choice>
    <mc:Fallback>
      <p:transition spd="slow" advClick="0" advTm="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49" presetClass="entr" presetSubtype="0" decel="10000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 calcmode="lin" valueType="num">
                                      <p:cBhvr>
                                        <p:cTn id="9" dur="500" fill="hold"/>
                                        <p:tgtEl>
                                          <p:spTgt spid="2"/>
                                        </p:tgtEl>
                                        <p:attrNameLst>
                                          <p:attrName>style.rotation</p:attrName>
                                        </p:attrNameLst>
                                      </p:cBhvr>
                                      <p:tavLst>
                                        <p:tav tm="0">
                                          <p:val>
                                            <p:fltVal val="360"/>
                                          </p:val>
                                        </p:tav>
                                        <p:tav tm="100000">
                                          <p:val>
                                            <p:fltVal val="0"/>
                                          </p:val>
                                        </p:tav>
                                      </p:tavLst>
                                    </p:anim>
                                    <p:animEffect transition="in" filter="fade">
                                      <p:cBhvr>
                                        <p:cTn id="10" dur="500"/>
                                        <p:tgtEl>
                                          <p:spTgt spid="2"/>
                                        </p:tgtEl>
                                      </p:cBhvr>
                                    </p:animEffect>
                                  </p:childTnLst>
                                </p:cTn>
                              </p:par>
                              <p:par>
                                <p:cTn id="11" presetID="41" presetClass="entr" presetSubtype="0" fill="hold" grpId="0" nodeType="withEffect">
                                  <p:stCondLst>
                                    <p:cond delay="0"/>
                                  </p:stCondLst>
                                  <p:iterate type="lt">
                                    <p:tmPct val="10000"/>
                                  </p:iterate>
                                  <p:childTnLst>
                                    <p:set>
                                      <p:cBhvr>
                                        <p:cTn id="12" dur="1" fill="hold">
                                          <p:stCondLst>
                                            <p:cond delay="0"/>
                                          </p:stCondLst>
                                        </p:cTn>
                                        <p:tgtEl>
                                          <p:spTgt spid="5"/>
                                        </p:tgtEl>
                                        <p:attrNameLst>
                                          <p:attrName>style.visibility</p:attrName>
                                        </p:attrNameLst>
                                      </p:cBhvr>
                                      <p:to>
                                        <p:strVal val="visible"/>
                                      </p:to>
                                    </p:set>
                                    <p:anim calcmode="lin" valueType="num">
                                      <p:cBhvr>
                                        <p:cTn id="13" dur="500" fill="hold"/>
                                        <p:tgtEl>
                                          <p:spTgt spid="5"/>
                                        </p:tgtEl>
                                        <p:attrNameLst>
                                          <p:attrName>ppt_x</p:attrName>
                                        </p:attrNameLst>
                                      </p:cBhvr>
                                      <p:tavLst>
                                        <p:tav tm="0">
                                          <p:val>
                                            <p:strVal val="#ppt_x"/>
                                          </p:val>
                                        </p:tav>
                                        <p:tav tm="50000">
                                          <p:val>
                                            <p:strVal val="#ppt_x+.1"/>
                                          </p:val>
                                        </p:tav>
                                        <p:tav tm="100000">
                                          <p:val>
                                            <p:strVal val="#ppt_x"/>
                                          </p:val>
                                        </p:tav>
                                      </p:tavLst>
                                    </p:anim>
                                    <p:anim calcmode="lin" valueType="num">
                                      <p:cBhvr>
                                        <p:cTn id="14" dur="500" fill="hold"/>
                                        <p:tgtEl>
                                          <p:spTgt spid="5"/>
                                        </p:tgtEl>
                                        <p:attrNameLst>
                                          <p:attrName>ppt_y</p:attrName>
                                        </p:attrNameLst>
                                      </p:cBhvr>
                                      <p:tavLst>
                                        <p:tav tm="0">
                                          <p:val>
                                            <p:strVal val="#ppt_y"/>
                                          </p:val>
                                        </p:tav>
                                        <p:tav tm="100000">
                                          <p:val>
                                            <p:strVal val="#ppt_y"/>
                                          </p:val>
                                        </p:tav>
                                      </p:tavLst>
                                    </p:anim>
                                    <p:anim calcmode="lin" valueType="num">
                                      <p:cBhvr>
                                        <p:cTn id="15" dur="500" fill="hold"/>
                                        <p:tgtEl>
                                          <p:spTgt spid="5"/>
                                        </p:tgtEl>
                                        <p:attrNameLst>
                                          <p:attrName>ppt_h</p:attrName>
                                        </p:attrNameLst>
                                      </p:cBhvr>
                                      <p:tavLst>
                                        <p:tav tm="0">
                                          <p:val>
                                            <p:strVal val="#ppt_h/10"/>
                                          </p:val>
                                        </p:tav>
                                        <p:tav tm="50000">
                                          <p:val>
                                            <p:strVal val="#ppt_h+.01"/>
                                          </p:val>
                                        </p:tav>
                                        <p:tav tm="100000">
                                          <p:val>
                                            <p:strVal val="#ppt_h"/>
                                          </p:val>
                                        </p:tav>
                                      </p:tavLst>
                                    </p:anim>
                                    <p:anim calcmode="lin" valueType="num">
                                      <p:cBhvr>
                                        <p:cTn id="16" dur="500" fill="hold"/>
                                        <p:tgtEl>
                                          <p:spTgt spid="5"/>
                                        </p:tgtEl>
                                        <p:attrNameLst>
                                          <p:attrName>ppt_w</p:attrName>
                                        </p:attrNameLst>
                                      </p:cBhvr>
                                      <p:tavLst>
                                        <p:tav tm="0">
                                          <p:val>
                                            <p:strVal val="#ppt_w/10"/>
                                          </p:val>
                                        </p:tav>
                                        <p:tav tm="50000">
                                          <p:val>
                                            <p:strVal val="#ppt_w+.01"/>
                                          </p:val>
                                        </p:tav>
                                        <p:tav tm="100000">
                                          <p:val>
                                            <p:strVal val="#ppt_w"/>
                                          </p:val>
                                        </p:tav>
                                      </p:tavLst>
                                    </p:anim>
                                    <p:animEffect transition="in" filter="fade">
                                      <p:cBhvr>
                                        <p:cTn id="17" dur="500" tmFilter="0,0; .5, 1; 1, 1"/>
                                        <p:tgtEl>
                                          <p:spTgt spid="5"/>
                                        </p:tgtEl>
                                      </p:cBhvr>
                                    </p:animEffect>
                                  </p:childTnLst>
                                </p:cTn>
                              </p:par>
                            </p:childTnLst>
                          </p:cTn>
                        </p:par>
                        <p:par>
                          <p:cTn id="18" fill="hold" nodeType="afterGroup">
                            <p:stCondLst>
                              <p:cond delay="500"/>
                            </p:stCondLst>
                            <p:childTnLst>
                              <p:par>
                                <p:cTn id="19" presetID="16" presetClass="entr" presetSubtype="37" fill="hold" grpId="0" nodeType="afterEffect">
                                  <p:stCondLst>
                                    <p:cond delay="0"/>
                                  </p:stCondLst>
                                  <p:childTnLst>
                                    <p:set>
                                      <p:cBhvr>
                                        <p:cTn id="20" dur="1" fill="hold">
                                          <p:stCondLst>
                                            <p:cond delay="0"/>
                                          </p:stCondLst>
                                        </p:cTn>
                                        <p:tgtEl>
                                          <p:spTgt spid="100"/>
                                        </p:tgtEl>
                                        <p:attrNameLst>
                                          <p:attrName>style.visibility</p:attrName>
                                        </p:attrNameLst>
                                      </p:cBhvr>
                                      <p:to>
                                        <p:strVal val="visible"/>
                                      </p:to>
                                    </p:set>
                                    <p:animEffect transition="in" filter="barn(outVertical)">
                                      <p:cBhvr>
                                        <p:cTn id="21" dur="500"/>
                                        <p:tgtEl>
                                          <p:spTgt spid="100"/>
                                        </p:tgtEl>
                                      </p:cBhvr>
                                    </p:animEffect>
                                  </p:childTnLst>
                                </p:cTn>
                              </p:par>
                            </p:childTnLst>
                          </p:cTn>
                        </p:par>
                        <p:par>
                          <p:cTn id="22" fill="hold" nodeType="afterGroup">
                            <p:stCondLst>
                              <p:cond delay="1000"/>
                            </p:stCondLst>
                            <p:childTnLst>
                              <p:par>
                                <p:cTn id="23" presetID="2" presetClass="entr" presetSubtype="4" accel="60000" fill="hold" nodeType="afterEffect">
                                  <p:stCondLst>
                                    <p:cond delay="0"/>
                                  </p:stCondLst>
                                  <p:childTnLst>
                                    <p:set>
                                      <p:cBhvr>
                                        <p:cTn id="24" dur="1" fill="hold">
                                          <p:stCondLst>
                                            <p:cond delay="0"/>
                                          </p:stCondLst>
                                        </p:cTn>
                                        <p:tgtEl>
                                          <p:spTgt spid="45"/>
                                        </p:tgtEl>
                                        <p:attrNameLst>
                                          <p:attrName>style.visibility</p:attrName>
                                        </p:attrNameLst>
                                      </p:cBhvr>
                                      <p:to>
                                        <p:strVal val="visible"/>
                                      </p:to>
                                    </p:set>
                                    <p:anim calcmode="lin" valueType="num">
                                      <p:cBhvr additive="base">
                                        <p:cTn id="25" dur="500" fill="hold"/>
                                        <p:tgtEl>
                                          <p:spTgt spid="45"/>
                                        </p:tgtEl>
                                        <p:attrNameLst>
                                          <p:attrName>ppt_x</p:attrName>
                                        </p:attrNameLst>
                                      </p:cBhvr>
                                      <p:tavLst>
                                        <p:tav tm="0">
                                          <p:val>
                                            <p:strVal val="#ppt_x"/>
                                          </p:val>
                                        </p:tav>
                                        <p:tav tm="100000">
                                          <p:val>
                                            <p:strVal val="#ppt_x"/>
                                          </p:val>
                                        </p:tav>
                                      </p:tavLst>
                                    </p:anim>
                                    <p:anim calcmode="lin" valueType="num">
                                      <p:cBhvr additive="base">
                                        <p:cTn id="26" dur="500" fill="hold"/>
                                        <p:tgtEl>
                                          <p:spTgt spid="45"/>
                                        </p:tgtEl>
                                        <p:attrNameLst>
                                          <p:attrName>ppt_y</p:attrName>
                                        </p:attrNameLst>
                                      </p:cBhvr>
                                      <p:tavLst>
                                        <p:tav tm="0">
                                          <p:val>
                                            <p:strVal val="1+#ppt_h/2"/>
                                          </p:val>
                                        </p:tav>
                                        <p:tav tm="100000">
                                          <p:val>
                                            <p:strVal val="#ppt_y"/>
                                          </p:val>
                                        </p:tav>
                                      </p:tavLst>
                                    </p:anim>
                                  </p:childTnLst>
                                </p:cTn>
                              </p:par>
                              <p:par>
                                <p:cTn id="27" presetID="2" presetClass="entr" presetSubtype="4" accel="60000" fill="hold" nodeType="withEffect">
                                  <p:stCondLst>
                                    <p:cond delay="0"/>
                                  </p:stCondLst>
                                  <p:childTnLst>
                                    <p:set>
                                      <p:cBhvr>
                                        <p:cTn id="28" dur="1" fill="hold">
                                          <p:stCondLst>
                                            <p:cond delay="0"/>
                                          </p:stCondLst>
                                        </p:cTn>
                                        <p:tgtEl>
                                          <p:spTgt spid="48"/>
                                        </p:tgtEl>
                                        <p:attrNameLst>
                                          <p:attrName>style.visibility</p:attrName>
                                        </p:attrNameLst>
                                      </p:cBhvr>
                                      <p:to>
                                        <p:strVal val="visible"/>
                                      </p:to>
                                    </p:set>
                                    <p:anim calcmode="lin" valueType="num">
                                      <p:cBhvr additive="base">
                                        <p:cTn id="29" dur="500" fill="hold"/>
                                        <p:tgtEl>
                                          <p:spTgt spid="48"/>
                                        </p:tgtEl>
                                        <p:attrNameLst>
                                          <p:attrName>ppt_x</p:attrName>
                                        </p:attrNameLst>
                                      </p:cBhvr>
                                      <p:tavLst>
                                        <p:tav tm="0">
                                          <p:val>
                                            <p:strVal val="#ppt_x"/>
                                          </p:val>
                                        </p:tav>
                                        <p:tav tm="100000">
                                          <p:val>
                                            <p:strVal val="#ppt_x"/>
                                          </p:val>
                                        </p:tav>
                                      </p:tavLst>
                                    </p:anim>
                                    <p:anim calcmode="lin" valueType="num">
                                      <p:cBhvr additive="base">
                                        <p:cTn id="30" dur="500" fill="hold"/>
                                        <p:tgtEl>
                                          <p:spTgt spid="48"/>
                                        </p:tgtEl>
                                        <p:attrNameLst>
                                          <p:attrName>ppt_y</p:attrName>
                                        </p:attrNameLst>
                                      </p:cBhvr>
                                      <p:tavLst>
                                        <p:tav tm="0">
                                          <p:val>
                                            <p:strVal val="1+#ppt_h/2"/>
                                          </p:val>
                                        </p:tav>
                                        <p:tav tm="100000">
                                          <p:val>
                                            <p:strVal val="#ppt_y"/>
                                          </p:val>
                                        </p:tav>
                                      </p:tavLst>
                                    </p:anim>
                                  </p:childTnLst>
                                </p:cTn>
                              </p:par>
                            </p:childTnLst>
                          </p:cTn>
                        </p:par>
                        <p:par>
                          <p:cTn id="31" fill="hold" nodeType="afterGroup">
                            <p:stCondLst>
                              <p:cond delay="1500"/>
                            </p:stCondLst>
                            <p:childTnLst>
                              <p:par>
                                <p:cTn id="32" presetID="53" presetClass="entr" presetSubtype="16" fill="hold" grpId="0" nodeType="afterEffect">
                                  <p:stCondLst>
                                    <p:cond delay="0"/>
                                  </p:stCondLst>
                                  <p:iterate type="lt">
                                    <p:tmPct val="10000"/>
                                  </p:iterate>
                                  <p:childTnLst>
                                    <p:set>
                                      <p:cBhvr>
                                        <p:cTn id="33" dur="1" fill="hold">
                                          <p:stCondLst>
                                            <p:cond delay="0"/>
                                          </p:stCondLst>
                                        </p:cTn>
                                        <p:tgtEl>
                                          <p:spTgt spid="95"/>
                                        </p:tgtEl>
                                        <p:attrNameLst>
                                          <p:attrName>style.visibility</p:attrName>
                                        </p:attrNameLst>
                                      </p:cBhvr>
                                      <p:to>
                                        <p:strVal val="visible"/>
                                      </p:to>
                                    </p:set>
                                    <p:anim calcmode="lin" valueType="num">
                                      <p:cBhvr>
                                        <p:cTn id="34" dur="500" fill="hold"/>
                                        <p:tgtEl>
                                          <p:spTgt spid="95"/>
                                        </p:tgtEl>
                                        <p:attrNameLst>
                                          <p:attrName>ppt_w</p:attrName>
                                        </p:attrNameLst>
                                      </p:cBhvr>
                                      <p:tavLst>
                                        <p:tav tm="0">
                                          <p:val>
                                            <p:fltVal val="0"/>
                                          </p:val>
                                        </p:tav>
                                        <p:tav tm="100000">
                                          <p:val>
                                            <p:strVal val="#ppt_w"/>
                                          </p:val>
                                        </p:tav>
                                      </p:tavLst>
                                    </p:anim>
                                    <p:anim calcmode="lin" valueType="num">
                                      <p:cBhvr>
                                        <p:cTn id="35" dur="500" fill="hold"/>
                                        <p:tgtEl>
                                          <p:spTgt spid="95"/>
                                        </p:tgtEl>
                                        <p:attrNameLst>
                                          <p:attrName>ppt_h</p:attrName>
                                        </p:attrNameLst>
                                      </p:cBhvr>
                                      <p:tavLst>
                                        <p:tav tm="0">
                                          <p:val>
                                            <p:fltVal val="0"/>
                                          </p:val>
                                        </p:tav>
                                        <p:tav tm="100000">
                                          <p:val>
                                            <p:strVal val="#ppt_h"/>
                                          </p:val>
                                        </p:tav>
                                      </p:tavLst>
                                    </p:anim>
                                    <p:animEffect transition="in" filter="fade">
                                      <p:cBhvr>
                                        <p:cTn id="36" dur="500"/>
                                        <p:tgtEl>
                                          <p:spTgt spid="95"/>
                                        </p:tgtEl>
                                      </p:cBhvr>
                                    </p:animEffect>
                                  </p:childTnLst>
                                </p:cTn>
                              </p:par>
                            </p:childTnLst>
                          </p:cTn>
                        </p:par>
                        <p:par>
                          <p:cTn id="37" fill="hold" nodeType="afterGroup">
                            <p:stCondLst>
                              <p:cond delay="2000"/>
                            </p:stCondLst>
                            <p:childTnLst>
                              <p:par>
                                <p:cTn id="38" presetID="22" presetClass="entr" presetSubtype="8" fill="hold" grpId="0" nodeType="afterEffect">
                                  <p:stCondLst>
                                    <p:cond delay="0"/>
                                  </p:stCondLst>
                                  <p:childTnLst>
                                    <p:set>
                                      <p:cBhvr>
                                        <p:cTn id="39" dur="1" fill="hold">
                                          <p:stCondLst>
                                            <p:cond delay="0"/>
                                          </p:stCondLst>
                                        </p:cTn>
                                        <p:tgtEl>
                                          <p:spTgt spid="44"/>
                                        </p:tgtEl>
                                        <p:attrNameLst>
                                          <p:attrName>style.visibility</p:attrName>
                                        </p:attrNameLst>
                                      </p:cBhvr>
                                      <p:to>
                                        <p:strVal val="visible"/>
                                      </p:to>
                                    </p:set>
                                    <p:animEffect transition="in" filter="wipe(left)">
                                      <p:cBhvr>
                                        <p:cTn id="40" dur="1000"/>
                                        <p:tgtEl>
                                          <p:spTgt spid="44"/>
                                        </p:tgtEl>
                                      </p:cBhvr>
                                    </p:animEffect>
                                  </p:childTnLst>
                                </p:cTn>
                              </p:par>
                              <p:par>
                                <p:cTn id="41" presetID="53" presetClass="entr" presetSubtype="16" fill="hold" grpId="0" nodeType="withEffect">
                                  <p:stCondLst>
                                    <p:cond delay="0"/>
                                  </p:stCondLst>
                                  <p:iterate type="lt">
                                    <p:tmPct val="10000"/>
                                  </p:iterate>
                                  <p:childTnLst>
                                    <p:set>
                                      <p:cBhvr>
                                        <p:cTn id="42" dur="1" fill="hold">
                                          <p:stCondLst>
                                            <p:cond delay="0"/>
                                          </p:stCondLst>
                                        </p:cTn>
                                        <p:tgtEl>
                                          <p:spTgt spid="94"/>
                                        </p:tgtEl>
                                        <p:attrNameLst>
                                          <p:attrName>style.visibility</p:attrName>
                                        </p:attrNameLst>
                                      </p:cBhvr>
                                      <p:to>
                                        <p:strVal val="visible"/>
                                      </p:to>
                                    </p:set>
                                    <p:anim calcmode="lin" valueType="num">
                                      <p:cBhvr>
                                        <p:cTn id="43" dur="500" fill="hold"/>
                                        <p:tgtEl>
                                          <p:spTgt spid="94"/>
                                        </p:tgtEl>
                                        <p:attrNameLst>
                                          <p:attrName>ppt_w</p:attrName>
                                        </p:attrNameLst>
                                      </p:cBhvr>
                                      <p:tavLst>
                                        <p:tav tm="0">
                                          <p:val>
                                            <p:fltVal val="0"/>
                                          </p:val>
                                        </p:tav>
                                        <p:tav tm="100000">
                                          <p:val>
                                            <p:strVal val="#ppt_w"/>
                                          </p:val>
                                        </p:tav>
                                      </p:tavLst>
                                    </p:anim>
                                    <p:anim calcmode="lin" valueType="num">
                                      <p:cBhvr>
                                        <p:cTn id="44" dur="500" fill="hold"/>
                                        <p:tgtEl>
                                          <p:spTgt spid="94"/>
                                        </p:tgtEl>
                                        <p:attrNameLst>
                                          <p:attrName>ppt_h</p:attrName>
                                        </p:attrNameLst>
                                      </p:cBhvr>
                                      <p:tavLst>
                                        <p:tav tm="0">
                                          <p:val>
                                            <p:fltVal val="0"/>
                                          </p:val>
                                        </p:tav>
                                        <p:tav tm="100000">
                                          <p:val>
                                            <p:strVal val="#ppt_h"/>
                                          </p:val>
                                        </p:tav>
                                      </p:tavLst>
                                    </p:anim>
                                    <p:animEffect transition="in" filter="fade">
                                      <p:cBhvr>
                                        <p:cTn id="45" dur="500"/>
                                        <p:tgtEl>
                                          <p:spTgt spid="94"/>
                                        </p:tgtEl>
                                      </p:cBhvr>
                                    </p:animEffect>
                                  </p:childTnLst>
                                </p:cTn>
                              </p:par>
                            </p:childTnLst>
                          </p:cTn>
                        </p:par>
                        <p:par>
                          <p:cTn id="46" fill="hold" nodeType="afterGroup">
                            <p:stCondLst>
                              <p:cond delay="3000"/>
                            </p:stCondLst>
                            <p:childTnLst>
                              <p:par>
                                <p:cTn id="47" presetID="53" presetClass="entr" presetSubtype="16" fill="hold" grpId="0" nodeType="afterEffect">
                                  <p:stCondLst>
                                    <p:cond delay="0"/>
                                  </p:stCondLst>
                                  <p:iterate type="lt">
                                    <p:tmPct val="10000"/>
                                  </p:iterate>
                                  <p:childTnLst>
                                    <p:set>
                                      <p:cBhvr>
                                        <p:cTn id="48" dur="1" fill="hold">
                                          <p:stCondLst>
                                            <p:cond delay="0"/>
                                          </p:stCondLst>
                                        </p:cTn>
                                        <p:tgtEl>
                                          <p:spTgt spid="96"/>
                                        </p:tgtEl>
                                        <p:attrNameLst>
                                          <p:attrName>style.visibility</p:attrName>
                                        </p:attrNameLst>
                                      </p:cBhvr>
                                      <p:to>
                                        <p:strVal val="visible"/>
                                      </p:to>
                                    </p:set>
                                    <p:anim calcmode="lin" valueType="num">
                                      <p:cBhvr>
                                        <p:cTn id="49" dur="500" fill="hold"/>
                                        <p:tgtEl>
                                          <p:spTgt spid="96"/>
                                        </p:tgtEl>
                                        <p:attrNameLst>
                                          <p:attrName>ppt_w</p:attrName>
                                        </p:attrNameLst>
                                      </p:cBhvr>
                                      <p:tavLst>
                                        <p:tav tm="0">
                                          <p:val>
                                            <p:fltVal val="0"/>
                                          </p:val>
                                        </p:tav>
                                        <p:tav tm="100000">
                                          <p:val>
                                            <p:strVal val="#ppt_w"/>
                                          </p:val>
                                        </p:tav>
                                      </p:tavLst>
                                    </p:anim>
                                    <p:anim calcmode="lin" valueType="num">
                                      <p:cBhvr>
                                        <p:cTn id="50" dur="500" fill="hold"/>
                                        <p:tgtEl>
                                          <p:spTgt spid="96"/>
                                        </p:tgtEl>
                                        <p:attrNameLst>
                                          <p:attrName>ppt_h</p:attrName>
                                        </p:attrNameLst>
                                      </p:cBhvr>
                                      <p:tavLst>
                                        <p:tav tm="0">
                                          <p:val>
                                            <p:fltVal val="0"/>
                                          </p:val>
                                        </p:tav>
                                        <p:tav tm="100000">
                                          <p:val>
                                            <p:strVal val="#ppt_h"/>
                                          </p:val>
                                        </p:tav>
                                      </p:tavLst>
                                    </p:anim>
                                    <p:animEffect transition="in" filter="fade">
                                      <p:cBhvr>
                                        <p:cTn id="51" dur="500"/>
                                        <p:tgtEl>
                                          <p:spTgt spid="96"/>
                                        </p:tgtEl>
                                      </p:cBhvr>
                                    </p:animEffect>
                                  </p:childTnLst>
                                </p:cTn>
                              </p:par>
                            </p:childTnLst>
                          </p:cTn>
                        </p:par>
                        <p:par>
                          <p:cTn id="52" fill="hold" nodeType="afterGroup">
                            <p:stCondLst>
                              <p:cond delay="3500"/>
                            </p:stCondLst>
                            <p:childTnLst>
                              <p:par>
                                <p:cTn id="53" presetID="53" presetClass="entr" presetSubtype="16" fill="hold" grpId="0" nodeType="afterEffect">
                                  <p:stCondLst>
                                    <p:cond delay="0"/>
                                  </p:stCondLst>
                                  <p:childTnLst>
                                    <p:set>
                                      <p:cBhvr>
                                        <p:cTn id="54" dur="1" fill="hold">
                                          <p:stCondLst>
                                            <p:cond delay="0"/>
                                          </p:stCondLst>
                                        </p:cTn>
                                        <p:tgtEl>
                                          <p:spTgt spid="52"/>
                                        </p:tgtEl>
                                        <p:attrNameLst>
                                          <p:attrName>style.visibility</p:attrName>
                                        </p:attrNameLst>
                                      </p:cBhvr>
                                      <p:to>
                                        <p:strVal val="visible"/>
                                      </p:to>
                                    </p:set>
                                    <p:anim calcmode="lin" valueType="num">
                                      <p:cBhvr>
                                        <p:cTn id="55" dur="500" fill="hold"/>
                                        <p:tgtEl>
                                          <p:spTgt spid="52"/>
                                        </p:tgtEl>
                                        <p:attrNameLst>
                                          <p:attrName>ppt_w</p:attrName>
                                        </p:attrNameLst>
                                      </p:cBhvr>
                                      <p:tavLst>
                                        <p:tav tm="0">
                                          <p:val>
                                            <p:fltVal val="0"/>
                                          </p:val>
                                        </p:tav>
                                        <p:tav tm="100000">
                                          <p:val>
                                            <p:strVal val="#ppt_w"/>
                                          </p:val>
                                        </p:tav>
                                      </p:tavLst>
                                    </p:anim>
                                    <p:anim calcmode="lin" valueType="num">
                                      <p:cBhvr>
                                        <p:cTn id="56" dur="500" fill="hold"/>
                                        <p:tgtEl>
                                          <p:spTgt spid="52"/>
                                        </p:tgtEl>
                                        <p:attrNameLst>
                                          <p:attrName>ppt_h</p:attrName>
                                        </p:attrNameLst>
                                      </p:cBhvr>
                                      <p:tavLst>
                                        <p:tav tm="0">
                                          <p:val>
                                            <p:fltVal val="0"/>
                                          </p:val>
                                        </p:tav>
                                        <p:tav tm="100000">
                                          <p:val>
                                            <p:strVal val="#ppt_h"/>
                                          </p:val>
                                        </p:tav>
                                      </p:tavLst>
                                    </p:anim>
                                    <p:animEffect transition="in" filter="fade">
                                      <p:cBhvr>
                                        <p:cTn id="57" dur="500"/>
                                        <p:tgtEl>
                                          <p:spTgt spid="52"/>
                                        </p:tgtEl>
                                      </p:cBhvr>
                                    </p:animEffect>
                                  </p:childTnLst>
                                </p:cTn>
                              </p:par>
                              <p:par>
                                <p:cTn id="58" presetID="53" presetClass="entr" presetSubtype="16" fill="hold" grpId="0" nodeType="withEffect">
                                  <p:stCondLst>
                                    <p:cond delay="0"/>
                                  </p:stCondLst>
                                  <p:childTnLst>
                                    <p:set>
                                      <p:cBhvr>
                                        <p:cTn id="59" dur="1" fill="hold">
                                          <p:stCondLst>
                                            <p:cond delay="0"/>
                                          </p:stCondLst>
                                        </p:cTn>
                                        <p:tgtEl>
                                          <p:spTgt spid="54"/>
                                        </p:tgtEl>
                                        <p:attrNameLst>
                                          <p:attrName>style.visibility</p:attrName>
                                        </p:attrNameLst>
                                      </p:cBhvr>
                                      <p:to>
                                        <p:strVal val="visible"/>
                                      </p:to>
                                    </p:set>
                                    <p:anim calcmode="lin" valueType="num">
                                      <p:cBhvr>
                                        <p:cTn id="60" dur="500" fill="hold"/>
                                        <p:tgtEl>
                                          <p:spTgt spid="54"/>
                                        </p:tgtEl>
                                        <p:attrNameLst>
                                          <p:attrName>ppt_w</p:attrName>
                                        </p:attrNameLst>
                                      </p:cBhvr>
                                      <p:tavLst>
                                        <p:tav tm="0">
                                          <p:val>
                                            <p:fltVal val="0"/>
                                          </p:val>
                                        </p:tav>
                                        <p:tav tm="100000">
                                          <p:val>
                                            <p:strVal val="#ppt_w"/>
                                          </p:val>
                                        </p:tav>
                                      </p:tavLst>
                                    </p:anim>
                                    <p:anim calcmode="lin" valueType="num">
                                      <p:cBhvr>
                                        <p:cTn id="61" dur="500" fill="hold"/>
                                        <p:tgtEl>
                                          <p:spTgt spid="54"/>
                                        </p:tgtEl>
                                        <p:attrNameLst>
                                          <p:attrName>ppt_h</p:attrName>
                                        </p:attrNameLst>
                                      </p:cBhvr>
                                      <p:tavLst>
                                        <p:tav tm="0">
                                          <p:val>
                                            <p:fltVal val="0"/>
                                          </p:val>
                                        </p:tav>
                                        <p:tav tm="100000">
                                          <p:val>
                                            <p:strVal val="#ppt_h"/>
                                          </p:val>
                                        </p:tav>
                                      </p:tavLst>
                                    </p:anim>
                                    <p:animEffect transition="in" filter="fade">
                                      <p:cBhvr>
                                        <p:cTn id="62" dur="500"/>
                                        <p:tgtEl>
                                          <p:spTgt spid="54"/>
                                        </p:tgtEl>
                                      </p:cBhvr>
                                    </p:animEffect>
                                  </p:childTnLst>
                                </p:cTn>
                              </p:par>
                              <p:par>
                                <p:cTn id="63" presetID="53" presetClass="entr" presetSubtype="16" fill="hold" grpId="0" nodeType="withEffect">
                                  <p:stCondLst>
                                    <p:cond delay="0"/>
                                  </p:stCondLst>
                                  <p:childTnLst>
                                    <p:set>
                                      <p:cBhvr>
                                        <p:cTn id="64" dur="1" fill="hold">
                                          <p:stCondLst>
                                            <p:cond delay="0"/>
                                          </p:stCondLst>
                                        </p:cTn>
                                        <p:tgtEl>
                                          <p:spTgt spid="53"/>
                                        </p:tgtEl>
                                        <p:attrNameLst>
                                          <p:attrName>style.visibility</p:attrName>
                                        </p:attrNameLst>
                                      </p:cBhvr>
                                      <p:to>
                                        <p:strVal val="visible"/>
                                      </p:to>
                                    </p:set>
                                    <p:anim calcmode="lin" valueType="num">
                                      <p:cBhvr>
                                        <p:cTn id="65" dur="500" fill="hold"/>
                                        <p:tgtEl>
                                          <p:spTgt spid="53"/>
                                        </p:tgtEl>
                                        <p:attrNameLst>
                                          <p:attrName>ppt_w</p:attrName>
                                        </p:attrNameLst>
                                      </p:cBhvr>
                                      <p:tavLst>
                                        <p:tav tm="0">
                                          <p:val>
                                            <p:fltVal val="0"/>
                                          </p:val>
                                        </p:tav>
                                        <p:tav tm="100000">
                                          <p:val>
                                            <p:strVal val="#ppt_w"/>
                                          </p:val>
                                        </p:tav>
                                      </p:tavLst>
                                    </p:anim>
                                    <p:anim calcmode="lin" valueType="num">
                                      <p:cBhvr>
                                        <p:cTn id="66" dur="500" fill="hold"/>
                                        <p:tgtEl>
                                          <p:spTgt spid="53"/>
                                        </p:tgtEl>
                                        <p:attrNameLst>
                                          <p:attrName>ppt_h</p:attrName>
                                        </p:attrNameLst>
                                      </p:cBhvr>
                                      <p:tavLst>
                                        <p:tav tm="0">
                                          <p:val>
                                            <p:fltVal val="0"/>
                                          </p:val>
                                        </p:tav>
                                        <p:tav tm="100000">
                                          <p:val>
                                            <p:strVal val="#ppt_h"/>
                                          </p:val>
                                        </p:tav>
                                      </p:tavLst>
                                    </p:anim>
                                    <p:animEffect transition="in" filter="fade">
                                      <p:cBhvr>
                                        <p:cTn id="67" dur="500"/>
                                        <p:tgtEl>
                                          <p:spTgt spid="53"/>
                                        </p:tgtEl>
                                      </p:cBhvr>
                                    </p:animEffect>
                                  </p:childTnLst>
                                </p:cTn>
                              </p:par>
                            </p:childTnLst>
                          </p:cTn>
                        </p:par>
                        <p:par>
                          <p:cTn id="68" fill="hold" nodeType="afterGroup">
                            <p:stCondLst>
                              <p:cond delay="4000"/>
                            </p:stCondLst>
                            <p:childTnLst>
                              <p:par>
                                <p:cTn id="69" presetID="16" presetClass="entr" presetSubtype="37" fill="hold" grpId="0" nodeType="afterEffect">
                                  <p:stCondLst>
                                    <p:cond delay="0"/>
                                  </p:stCondLst>
                                  <p:childTnLst>
                                    <p:set>
                                      <p:cBhvr>
                                        <p:cTn id="70" dur="1" fill="hold">
                                          <p:stCondLst>
                                            <p:cond delay="0"/>
                                          </p:stCondLst>
                                        </p:cTn>
                                        <p:tgtEl>
                                          <p:spTgt spid="97"/>
                                        </p:tgtEl>
                                        <p:attrNameLst>
                                          <p:attrName>style.visibility</p:attrName>
                                        </p:attrNameLst>
                                      </p:cBhvr>
                                      <p:to>
                                        <p:strVal val="visible"/>
                                      </p:to>
                                    </p:set>
                                    <p:animEffect transition="in" filter="barn(outVertical)">
                                      <p:cBhvr>
                                        <p:cTn id="71" dur="500"/>
                                        <p:tgtEl>
                                          <p:spTgt spid="97"/>
                                        </p:tgtEl>
                                      </p:cBhvr>
                                    </p:animEffect>
                                  </p:childTnLst>
                                </p:cTn>
                              </p:par>
                              <p:par>
                                <p:cTn id="72" presetID="16" presetClass="entr" presetSubtype="37" fill="hold" grpId="0" nodeType="withEffect">
                                  <p:stCondLst>
                                    <p:cond delay="0"/>
                                  </p:stCondLst>
                                  <p:childTnLst>
                                    <p:set>
                                      <p:cBhvr>
                                        <p:cTn id="73" dur="1" fill="hold">
                                          <p:stCondLst>
                                            <p:cond delay="0"/>
                                          </p:stCondLst>
                                        </p:cTn>
                                        <p:tgtEl>
                                          <p:spTgt spid="98"/>
                                        </p:tgtEl>
                                        <p:attrNameLst>
                                          <p:attrName>style.visibility</p:attrName>
                                        </p:attrNameLst>
                                      </p:cBhvr>
                                      <p:to>
                                        <p:strVal val="visible"/>
                                      </p:to>
                                    </p:set>
                                    <p:animEffect transition="in" filter="barn(outVertical)">
                                      <p:cBhvr>
                                        <p:cTn id="74" dur="500"/>
                                        <p:tgtEl>
                                          <p:spTgt spid="98"/>
                                        </p:tgtEl>
                                      </p:cBhvr>
                                    </p:animEffect>
                                  </p:childTnLst>
                                </p:cTn>
                              </p:par>
                              <p:par>
                                <p:cTn id="75" presetID="16" presetClass="entr" presetSubtype="37" fill="hold" grpId="0" nodeType="withEffect">
                                  <p:stCondLst>
                                    <p:cond delay="0"/>
                                  </p:stCondLst>
                                  <p:childTnLst>
                                    <p:set>
                                      <p:cBhvr>
                                        <p:cTn id="76" dur="1" fill="hold">
                                          <p:stCondLst>
                                            <p:cond delay="0"/>
                                          </p:stCondLst>
                                        </p:cTn>
                                        <p:tgtEl>
                                          <p:spTgt spid="99"/>
                                        </p:tgtEl>
                                        <p:attrNameLst>
                                          <p:attrName>style.visibility</p:attrName>
                                        </p:attrNameLst>
                                      </p:cBhvr>
                                      <p:to>
                                        <p:strVal val="visible"/>
                                      </p:to>
                                    </p:set>
                                    <p:animEffect transition="in" filter="barn(outVertical)">
                                      <p:cBhvr>
                                        <p:cTn id="77" dur="500"/>
                                        <p:tgtEl>
                                          <p:spTgt spid="99"/>
                                        </p:tgtEl>
                                      </p:cBhvr>
                                    </p:animEffect>
                                  </p:childTnLst>
                                </p:cTn>
                              </p:par>
                            </p:childTnLst>
                          </p:cTn>
                        </p:par>
                        <p:par>
                          <p:cTn id="78" fill="hold" nodeType="afterGroup">
                            <p:stCondLst>
                              <p:cond delay="4500"/>
                            </p:stCondLst>
                            <p:childTnLst>
                              <p:par>
                                <p:cTn id="79" presetID="22" presetClass="entr" presetSubtype="8" fill="hold" nodeType="afterEffect">
                                  <p:stCondLst>
                                    <p:cond delay="0"/>
                                  </p:stCondLst>
                                  <p:childTnLst>
                                    <p:set>
                                      <p:cBhvr>
                                        <p:cTn id="80" dur="1" fill="hold">
                                          <p:stCondLst>
                                            <p:cond delay="0"/>
                                          </p:stCondLst>
                                        </p:cTn>
                                        <p:tgtEl>
                                          <p:spTgt spid="51"/>
                                        </p:tgtEl>
                                        <p:attrNameLst>
                                          <p:attrName>style.visibility</p:attrName>
                                        </p:attrNameLst>
                                      </p:cBhvr>
                                      <p:to>
                                        <p:strVal val="visible"/>
                                      </p:to>
                                    </p:set>
                                    <p:animEffect transition="in" filter="wipe(left)">
                                      <p:cBhvr>
                                        <p:cTn id="81" dur="500"/>
                                        <p:tgtEl>
                                          <p:spTgt spid="51"/>
                                        </p:tgtEl>
                                      </p:cBhvr>
                                    </p:animEffect>
                                  </p:childTnLst>
                                </p:cTn>
                              </p:par>
                              <p:par>
                                <p:cTn id="82" presetID="53" presetClass="entr" presetSubtype="16" fill="hold" grpId="0" nodeType="withEffect">
                                  <p:stCondLst>
                                    <p:cond delay="0"/>
                                  </p:stCondLst>
                                  <p:iterate type="lt">
                                    <p:tmPct val="10000"/>
                                  </p:iterate>
                                  <p:childTnLst>
                                    <p:set>
                                      <p:cBhvr>
                                        <p:cTn id="83" dur="1" fill="hold">
                                          <p:stCondLst>
                                            <p:cond delay="0"/>
                                          </p:stCondLst>
                                        </p:cTn>
                                        <p:tgtEl>
                                          <p:spTgt spid="93"/>
                                        </p:tgtEl>
                                        <p:attrNameLst>
                                          <p:attrName>style.visibility</p:attrName>
                                        </p:attrNameLst>
                                      </p:cBhvr>
                                      <p:to>
                                        <p:strVal val="visible"/>
                                      </p:to>
                                    </p:set>
                                    <p:anim calcmode="lin" valueType="num">
                                      <p:cBhvr>
                                        <p:cTn id="84" dur="500" fill="hold"/>
                                        <p:tgtEl>
                                          <p:spTgt spid="93"/>
                                        </p:tgtEl>
                                        <p:attrNameLst>
                                          <p:attrName>ppt_w</p:attrName>
                                        </p:attrNameLst>
                                      </p:cBhvr>
                                      <p:tavLst>
                                        <p:tav tm="0">
                                          <p:val>
                                            <p:fltVal val="0"/>
                                          </p:val>
                                        </p:tav>
                                        <p:tav tm="100000">
                                          <p:val>
                                            <p:strVal val="#ppt_w"/>
                                          </p:val>
                                        </p:tav>
                                      </p:tavLst>
                                    </p:anim>
                                    <p:anim calcmode="lin" valueType="num">
                                      <p:cBhvr>
                                        <p:cTn id="85" dur="500" fill="hold"/>
                                        <p:tgtEl>
                                          <p:spTgt spid="93"/>
                                        </p:tgtEl>
                                        <p:attrNameLst>
                                          <p:attrName>ppt_h</p:attrName>
                                        </p:attrNameLst>
                                      </p:cBhvr>
                                      <p:tavLst>
                                        <p:tav tm="0">
                                          <p:val>
                                            <p:fltVal val="0"/>
                                          </p:val>
                                        </p:tav>
                                        <p:tav tm="100000">
                                          <p:val>
                                            <p:strVal val="#ppt_h"/>
                                          </p:val>
                                        </p:tav>
                                      </p:tavLst>
                                    </p:anim>
                                    <p:animEffect transition="in" filter="fade">
                                      <p:cBhvr>
                                        <p:cTn id="86" dur="500"/>
                                        <p:tgtEl>
                                          <p:spTgt spid="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44" grpId="0" animBg="1"/>
      <p:bldP spid="52" grpId="0" animBg="1"/>
      <p:bldP spid="53" grpId="0" animBg="1"/>
      <p:bldP spid="54" grpId="0" animBg="1"/>
      <p:bldP spid="93" grpId="0"/>
      <p:bldP spid="94" grpId="0"/>
      <p:bldP spid="95" grpId="0"/>
      <p:bldP spid="96" grpId="0"/>
      <p:bldP spid="97" grpId="0"/>
      <p:bldP spid="98" grpId="0"/>
      <p:bldP spid="99" grpId="0"/>
      <p:bldP spid="100" grpId="0"/>
    </p:bldLst>
  </p:timing>
</p:sld>
</file>

<file path=ppt/slides/slide1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grpSp>
        <p:nvGrpSpPr>
          <p:cNvPr id="2" name="组合 1"/>
          <p:cNvGrpSpPr/>
          <p:nvPr/>
        </p:nvGrpSpPr>
        <p:grpSpPr>
          <a:xfrm>
            <a:off x="327153" y="318911"/>
            <a:ext cx="529037" cy="529037"/>
            <a:chOff x="327153" y="318911"/>
            <a:chExt cx="529037" cy="529037"/>
          </a:xfrm>
        </p:grpSpPr>
        <p:sp>
          <p:nvSpPr>
            <p:cNvPr id="3" name="圆角矩形 2"/>
            <p:cNvSpPr/>
            <p:nvPr/>
          </p:nvSpPr>
          <p:spPr>
            <a:xfrm rot="18926424">
              <a:off x="327153" y="318911"/>
              <a:ext cx="529037" cy="529037"/>
            </a:xfrm>
            <a:prstGeom prst="roundRect">
              <a:avLst/>
            </a:prstGeom>
            <a:solidFill>
              <a:srgbClr val="545D79"/>
            </a:solidFill>
            <a:ln>
              <a:noFill/>
            </a:ln>
            <a:effectLst>
              <a:outerShdw blurRad="63500" algn="ctr" rotWithShape="0">
                <a:prstClr val="black">
                  <a:alpha val="40000"/>
                </a:prstClr>
              </a:outerShdw>
            </a:effectLst>
          </p:spPr>
          <p:txBody>
            <a:bodyPr vert="horz" wrap="square" lIns="91440" tIns="45720" rIns="91440" bIns="45720" numCol="1" anchor="ctr" anchorCtr="0" compatLnSpc="1">
              <a:prstTxWarp prst="textNoShape">
                <a:avLst/>
              </a:prstTxWarp>
            </a:bodyPr>
            <a:lstStyle/>
            <a:p>
              <a:pPr algn="ctr"/>
              <a:endParaRPr lang="zh-CN" altLang="en-US" sz="4800">
                <a:solidFill>
                  <a:prstClr val="white"/>
                </a:solidFill>
                <a:latin typeface="思源黑体旧字形 Normal" panose="020b0400000000000000" pitchFamily="34" charset="-128"/>
                <a:ea typeface="思源黑体旧字形 Normal" panose="020b0400000000000000" pitchFamily="34" charset="-128"/>
              </a:endParaRPr>
            </a:p>
          </p:txBody>
        </p:sp>
        <p:sp>
          <p:nvSpPr>
            <p:cNvPr id="4" name="MH_Other_2"/>
            <p:cNvSpPr/>
            <p:nvPr>
              <p:custDataLst>
                <p:tags r:id="rId3"/>
              </p:custDataLst>
            </p:nvPr>
          </p:nvSpPr>
          <p:spPr bwMode="auto">
            <a:xfrm>
              <a:off x="440450" y="441196"/>
              <a:ext cx="302442" cy="284465"/>
            </a:xfrm>
            <a:custGeom>
              <a:gdLst>
                <a:gd name="T0" fmla="*/ 373604 w 1361803"/>
                <a:gd name="T1" fmla="*/ 882437 h 1281345"/>
                <a:gd name="T2" fmla="*/ 476200 w 1361803"/>
                <a:gd name="T3" fmla="*/ 923828 h 1281345"/>
                <a:gd name="T4" fmla="*/ 554139 w 1361803"/>
                <a:gd name="T5" fmla="*/ 940808 h 1281345"/>
                <a:gd name="T6" fmla="*/ 528484 w 1361803"/>
                <a:gd name="T7" fmla="*/ 1017215 h 1281345"/>
                <a:gd name="T8" fmla="*/ 460417 w 1361803"/>
                <a:gd name="T9" fmla="*/ 1039501 h 1281345"/>
                <a:gd name="T10" fmla="*/ 352881 w 1361803"/>
                <a:gd name="T11" fmla="*/ 976886 h 1281345"/>
                <a:gd name="T12" fmla="*/ 286785 w 1361803"/>
                <a:gd name="T13" fmla="*/ 1049049 h 1281345"/>
                <a:gd name="T14" fmla="*/ 312434 w 1361803"/>
                <a:gd name="T15" fmla="*/ 885625 h 1281345"/>
                <a:gd name="T16" fmla="*/ 274750 w 1361803"/>
                <a:gd name="T17" fmla="*/ 686240 h 1281345"/>
                <a:gd name="T18" fmla="*/ 665920 w 1361803"/>
                <a:gd name="T19" fmla="*/ 686240 h 1281345"/>
                <a:gd name="T20" fmla="*/ 633318 w 1361803"/>
                <a:gd name="T21" fmla="*/ 771039 h 1281345"/>
                <a:gd name="T22" fmla="*/ 270797 w 1361803"/>
                <a:gd name="T23" fmla="*/ 776338 h 1281345"/>
                <a:gd name="T24" fmla="*/ 255979 w 1361803"/>
                <a:gd name="T25" fmla="*/ 705323 h 1281345"/>
                <a:gd name="T26" fmla="*/ 278558 w 1361803"/>
                <a:gd name="T27" fmla="*/ 503808 h 1281345"/>
                <a:gd name="T28" fmla="*/ 746925 w 1361803"/>
                <a:gd name="T29" fmla="*/ 503808 h 1281345"/>
                <a:gd name="T30" fmla="*/ 766688 w 1361803"/>
                <a:gd name="T31" fmla="*/ 555844 h 1281345"/>
                <a:gd name="T32" fmla="*/ 279544 w 1361803"/>
                <a:gd name="T33" fmla="*/ 593008 h 1281345"/>
                <a:gd name="T34" fmla="*/ 256813 w 1361803"/>
                <a:gd name="T35" fmla="*/ 527172 h 1281345"/>
                <a:gd name="T36" fmla="*/ 944591 w 1361803"/>
                <a:gd name="T37" fmla="*/ 452716 h 1281345"/>
                <a:gd name="T38" fmla="*/ 1023588 w 1361803"/>
                <a:gd name="T39" fmla="*/ 643756 h 1281345"/>
                <a:gd name="T40" fmla="*/ 636495 w 1361803"/>
                <a:gd name="T41" fmla="*/ 1040700 h 1281345"/>
                <a:gd name="T42" fmla="*/ 601932 w 1361803"/>
                <a:gd name="T43" fmla="*/ 1010980 h 1281345"/>
                <a:gd name="T44" fmla="*/ 940644 w 1361803"/>
                <a:gd name="T45" fmla="*/ 460140 h 1281345"/>
                <a:gd name="T46" fmla="*/ 1339566 w 1361803"/>
                <a:gd name="T47" fmla="*/ 322482 h 1281345"/>
                <a:gd name="T48" fmla="*/ 1356355 w 1361803"/>
                <a:gd name="T49" fmla="*/ 373372 h 1281345"/>
                <a:gd name="T50" fmla="*/ 1136163 w 1361803"/>
                <a:gd name="T51" fmla="*/ 663855 h 1281345"/>
                <a:gd name="T52" fmla="*/ 1082839 w 1361803"/>
                <a:gd name="T53" fmla="*/ 676580 h 1281345"/>
                <a:gd name="T54" fmla="*/ 1123322 w 1361803"/>
                <a:gd name="T55" fmla="*/ 596008 h 1281345"/>
                <a:gd name="T56" fmla="*/ 1312908 w 1361803"/>
                <a:gd name="T57" fmla="*/ 334145 h 1281345"/>
                <a:gd name="T58" fmla="*/ 526769 w 1361803"/>
                <a:gd name="T59" fmla="*/ 229043 h 1281345"/>
                <a:gd name="T60" fmla="*/ 766688 w 1361803"/>
                <a:gd name="T61" fmla="*/ 244970 h 1281345"/>
                <a:gd name="T62" fmla="*/ 749907 w 1361803"/>
                <a:gd name="T63" fmla="*/ 318243 h 1281345"/>
                <a:gd name="T64" fmla="*/ 529735 w 1361803"/>
                <a:gd name="T65" fmla="*/ 318243 h 1281345"/>
                <a:gd name="T66" fmla="*/ 511959 w 1361803"/>
                <a:gd name="T67" fmla="*/ 246034 h 1281345"/>
                <a:gd name="T68" fmla="*/ 1245419 w 1361803"/>
                <a:gd name="T69" fmla="*/ 137724 h 1281345"/>
                <a:gd name="T70" fmla="*/ 1309122 w 1361803"/>
                <a:gd name="T71" fmla="*/ 239622 h 1281345"/>
                <a:gd name="T72" fmla="*/ 1116528 w 1361803"/>
                <a:gd name="T73" fmla="*/ 531150 h 1281345"/>
                <a:gd name="T74" fmla="*/ 998003 w 1361803"/>
                <a:gd name="T75" fmla="*/ 384860 h 1281345"/>
                <a:gd name="T76" fmla="*/ 1207394 w 1361803"/>
                <a:gd name="T77" fmla="*/ 148457 h 1281345"/>
                <a:gd name="T78" fmla="*/ 327005 w 1361803"/>
                <a:gd name="T79" fmla="*/ 0 h 1281345"/>
                <a:gd name="T80" fmla="*/ 1023501 w 1361803"/>
                <a:gd name="T81" fmla="*/ 136834 h 1281345"/>
                <a:gd name="T82" fmla="*/ 1015602 w 1361803"/>
                <a:gd name="T83" fmla="*/ 237608 h 1281345"/>
                <a:gd name="T84" fmla="*/ 909891 w 1361803"/>
                <a:gd name="T85" fmla="*/ 379745 h 1281345"/>
                <a:gd name="T86" fmla="*/ 897047 w 1361803"/>
                <a:gd name="T87" fmla="*/ 313980 h 1281345"/>
                <a:gd name="T88" fmla="*/ 872348 w 1361803"/>
                <a:gd name="T89" fmla="*/ 135772 h 1281345"/>
                <a:gd name="T90" fmla="*/ 382329 w 1361803"/>
                <a:gd name="T91" fmla="*/ 135772 h 1281345"/>
                <a:gd name="T92" fmla="*/ 382329 w 1361803"/>
                <a:gd name="T93" fmla="*/ 313980 h 1281345"/>
                <a:gd name="T94" fmla="*/ 143255 w 1361803"/>
                <a:gd name="T95" fmla="*/ 409444 h 1281345"/>
                <a:gd name="T96" fmla="*/ 126454 w 1361803"/>
                <a:gd name="T97" fmla="*/ 428538 h 1281345"/>
                <a:gd name="T98" fmla="*/ 151153 w 1361803"/>
                <a:gd name="T99" fmla="*/ 1143476 h 1281345"/>
                <a:gd name="T100" fmla="*/ 897047 w 1361803"/>
                <a:gd name="T101" fmla="*/ 1115897 h 1281345"/>
                <a:gd name="T102" fmla="*/ 902973 w 1361803"/>
                <a:gd name="T103" fmla="*/ 902690 h 1281345"/>
                <a:gd name="T104" fmla="*/ 1022515 w 1361803"/>
                <a:gd name="T105" fmla="*/ 767972 h 1281345"/>
                <a:gd name="T106" fmla="*/ 1023501 w 1361803"/>
                <a:gd name="T107" fmla="*/ 1133931 h 1281345"/>
                <a:gd name="T108" fmla="*/ 131394 w 1361803"/>
                <a:gd name="T109" fmla="*/ 1279248 h 1281345"/>
                <a:gd name="T110" fmla="*/ 0 w 1361803"/>
                <a:gd name="T111" fmla="*/ 335193 h 1281345"/>
                <a:gd name="T112" fmla="*/ 261801 w 1361803"/>
                <a:gd name="T113" fmla="*/ 28642 h 1281345"/>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1361803" h="1281345">
                  <a:moveTo>
                    <a:pt x="340187" y="867542"/>
                  </a:moveTo>
                  <a:cubicBezTo>
                    <a:pt x="351512" y="867144"/>
                    <a:pt x="363575" y="872724"/>
                    <a:pt x="372930" y="883885"/>
                  </a:cubicBezTo>
                  <a:cubicBezTo>
                    <a:pt x="394595" y="907270"/>
                    <a:pt x="415275" y="931718"/>
                    <a:pt x="436940" y="957229"/>
                  </a:cubicBezTo>
                  <a:cubicBezTo>
                    <a:pt x="449742" y="946599"/>
                    <a:pt x="462543" y="935970"/>
                    <a:pt x="475345" y="925340"/>
                  </a:cubicBezTo>
                  <a:cubicBezTo>
                    <a:pt x="492086" y="911522"/>
                    <a:pt x="506857" y="910459"/>
                    <a:pt x="525568" y="923214"/>
                  </a:cubicBezTo>
                  <a:cubicBezTo>
                    <a:pt x="535415" y="929592"/>
                    <a:pt x="544278" y="935970"/>
                    <a:pt x="553141" y="942347"/>
                  </a:cubicBezTo>
                  <a:cubicBezTo>
                    <a:pt x="545263" y="967858"/>
                    <a:pt x="538370" y="993369"/>
                    <a:pt x="530492" y="1018880"/>
                  </a:cubicBezTo>
                  <a:cubicBezTo>
                    <a:pt x="528522" y="1018880"/>
                    <a:pt x="528522" y="1018880"/>
                    <a:pt x="527537" y="1018880"/>
                  </a:cubicBezTo>
                  <a:cubicBezTo>
                    <a:pt x="509812" y="1000810"/>
                    <a:pt x="494056" y="1007187"/>
                    <a:pt x="479284" y="1024195"/>
                  </a:cubicBezTo>
                  <a:cubicBezTo>
                    <a:pt x="473376" y="1030572"/>
                    <a:pt x="466482" y="1035887"/>
                    <a:pt x="459589" y="1041202"/>
                  </a:cubicBezTo>
                  <a:cubicBezTo>
                    <a:pt x="438909" y="1058209"/>
                    <a:pt x="420199" y="1056083"/>
                    <a:pt x="402473" y="1035887"/>
                  </a:cubicBezTo>
                  <a:cubicBezTo>
                    <a:pt x="385732" y="1017817"/>
                    <a:pt x="369976" y="998684"/>
                    <a:pt x="352251" y="978488"/>
                  </a:cubicBezTo>
                  <a:cubicBezTo>
                    <a:pt x="343388" y="995495"/>
                    <a:pt x="335510" y="1012502"/>
                    <a:pt x="327632" y="1028446"/>
                  </a:cubicBezTo>
                  <a:cubicBezTo>
                    <a:pt x="318769" y="1046517"/>
                    <a:pt x="303013" y="1053957"/>
                    <a:pt x="286272" y="1050768"/>
                  </a:cubicBezTo>
                  <a:cubicBezTo>
                    <a:pt x="262638" y="1046517"/>
                    <a:pt x="248851" y="1019943"/>
                    <a:pt x="259683" y="995495"/>
                  </a:cubicBezTo>
                  <a:cubicBezTo>
                    <a:pt x="276424" y="959355"/>
                    <a:pt x="293165" y="922151"/>
                    <a:pt x="311876" y="887074"/>
                  </a:cubicBezTo>
                  <a:cubicBezTo>
                    <a:pt x="318276" y="874318"/>
                    <a:pt x="328863" y="867941"/>
                    <a:pt x="340187" y="867542"/>
                  </a:cubicBezTo>
                  <a:close/>
                  <a:moveTo>
                    <a:pt x="274255" y="687365"/>
                  </a:moveTo>
                  <a:cubicBezTo>
                    <a:pt x="330459" y="687365"/>
                    <a:pt x="386662" y="687365"/>
                    <a:pt x="442866" y="687365"/>
                  </a:cubicBezTo>
                  <a:cubicBezTo>
                    <a:pt x="516819" y="687365"/>
                    <a:pt x="590771" y="687365"/>
                    <a:pt x="664723" y="687365"/>
                  </a:cubicBezTo>
                  <a:cubicBezTo>
                    <a:pt x="670640" y="687365"/>
                    <a:pt x="675570" y="687365"/>
                    <a:pt x="684444" y="687365"/>
                  </a:cubicBezTo>
                  <a:cubicBezTo>
                    <a:pt x="666695" y="718154"/>
                    <a:pt x="649933" y="745757"/>
                    <a:pt x="632184" y="772299"/>
                  </a:cubicBezTo>
                  <a:cubicBezTo>
                    <a:pt x="630212" y="775484"/>
                    <a:pt x="625282" y="776545"/>
                    <a:pt x="621338" y="776545"/>
                  </a:cubicBezTo>
                  <a:cubicBezTo>
                    <a:pt x="504000" y="777607"/>
                    <a:pt x="387648" y="776545"/>
                    <a:pt x="270311" y="777607"/>
                  </a:cubicBezTo>
                  <a:cubicBezTo>
                    <a:pt x="259464" y="777607"/>
                    <a:pt x="255520" y="772299"/>
                    <a:pt x="256506" y="760620"/>
                  </a:cubicBezTo>
                  <a:cubicBezTo>
                    <a:pt x="256506" y="742572"/>
                    <a:pt x="256506" y="724524"/>
                    <a:pt x="255520" y="706475"/>
                  </a:cubicBezTo>
                  <a:cubicBezTo>
                    <a:pt x="255520" y="691612"/>
                    <a:pt x="261436" y="687365"/>
                    <a:pt x="274255" y="687365"/>
                  </a:cubicBezTo>
                  <a:close/>
                  <a:moveTo>
                    <a:pt x="278054" y="504636"/>
                  </a:moveTo>
                  <a:cubicBezTo>
                    <a:pt x="354989" y="504636"/>
                    <a:pt x="432911" y="504636"/>
                    <a:pt x="509846" y="504636"/>
                  </a:cubicBezTo>
                  <a:cubicBezTo>
                    <a:pt x="588754" y="504636"/>
                    <a:pt x="666676" y="504636"/>
                    <a:pt x="745584" y="504636"/>
                  </a:cubicBezTo>
                  <a:cubicBezTo>
                    <a:pt x="764325" y="504636"/>
                    <a:pt x="765311" y="505700"/>
                    <a:pt x="765311" y="524845"/>
                  </a:cubicBezTo>
                  <a:cubicBezTo>
                    <a:pt x="765311" y="535481"/>
                    <a:pt x="765311" y="546117"/>
                    <a:pt x="765311" y="556753"/>
                  </a:cubicBezTo>
                  <a:cubicBezTo>
                    <a:pt x="765311" y="580153"/>
                    <a:pt x="752489" y="593980"/>
                    <a:pt x="730789" y="593980"/>
                  </a:cubicBezTo>
                  <a:cubicBezTo>
                    <a:pt x="580863" y="593980"/>
                    <a:pt x="429952" y="593980"/>
                    <a:pt x="279040" y="593980"/>
                  </a:cubicBezTo>
                  <a:cubicBezTo>
                    <a:pt x="256354" y="593980"/>
                    <a:pt x="256354" y="592917"/>
                    <a:pt x="256354" y="569517"/>
                  </a:cubicBezTo>
                  <a:cubicBezTo>
                    <a:pt x="256354" y="555690"/>
                    <a:pt x="256354" y="541863"/>
                    <a:pt x="256354" y="528036"/>
                  </a:cubicBezTo>
                  <a:cubicBezTo>
                    <a:pt x="256354" y="504636"/>
                    <a:pt x="256354" y="504636"/>
                    <a:pt x="278054" y="504636"/>
                  </a:cubicBezTo>
                  <a:close/>
                  <a:moveTo>
                    <a:pt x="942895" y="453454"/>
                  </a:moveTo>
                  <a:cubicBezTo>
                    <a:pt x="989224" y="494914"/>
                    <a:pt x="1033581" y="534249"/>
                    <a:pt x="1077938" y="574646"/>
                  </a:cubicBezTo>
                  <a:cubicBezTo>
                    <a:pt x="1059210" y="599097"/>
                    <a:pt x="1040481" y="622484"/>
                    <a:pt x="1021752" y="644809"/>
                  </a:cubicBezTo>
                  <a:cubicBezTo>
                    <a:pt x="928109" y="760685"/>
                    <a:pt x="831509" y="874435"/>
                    <a:pt x="722095" y="974365"/>
                  </a:cubicBezTo>
                  <a:cubicBezTo>
                    <a:pt x="695481" y="999879"/>
                    <a:pt x="664923" y="1021141"/>
                    <a:pt x="635352" y="1042403"/>
                  </a:cubicBezTo>
                  <a:cubicBezTo>
                    <a:pt x="626481" y="1048781"/>
                    <a:pt x="613666" y="1046655"/>
                    <a:pt x="601838" y="1048781"/>
                  </a:cubicBezTo>
                  <a:cubicBezTo>
                    <a:pt x="601838" y="1037087"/>
                    <a:pt x="596909" y="1023267"/>
                    <a:pt x="600852" y="1012636"/>
                  </a:cubicBezTo>
                  <a:cubicBezTo>
                    <a:pt x="619581" y="969050"/>
                    <a:pt x="637323" y="924400"/>
                    <a:pt x="659995" y="882940"/>
                  </a:cubicBezTo>
                  <a:cubicBezTo>
                    <a:pt x="741809" y="734108"/>
                    <a:pt x="838409" y="595907"/>
                    <a:pt x="938952" y="460896"/>
                  </a:cubicBezTo>
                  <a:cubicBezTo>
                    <a:pt x="939938" y="458770"/>
                    <a:pt x="940924" y="456643"/>
                    <a:pt x="942895" y="453454"/>
                  </a:cubicBezTo>
                  <a:close/>
                  <a:moveTo>
                    <a:pt x="1337162" y="323013"/>
                  </a:moveTo>
                  <a:cubicBezTo>
                    <a:pt x="1348990" y="326198"/>
                    <a:pt x="1361803" y="343189"/>
                    <a:pt x="1361803" y="358055"/>
                  </a:cubicBezTo>
                  <a:cubicBezTo>
                    <a:pt x="1359832" y="361241"/>
                    <a:pt x="1357861" y="367612"/>
                    <a:pt x="1353918" y="373984"/>
                  </a:cubicBezTo>
                  <a:cubicBezTo>
                    <a:pt x="1300693" y="447255"/>
                    <a:pt x="1247469" y="521588"/>
                    <a:pt x="1194244" y="594859"/>
                  </a:cubicBezTo>
                  <a:cubicBezTo>
                    <a:pt x="1175517" y="619282"/>
                    <a:pt x="1154818" y="642644"/>
                    <a:pt x="1134120" y="664944"/>
                  </a:cubicBezTo>
                  <a:cubicBezTo>
                    <a:pt x="1125249" y="673439"/>
                    <a:pt x="1113421" y="678749"/>
                    <a:pt x="1101594" y="682996"/>
                  </a:cubicBezTo>
                  <a:cubicBezTo>
                    <a:pt x="1095680" y="685120"/>
                    <a:pt x="1083852" y="682996"/>
                    <a:pt x="1080895" y="677687"/>
                  </a:cubicBezTo>
                  <a:cubicBezTo>
                    <a:pt x="1077938" y="671315"/>
                    <a:pt x="1077938" y="658573"/>
                    <a:pt x="1080895" y="652201"/>
                  </a:cubicBezTo>
                  <a:cubicBezTo>
                    <a:pt x="1092723" y="633087"/>
                    <a:pt x="1107507" y="615035"/>
                    <a:pt x="1121306" y="596983"/>
                  </a:cubicBezTo>
                  <a:cubicBezTo>
                    <a:pt x="1175517" y="522650"/>
                    <a:pt x="1229727" y="449379"/>
                    <a:pt x="1284923" y="375046"/>
                  </a:cubicBezTo>
                  <a:cubicBezTo>
                    <a:pt x="1293794" y="362303"/>
                    <a:pt x="1302665" y="348498"/>
                    <a:pt x="1310550" y="334694"/>
                  </a:cubicBezTo>
                  <a:cubicBezTo>
                    <a:pt x="1317449" y="324075"/>
                    <a:pt x="1325334" y="318765"/>
                    <a:pt x="1337162" y="323013"/>
                  </a:cubicBezTo>
                  <a:close/>
                  <a:moveTo>
                    <a:pt x="525824" y="229421"/>
                  </a:moveTo>
                  <a:cubicBezTo>
                    <a:pt x="600725" y="229421"/>
                    <a:pt x="675627" y="229421"/>
                    <a:pt x="750528" y="229421"/>
                  </a:cubicBezTo>
                  <a:cubicBezTo>
                    <a:pt x="761369" y="229421"/>
                    <a:pt x="765311" y="233676"/>
                    <a:pt x="765311" y="245375"/>
                  </a:cubicBezTo>
                  <a:cubicBezTo>
                    <a:pt x="764326" y="264521"/>
                    <a:pt x="764326" y="282602"/>
                    <a:pt x="765311" y="301747"/>
                  </a:cubicBezTo>
                  <a:cubicBezTo>
                    <a:pt x="765311" y="314511"/>
                    <a:pt x="760383" y="318765"/>
                    <a:pt x="748557" y="318765"/>
                  </a:cubicBezTo>
                  <a:cubicBezTo>
                    <a:pt x="711106" y="318765"/>
                    <a:pt x="674641" y="318765"/>
                    <a:pt x="638176" y="318765"/>
                  </a:cubicBezTo>
                  <a:cubicBezTo>
                    <a:pt x="601711" y="318765"/>
                    <a:pt x="565246" y="317702"/>
                    <a:pt x="528781" y="318765"/>
                  </a:cubicBezTo>
                  <a:cubicBezTo>
                    <a:pt x="515969" y="318765"/>
                    <a:pt x="511041" y="313447"/>
                    <a:pt x="511041" y="299620"/>
                  </a:cubicBezTo>
                  <a:cubicBezTo>
                    <a:pt x="512027" y="282602"/>
                    <a:pt x="512027" y="264521"/>
                    <a:pt x="511041" y="246439"/>
                  </a:cubicBezTo>
                  <a:cubicBezTo>
                    <a:pt x="511041" y="234739"/>
                    <a:pt x="514983" y="229421"/>
                    <a:pt x="525824" y="229421"/>
                  </a:cubicBezTo>
                  <a:close/>
                  <a:moveTo>
                    <a:pt x="1243182" y="137949"/>
                  </a:moveTo>
                  <a:cubicBezTo>
                    <a:pt x="1255260" y="139675"/>
                    <a:pt x="1267337" y="146577"/>
                    <a:pt x="1281140" y="158257"/>
                  </a:cubicBezTo>
                  <a:cubicBezTo>
                    <a:pt x="1308745" y="183741"/>
                    <a:pt x="1317618" y="208163"/>
                    <a:pt x="1306773" y="240018"/>
                  </a:cubicBezTo>
                  <a:cubicBezTo>
                    <a:pt x="1300858" y="257008"/>
                    <a:pt x="1294942" y="275059"/>
                    <a:pt x="1285083" y="289925"/>
                  </a:cubicBezTo>
                  <a:cubicBezTo>
                    <a:pt x="1228886" y="370624"/>
                    <a:pt x="1171704" y="450262"/>
                    <a:pt x="1114521" y="532023"/>
                  </a:cubicBezTo>
                  <a:cubicBezTo>
                    <a:pt x="1066212" y="489550"/>
                    <a:pt x="1022832" y="450262"/>
                    <a:pt x="977480" y="410974"/>
                  </a:cubicBezTo>
                  <a:cubicBezTo>
                    <a:pt x="984381" y="401417"/>
                    <a:pt x="990297" y="392923"/>
                    <a:pt x="996212" y="385490"/>
                  </a:cubicBezTo>
                  <a:cubicBezTo>
                    <a:pt x="1050437" y="319656"/>
                    <a:pt x="1103676" y="252760"/>
                    <a:pt x="1157901" y="187988"/>
                  </a:cubicBezTo>
                  <a:cubicBezTo>
                    <a:pt x="1170718" y="172061"/>
                    <a:pt x="1188464" y="159319"/>
                    <a:pt x="1205225" y="148700"/>
                  </a:cubicBezTo>
                  <a:cubicBezTo>
                    <a:pt x="1219027" y="139675"/>
                    <a:pt x="1231105" y="136224"/>
                    <a:pt x="1243182" y="137949"/>
                  </a:cubicBezTo>
                  <a:close/>
                  <a:moveTo>
                    <a:pt x="326420" y="0"/>
                  </a:moveTo>
                  <a:cubicBezTo>
                    <a:pt x="513791" y="0"/>
                    <a:pt x="702148" y="0"/>
                    <a:pt x="889519" y="0"/>
                  </a:cubicBezTo>
                  <a:cubicBezTo>
                    <a:pt x="964468" y="1063"/>
                    <a:pt x="1018707" y="56311"/>
                    <a:pt x="1021665" y="137059"/>
                  </a:cubicBezTo>
                  <a:cubicBezTo>
                    <a:pt x="1021665" y="164684"/>
                    <a:pt x="1021665" y="191246"/>
                    <a:pt x="1020679" y="218870"/>
                  </a:cubicBezTo>
                  <a:cubicBezTo>
                    <a:pt x="1020679" y="225245"/>
                    <a:pt x="1017721" y="232682"/>
                    <a:pt x="1013776" y="237995"/>
                  </a:cubicBezTo>
                  <a:cubicBezTo>
                    <a:pt x="985177" y="275181"/>
                    <a:pt x="956578" y="311305"/>
                    <a:pt x="928966" y="348492"/>
                  </a:cubicBezTo>
                  <a:cubicBezTo>
                    <a:pt x="921077" y="358054"/>
                    <a:pt x="915160" y="369741"/>
                    <a:pt x="908256" y="380366"/>
                  </a:cubicBezTo>
                  <a:cubicBezTo>
                    <a:pt x="905298" y="384616"/>
                    <a:pt x="901353" y="387804"/>
                    <a:pt x="895436" y="395241"/>
                  </a:cubicBezTo>
                  <a:cubicBezTo>
                    <a:pt x="895436" y="365492"/>
                    <a:pt x="895436" y="339992"/>
                    <a:pt x="895436" y="314493"/>
                  </a:cubicBezTo>
                  <a:cubicBezTo>
                    <a:pt x="895436" y="263494"/>
                    <a:pt x="895436" y="212495"/>
                    <a:pt x="895436" y="161496"/>
                  </a:cubicBezTo>
                  <a:cubicBezTo>
                    <a:pt x="895436" y="139184"/>
                    <a:pt x="892478" y="135997"/>
                    <a:pt x="870782" y="135997"/>
                  </a:cubicBezTo>
                  <a:cubicBezTo>
                    <a:pt x="713982" y="135997"/>
                    <a:pt x="557182" y="135997"/>
                    <a:pt x="399396" y="135997"/>
                  </a:cubicBezTo>
                  <a:cubicBezTo>
                    <a:pt x="394465" y="135997"/>
                    <a:pt x="388548" y="135997"/>
                    <a:pt x="381645" y="135997"/>
                  </a:cubicBezTo>
                  <a:cubicBezTo>
                    <a:pt x="381645" y="145559"/>
                    <a:pt x="381645" y="152997"/>
                    <a:pt x="381645" y="159371"/>
                  </a:cubicBezTo>
                  <a:cubicBezTo>
                    <a:pt x="381645" y="211433"/>
                    <a:pt x="381645" y="262431"/>
                    <a:pt x="381645" y="314493"/>
                  </a:cubicBezTo>
                  <a:cubicBezTo>
                    <a:pt x="380659" y="373991"/>
                    <a:pt x="346143" y="410116"/>
                    <a:pt x="290918" y="410116"/>
                  </a:cubicBezTo>
                  <a:cubicBezTo>
                    <a:pt x="241610" y="410116"/>
                    <a:pt x="192302" y="410116"/>
                    <a:pt x="142994" y="410116"/>
                  </a:cubicBezTo>
                  <a:cubicBezTo>
                    <a:pt x="138063" y="410116"/>
                    <a:pt x="133132" y="410116"/>
                    <a:pt x="126229" y="410116"/>
                  </a:cubicBezTo>
                  <a:cubicBezTo>
                    <a:pt x="126229" y="418615"/>
                    <a:pt x="126229" y="423928"/>
                    <a:pt x="126229" y="429240"/>
                  </a:cubicBezTo>
                  <a:cubicBezTo>
                    <a:pt x="126229" y="658735"/>
                    <a:pt x="126229" y="888229"/>
                    <a:pt x="126229" y="1117724"/>
                  </a:cubicBezTo>
                  <a:cubicBezTo>
                    <a:pt x="126229" y="1143223"/>
                    <a:pt x="128201" y="1145348"/>
                    <a:pt x="150883" y="1145348"/>
                  </a:cubicBezTo>
                  <a:cubicBezTo>
                    <a:pt x="390521" y="1145348"/>
                    <a:pt x="630158" y="1145348"/>
                    <a:pt x="869796" y="1145348"/>
                  </a:cubicBezTo>
                  <a:cubicBezTo>
                    <a:pt x="893464" y="1145348"/>
                    <a:pt x="895436" y="1143223"/>
                    <a:pt x="895436" y="1117724"/>
                  </a:cubicBezTo>
                  <a:cubicBezTo>
                    <a:pt x="895436" y="1052913"/>
                    <a:pt x="895436" y="988102"/>
                    <a:pt x="895436" y="923291"/>
                  </a:cubicBezTo>
                  <a:cubicBezTo>
                    <a:pt x="895436" y="916916"/>
                    <a:pt x="897409" y="908416"/>
                    <a:pt x="901353" y="904166"/>
                  </a:cubicBezTo>
                  <a:cubicBezTo>
                    <a:pt x="938827" y="860605"/>
                    <a:pt x="976302" y="818106"/>
                    <a:pt x="1013776" y="774545"/>
                  </a:cubicBezTo>
                  <a:cubicBezTo>
                    <a:pt x="1015748" y="773482"/>
                    <a:pt x="1016734" y="772420"/>
                    <a:pt x="1020679" y="769232"/>
                  </a:cubicBezTo>
                  <a:cubicBezTo>
                    <a:pt x="1020679" y="775607"/>
                    <a:pt x="1021665" y="779857"/>
                    <a:pt x="1021665" y="784107"/>
                  </a:cubicBezTo>
                  <a:cubicBezTo>
                    <a:pt x="1021665" y="902042"/>
                    <a:pt x="1021665" y="1018914"/>
                    <a:pt x="1021665" y="1135786"/>
                  </a:cubicBezTo>
                  <a:cubicBezTo>
                    <a:pt x="1020679" y="1222909"/>
                    <a:pt x="967426" y="1281345"/>
                    <a:pt x="886561" y="1281345"/>
                  </a:cubicBezTo>
                  <a:cubicBezTo>
                    <a:pt x="634103" y="1281345"/>
                    <a:pt x="382631" y="1281345"/>
                    <a:pt x="131160" y="1281345"/>
                  </a:cubicBezTo>
                  <a:cubicBezTo>
                    <a:pt x="55225" y="1281345"/>
                    <a:pt x="0" y="1221847"/>
                    <a:pt x="0" y="1140036"/>
                  </a:cubicBezTo>
                  <a:cubicBezTo>
                    <a:pt x="0" y="872292"/>
                    <a:pt x="0" y="603486"/>
                    <a:pt x="0" y="335742"/>
                  </a:cubicBezTo>
                  <a:cubicBezTo>
                    <a:pt x="0" y="315555"/>
                    <a:pt x="5917" y="298556"/>
                    <a:pt x="18737" y="283681"/>
                  </a:cubicBezTo>
                  <a:cubicBezTo>
                    <a:pt x="99603" y="198683"/>
                    <a:pt x="180468" y="113685"/>
                    <a:pt x="261333" y="28687"/>
                  </a:cubicBezTo>
                  <a:cubicBezTo>
                    <a:pt x="279084" y="9562"/>
                    <a:pt x="300780" y="0"/>
                    <a:pt x="32642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5" name="文本框 4"/>
          <p:cNvSpPr txBox="1"/>
          <p:nvPr/>
        </p:nvSpPr>
        <p:spPr>
          <a:xfrm>
            <a:off x="974526" y="321818"/>
            <a:ext cx="1620957" cy="523220"/>
          </a:xfrm>
          <a:prstGeom prst="rect">
            <a:avLst/>
          </a:prstGeom>
          <a:noFill/>
        </p:spPr>
        <p:txBody>
          <a:bodyPr wrap="none" rtlCol="0">
            <a:spAutoFit/>
          </a:bodyPr>
          <a:lstStyle/>
          <a:p>
            <a:r>
              <a:rPr lang="zh-CN" altLang="en-US" sz="2800" b="1">
                <a:solidFill>
                  <a:srgbClr val="3FB793"/>
                </a:solidFill>
                <a:latin typeface="思源黑体旧字形 Normal" panose="020b0400000000000000" pitchFamily="34" charset="-128"/>
                <a:ea typeface="思源黑体旧字形 Normal" panose="020b0400000000000000" pitchFamily="34" charset="-128"/>
              </a:rPr>
              <a:t>岗位职责</a:t>
            </a:r>
          </a:p>
        </p:txBody>
      </p:sp>
      <p:sp>
        <p:nvSpPr>
          <p:cNvPr id="44" name="燕尾形 5">
            <a:extLst>
              <a:ext uri="{FF2B5EF4-FFF2-40B4-BE49-F238E27FC236}">
                <a16:creationId xmlns:a16="http://schemas.microsoft.com/office/drawing/2014/main" id="{F0920D90-3ED4-4CE3-B1B4-6E05A81EF9F1}"/>
              </a:ext>
            </a:extLst>
          </p:cNvPr>
          <p:cNvSpPr/>
          <p:nvPr/>
        </p:nvSpPr>
        <p:spPr>
          <a:xfrm>
            <a:off x="1664761" y="2108557"/>
            <a:ext cx="2270441" cy="791905"/>
          </a:xfrm>
          <a:prstGeom prst="chevron">
            <a:avLst/>
          </a:prstGeom>
          <a:solidFill>
            <a:srgbClr val="545D79"/>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19" tIns="45709" rIns="91419" bIns="45709" numCol="1" spcCol="0" rtlCol="0" fromWordArt="0" anchor="ctr" anchorCtr="0" forceAA="0" compatLnSpc="1">
            <a:prstTxWarp prst="textNoShape">
              <a:avLst/>
            </a:prstTxWarp>
            <a:noAutofit/>
          </a:bodyPr>
          <a:lstStyle/>
          <a:p>
            <a:r>
              <a:rPr lang="zh-CN" altLang="en-US" b="1">
                <a:solidFill>
                  <a:schemeClr val="bg1"/>
                </a:solidFill>
                <a:latin typeface="思源黑体旧字形 Normal" panose="020b0400000000000000" pitchFamily="34" charset="-128"/>
                <a:ea typeface="思源黑体旧字形 Normal" panose="020b0400000000000000" pitchFamily="34" charset="-128"/>
              </a:rPr>
              <a:t>预见性</a:t>
            </a:r>
          </a:p>
        </p:txBody>
      </p:sp>
      <p:sp>
        <p:nvSpPr>
          <p:cNvPr id="45" name="燕尾形 6">
            <a:extLst>
              <a:ext uri="{FF2B5EF4-FFF2-40B4-BE49-F238E27FC236}">
                <a16:creationId xmlns:a16="http://schemas.microsoft.com/office/drawing/2014/main" id="{D745C3BF-E754-4F3B-BE0F-0CD6848203F7}"/>
              </a:ext>
            </a:extLst>
          </p:cNvPr>
          <p:cNvSpPr/>
          <p:nvPr/>
        </p:nvSpPr>
        <p:spPr>
          <a:xfrm>
            <a:off x="1664761" y="3140433"/>
            <a:ext cx="2270441" cy="791905"/>
          </a:xfrm>
          <a:prstGeom prst="chevron">
            <a:avLst/>
          </a:prstGeom>
          <a:solidFill>
            <a:srgbClr val="3FB793"/>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19" tIns="45709" rIns="91419" bIns="45709" numCol="1" spcCol="0" rtlCol="0" fromWordArt="0" anchor="ctr" anchorCtr="0" forceAA="0" compatLnSpc="1">
            <a:prstTxWarp prst="textNoShape">
              <a:avLst/>
            </a:prstTxWarp>
            <a:noAutofit/>
          </a:bodyPr>
          <a:lstStyle/>
          <a:p>
            <a:r>
              <a:rPr lang="zh-CN" altLang="en-US" b="1">
                <a:solidFill>
                  <a:schemeClr val="bg1"/>
                </a:solidFill>
                <a:latin typeface="思源黑体旧字形 Normal" panose="020b0400000000000000" pitchFamily="34" charset="-128"/>
                <a:ea typeface="思源黑体旧字形 Normal" panose="020b0400000000000000" pitchFamily="34" charset="-128"/>
              </a:rPr>
              <a:t>适应性</a:t>
            </a:r>
          </a:p>
        </p:txBody>
      </p:sp>
      <p:sp>
        <p:nvSpPr>
          <p:cNvPr id="46" name="燕尾形 7">
            <a:extLst>
              <a:ext uri="{FF2B5EF4-FFF2-40B4-BE49-F238E27FC236}">
                <a16:creationId xmlns:a16="http://schemas.microsoft.com/office/drawing/2014/main" id="{6F051073-0000-4084-9C0D-E91816B037A0}"/>
              </a:ext>
            </a:extLst>
          </p:cNvPr>
          <p:cNvSpPr/>
          <p:nvPr/>
        </p:nvSpPr>
        <p:spPr>
          <a:xfrm>
            <a:off x="1664761" y="4172309"/>
            <a:ext cx="2270441" cy="791905"/>
          </a:xfrm>
          <a:prstGeom prst="chevron">
            <a:avLst/>
          </a:prstGeom>
          <a:solidFill>
            <a:srgbClr val="545D79"/>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19" tIns="45709" rIns="91419" bIns="45709" numCol="1" spcCol="0" rtlCol="0" fromWordArt="0" anchor="ctr" anchorCtr="0" forceAA="0" compatLnSpc="1">
            <a:prstTxWarp prst="textNoShape">
              <a:avLst/>
            </a:prstTxWarp>
            <a:noAutofit/>
          </a:bodyPr>
          <a:lstStyle/>
          <a:p>
            <a:r>
              <a:rPr lang="zh-CN" altLang="en-US" b="1">
                <a:solidFill>
                  <a:schemeClr val="bg1"/>
                </a:solidFill>
                <a:latin typeface="思源黑体旧字形 Normal" panose="020b0400000000000000" pitchFamily="34" charset="-128"/>
                <a:ea typeface="思源黑体旧字形 Normal" panose="020b0400000000000000" pitchFamily="34" charset="-128"/>
              </a:rPr>
              <a:t>及时性</a:t>
            </a:r>
          </a:p>
        </p:txBody>
      </p:sp>
      <p:sp>
        <p:nvSpPr>
          <p:cNvPr id="47" name="燕尾形 8">
            <a:extLst>
              <a:ext uri="{FF2B5EF4-FFF2-40B4-BE49-F238E27FC236}">
                <a16:creationId xmlns:a16="http://schemas.microsoft.com/office/drawing/2014/main" id="{789CEB1B-540E-4CBD-B77A-2C4F5DC45F18}"/>
              </a:ext>
            </a:extLst>
          </p:cNvPr>
          <p:cNvSpPr/>
          <p:nvPr/>
        </p:nvSpPr>
        <p:spPr>
          <a:xfrm>
            <a:off x="1664761" y="5204184"/>
            <a:ext cx="2270441" cy="791905"/>
          </a:xfrm>
          <a:prstGeom prst="chevron">
            <a:avLst/>
          </a:prstGeom>
          <a:solidFill>
            <a:srgbClr val="3FB793"/>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19" tIns="45709" rIns="91419" bIns="45709" numCol="1" spcCol="0" rtlCol="0" fromWordArt="0" anchor="ctr" anchorCtr="0" forceAA="0" compatLnSpc="1">
            <a:prstTxWarp prst="textNoShape">
              <a:avLst/>
            </a:prstTxWarp>
            <a:noAutofit/>
          </a:bodyPr>
          <a:lstStyle/>
          <a:p>
            <a:r>
              <a:rPr lang="zh-CN" altLang="en-US" b="1">
                <a:solidFill>
                  <a:schemeClr val="bg1"/>
                </a:solidFill>
                <a:latin typeface="思源黑体旧字形 Normal" panose="020b0400000000000000" pitchFamily="34" charset="-128"/>
                <a:ea typeface="思源黑体旧字形 Normal" panose="020b0400000000000000" pitchFamily="34" charset="-128"/>
              </a:rPr>
              <a:t>有效性</a:t>
            </a:r>
          </a:p>
        </p:txBody>
      </p:sp>
      <p:grpSp>
        <p:nvGrpSpPr>
          <p:cNvPr id="48" name="组合 47">
            <a:extLst>
              <a:ext uri="{FF2B5EF4-FFF2-40B4-BE49-F238E27FC236}">
                <a16:creationId xmlns:a16="http://schemas.microsoft.com/office/drawing/2014/main" id="{AFFA474B-132A-4191-AAB7-931B235C6348}"/>
              </a:ext>
            </a:extLst>
          </p:cNvPr>
          <p:cNvGrpSpPr/>
          <p:nvPr/>
        </p:nvGrpSpPr>
        <p:grpSpPr>
          <a:xfrm>
            <a:off x="3127358" y="5373310"/>
            <a:ext cx="358101" cy="453653"/>
            <a:chOff x="8950326" y="1212851"/>
            <a:chExt cx="636588" cy="806450"/>
          </a:xfrm>
          <a:solidFill>
            <a:schemeClr val="bg1"/>
          </a:solidFill>
        </p:grpSpPr>
        <p:sp>
          <p:nvSpPr>
            <p:cNvPr id="49" name="Freeform 605">
              <a:extLst>
                <a:ext uri="{FF2B5EF4-FFF2-40B4-BE49-F238E27FC236}">
                  <a16:creationId xmlns:a16="http://schemas.microsoft.com/office/drawing/2014/main" id="{17BEFFF9-84B7-4A69-8938-C82CA8629F56}"/>
                </a:ext>
              </a:extLst>
            </p:cNvPr>
            <p:cNvSpPr/>
            <p:nvPr/>
          </p:nvSpPr>
          <p:spPr bwMode="auto">
            <a:xfrm>
              <a:off x="9040813" y="1787526"/>
              <a:ext cx="71438" cy="231775"/>
            </a:xfrm>
            <a:custGeom>
              <a:gdLst>
                <a:gd name="T0" fmla="*/ 0 w 19"/>
                <a:gd name="T1" fmla="*/ 0 h 62"/>
                <a:gd name="T2" fmla="*/ 2 w 19"/>
                <a:gd name="T3" fmla="*/ 62 h 62"/>
                <a:gd name="T4" fmla="*/ 19 w 19"/>
                <a:gd name="T5" fmla="*/ 62 h 62"/>
                <a:gd name="T6" fmla="*/ 19 w 19"/>
                <a:gd name="T7" fmla="*/ 0 h 62"/>
                <a:gd name="T8" fmla="*/ 0 w 19"/>
                <a:gd name="T9" fmla="*/ 0 h 62"/>
              </a:gdLst>
              <a:cxnLst>
                <a:cxn ang="0">
                  <a:pos x="T0" y="T1"/>
                </a:cxn>
                <a:cxn ang="0">
                  <a:pos x="T2" y="T3"/>
                </a:cxn>
                <a:cxn ang="0">
                  <a:pos x="T4" y="T5"/>
                </a:cxn>
                <a:cxn ang="0">
                  <a:pos x="T6" y="T7"/>
                </a:cxn>
                <a:cxn ang="0">
                  <a:pos x="T8" y="T9"/>
                </a:cxn>
              </a:cxnLst>
              <a:rect l="0" t="0" r="r" b="b"/>
              <a:pathLst>
                <a:path w="19" h="62">
                  <a:moveTo>
                    <a:pt x="0" y="0"/>
                  </a:moveTo>
                  <a:cubicBezTo>
                    <a:pt x="2" y="62"/>
                    <a:pt x="2" y="62"/>
                    <a:pt x="2" y="62"/>
                  </a:cubicBezTo>
                  <a:cubicBezTo>
                    <a:pt x="19" y="62"/>
                    <a:pt x="19" y="62"/>
                    <a:pt x="19" y="62"/>
                  </a:cubicBezTo>
                  <a:cubicBezTo>
                    <a:pt x="19" y="41"/>
                    <a:pt x="19" y="0"/>
                    <a:pt x="19" y="0"/>
                  </a:cubicBezTo>
                  <a:cubicBezTo>
                    <a:pt x="19" y="0"/>
                    <a:pt x="7"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zh-CN" altLang="en-US" sz="2000">
                <a:latin typeface="迷你简菱心" panose="02010609000101010101" pitchFamily="49" charset="-122"/>
                <a:ea typeface="迷你简菱心" panose="02010609000101010101" pitchFamily="49" charset="-122"/>
              </a:endParaRPr>
            </a:p>
          </p:txBody>
        </p:sp>
        <p:sp>
          <p:nvSpPr>
            <p:cNvPr id="50" name="Freeform 606">
              <a:extLst>
                <a:ext uri="{FF2B5EF4-FFF2-40B4-BE49-F238E27FC236}">
                  <a16:creationId xmlns:a16="http://schemas.microsoft.com/office/drawing/2014/main" id="{8B3430C8-C1C5-46D1-B438-217578C58AC4}"/>
                </a:ext>
              </a:extLst>
            </p:cNvPr>
            <p:cNvSpPr/>
            <p:nvPr/>
          </p:nvSpPr>
          <p:spPr bwMode="auto">
            <a:xfrm>
              <a:off x="9120188" y="1787526"/>
              <a:ext cx="36513" cy="231775"/>
            </a:xfrm>
            <a:custGeom>
              <a:gdLst>
                <a:gd name="T0" fmla="*/ 0 w 10"/>
                <a:gd name="T1" fmla="*/ 0 h 62"/>
                <a:gd name="T2" fmla="*/ 1 w 10"/>
                <a:gd name="T3" fmla="*/ 62 h 62"/>
                <a:gd name="T4" fmla="*/ 10 w 10"/>
                <a:gd name="T5" fmla="*/ 62 h 62"/>
                <a:gd name="T6" fmla="*/ 10 w 10"/>
                <a:gd name="T7" fmla="*/ 0 h 62"/>
                <a:gd name="T8" fmla="*/ 0 w 10"/>
                <a:gd name="T9" fmla="*/ 0 h 62"/>
              </a:gdLst>
              <a:cxnLst>
                <a:cxn ang="0">
                  <a:pos x="T0" y="T1"/>
                </a:cxn>
                <a:cxn ang="0">
                  <a:pos x="T2" y="T3"/>
                </a:cxn>
                <a:cxn ang="0">
                  <a:pos x="T4" y="T5"/>
                </a:cxn>
                <a:cxn ang="0">
                  <a:pos x="T6" y="T7"/>
                </a:cxn>
                <a:cxn ang="0">
                  <a:pos x="T8" y="T9"/>
                </a:cxn>
              </a:cxnLst>
              <a:rect l="0" t="0" r="r" b="b"/>
              <a:pathLst>
                <a:path w="10" h="62">
                  <a:moveTo>
                    <a:pt x="0" y="0"/>
                  </a:moveTo>
                  <a:cubicBezTo>
                    <a:pt x="1" y="62"/>
                    <a:pt x="1" y="62"/>
                    <a:pt x="1" y="62"/>
                  </a:cubicBezTo>
                  <a:cubicBezTo>
                    <a:pt x="10" y="62"/>
                    <a:pt x="10" y="62"/>
                    <a:pt x="10" y="62"/>
                  </a:cubicBezTo>
                  <a:cubicBezTo>
                    <a:pt x="10" y="41"/>
                    <a:pt x="10" y="0"/>
                    <a:pt x="10" y="0"/>
                  </a:cubicBezTo>
                  <a:cubicBezTo>
                    <a:pt x="10" y="0"/>
                    <a:pt x="4"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zh-CN" altLang="en-US" sz="2000">
                <a:latin typeface="迷你简菱心" panose="02010609000101010101" pitchFamily="49" charset="-122"/>
                <a:ea typeface="迷你简菱心" panose="02010609000101010101" pitchFamily="49" charset="-122"/>
              </a:endParaRPr>
            </a:p>
          </p:txBody>
        </p:sp>
        <p:sp>
          <p:nvSpPr>
            <p:cNvPr id="51" name="Freeform 607">
              <a:extLst>
                <a:ext uri="{FF2B5EF4-FFF2-40B4-BE49-F238E27FC236}">
                  <a16:creationId xmlns:a16="http://schemas.microsoft.com/office/drawing/2014/main" id="{E3B4D9D2-F58E-4972-A33F-C5C94AF6568C}"/>
                </a:ext>
              </a:extLst>
            </p:cNvPr>
            <p:cNvSpPr/>
            <p:nvPr/>
          </p:nvSpPr>
          <p:spPr bwMode="auto">
            <a:xfrm>
              <a:off x="9032876" y="1438276"/>
              <a:ext cx="106363" cy="120650"/>
            </a:xfrm>
            <a:custGeom>
              <a:gdLst>
                <a:gd name="T0" fmla="*/ 25 w 28"/>
                <a:gd name="T1" fmla="*/ 11 h 32"/>
                <a:gd name="T2" fmla="*/ 20 w 28"/>
                <a:gd name="T3" fmla="*/ 30 h 32"/>
                <a:gd name="T4" fmla="*/ 3 w 28"/>
                <a:gd name="T5" fmla="*/ 21 h 32"/>
                <a:gd name="T6" fmla="*/ 9 w 28"/>
                <a:gd name="T7" fmla="*/ 2 h 32"/>
                <a:gd name="T8" fmla="*/ 25 w 28"/>
                <a:gd name="T9" fmla="*/ 11 h 32"/>
              </a:gdLst>
              <a:cxnLst>
                <a:cxn ang="0">
                  <a:pos x="T0" y="T1"/>
                </a:cxn>
                <a:cxn ang="0">
                  <a:pos x="T2" y="T3"/>
                </a:cxn>
                <a:cxn ang="0">
                  <a:pos x="T4" y="T5"/>
                </a:cxn>
                <a:cxn ang="0">
                  <a:pos x="T6" y="T7"/>
                </a:cxn>
                <a:cxn ang="0">
                  <a:pos x="T8" y="T9"/>
                </a:cxn>
              </a:cxnLst>
              <a:rect l="0" t="0" r="r" b="b"/>
              <a:pathLst>
                <a:path w="28" h="32">
                  <a:moveTo>
                    <a:pt x="25" y="11"/>
                  </a:moveTo>
                  <a:cubicBezTo>
                    <a:pt x="28" y="19"/>
                    <a:pt x="26" y="27"/>
                    <a:pt x="20" y="30"/>
                  </a:cubicBezTo>
                  <a:cubicBezTo>
                    <a:pt x="14" y="32"/>
                    <a:pt x="6" y="28"/>
                    <a:pt x="3" y="21"/>
                  </a:cubicBezTo>
                  <a:cubicBezTo>
                    <a:pt x="0" y="13"/>
                    <a:pt x="2" y="5"/>
                    <a:pt x="9" y="2"/>
                  </a:cubicBezTo>
                  <a:cubicBezTo>
                    <a:pt x="15" y="0"/>
                    <a:pt x="22" y="4"/>
                    <a:pt x="25"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zh-CN" altLang="en-US" sz="2000">
                <a:latin typeface="迷你简菱心" panose="02010609000101010101" pitchFamily="49" charset="-122"/>
                <a:ea typeface="迷你简菱心" panose="02010609000101010101" pitchFamily="49" charset="-122"/>
              </a:endParaRPr>
            </a:p>
          </p:txBody>
        </p:sp>
        <p:sp>
          <p:nvSpPr>
            <p:cNvPr id="52" name="Rectangle 608">
              <a:extLst>
                <a:ext uri="{FF2B5EF4-FFF2-40B4-BE49-F238E27FC236}">
                  <a16:creationId xmlns:a16="http://schemas.microsoft.com/office/drawing/2014/main" id="{9CD0D8F0-00E4-4E1D-B80B-A0978B2FD7B1}"/>
                </a:ext>
              </a:extLst>
            </p:cNvPr>
            <p:cNvSpPr>
              <a:spLocks noChangeArrowheads="1"/>
            </p:cNvSpPr>
            <p:nvPr/>
          </p:nvSpPr>
          <p:spPr bwMode="auto">
            <a:xfrm>
              <a:off x="9112251" y="1708151"/>
              <a:ext cx="1588" cy="15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19" tIns="45709" rIns="91419" bIns="45709" numCol="1" anchor="t" anchorCtr="0" compatLnSpc="1">
              <a:prstTxWarp prst="textNoShape">
                <a:avLst/>
              </a:prstTxWarp>
            </a:bodyPr>
            <a:lstStyle/>
            <a:p>
              <a:endParaRPr lang="zh-CN" altLang="en-US" sz="2000">
                <a:latin typeface="思源黑体旧字形 Normal" panose="020b0400000000000000" pitchFamily="34" charset="-128"/>
                <a:ea typeface="思源黑体旧字形 Normal" panose="020b0400000000000000" pitchFamily="34" charset="-128"/>
              </a:endParaRPr>
            </a:p>
          </p:txBody>
        </p:sp>
        <p:sp>
          <p:nvSpPr>
            <p:cNvPr id="53" name="Freeform 609">
              <a:extLst>
                <a:ext uri="{FF2B5EF4-FFF2-40B4-BE49-F238E27FC236}">
                  <a16:creationId xmlns:a16="http://schemas.microsoft.com/office/drawing/2014/main" id="{084BC374-7BA2-41C3-B741-CB847F68DC90}"/>
                </a:ext>
              </a:extLst>
            </p:cNvPr>
            <p:cNvSpPr/>
            <p:nvPr/>
          </p:nvSpPr>
          <p:spPr bwMode="auto">
            <a:xfrm>
              <a:off x="8950326" y="1449388"/>
              <a:ext cx="319088" cy="363538"/>
            </a:xfrm>
            <a:custGeom>
              <a:gdLst>
                <a:gd name="T0" fmla="*/ 69 w 85"/>
                <a:gd name="T1" fmla="*/ 0 h 97"/>
                <a:gd name="T2" fmla="*/ 63 w 85"/>
                <a:gd name="T3" fmla="*/ 23 h 97"/>
                <a:gd name="T4" fmla="*/ 46 w 85"/>
                <a:gd name="T5" fmla="*/ 28 h 97"/>
                <a:gd name="T6" fmla="*/ 45 w 85"/>
                <a:gd name="T7" fmla="*/ 28 h 97"/>
                <a:gd name="T8" fmla="*/ 49 w 85"/>
                <a:gd name="T9" fmla="*/ 33 h 97"/>
                <a:gd name="T10" fmla="*/ 45 w 85"/>
                <a:gd name="T11" fmla="*/ 37 h 97"/>
                <a:gd name="T12" fmla="*/ 48 w 85"/>
                <a:gd name="T13" fmla="*/ 42 h 97"/>
                <a:gd name="T14" fmla="*/ 43 w 85"/>
                <a:gd name="T15" fmla="*/ 69 h 97"/>
                <a:gd name="T16" fmla="*/ 43 w 85"/>
                <a:gd name="T17" fmla="*/ 69 h 97"/>
                <a:gd name="T18" fmla="*/ 43 w 85"/>
                <a:gd name="T19" fmla="*/ 69 h 97"/>
                <a:gd name="T20" fmla="*/ 43 w 85"/>
                <a:gd name="T21" fmla="*/ 69 h 97"/>
                <a:gd name="T22" fmla="*/ 43 w 85"/>
                <a:gd name="T23" fmla="*/ 69 h 97"/>
                <a:gd name="T24" fmla="*/ 33 w 85"/>
                <a:gd name="T25" fmla="*/ 43 h 97"/>
                <a:gd name="T26" fmla="*/ 34 w 85"/>
                <a:gd name="T27" fmla="*/ 38 h 97"/>
                <a:gd name="T28" fmla="*/ 30 w 85"/>
                <a:gd name="T29" fmla="*/ 35 h 97"/>
                <a:gd name="T30" fmla="*/ 33 w 85"/>
                <a:gd name="T31" fmla="*/ 30 h 97"/>
                <a:gd name="T32" fmla="*/ 22 w 85"/>
                <a:gd name="T33" fmla="*/ 32 h 97"/>
                <a:gd name="T34" fmla="*/ 19 w 85"/>
                <a:gd name="T35" fmla="*/ 36 h 97"/>
                <a:gd name="T36" fmla="*/ 6 w 85"/>
                <a:gd name="T37" fmla="*/ 63 h 97"/>
                <a:gd name="T38" fmla="*/ 0 w 85"/>
                <a:gd name="T39" fmla="*/ 94 h 97"/>
                <a:gd name="T40" fmla="*/ 17 w 85"/>
                <a:gd name="T41" fmla="*/ 97 h 97"/>
                <a:gd name="T42" fmla="*/ 20 w 85"/>
                <a:gd name="T43" fmla="*/ 69 h 97"/>
                <a:gd name="T44" fmla="*/ 21 w 85"/>
                <a:gd name="T45" fmla="*/ 66 h 97"/>
                <a:gd name="T46" fmla="*/ 23 w 85"/>
                <a:gd name="T47" fmla="*/ 95 h 97"/>
                <a:gd name="T48" fmla="*/ 23 w 85"/>
                <a:gd name="T49" fmla="*/ 96 h 97"/>
                <a:gd name="T50" fmla="*/ 58 w 85"/>
                <a:gd name="T51" fmla="*/ 93 h 97"/>
                <a:gd name="T52" fmla="*/ 58 w 85"/>
                <a:gd name="T53" fmla="*/ 93 h 97"/>
                <a:gd name="T54" fmla="*/ 53 w 85"/>
                <a:gd name="T55" fmla="*/ 41 h 97"/>
                <a:gd name="T56" fmla="*/ 62 w 85"/>
                <a:gd name="T57" fmla="*/ 39 h 97"/>
                <a:gd name="T58" fmla="*/ 71 w 85"/>
                <a:gd name="T59" fmla="*/ 37 h 97"/>
                <a:gd name="T60" fmla="*/ 72 w 85"/>
                <a:gd name="T61" fmla="*/ 37 h 97"/>
                <a:gd name="T62" fmla="*/ 77 w 85"/>
                <a:gd name="T63" fmla="*/ 31 h 97"/>
                <a:gd name="T64" fmla="*/ 77 w 85"/>
                <a:gd name="T65" fmla="*/ 31 h 97"/>
                <a:gd name="T66" fmla="*/ 77 w 85"/>
                <a:gd name="T67" fmla="*/ 31 h 97"/>
                <a:gd name="T68" fmla="*/ 77 w 85"/>
                <a:gd name="T69" fmla="*/ 31 h 97"/>
                <a:gd name="T70" fmla="*/ 77 w 85"/>
                <a:gd name="T71" fmla="*/ 30 h 97"/>
                <a:gd name="T72" fmla="*/ 78 w 85"/>
                <a:gd name="T73" fmla="*/ 29 h 97"/>
                <a:gd name="T74" fmla="*/ 85 w 85"/>
                <a:gd name="T75" fmla="*/ 4 h 97"/>
                <a:gd name="T76" fmla="*/ 69 w 85"/>
                <a:gd name="T77" fmla="*/ 0 h 97"/>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85" h="97">
                  <a:moveTo>
                    <a:pt x="69" y="0"/>
                  </a:moveTo>
                  <a:cubicBezTo>
                    <a:pt x="63" y="23"/>
                    <a:pt x="63" y="23"/>
                    <a:pt x="63" y="23"/>
                  </a:cubicBezTo>
                  <a:cubicBezTo>
                    <a:pt x="46" y="28"/>
                    <a:pt x="46" y="28"/>
                    <a:pt x="46" y="28"/>
                  </a:cubicBezTo>
                  <a:cubicBezTo>
                    <a:pt x="46" y="28"/>
                    <a:pt x="46" y="28"/>
                    <a:pt x="45" y="28"/>
                  </a:cubicBezTo>
                  <a:cubicBezTo>
                    <a:pt x="49" y="33"/>
                    <a:pt x="49" y="33"/>
                    <a:pt x="49" y="33"/>
                  </a:cubicBezTo>
                  <a:cubicBezTo>
                    <a:pt x="45" y="37"/>
                    <a:pt x="45" y="37"/>
                    <a:pt x="45" y="37"/>
                  </a:cubicBezTo>
                  <a:cubicBezTo>
                    <a:pt x="48" y="42"/>
                    <a:pt x="48" y="42"/>
                    <a:pt x="48" y="42"/>
                  </a:cubicBezTo>
                  <a:cubicBezTo>
                    <a:pt x="43" y="69"/>
                    <a:pt x="43" y="69"/>
                    <a:pt x="43" y="69"/>
                  </a:cubicBezTo>
                  <a:cubicBezTo>
                    <a:pt x="43" y="69"/>
                    <a:pt x="43" y="69"/>
                    <a:pt x="43" y="69"/>
                  </a:cubicBezTo>
                  <a:cubicBezTo>
                    <a:pt x="43" y="69"/>
                    <a:pt x="43" y="69"/>
                    <a:pt x="43" y="69"/>
                  </a:cubicBezTo>
                  <a:cubicBezTo>
                    <a:pt x="43" y="69"/>
                    <a:pt x="43" y="69"/>
                    <a:pt x="43" y="69"/>
                  </a:cubicBezTo>
                  <a:cubicBezTo>
                    <a:pt x="43" y="69"/>
                    <a:pt x="43" y="69"/>
                    <a:pt x="43" y="69"/>
                  </a:cubicBezTo>
                  <a:cubicBezTo>
                    <a:pt x="33" y="43"/>
                    <a:pt x="33" y="43"/>
                    <a:pt x="33" y="43"/>
                  </a:cubicBezTo>
                  <a:cubicBezTo>
                    <a:pt x="34" y="38"/>
                    <a:pt x="34" y="38"/>
                    <a:pt x="34" y="38"/>
                  </a:cubicBezTo>
                  <a:cubicBezTo>
                    <a:pt x="30" y="35"/>
                    <a:pt x="30" y="35"/>
                    <a:pt x="30" y="35"/>
                  </a:cubicBezTo>
                  <a:cubicBezTo>
                    <a:pt x="33" y="30"/>
                    <a:pt x="33" y="30"/>
                    <a:pt x="33" y="30"/>
                  </a:cubicBezTo>
                  <a:cubicBezTo>
                    <a:pt x="31" y="31"/>
                    <a:pt x="23" y="32"/>
                    <a:pt x="22" y="32"/>
                  </a:cubicBezTo>
                  <a:cubicBezTo>
                    <a:pt x="21" y="32"/>
                    <a:pt x="20" y="35"/>
                    <a:pt x="19" y="36"/>
                  </a:cubicBezTo>
                  <a:cubicBezTo>
                    <a:pt x="6" y="63"/>
                    <a:pt x="6" y="63"/>
                    <a:pt x="6" y="63"/>
                  </a:cubicBezTo>
                  <a:cubicBezTo>
                    <a:pt x="3" y="77"/>
                    <a:pt x="2" y="84"/>
                    <a:pt x="0" y="94"/>
                  </a:cubicBezTo>
                  <a:cubicBezTo>
                    <a:pt x="6" y="95"/>
                    <a:pt x="12" y="96"/>
                    <a:pt x="17" y="97"/>
                  </a:cubicBezTo>
                  <a:cubicBezTo>
                    <a:pt x="18" y="88"/>
                    <a:pt x="20" y="74"/>
                    <a:pt x="20" y="69"/>
                  </a:cubicBezTo>
                  <a:cubicBezTo>
                    <a:pt x="21" y="66"/>
                    <a:pt x="21" y="66"/>
                    <a:pt x="21" y="66"/>
                  </a:cubicBezTo>
                  <a:cubicBezTo>
                    <a:pt x="22" y="76"/>
                    <a:pt x="23" y="86"/>
                    <a:pt x="23" y="95"/>
                  </a:cubicBezTo>
                  <a:cubicBezTo>
                    <a:pt x="23" y="96"/>
                    <a:pt x="23" y="96"/>
                    <a:pt x="23" y="96"/>
                  </a:cubicBezTo>
                  <a:cubicBezTo>
                    <a:pt x="35" y="95"/>
                    <a:pt x="46" y="94"/>
                    <a:pt x="58" y="93"/>
                  </a:cubicBezTo>
                  <a:cubicBezTo>
                    <a:pt x="58" y="93"/>
                    <a:pt x="58" y="93"/>
                    <a:pt x="58" y="93"/>
                  </a:cubicBezTo>
                  <a:cubicBezTo>
                    <a:pt x="57" y="75"/>
                    <a:pt x="55" y="58"/>
                    <a:pt x="53" y="41"/>
                  </a:cubicBezTo>
                  <a:cubicBezTo>
                    <a:pt x="62" y="39"/>
                    <a:pt x="62" y="39"/>
                    <a:pt x="62" y="39"/>
                  </a:cubicBezTo>
                  <a:cubicBezTo>
                    <a:pt x="71" y="37"/>
                    <a:pt x="71" y="37"/>
                    <a:pt x="71" y="37"/>
                  </a:cubicBezTo>
                  <a:cubicBezTo>
                    <a:pt x="72" y="37"/>
                    <a:pt x="72" y="37"/>
                    <a:pt x="72" y="37"/>
                  </a:cubicBezTo>
                  <a:cubicBezTo>
                    <a:pt x="77" y="31"/>
                    <a:pt x="77" y="31"/>
                    <a:pt x="77" y="31"/>
                  </a:cubicBezTo>
                  <a:cubicBezTo>
                    <a:pt x="77" y="31"/>
                    <a:pt x="77" y="31"/>
                    <a:pt x="77" y="31"/>
                  </a:cubicBezTo>
                  <a:cubicBezTo>
                    <a:pt x="77" y="31"/>
                    <a:pt x="77" y="31"/>
                    <a:pt x="77" y="31"/>
                  </a:cubicBezTo>
                  <a:cubicBezTo>
                    <a:pt x="77" y="31"/>
                    <a:pt x="77" y="31"/>
                    <a:pt x="77" y="31"/>
                  </a:cubicBezTo>
                  <a:cubicBezTo>
                    <a:pt x="77" y="30"/>
                    <a:pt x="77" y="30"/>
                    <a:pt x="77" y="30"/>
                  </a:cubicBezTo>
                  <a:cubicBezTo>
                    <a:pt x="78" y="29"/>
                    <a:pt x="78" y="29"/>
                    <a:pt x="78" y="29"/>
                  </a:cubicBezTo>
                  <a:cubicBezTo>
                    <a:pt x="85" y="4"/>
                    <a:pt x="85" y="4"/>
                    <a:pt x="85" y="4"/>
                  </a:cubicBezTo>
                  <a:cubicBezTo>
                    <a:pt x="80" y="3"/>
                    <a:pt x="74" y="1"/>
                    <a:pt x="6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zh-CN" altLang="en-US" sz="2000">
                <a:latin typeface="迷你简菱心" panose="02010609000101010101" pitchFamily="49" charset="-122"/>
                <a:ea typeface="迷你简菱心" panose="02010609000101010101" pitchFamily="49" charset="-122"/>
              </a:endParaRPr>
            </a:p>
          </p:txBody>
        </p:sp>
        <p:sp>
          <p:nvSpPr>
            <p:cNvPr id="54" name="Freeform 610">
              <a:extLst>
                <a:ext uri="{FF2B5EF4-FFF2-40B4-BE49-F238E27FC236}">
                  <a16:creationId xmlns:a16="http://schemas.microsoft.com/office/drawing/2014/main" id="{BB8D7F2D-E843-4EDF-9459-658B68FC610B}"/>
                </a:ext>
              </a:extLst>
            </p:cNvPr>
            <p:cNvSpPr/>
            <p:nvPr/>
          </p:nvSpPr>
          <p:spPr bwMode="auto">
            <a:xfrm>
              <a:off x="9090026" y="1558926"/>
              <a:ext cx="19050" cy="33338"/>
            </a:xfrm>
            <a:custGeom>
              <a:gdLst>
                <a:gd name="T0" fmla="*/ 9 w 12"/>
                <a:gd name="T1" fmla="*/ 0 h 21"/>
                <a:gd name="T2" fmla="*/ 12 w 12"/>
                <a:gd name="T3" fmla="*/ 11 h 21"/>
                <a:gd name="T4" fmla="*/ 7 w 12"/>
                <a:gd name="T5" fmla="*/ 21 h 21"/>
                <a:gd name="T6" fmla="*/ 0 w 12"/>
                <a:gd name="T7" fmla="*/ 14 h 21"/>
                <a:gd name="T8" fmla="*/ 2 w 12"/>
                <a:gd name="T9" fmla="*/ 0 h 21"/>
                <a:gd name="T10" fmla="*/ 9 w 12"/>
                <a:gd name="T11" fmla="*/ 0 h 21"/>
              </a:gdLst>
              <a:cxnLst>
                <a:cxn ang="0">
                  <a:pos x="T0" y="T1"/>
                </a:cxn>
                <a:cxn ang="0">
                  <a:pos x="T2" y="T3"/>
                </a:cxn>
                <a:cxn ang="0">
                  <a:pos x="T4" y="T5"/>
                </a:cxn>
                <a:cxn ang="0">
                  <a:pos x="T6" y="T7"/>
                </a:cxn>
                <a:cxn ang="0">
                  <a:pos x="T8" y="T9"/>
                </a:cxn>
                <a:cxn ang="0">
                  <a:pos x="T10" y="T11"/>
                </a:cxn>
              </a:cxnLst>
              <a:rect l="0" t="0" r="r" b="b"/>
              <a:pathLst>
                <a:path w="12" h="21">
                  <a:moveTo>
                    <a:pt x="9" y="0"/>
                  </a:moveTo>
                  <a:lnTo>
                    <a:pt x="12" y="11"/>
                  </a:lnTo>
                  <a:lnTo>
                    <a:pt x="7" y="21"/>
                  </a:lnTo>
                  <a:lnTo>
                    <a:pt x="0" y="14"/>
                  </a:lnTo>
                  <a:lnTo>
                    <a:pt x="2" y="0"/>
                  </a:lnTo>
                  <a:lnTo>
                    <a:pt x="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zh-CN" altLang="en-US" sz="2000">
                <a:latin typeface="迷你简菱心" panose="02010609000101010101" pitchFamily="49" charset="-122"/>
                <a:ea typeface="迷你简菱心" panose="02010609000101010101" pitchFamily="49" charset="-122"/>
              </a:endParaRPr>
            </a:p>
          </p:txBody>
        </p:sp>
        <p:sp>
          <p:nvSpPr>
            <p:cNvPr id="93" name="Freeform 611">
              <a:extLst>
                <a:ext uri="{FF2B5EF4-FFF2-40B4-BE49-F238E27FC236}">
                  <a16:creationId xmlns:a16="http://schemas.microsoft.com/office/drawing/2014/main" id="{CBA5E812-8FBF-4DA2-9B72-E335DE806883}"/>
                </a:ext>
              </a:extLst>
            </p:cNvPr>
            <p:cNvSpPr/>
            <p:nvPr/>
          </p:nvSpPr>
          <p:spPr bwMode="auto">
            <a:xfrm>
              <a:off x="9093201" y="1581151"/>
              <a:ext cx="30163" cy="138113"/>
            </a:xfrm>
            <a:custGeom>
              <a:gdLst>
                <a:gd name="T0" fmla="*/ 10 w 19"/>
                <a:gd name="T1" fmla="*/ 0 h 87"/>
                <a:gd name="T2" fmla="*/ 19 w 19"/>
                <a:gd name="T3" fmla="*/ 80 h 87"/>
                <a:gd name="T4" fmla="*/ 12 w 19"/>
                <a:gd name="T5" fmla="*/ 87 h 87"/>
                <a:gd name="T6" fmla="*/ 5 w 19"/>
                <a:gd name="T7" fmla="*/ 80 h 87"/>
                <a:gd name="T8" fmla="*/ 0 w 19"/>
                <a:gd name="T9" fmla="*/ 0 h 87"/>
                <a:gd name="T10" fmla="*/ 10 w 19"/>
                <a:gd name="T11" fmla="*/ 0 h 87"/>
              </a:gdLst>
              <a:cxnLst>
                <a:cxn ang="0">
                  <a:pos x="T0" y="T1"/>
                </a:cxn>
                <a:cxn ang="0">
                  <a:pos x="T2" y="T3"/>
                </a:cxn>
                <a:cxn ang="0">
                  <a:pos x="T4" y="T5"/>
                </a:cxn>
                <a:cxn ang="0">
                  <a:pos x="T6" y="T7"/>
                </a:cxn>
                <a:cxn ang="0">
                  <a:pos x="T8" y="T9"/>
                </a:cxn>
                <a:cxn ang="0">
                  <a:pos x="T10" y="T11"/>
                </a:cxn>
              </a:cxnLst>
              <a:rect l="0" t="0" r="r" b="b"/>
              <a:pathLst>
                <a:path w="19" h="87">
                  <a:moveTo>
                    <a:pt x="10" y="0"/>
                  </a:moveTo>
                  <a:lnTo>
                    <a:pt x="19" y="80"/>
                  </a:lnTo>
                  <a:lnTo>
                    <a:pt x="12" y="87"/>
                  </a:lnTo>
                  <a:lnTo>
                    <a:pt x="5" y="80"/>
                  </a:lnTo>
                  <a:lnTo>
                    <a:pt x="0" y="0"/>
                  </a:lnTo>
                  <a:lnTo>
                    <a:pt x="1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zh-CN" altLang="en-US" sz="2000">
                <a:latin typeface="迷你简菱心" panose="02010609000101010101" pitchFamily="49" charset="-122"/>
                <a:ea typeface="迷你简菱心" panose="02010609000101010101" pitchFamily="49" charset="-122"/>
              </a:endParaRPr>
            </a:p>
          </p:txBody>
        </p:sp>
        <p:sp>
          <p:nvSpPr>
            <p:cNvPr id="94" name="Freeform 612">
              <a:extLst>
                <a:ext uri="{FF2B5EF4-FFF2-40B4-BE49-F238E27FC236}">
                  <a16:creationId xmlns:a16="http://schemas.microsoft.com/office/drawing/2014/main" id="{0C235106-16C4-4BB3-A7CB-17B320284709}"/>
                </a:ext>
              </a:extLst>
            </p:cNvPr>
            <p:cNvSpPr/>
            <p:nvPr/>
          </p:nvSpPr>
          <p:spPr bwMode="auto">
            <a:xfrm>
              <a:off x="9434513" y="1787526"/>
              <a:ext cx="71438" cy="231775"/>
            </a:xfrm>
            <a:custGeom>
              <a:gdLst>
                <a:gd name="T0" fmla="*/ 0 w 19"/>
                <a:gd name="T1" fmla="*/ 0 h 62"/>
                <a:gd name="T2" fmla="*/ 2 w 19"/>
                <a:gd name="T3" fmla="*/ 62 h 62"/>
                <a:gd name="T4" fmla="*/ 19 w 19"/>
                <a:gd name="T5" fmla="*/ 62 h 62"/>
                <a:gd name="T6" fmla="*/ 19 w 19"/>
                <a:gd name="T7" fmla="*/ 0 h 62"/>
                <a:gd name="T8" fmla="*/ 0 w 19"/>
                <a:gd name="T9" fmla="*/ 0 h 62"/>
              </a:gdLst>
              <a:cxnLst>
                <a:cxn ang="0">
                  <a:pos x="T0" y="T1"/>
                </a:cxn>
                <a:cxn ang="0">
                  <a:pos x="T2" y="T3"/>
                </a:cxn>
                <a:cxn ang="0">
                  <a:pos x="T4" y="T5"/>
                </a:cxn>
                <a:cxn ang="0">
                  <a:pos x="T6" y="T7"/>
                </a:cxn>
                <a:cxn ang="0">
                  <a:pos x="T8" y="T9"/>
                </a:cxn>
              </a:cxnLst>
              <a:rect l="0" t="0" r="r" b="b"/>
              <a:pathLst>
                <a:path w="19" h="62">
                  <a:moveTo>
                    <a:pt x="0" y="0"/>
                  </a:moveTo>
                  <a:cubicBezTo>
                    <a:pt x="2" y="62"/>
                    <a:pt x="2" y="62"/>
                    <a:pt x="2" y="62"/>
                  </a:cubicBezTo>
                  <a:cubicBezTo>
                    <a:pt x="19" y="62"/>
                    <a:pt x="19" y="62"/>
                    <a:pt x="19" y="62"/>
                  </a:cubicBezTo>
                  <a:cubicBezTo>
                    <a:pt x="19" y="41"/>
                    <a:pt x="19" y="0"/>
                    <a:pt x="19" y="0"/>
                  </a:cubicBezTo>
                  <a:cubicBezTo>
                    <a:pt x="19" y="0"/>
                    <a:pt x="7"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zh-CN" altLang="en-US" sz="2000">
                <a:latin typeface="迷你简菱心" panose="02010609000101010101" pitchFamily="49" charset="-122"/>
                <a:ea typeface="迷你简菱心" panose="02010609000101010101" pitchFamily="49" charset="-122"/>
              </a:endParaRPr>
            </a:p>
          </p:txBody>
        </p:sp>
        <p:sp>
          <p:nvSpPr>
            <p:cNvPr id="95" name="Freeform 613">
              <a:extLst>
                <a:ext uri="{FF2B5EF4-FFF2-40B4-BE49-F238E27FC236}">
                  <a16:creationId xmlns:a16="http://schemas.microsoft.com/office/drawing/2014/main" id="{D5D8F10E-A50E-4903-B1D8-B56D0E494C33}"/>
                </a:ext>
              </a:extLst>
            </p:cNvPr>
            <p:cNvSpPr/>
            <p:nvPr/>
          </p:nvSpPr>
          <p:spPr bwMode="auto">
            <a:xfrm>
              <a:off x="9390063" y="1787526"/>
              <a:ext cx="36513" cy="231775"/>
            </a:xfrm>
            <a:custGeom>
              <a:gdLst>
                <a:gd name="T0" fmla="*/ 0 w 10"/>
                <a:gd name="T1" fmla="*/ 0 h 62"/>
                <a:gd name="T2" fmla="*/ 1 w 10"/>
                <a:gd name="T3" fmla="*/ 62 h 62"/>
                <a:gd name="T4" fmla="*/ 10 w 10"/>
                <a:gd name="T5" fmla="*/ 62 h 62"/>
                <a:gd name="T6" fmla="*/ 10 w 10"/>
                <a:gd name="T7" fmla="*/ 0 h 62"/>
                <a:gd name="T8" fmla="*/ 0 w 10"/>
                <a:gd name="T9" fmla="*/ 0 h 62"/>
              </a:gdLst>
              <a:cxnLst>
                <a:cxn ang="0">
                  <a:pos x="T0" y="T1"/>
                </a:cxn>
                <a:cxn ang="0">
                  <a:pos x="T2" y="T3"/>
                </a:cxn>
                <a:cxn ang="0">
                  <a:pos x="T4" y="T5"/>
                </a:cxn>
                <a:cxn ang="0">
                  <a:pos x="T6" y="T7"/>
                </a:cxn>
                <a:cxn ang="0">
                  <a:pos x="T8" y="T9"/>
                </a:cxn>
              </a:cxnLst>
              <a:rect l="0" t="0" r="r" b="b"/>
              <a:pathLst>
                <a:path w="10" h="62">
                  <a:moveTo>
                    <a:pt x="0" y="0"/>
                  </a:moveTo>
                  <a:cubicBezTo>
                    <a:pt x="1" y="62"/>
                    <a:pt x="1" y="62"/>
                    <a:pt x="1" y="62"/>
                  </a:cubicBezTo>
                  <a:cubicBezTo>
                    <a:pt x="10" y="62"/>
                    <a:pt x="10" y="62"/>
                    <a:pt x="10" y="62"/>
                  </a:cubicBezTo>
                  <a:cubicBezTo>
                    <a:pt x="10" y="41"/>
                    <a:pt x="10" y="0"/>
                    <a:pt x="10" y="0"/>
                  </a:cubicBezTo>
                  <a:cubicBezTo>
                    <a:pt x="10" y="0"/>
                    <a:pt x="4"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zh-CN" altLang="en-US" sz="2000">
                <a:latin typeface="迷你简菱心" panose="02010609000101010101" pitchFamily="49" charset="-122"/>
                <a:ea typeface="迷你简菱心" panose="02010609000101010101" pitchFamily="49" charset="-122"/>
              </a:endParaRPr>
            </a:p>
          </p:txBody>
        </p:sp>
        <p:sp>
          <p:nvSpPr>
            <p:cNvPr id="96" name="Freeform 614">
              <a:extLst>
                <a:ext uri="{FF2B5EF4-FFF2-40B4-BE49-F238E27FC236}">
                  <a16:creationId xmlns:a16="http://schemas.microsoft.com/office/drawing/2014/main" id="{7738372D-AE34-45FA-B6B9-225A62388556}"/>
                </a:ext>
              </a:extLst>
            </p:cNvPr>
            <p:cNvSpPr/>
            <p:nvPr/>
          </p:nvSpPr>
          <p:spPr bwMode="auto">
            <a:xfrm>
              <a:off x="9409113" y="1438276"/>
              <a:ext cx="104775" cy="120650"/>
            </a:xfrm>
            <a:custGeom>
              <a:gdLst>
                <a:gd name="T0" fmla="*/ 3 w 28"/>
                <a:gd name="T1" fmla="*/ 11 h 32"/>
                <a:gd name="T2" fmla="*/ 8 w 28"/>
                <a:gd name="T3" fmla="*/ 30 h 32"/>
                <a:gd name="T4" fmla="*/ 25 w 28"/>
                <a:gd name="T5" fmla="*/ 21 h 32"/>
                <a:gd name="T6" fmla="*/ 20 w 28"/>
                <a:gd name="T7" fmla="*/ 2 h 32"/>
                <a:gd name="T8" fmla="*/ 3 w 28"/>
                <a:gd name="T9" fmla="*/ 11 h 32"/>
              </a:gdLst>
              <a:cxnLst>
                <a:cxn ang="0">
                  <a:pos x="T0" y="T1"/>
                </a:cxn>
                <a:cxn ang="0">
                  <a:pos x="T2" y="T3"/>
                </a:cxn>
                <a:cxn ang="0">
                  <a:pos x="T4" y="T5"/>
                </a:cxn>
                <a:cxn ang="0">
                  <a:pos x="T6" y="T7"/>
                </a:cxn>
                <a:cxn ang="0">
                  <a:pos x="T8" y="T9"/>
                </a:cxn>
              </a:cxnLst>
              <a:rect l="0" t="0" r="r" b="b"/>
              <a:pathLst>
                <a:path w="28" h="32">
                  <a:moveTo>
                    <a:pt x="3" y="11"/>
                  </a:moveTo>
                  <a:cubicBezTo>
                    <a:pt x="0" y="19"/>
                    <a:pt x="2" y="27"/>
                    <a:pt x="8" y="30"/>
                  </a:cubicBezTo>
                  <a:cubicBezTo>
                    <a:pt x="14" y="32"/>
                    <a:pt x="22" y="28"/>
                    <a:pt x="25" y="21"/>
                  </a:cubicBezTo>
                  <a:cubicBezTo>
                    <a:pt x="28" y="13"/>
                    <a:pt x="26" y="5"/>
                    <a:pt x="20" y="2"/>
                  </a:cubicBezTo>
                  <a:cubicBezTo>
                    <a:pt x="14" y="0"/>
                    <a:pt x="6" y="4"/>
                    <a:pt x="3"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zh-CN" altLang="en-US" sz="2000">
                <a:latin typeface="迷你简菱心" panose="02010609000101010101" pitchFamily="49" charset="-122"/>
                <a:ea typeface="迷你简菱心" panose="02010609000101010101" pitchFamily="49" charset="-122"/>
              </a:endParaRPr>
            </a:p>
          </p:txBody>
        </p:sp>
        <p:sp>
          <p:nvSpPr>
            <p:cNvPr id="97" name="Rectangle 615">
              <a:extLst>
                <a:ext uri="{FF2B5EF4-FFF2-40B4-BE49-F238E27FC236}">
                  <a16:creationId xmlns:a16="http://schemas.microsoft.com/office/drawing/2014/main" id="{886643C8-3D13-4EF6-9E69-C95D801D6203}"/>
                </a:ext>
              </a:extLst>
            </p:cNvPr>
            <p:cNvSpPr>
              <a:spLocks noChangeArrowheads="1"/>
            </p:cNvSpPr>
            <p:nvPr/>
          </p:nvSpPr>
          <p:spPr bwMode="auto">
            <a:xfrm>
              <a:off x="9585326" y="1670051"/>
              <a:ext cx="1588" cy="15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19" tIns="45709" rIns="91419" bIns="45709" numCol="1" anchor="t" anchorCtr="0" compatLnSpc="1">
              <a:prstTxWarp prst="textNoShape">
                <a:avLst/>
              </a:prstTxWarp>
            </a:bodyPr>
            <a:lstStyle/>
            <a:p>
              <a:endParaRPr lang="zh-CN" altLang="en-US" sz="2000">
                <a:latin typeface="思源黑体旧字形 Normal" panose="020b0400000000000000" pitchFamily="34" charset="-128"/>
                <a:ea typeface="思源黑体旧字形 Normal" panose="020b0400000000000000" pitchFamily="34" charset="-128"/>
              </a:endParaRPr>
            </a:p>
          </p:txBody>
        </p:sp>
        <p:sp>
          <p:nvSpPr>
            <p:cNvPr id="98" name="Rectangle 616">
              <a:extLst>
                <a:ext uri="{FF2B5EF4-FFF2-40B4-BE49-F238E27FC236}">
                  <a16:creationId xmlns:a16="http://schemas.microsoft.com/office/drawing/2014/main" id="{A4C27CA4-CAD6-47EE-82EA-8656D3AF7F1F}"/>
                </a:ext>
              </a:extLst>
            </p:cNvPr>
            <p:cNvSpPr>
              <a:spLocks noChangeArrowheads="1"/>
            </p:cNvSpPr>
            <p:nvPr/>
          </p:nvSpPr>
          <p:spPr bwMode="auto">
            <a:xfrm>
              <a:off x="9434513" y="1708151"/>
              <a:ext cx="1588" cy="15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19" tIns="45709" rIns="91419" bIns="45709" numCol="1" anchor="t" anchorCtr="0" compatLnSpc="1">
              <a:prstTxWarp prst="textNoShape">
                <a:avLst/>
              </a:prstTxWarp>
            </a:bodyPr>
            <a:lstStyle/>
            <a:p>
              <a:endParaRPr lang="zh-CN" altLang="en-US" sz="2000">
                <a:latin typeface="思源黑体旧字形 Normal" panose="020b0400000000000000" pitchFamily="34" charset="-128"/>
                <a:ea typeface="思源黑体旧字形 Normal" panose="020b0400000000000000" pitchFamily="34" charset="-128"/>
              </a:endParaRPr>
            </a:p>
          </p:txBody>
        </p:sp>
        <p:sp>
          <p:nvSpPr>
            <p:cNvPr id="99" name="Freeform 617">
              <a:extLst>
                <a:ext uri="{FF2B5EF4-FFF2-40B4-BE49-F238E27FC236}">
                  <a16:creationId xmlns:a16="http://schemas.microsoft.com/office/drawing/2014/main" id="{0A54FBB5-5465-4F4F-A48B-3F039DE4BCB4}"/>
                </a:ext>
              </a:extLst>
            </p:cNvPr>
            <p:cNvSpPr>
              <a:spLocks noEditPoints="1"/>
            </p:cNvSpPr>
            <p:nvPr/>
          </p:nvSpPr>
          <p:spPr bwMode="auto">
            <a:xfrm>
              <a:off x="9255126" y="1441451"/>
              <a:ext cx="330200" cy="371475"/>
            </a:xfrm>
            <a:custGeom>
              <a:gdLst>
                <a:gd name="T0" fmla="*/ 88 w 88"/>
                <a:gd name="T1" fmla="*/ 62 h 99"/>
                <a:gd name="T2" fmla="*/ 86 w 88"/>
                <a:gd name="T3" fmla="*/ 60 h 99"/>
                <a:gd name="T4" fmla="*/ 84 w 88"/>
                <a:gd name="T5" fmla="*/ 57 h 99"/>
                <a:gd name="T6" fmla="*/ 80 w 88"/>
                <a:gd name="T7" fmla="*/ 50 h 99"/>
                <a:gd name="T8" fmla="*/ 72 w 88"/>
                <a:gd name="T9" fmla="*/ 37 h 99"/>
                <a:gd name="T10" fmla="*/ 70 w 88"/>
                <a:gd name="T11" fmla="*/ 35 h 99"/>
                <a:gd name="T12" fmla="*/ 69 w 88"/>
                <a:gd name="T13" fmla="*/ 34 h 99"/>
                <a:gd name="T14" fmla="*/ 69 w 88"/>
                <a:gd name="T15" fmla="*/ 34 h 99"/>
                <a:gd name="T16" fmla="*/ 57 w 88"/>
                <a:gd name="T17" fmla="*/ 32 h 99"/>
                <a:gd name="T18" fmla="*/ 59 w 88"/>
                <a:gd name="T19" fmla="*/ 37 h 99"/>
                <a:gd name="T20" fmla="*/ 55 w 88"/>
                <a:gd name="T21" fmla="*/ 40 h 99"/>
                <a:gd name="T22" fmla="*/ 57 w 88"/>
                <a:gd name="T23" fmla="*/ 45 h 99"/>
                <a:gd name="T24" fmla="*/ 48 w 88"/>
                <a:gd name="T25" fmla="*/ 71 h 99"/>
                <a:gd name="T26" fmla="*/ 48 w 88"/>
                <a:gd name="T27" fmla="*/ 71 h 99"/>
                <a:gd name="T28" fmla="*/ 48 w 88"/>
                <a:gd name="T29" fmla="*/ 71 h 99"/>
                <a:gd name="T30" fmla="*/ 48 w 88"/>
                <a:gd name="T31" fmla="*/ 71 h 99"/>
                <a:gd name="T32" fmla="*/ 48 w 88"/>
                <a:gd name="T33" fmla="*/ 71 h 99"/>
                <a:gd name="T34" fmla="*/ 43 w 88"/>
                <a:gd name="T35" fmla="*/ 44 h 99"/>
                <a:gd name="T36" fmla="*/ 45 w 88"/>
                <a:gd name="T37" fmla="*/ 39 h 99"/>
                <a:gd name="T38" fmla="*/ 42 w 88"/>
                <a:gd name="T39" fmla="*/ 36 h 99"/>
                <a:gd name="T40" fmla="*/ 45 w 88"/>
                <a:gd name="T41" fmla="*/ 32 h 99"/>
                <a:gd name="T42" fmla="*/ 45 w 88"/>
                <a:gd name="T43" fmla="*/ 32 h 99"/>
                <a:gd name="T44" fmla="*/ 43 w 88"/>
                <a:gd name="T45" fmla="*/ 32 h 99"/>
                <a:gd name="T46" fmla="*/ 29 w 88"/>
                <a:gd name="T47" fmla="*/ 25 h 99"/>
                <a:gd name="T48" fmla="*/ 14 w 88"/>
                <a:gd name="T49" fmla="*/ 0 h 99"/>
                <a:gd name="T50" fmla="*/ 0 w 88"/>
                <a:gd name="T51" fmla="*/ 10 h 99"/>
                <a:gd name="T52" fmla="*/ 16 w 88"/>
                <a:gd name="T53" fmla="*/ 33 h 99"/>
                <a:gd name="T54" fmla="*/ 38 w 88"/>
                <a:gd name="T55" fmla="*/ 45 h 99"/>
                <a:gd name="T56" fmla="*/ 33 w 88"/>
                <a:gd name="T57" fmla="*/ 95 h 99"/>
                <a:gd name="T58" fmla="*/ 33 w 88"/>
                <a:gd name="T59" fmla="*/ 95 h 99"/>
                <a:gd name="T60" fmla="*/ 68 w 88"/>
                <a:gd name="T61" fmla="*/ 98 h 99"/>
                <a:gd name="T62" fmla="*/ 68 w 88"/>
                <a:gd name="T63" fmla="*/ 97 h 99"/>
                <a:gd name="T64" fmla="*/ 68 w 88"/>
                <a:gd name="T65" fmla="*/ 96 h 99"/>
                <a:gd name="T66" fmla="*/ 74 w 88"/>
                <a:gd name="T67" fmla="*/ 99 h 99"/>
                <a:gd name="T68" fmla="*/ 87 w 88"/>
                <a:gd name="T69" fmla="*/ 71 h 99"/>
                <a:gd name="T70" fmla="*/ 88 w 88"/>
                <a:gd name="T71" fmla="*/ 70 h 99"/>
                <a:gd name="T72" fmla="*/ 88 w 88"/>
                <a:gd name="T73" fmla="*/ 70 h 99"/>
                <a:gd name="T74" fmla="*/ 88 w 88"/>
                <a:gd name="T75" fmla="*/ 70 h 99"/>
                <a:gd name="T76" fmla="*/ 88 w 88"/>
                <a:gd name="T77" fmla="*/ 70 h 99"/>
                <a:gd name="T78" fmla="*/ 88 w 88"/>
                <a:gd name="T79" fmla="*/ 70 h 99"/>
                <a:gd name="T80" fmla="*/ 88 w 88"/>
                <a:gd name="T81" fmla="*/ 62 h 99"/>
                <a:gd name="T82" fmla="*/ 70 w 88"/>
                <a:gd name="T83" fmla="*/ 71 h 99"/>
                <a:gd name="T84" fmla="*/ 70 w 88"/>
                <a:gd name="T85" fmla="*/ 62 h 99"/>
                <a:gd name="T86" fmla="*/ 71 w 88"/>
                <a:gd name="T87" fmla="*/ 64 h 99"/>
                <a:gd name="T88" fmla="*/ 72 w 88"/>
                <a:gd name="T89" fmla="*/ 66 h 99"/>
                <a:gd name="T90" fmla="*/ 70 w 88"/>
                <a:gd name="T91" fmla="*/ 71 h 99"/>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88" h="99">
                  <a:moveTo>
                    <a:pt x="88" y="62"/>
                  </a:moveTo>
                  <a:cubicBezTo>
                    <a:pt x="86" y="60"/>
                    <a:pt x="86" y="60"/>
                    <a:pt x="86" y="60"/>
                  </a:cubicBezTo>
                  <a:cubicBezTo>
                    <a:pt x="84" y="57"/>
                    <a:pt x="84" y="57"/>
                    <a:pt x="84" y="57"/>
                  </a:cubicBezTo>
                  <a:cubicBezTo>
                    <a:pt x="80" y="50"/>
                    <a:pt x="80" y="50"/>
                    <a:pt x="80" y="50"/>
                  </a:cubicBezTo>
                  <a:cubicBezTo>
                    <a:pt x="72" y="37"/>
                    <a:pt x="72" y="37"/>
                    <a:pt x="72" y="37"/>
                  </a:cubicBezTo>
                  <a:cubicBezTo>
                    <a:pt x="72" y="36"/>
                    <a:pt x="71" y="35"/>
                    <a:pt x="70" y="35"/>
                  </a:cubicBezTo>
                  <a:cubicBezTo>
                    <a:pt x="70" y="34"/>
                    <a:pt x="69" y="34"/>
                    <a:pt x="69" y="34"/>
                  </a:cubicBezTo>
                  <a:cubicBezTo>
                    <a:pt x="69" y="34"/>
                    <a:pt x="69" y="34"/>
                    <a:pt x="69" y="34"/>
                  </a:cubicBezTo>
                  <a:cubicBezTo>
                    <a:pt x="68" y="34"/>
                    <a:pt x="63" y="33"/>
                    <a:pt x="57" y="32"/>
                  </a:cubicBezTo>
                  <a:cubicBezTo>
                    <a:pt x="59" y="37"/>
                    <a:pt x="59" y="37"/>
                    <a:pt x="59" y="37"/>
                  </a:cubicBezTo>
                  <a:cubicBezTo>
                    <a:pt x="55" y="40"/>
                    <a:pt x="55" y="40"/>
                    <a:pt x="55" y="40"/>
                  </a:cubicBezTo>
                  <a:cubicBezTo>
                    <a:pt x="57" y="45"/>
                    <a:pt x="57" y="45"/>
                    <a:pt x="57" y="45"/>
                  </a:cubicBezTo>
                  <a:cubicBezTo>
                    <a:pt x="48" y="71"/>
                    <a:pt x="48" y="71"/>
                    <a:pt x="48" y="71"/>
                  </a:cubicBezTo>
                  <a:cubicBezTo>
                    <a:pt x="48" y="71"/>
                    <a:pt x="48" y="71"/>
                    <a:pt x="48" y="71"/>
                  </a:cubicBezTo>
                  <a:cubicBezTo>
                    <a:pt x="48" y="71"/>
                    <a:pt x="48" y="71"/>
                    <a:pt x="48" y="71"/>
                  </a:cubicBezTo>
                  <a:cubicBezTo>
                    <a:pt x="48" y="71"/>
                    <a:pt x="48" y="71"/>
                    <a:pt x="48" y="71"/>
                  </a:cubicBezTo>
                  <a:cubicBezTo>
                    <a:pt x="48" y="71"/>
                    <a:pt x="48" y="71"/>
                    <a:pt x="48" y="71"/>
                  </a:cubicBezTo>
                  <a:cubicBezTo>
                    <a:pt x="43" y="44"/>
                    <a:pt x="43" y="44"/>
                    <a:pt x="43" y="44"/>
                  </a:cubicBezTo>
                  <a:cubicBezTo>
                    <a:pt x="45" y="39"/>
                    <a:pt x="45" y="39"/>
                    <a:pt x="45" y="39"/>
                  </a:cubicBezTo>
                  <a:cubicBezTo>
                    <a:pt x="42" y="36"/>
                    <a:pt x="42" y="36"/>
                    <a:pt x="42" y="36"/>
                  </a:cubicBezTo>
                  <a:cubicBezTo>
                    <a:pt x="45" y="32"/>
                    <a:pt x="45" y="32"/>
                    <a:pt x="45" y="32"/>
                  </a:cubicBezTo>
                  <a:cubicBezTo>
                    <a:pt x="45" y="32"/>
                    <a:pt x="45" y="32"/>
                    <a:pt x="45" y="32"/>
                  </a:cubicBezTo>
                  <a:cubicBezTo>
                    <a:pt x="45" y="32"/>
                    <a:pt x="44" y="32"/>
                    <a:pt x="43" y="32"/>
                  </a:cubicBezTo>
                  <a:cubicBezTo>
                    <a:pt x="37" y="29"/>
                    <a:pt x="29" y="25"/>
                    <a:pt x="29" y="25"/>
                  </a:cubicBezTo>
                  <a:cubicBezTo>
                    <a:pt x="14" y="0"/>
                    <a:pt x="14" y="0"/>
                    <a:pt x="14" y="0"/>
                  </a:cubicBezTo>
                  <a:cubicBezTo>
                    <a:pt x="9" y="3"/>
                    <a:pt x="4" y="6"/>
                    <a:pt x="0" y="10"/>
                  </a:cubicBezTo>
                  <a:cubicBezTo>
                    <a:pt x="16" y="33"/>
                    <a:pt x="16" y="33"/>
                    <a:pt x="16" y="33"/>
                  </a:cubicBezTo>
                  <a:cubicBezTo>
                    <a:pt x="26" y="41"/>
                    <a:pt x="32" y="42"/>
                    <a:pt x="38" y="45"/>
                  </a:cubicBezTo>
                  <a:cubicBezTo>
                    <a:pt x="36" y="61"/>
                    <a:pt x="35" y="78"/>
                    <a:pt x="33" y="95"/>
                  </a:cubicBezTo>
                  <a:cubicBezTo>
                    <a:pt x="33" y="95"/>
                    <a:pt x="33" y="95"/>
                    <a:pt x="33" y="95"/>
                  </a:cubicBezTo>
                  <a:cubicBezTo>
                    <a:pt x="45" y="96"/>
                    <a:pt x="56" y="97"/>
                    <a:pt x="68" y="98"/>
                  </a:cubicBezTo>
                  <a:cubicBezTo>
                    <a:pt x="68" y="98"/>
                    <a:pt x="68" y="98"/>
                    <a:pt x="68" y="97"/>
                  </a:cubicBezTo>
                  <a:cubicBezTo>
                    <a:pt x="68" y="97"/>
                    <a:pt x="68" y="96"/>
                    <a:pt x="68" y="96"/>
                  </a:cubicBezTo>
                  <a:cubicBezTo>
                    <a:pt x="70" y="97"/>
                    <a:pt x="72" y="98"/>
                    <a:pt x="74" y="99"/>
                  </a:cubicBezTo>
                  <a:cubicBezTo>
                    <a:pt x="87" y="71"/>
                    <a:pt x="87" y="71"/>
                    <a:pt x="87" y="71"/>
                  </a:cubicBezTo>
                  <a:cubicBezTo>
                    <a:pt x="88" y="70"/>
                    <a:pt x="88" y="70"/>
                    <a:pt x="88" y="70"/>
                  </a:cubicBezTo>
                  <a:cubicBezTo>
                    <a:pt x="88" y="70"/>
                    <a:pt x="88" y="70"/>
                    <a:pt x="88" y="70"/>
                  </a:cubicBezTo>
                  <a:cubicBezTo>
                    <a:pt x="88" y="70"/>
                    <a:pt x="88" y="70"/>
                    <a:pt x="88" y="70"/>
                  </a:cubicBezTo>
                  <a:cubicBezTo>
                    <a:pt x="88" y="70"/>
                    <a:pt x="88" y="70"/>
                    <a:pt x="88" y="70"/>
                  </a:cubicBezTo>
                  <a:cubicBezTo>
                    <a:pt x="88" y="70"/>
                    <a:pt x="88" y="70"/>
                    <a:pt x="88" y="70"/>
                  </a:cubicBezTo>
                  <a:cubicBezTo>
                    <a:pt x="88" y="71"/>
                    <a:pt x="88" y="62"/>
                    <a:pt x="88" y="62"/>
                  </a:cubicBezTo>
                  <a:close/>
                  <a:moveTo>
                    <a:pt x="70" y="71"/>
                  </a:moveTo>
                  <a:cubicBezTo>
                    <a:pt x="70" y="68"/>
                    <a:pt x="70" y="65"/>
                    <a:pt x="70" y="62"/>
                  </a:cubicBezTo>
                  <a:cubicBezTo>
                    <a:pt x="71" y="64"/>
                    <a:pt x="71" y="64"/>
                    <a:pt x="71" y="64"/>
                  </a:cubicBezTo>
                  <a:cubicBezTo>
                    <a:pt x="72" y="66"/>
                    <a:pt x="72" y="66"/>
                    <a:pt x="72" y="66"/>
                  </a:cubicBezTo>
                  <a:lnTo>
                    <a:pt x="70" y="7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zh-CN" altLang="en-US" sz="2000">
                <a:latin typeface="迷你简菱心" panose="02010609000101010101" pitchFamily="49" charset="-122"/>
                <a:ea typeface="迷你简菱心" panose="02010609000101010101" pitchFamily="49" charset="-122"/>
              </a:endParaRPr>
            </a:p>
          </p:txBody>
        </p:sp>
        <p:sp>
          <p:nvSpPr>
            <p:cNvPr id="100" name="Freeform 618">
              <a:extLst>
                <a:ext uri="{FF2B5EF4-FFF2-40B4-BE49-F238E27FC236}">
                  <a16:creationId xmlns:a16="http://schemas.microsoft.com/office/drawing/2014/main" id="{67CDBA77-F98E-4DA7-BB1E-7C2BCE9D189A}"/>
                </a:ext>
              </a:extLst>
            </p:cNvPr>
            <p:cNvSpPr/>
            <p:nvPr/>
          </p:nvSpPr>
          <p:spPr bwMode="auto">
            <a:xfrm>
              <a:off x="9434513" y="1562101"/>
              <a:ext cx="19050" cy="33338"/>
            </a:xfrm>
            <a:custGeom>
              <a:gdLst>
                <a:gd name="T0" fmla="*/ 5 w 12"/>
                <a:gd name="T1" fmla="*/ 0 h 21"/>
                <a:gd name="T2" fmla="*/ 0 w 12"/>
                <a:gd name="T3" fmla="*/ 12 h 21"/>
                <a:gd name="T4" fmla="*/ 5 w 12"/>
                <a:gd name="T5" fmla="*/ 21 h 21"/>
                <a:gd name="T6" fmla="*/ 12 w 12"/>
                <a:gd name="T7" fmla="*/ 12 h 21"/>
                <a:gd name="T8" fmla="*/ 12 w 12"/>
                <a:gd name="T9" fmla="*/ 0 h 21"/>
                <a:gd name="T10" fmla="*/ 5 w 12"/>
                <a:gd name="T11" fmla="*/ 0 h 21"/>
              </a:gdLst>
              <a:cxnLst>
                <a:cxn ang="0">
                  <a:pos x="T0" y="T1"/>
                </a:cxn>
                <a:cxn ang="0">
                  <a:pos x="T2" y="T3"/>
                </a:cxn>
                <a:cxn ang="0">
                  <a:pos x="T4" y="T5"/>
                </a:cxn>
                <a:cxn ang="0">
                  <a:pos x="T6" y="T7"/>
                </a:cxn>
                <a:cxn ang="0">
                  <a:pos x="T8" y="T9"/>
                </a:cxn>
                <a:cxn ang="0">
                  <a:pos x="T10" y="T11"/>
                </a:cxn>
              </a:cxnLst>
              <a:rect l="0" t="0" r="r" b="b"/>
              <a:pathLst>
                <a:path w="12" h="21">
                  <a:moveTo>
                    <a:pt x="5" y="0"/>
                  </a:moveTo>
                  <a:lnTo>
                    <a:pt x="0" y="12"/>
                  </a:lnTo>
                  <a:lnTo>
                    <a:pt x="5" y="21"/>
                  </a:lnTo>
                  <a:lnTo>
                    <a:pt x="12" y="12"/>
                  </a:lnTo>
                  <a:lnTo>
                    <a:pt x="12" y="0"/>
                  </a:lnTo>
                  <a:lnTo>
                    <a:pt x="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zh-CN" altLang="en-US" sz="2000">
                <a:latin typeface="迷你简菱心" panose="02010609000101010101" pitchFamily="49" charset="-122"/>
                <a:ea typeface="迷你简菱心" panose="02010609000101010101" pitchFamily="49" charset="-122"/>
              </a:endParaRPr>
            </a:p>
          </p:txBody>
        </p:sp>
        <p:sp>
          <p:nvSpPr>
            <p:cNvPr id="101" name="Freeform 619">
              <a:extLst>
                <a:ext uri="{FF2B5EF4-FFF2-40B4-BE49-F238E27FC236}">
                  <a16:creationId xmlns:a16="http://schemas.microsoft.com/office/drawing/2014/main" id="{71CBCD5F-8372-4006-B317-9E2B647751F4}"/>
                </a:ext>
              </a:extLst>
            </p:cNvPr>
            <p:cNvSpPr/>
            <p:nvPr/>
          </p:nvSpPr>
          <p:spPr bwMode="auto">
            <a:xfrm>
              <a:off x="9423401" y="1584326"/>
              <a:ext cx="26988" cy="134938"/>
            </a:xfrm>
            <a:custGeom>
              <a:gdLst>
                <a:gd name="T0" fmla="*/ 9 w 17"/>
                <a:gd name="T1" fmla="*/ 0 h 85"/>
                <a:gd name="T2" fmla="*/ 0 w 17"/>
                <a:gd name="T3" fmla="*/ 78 h 85"/>
                <a:gd name="T4" fmla="*/ 7 w 17"/>
                <a:gd name="T5" fmla="*/ 85 h 85"/>
                <a:gd name="T6" fmla="*/ 12 w 17"/>
                <a:gd name="T7" fmla="*/ 78 h 85"/>
                <a:gd name="T8" fmla="*/ 17 w 17"/>
                <a:gd name="T9" fmla="*/ 0 h 85"/>
                <a:gd name="T10" fmla="*/ 9 w 17"/>
                <a:gd name="T11" fmla="*/ 0 h 85"/>
              </a:gdLst>
              <a:cxnLst>
                <a:cxn ang="0">
                  <a:pos x="T0" y="T1"/>
                </a:cxn>
                <a:cxn ang="0">
                  <a:pos x="T2" y="T3"/>
                </a:cxn>
                <a:cxn ang="0">
                  <a:pos x="T4" y="T5"/>
                </a:cxn>
                <a:cxn ang="0">
                  <a:pos x="T6" y="T7"/>
                </a:cxn>
                <a:cxn ang="0">
                  <a:pos x="T8" y="T9"/>
                </a:cxn>
                <a:cxn ang="0">
                  <a:pos x="T10" y="T11"/>
                </a:cxn>
              </a:cxnLst>
              <a:rect l="0" t="0" r="r" b="b"/>
              <a:pathLst>
                <a:path w="17" h="85">
                  <a:moveTo>
                    <a:pt x="9" y="0"/>
                  </a:moveTo>
                  <a:lnTo>
                    <a:pt x="0" y="78"/>
                  </a:lnTo>
                  <a:lnTo>
                    <a:pt x="7" y="85"/>
                  </a:lnTo>
                  <a:lnTo>
                    <a:pt x="12" y="78"/>
                  </a:lnTo>
                  <a:lnTo>
                    <a:pt x="17" y="0"/>
                  </a:lnTo>
                  <a:lnTo>
                    <a:pt x="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zh-CN" altLang="en-US" sz="2000">
                <a:latin typeface="迷你简菱心" panose="02010609000101010101" pitchFamily="49" charset="-122"/>
                <a:ea typeface="迷你简菱心" panose="02010609000101010101" pitchFamily="49" charset="-122"/>
              </a:endParaRPr>
            </a:p>
          </p:txBody>
        </p:sp>
        <p:sp>
          <p:nvSpPr>
            <p:cNvPr id="102" name="Freeform 620">
              <a:extLst>
                <a:ext uri="{FF2B5EF4-FFF2-40B4-BE49-F238E27FC236}">
                  <a16:creationId xmlns:a16="http://schemas.microsoft.com/office/drawing/2014/main" id="{7BD3D007-8809-46D7-BC25-17F96DAF4BCC}"/>
                </a:ext>
              </a:extLst>
            </p:cNvPr>
            <p:cNvSpPr/>
            <p:nvPr/>
          </p:nvSpPr>
          <p:spPr bwMode="auto">
            <a:xfrm>
              <a:off x="9153526" y="1212851"/>
              <a:ext cx="220663" cy="192088"/>
            </a:xfrm>
            <a:custGeom>
              <a:gdLst>
                <a:gd name="T0" fmla="*/ 32 w 59"/>
                <a:gd name="T1" fmla="*/ 0 h 51"/>
                <a:gd name="T2" fmla="*/ 28 w 59"/>
                <a:gd name="T3" fmla="*/ 0 h 51"/>
                <a:gd name="T4" fmla="*/ 5 w 59"/>
                <a:gd name="T5" fmla="*/ 0 h 51"/>
                <a:gd name="T6" fmla="*/ 16 w 59"/>
                <a:gd name="T7" fmla="*/ 39 h 51"/>
                <a:gd name="T8" fmla="*/ 26 w 59"/>
                <a:gd name="T9" fmla="*/ 46 h 51"/>
                <a:gd name="T10" fmla="*/ 27 w 59"/>
                <a:gd name="T11" fmla="*/ 51 h 51"/>
                <a:gd name="T12" fmla="*/ 30 w 59"/>
                <a:gd name="T13" fmla="*/ 49 h 51"/>
                <a:gd name="T14" fmla="*/ 33 w 59"/>
                <a:gd name="T15" fmla="*/ 51 h 51"/>
                <a:gd name="T16" fmla="*/ 33 w 59"/>
                <a:gd name="T17" fmla="*/ 46 h 51"/>
                <a:gd name="T18" fmla="*/ 44 w 59"/>
                <a:gd name="T19" fmla="*/ 39 h 51"/>
                <a:gd name="T20" fmla="*/ 55 w 59"/>
                <a:gd name="T21" fmla="*/ 0 h 51"/>
                <a:gd name="T22" fmla="*/ 32 w 59"/>
                <a:gd name="T23" fmla="*/ 0 h 51"/>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9" h="51">
                  <a:moveTo>
                    <a:pt x="32" y="0"/>
                  </a:moveTo>
                  <a:cubicBezTo>
                    <a:pt x="30" y="0"/>
                    <a:pt x="29" y="0"/>
                    <a:pt x="28" y="0"/>
                  </a:cubicBezTo>
                  <a:cubicBezTo>
                    <a:pt x="20" y="0"/>
                    <a:pt x="12" y="0"/>
                    <a:pt x="5" y="0"/>
                  </a:cubicBezTo>
                  <a:cubicBezTo>
                    <a:pt x="6" y="0"/>
                    <a:pt x="0" y="31"/>
                    <a:pt x="16" y="39"/>
                  </a:cubicBezTo>
                  <a:cubicBezTo>
                    <a:pt x="23" y="42"/>
                    <a:pt x="26" y="44"/>
                    <a:pt x="26" y="46"/>
                  </a:cubicBezTo>
                  <a:cubicBezTo>
                    <a:pt x="27" y="50"/>
                    <a:pt x="27" y="51"/>
                    <a:pt x="27" y="51"/>
                  </a:cubicBezTo>
                  <a:cubicBezTo>
                    <a:pt x="28" y="50"/>
                    <a:pt x="29" y="50"/>
                    <a:pt x="30" y="49"/>
                  </a:cubicBezTo>
                  <a:cubicBezTo>
                    <a:pt x="31" y="50"/>
                    <a:pt x="32" y="50"/>
                    <a:pt x="33" y="51"/>
                  </a:cubicBezTo>
                  <a:cubicBezTo>
                    <a:pt x="33" y="51"/>
                    <a:pt x="33" y="50"/>
                    <a:pt x="33" y="46"/>
                  </a:cubicBezTo>
                  <a:cubicBezTo>
                    <a:pt x="34" y="44"/>
                    <a:pt x="37" y="42"/>
                    <a:pt x="44" y="39"/>
                  </a:cubicBezTo>
                  <a:cubicBezTo>
                    <a:pt x="59" y="31"/>
                    <a:pt x="53" y="0"/>
                    <a:pt x="55" y="0"/>
                  </a:cubicBezTo>
                  <a:cubicBezTo>
                    <a:pt x="47" y="0"/>
                    <a:pt x="39" y="0"/>
                    <a:pt x="3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zh-CN" altLang="en-US" sz="2000">
                <a:latin typeface="迷你简菱心" panose="02010609000101010101" pitchFamily="49" charset="-122"/>
                <a:ea typeface="迷你简菱心" panose="02010609000101010101" pitchFamily="49" charset="-122"/>
              </a:endParaRPr>
            </a:p>
          </p:txBody>
        </p:sp>
        <p:sp>
          <p:nvSpPr>
            <p:cNvPr id="103" name="Freeform 621">
              <a:extLst>
                <a:ext uri="{FF2B5EF4-FFF2-40B4-BE49-F238E27FC236}">
                  <a16:creationId xmlns:a16="http://schemas.microsoft.com/office/drawing/2014/main" id="{EFAC2B05-1B59-41E3-B3E3-DA3B3FDD3858}"/>
                </a:ext>
              </a:extLst>
            </p:cNvPr>
            <p:cNvSpPr/>
            <p:nvPr/>
          </p:nvSpPr>
          <p:spPr bwMode="auto">
            <a:xfrm>
              <a:off x="9186863" y="1358901"/>
              <a:ext cx="153988" cy="106363"/>
            </a:xfrm>
            <a:custGeom>
              <a:gdLst>
                <a:gd name="T0" fmla="*/ 38 w 41"/>
                <a:gd name="T1" fmla="*/ 24 h 28"/>
                <a:gd name="T2" fmla="*/ 31 w 41"/>
                <a:gd name="T3" fmla="*/ 20 h 28"/>
                <a:gd name="T4" fmla="*/ 26 w 41"/>
                <a:gd name="T5" fmla="*/ 14 h 28"/>
                <a:gd name="T6" fmla="*/ 25 w 41"/>
                <a:gd name="T7" fmla="*/ 0 h 28"/>
                <a:gd name="T8" fmla="*/ 21 w 41"/>
                <a:gd name="T9" fmla="*/ 2 h 28"/>
                <a:gd name="T10" fmla="*/ 17 w 41"/>
                <a:gd name="T11" fmla="*/ 0 h 28"/>
                <a:gd name="T12" fmla="*/ 16 w 41"/>
                <a:gd name="T13" fmla="*/ 14 h 28"/>
                <a:gd name="T14" fmla="*/ 11 w 41"/>
                <a:gd name="T15" fmla="*/ 20 h 28"/>
                <a:gd name="T16" fmla="*/ 3 w 41"/>
                <a:gd name="T17" fmla="*/ 24 h 28"/>
                <a:gd name="T18" fmla="*/ 0 w 41"/>
                <a:gd name="T19" fmla="*/ 26 h 28"/>
                <a:gd name="T20" fmla="*/ 41 w 41"/>
                <a:gd name="T21" fmla="*/ 26 h 28"/>
                <a:gd name="T22" fmla="*/ 38 w 41"/>
                <a:gd name="T23" fmla="*/ 24 h 28"/>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1" h="28">
                  <a:moveTo>
                    <a:pt x="38" y="24"/>
                  </a:moveTo>
                  <a:cubicBezTo>
                    <a:pt x="35" y="23"/>
                    <a:pt x="31" y="21"/>
                    <a:pt x="31" y="20"/>
                  </a:cubicBezTo>
                  <a:cubicBezTo>
                    <a:pt x="31" y="18"/>
                    <a:pt x="27" y="17"/>
                    <a:pt x="26" y="14"/>
                  </a:cubicBezTo>
                  <a:cubicBezTo>
                    <a:pt x="25" y="11"/>
                    <a:pt x="25" y="0"/>
                    <a:pt x="25" y="0"/>
                  </a:cubicBezTo>
                  <a:cubicBezTo>
                    <a:pt x="21" y="2"/>
                    <a:pt x="21" y="2"/>
                    <a:pt x="21" y="2"/>
                  </a:cubicBezTo>
                  <a:cubicBezTo>
                    <a:pt x="17" y="0"/>
                    <a:pt x="17" y="0"/>
                    <a:pt x="17" y="0"/>
                  </a:cubicBezTo>
                  <a:cubicBezTo>
                    <a:pt x="17" y="0"/>
                    <a:pt x="16" y="11"/>
                    <a:pt x="16" y="14"/>
                  </a:cubicBezTo>
                  <a:cubicBezTo>
                    <a:pt x="15" y="17"/>
                    <a:pt x="11" y="18"/>
                    <a:pt x="11" y="20"/>
                  </a:cubicBezTo>
                  <a:cubicBezTo>
                    <a:pt x="11" y="21"/>
                    <a:pt x="6" y="23"/>
                    <a:pt x="3" y="24"/>
                  </a:cubicBezTo>
                  <a:cubicBezTo>
                    <a:pt x="0" y="24"/>
                    <a:pt x="0" y="25"/>
                    <a:pt x="0" y="26"/>
                  </a:cubicBezTo>
                  <a:cubicBezTo>
                    <a:pt x="0" y="28"/>
                    <a:pt x="41" y="28"/>
                    <a:pt x="41" y="26"/>
                  </a:cubicBezTo>
                  <a:cubicBezTo>
                    <a:pt x="41" y="25"/>
                    <a:pt x="41" y="24"/>
                    <a:pt x="38" y="2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zh-CN" altLang="en-US" sz="2000">
                <a:latin typeface="迷你简菱心" panose="02010609000101010101" pitchFamily="49" charset="-122"/>
                <a:ea typeface="迷你简菱心" panose="02010609000101010101" pitchFamily="49" charset="-122"/>
              </a:endParaRPr>
            </a:p>
          </p:txBody>
        </p:sp>
        <p:sp>
          <p:nvSpPr>
            <p:cNvPr id="104" name="Rectangle 622">
              <a:extLst>
                <a:ext uri="{FF2B5EF4-FFF2-40B4-BE49-F238E27FC236}">
                  <a16:creationId xmlns:a16="http://schemas.microsoft.com/office/drawing/2014/main" id="{A75A444E-EA3A-4F8F-B175-E8ECE48D0345}"/>
                </a:ext>
              </a:extLst>
            </p:cNvPr>
            <p:cNvSpPr>
              <a:spLocks noChangeArrowheads="1"/>
            </p:cNvSpPr>
            <p:nvPr/>
          </p:nvSpPr>
          <p:spPr bwMode="auto">
            <a:xfrm>
              <a:off x="9186863" y="1457326"/>
              <a:ext cx="153988" cy="222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19" tIns="45709" rIns="91419" bIns="45709" numCol="1" anchor="t" anchorCtr="0" compatLnSpc="1">
              <a:prstTxWarp prst="textNoShape">
                <a:avLst/>
              </a:prstTxWarp>
            </a:bodyPr>
            <a:lstStyle/>
            <a:p>
              <a:endParaRPr lang="zh-CN" altLang="en-US" sz="2000">
                <a:latin typeface="思源黑体旧字形 Normal" panose="020b0400000000000000" pitchFamily="34" charset="-128"/>
                <a:ea typeface="思源黑体旧字形 Normal" panose="020b0400000000000000" pitchFamily="34" charset="-128"/>
              </a:endParaRPr>
            </a:p>
          </p:txBody>
        </p:sp>
        <p:sp>
          <p:nvSpPr>
            <p:cNvPr id="105" name="Rectangle 623">
              <a:extLst>
                <a:ext uri="{FF2B5EF4-FFF2-40B4-BE49-F238E27FC236}">
                  <a16:creationId xmlns:a16="http://schemas.microsoft.com/office/drawing/2014/main" id="{117738C1-B076-447C-9052-80CF5F557A92}"/>
                </a:ext>
              </a:extLst>
            </p:cNvPr>
            <p:cNvSpPr>
              <a:spLocks noChangeArrowheads="1"/>
            </p:cNvSpPr>
            <p:nvPr/>
          </p:nvSpPr>
          <p:spPr bwMode="auto">
            <a:xfrm>
              <a:off x="9183688" y="1476376"/>
              <a:ext cx="160338" cy="111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19" tIns="45709" rIns="91419" bIns="45709" numCol="1" anchor="t" anchorCtr="0" compatLnSpc="1">
              <a:prstTxWarp prst="textNoShape">
                <a:avLst/>
              </a:prstTxWarp>
            </a:bodyPr>
            <a:lstStyle/>
            <a:p>
              <a:endParaRPr lang="zh-CN" altLang="en-US" sz="2000">
                <a:latin typeface="思源黑体旧字形 Normal" panose="020b0400000000000000" pitchFamily="34" charset="-128"/>
                <a:ea typeface="思源黑体旧字形 Normal" panose="020b0400000000000000" pitchFamily="34" charset="-128"/>
              </a:endParaRPr>
            </a:p>
          </p:txBody>
        </p:sp>
        <p:sp>
          <p:nvSpPr>
            <p:cNvPr id="106" name="Freeform 624">
              <a:extLst>
                <a:ext uri="{FF2B5EF4-FFF2-40B4-BE49-F238E27FC236}">
                  <a16:creationId xmlns:a16="http://schemas.microsoft.com/office/drawing/2014/main" id="{FD45099C-0532-458E-8FE1-35F3D69EF387}"/>
                </a:ext>
              </a:extLst>
            </p:cNvPr>
            <p:cNvSpPr>
              <a:spLocks noEditPoints="1"/>
            </p:cNvSpPr>
            <p:nvPr/>
          </p:nvSpPr>
          <p:spPr bwMode="auto">
            <a:xfrm>
              <a:off x="9120188" y="1228726"/>
              <a:ext cx="231775" cy="112713"/>
            </a:xfrm>
            <a:custGeom>
              <a:gdLst>
                <a:gd name="T0" fmla="*/ 28 w 62"/>
                <a:gd name="T1" fmla="*/ 30 h 30"/>
                <a:gd name="T2" fmla="*/ 1 w 62"/>
                <a:gd name="T3" fmla="*/ 9 h 30"/>
                <a:gd name="T4" fmla="*/ 1 w 62"/>
                <a:gd name="T5" fmla="*/ 2 h 30"/>
                <a:gd name="T6" fmla="*/ 7 w 62"/>
                <a:gd name="T7" fmla="*/ 0 h 30"/>
                <a:gd name="T8" fmla="*/ 8 w 62"/>
                <a:gd name="T9" fmla="*/ 0 h 30"/>
                <a:gd name="T10" fmla="*/ 39 w 62"/>
                <a:gd name="T11" fmla="*/ 0 h 30"/>
                <a:gd name="T12" fmla="*/ 62 w 62"/>
                <a:gd name="T13" fmla="*/ 0 h 30"/>
                <a:gd name="T14" fmla="*/ 62 w 62"/>
                <a:gd name="T15" fmla="*/ 2 h 30"/>
                <a:gd name="T16" fmla="*/ 62 w 62"/>
                <a:gd name="T17" fmla="*/ 3 h 30"/>
                <a:gd name="T18" fmla="*/ 32 w 62"/>
                <a:gd name="T19" fmla="*/ 30 h 30"/>
                <a:gd name="T20" fmla="*/ 28 w 62"/>
                <a:gd name="T21" fmla="*/ 30 h 30"/>
                <a:gd name="T22" fmla="*/ 7 w 62"/>
                <a:gd name="T23" fmla="*/ 4 h 30"/>
                <a:gd name="T24" fmla="*/ 5 w 62"/>
                <a:gd name="T25" fmla="*/ 5 h 30"/>
                <a:gd name="T26" fmla="*/ 5 w 62"/>
                <a:gd name="T27" fmla="*/ 7 h 30"/>
                <a:gd name="T28" fmla="*/ 5 w 62"/>
                <a:gd name="T29" fmla="*/ 8 h 30"/>
                <a:gd name="T30" fmla="*/ 28 w 62"/>
                <a:gd name="T31" fmla="*/ 26 h 30"/>
                <a:gd name="T32" fmla="*/ 31 w 62"/>
                <a:gd name="T33" fmla="*/ 25 h 30"/>
                <a:gd name="T34" fmla="*/ 31 w 62"/>
                <a:gd name="T35" fmla="*/ 25 h 30"/>
                <a:gd name="T36" fmla="*/ 32 w 62"/>
                <a:gd name="T37" fmla="*/ 25 h 30"/>
                <a:gd name="T38" fmla="*/ 57 w 62"/>
                <a:gd name="T39" fmla="*/ 4 h 30"/>
                <a:gd name="T40" fmla="*/ 39 w 62"/>
                <a:gd name="T41" fmla="*/ 4 h 30"/>
                <a:gd name="T42" fmla="*/ 8 w 62"/>
                <a:gd name="T43" fmla="*/ 4 h 30"/>
                <a:gd name="T44" fmla="*/ 7 w 62"/>
                <a:gd name="T45" fmla="*/ 4 h 30"/>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62" h="30">
                  <a:moveTo>
                    <a:pt x="28" y="30"/>
                  </a:moveTo>
                  <a:cubicBezTo>
                    <a:pt x="14" y="30"/>
                    <a:pt x="4" y="22"/>
                    <a:pt x="1" y="9"/>
                  </a:cubicBezTo>
                  <a:cubicBezTo>
                    <a:pt x="0" y="5"/>
                    <a:pt x="1" y="3"/>
                    <a:pt x="1" y="2"/>
                  </a:cubicBezTo>
                  <a:cubicBezTo>
                    <a:pt x="3" y="0"/>
                    <a:pt x="7" y="0"/>
                    <a:pt x="7" y="0"/>
                  </a:cubicBezTo>
                  <a:cubicBezTo>
                    <a:pt x="8" y="0"/>
                    <a:pt x="8" y="0"/>
                    <a:pt x="8" y="0"/>
                  </a:cubicBezTo>
                  <a:cubicBezTo>
                    <a:pt x="39" y="0"/>
                    <a:pt x="39" y="0"/>
                    <a:pt x="39" y="0"/>
                  </a:cubicBezTo>
                  <a:cubicBezTo>
                    <a:pt x="62" y="0"/>
                    <a:pt x="62" y="0"/>
                    <a:pt x="62" y="0"/>
                  </a:cubicBezTo>
                  <a:cubicBezTo>
                    <a:pt x="62" y="2"/>
                    <a:pt x="62" y="2"/>
                    <a:pt x="62" y="2"/>
                  </a:cubicBezTo>
                  <a:cubicBezTo>
                    <a:pt x="62" y="2"/>
                    <a:pt x="62" y="3"/>
                    <a:pt x="62" y="3"/>
                  </a:cubicBezTo>
                  <a:cubicBezTo>
                    <a:pt x="61" y="23"/>
                    <a:pt x="45" y="30"/>
                    <a:pt x="32" y="30"/>
                  </a:cubicBezTo>
                  <a:cubicBezTo>
                    <a:pt x="30" y="30"/>
                    <a:pt x="29" y="30"/>
                    <a:pt x="28" y="30"/>
                  </a:cubicBezTo>
                  <a:close/>
                  <a:moveTo>
                    <a:pt x="7" y="4"/>
                  </a:moveTo>
                  <a:cubicBezTo>
                    <a:pt x="7" y="4"/>
                    <a:pt x="6" y="5"/>
                    <a:pt x="5" y="5"/>
                  </a:cubicBezTo>
                  <a:cubicBezTo>
                    <a:pt x="5" y="6"/>
                    <a:pt x="5" y="6"/>
                    <a:pt x="5" y="7"/>
                  </a:cubicBezTo>
                  <a:cubicBezTo>
                    <a:pt x="5" y="8"/>
                    <a:pt x="5" y="8"/>
                    <a:pt x="5" y="8"/>
                  </a:cubicBezTo>
                  <a:cubicBezTo>
                    <a:pt x="8" y="19"/>
                    <a:pt x="17" y="26"/>
                    <a:pt x="28" y="26"/>
                  </a:cubicBezTo>
                  <a:cubicBezTo>
                    <a:pt x="29" y="26"/>
                    <a:pt x="30" y="26"/>
                    <a:pt x="31" y="25"/>
                  </a:cubicBezTo>
                  <a:cubicBezTo>
                    <a:pt x="31" y="25"/>
                    <a:pt x="31" y="25"/>
                    <a:pt x="31" y="25"/>
                  </a:cubicBezTo>
                  <a:cubicBezTo>
                    <a:pt x="32" y="25"/>
                    <a:pt x="32" y="25"/>
                    <a:pt x="32" y="25"/>
                  </a:cubicBezTo>
                  <a:cubicBezTo>
                    <a:pt x="43" y="25"/>
                    <a:pt x="55" y="20"/>
                    <a:pt x="57" y="4"/>
                  </a:cubicBezTo>
                  <a:cubicBezTo>
                    <a:pt x="39" y="4"/>
                    <a:pt x="39" y="4"/>
                    <a:pt x="39" y="4"/>
                  </a:cubicBezTo>
                  <a:cubicBezTo>
                    <a:pt x="8" y="4"/>
                    <a:pt x="8" y="4"/>
                    <a:pt x="8" y="4"/>
                  </a:cubicBezTo>
                  <a:cubicBezTo>
                    <a:pt x="7" y="4"/>
                    <a:pt x="7" y="4"/>
                    <a:pt x="7"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zh-CN" altLang="en-US" sz="2000">
                <a:latin typeface="迷你简菱心" panose="02010609000101010101" pitchFamily="49" charset="-122"/>
                <a:ea typeface="迷你简菱心" panose="02010609000101010101" pitchFamily="49" charset="-122"/>
              </a:endParaRPr>
            </a:p>
          </p:txBody>
        </p:sp>
        <p:sp>
          <p:nvSpPr>
            <p:cNvPr id="107" name="Freeform 625">
              <a:extLst>
                <a:ext uri="{FF2B5EF4-FFF2-40B4-BE49-F238E27FC236}">
                  <a16:creationId xmlns:a16="http://schemas.microsoft.com/office/drawing/2014/main" id="{197C3D75-79B7-4B69-9D92-5E2596FC92DA}"/>
                </a:ext>
              </a:extLst>
            </p:cNvPr>
            <p:cNvSpPr>
              <a:spLocks noEditPoints="1"/>
            </p:cNvSpPr>
            <p:nvPr/>
          </p:nvSpPr>
          <p:spPr bwMode="auto">
            <a:xfrm>
              <a:off x="9178926" y="1228726"/>
              <a:ext cx="233363" cy="112713"/>
            </a:xfrm>
            <a:custGeom>
              <a:gdLst>
                <a:gd name="T0" fmla="*/ 33 w 62"/>
                <a:gd name="T1" fmla="*/ 30 h 30"/>
                <a:gd name="T2" fmla="*/ 30 w 62"/>
                <a:gd name="T3" fmla="*/ 30 h 30"/>
                <a:gd name="T4" fmla="*/ 0 w 62"/>
                <a:gd name="T5" fmla="*/ 3 h 30"/>
                <a:gd name="T6" fmla="*/ 0 w 62"/>
                <a:gd name="T7" fmla="*/ 2 h 30"/>
                <a:gd name="T8" fmla="*/ 0 w 62"/>
                <a:gd name="T9" fmla="*/ 0 h 30"/>
                <a:gd name="T10" fmla="*/ 22 w 62"/>
                <a:gd name="T11" fmla="*/ 0 h 30"/>
                <a:gd name="T12" fmla="*/ 54 w 62"/>
                <a:gd name="T13" fmla="*/ 0 h 30"/>
                <a:gd name="T14" fmla="*/ 54 w 62"/>
                <a:gd name="T15" fmla="*/ 0 h 30"/>
                <a:gd name="T16" fmla="*/ 60 w 62"/>
                <a:gd name="T17" fmla="*/ 2 h 30"/>
                <a:gd name="T18" fmla="*/ 61 w 62"/>
                <a:gd name="T19" fmla="*/ 9 h 30"/>
                <a:gd name="T20" fmla="*/ 33 w 62"/>
                <a:gd name="T21" fmla="*/ 30 h 30"/>
                <a:gd name="T22" fmla="*/ 30 w 62"/>
                <a:gd name="T23" fmla="*/ 25 h 30"/>
                <a:gd name="T24" fmla="*/ 30 w 62"/>
                <a:gd name="T25" fmla="*/ 25 h 30"/>
                <a:gd name="T26" fmla="*/ 33 w 62"/>
                <a:gd name="T27" fmla="*/ 26 h 30"/>
                <a:gd name="T28" fmla="*/ 56 w 62"/>
                <a:gd name="T29" fmla="*/ 8 h 30"/>
                <a:gd name="T30" fmla="*/ 56 w 62"/>
                <a:gd name="T31" fmla="*/ 7 h 30"/>
                <a:gd name="T32" fmla="*/ 56 w 62"/>
                <a:gd name="T33" fmla="*/ 5 h 30"/>
                <a:gd name="T34" fmla="*/ 54 w 62"/>
                <a:gd name="T35" fmla="*/ 4 h 30"/>
                <a:gd name="T36" fmla="*/ 54 w 62"/>
                <a:gd name="T37" fmla="*/ 4 h 30"/>
                <a:gd name="T38" fmla="*/ 22 w 62"/>
                <a:gd name="T39" fmla="*/ 4 h 30"/>
                <a:gd name="T40" fmla="*/ 5 w 62"/>
                <a:gd name="T41" fmla="*/ 4 h 30"/>
                <a:gd name="T42" fmla="*/ 30 w 62"/>
                <a:gd name="T43" fmla="*/ 25 h 30"/>
                <a:gd name="T44" fmla="*/ 30 w 62"/>
                <a:gd name="T45" fmla="*/ 25 h 30"/>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62" h="30">
                  <a:moveTo>
                    <a:pt x="33" y="30"/>
                  </a:moveTo>
                  <a:cubicBezTo>
                    <a:pt x="32" y="30"/>
                    <a:pt x="31" y="30"/>
                    <a:pt x="30" y="30"/>
                  </a:cubicBezTo>
                  <a:cubicBezTo>
                    <a:pt x="16" y="30"/>
                    <a:pt x="1" y="23"/>
                    <a:pt x="0" y="3"/>
                  </a:cubicBezTo>
                  <a:cubicBezTo>
                    <a:pt x="0" y="3"/>
                    <a:pt x="0" y="2"/>
                    <a:pt x="0" y="2"/>
                  </a:cubicBezTo>
                  <a:cubicBezTo>
                    <a:pt x="0" y="0"/>
                    <a:pt x="0" y="0"/>
                    <a:pt x="0" y="0"/>
                  </a:cubicBezTo>
                  <a:cubicBezTo>
                    <a:pt x="22" y="0"/>
                    <a:pt x="22" y="0"/>
                    <a:pt x="22" y="0"/>
                  </a:cubicBezTo>
                  <a:cubicBezTo>
                    <a:pt x="54" y="0"/>
                    <a:pt x="54" y="0"/>
                    <a:pt x="54" y="0"/>
                  </a:cubicBezTo>
                  <a:cubicBezTo>
                    <a:pt x="54" y="0"/>
                    <a:pt x="54" y="0"/>
                    <a:pt x="54" y="0"/>
                  </a:cubicBezTo>
                  <a:cubicBezTo>
                    <a:pt x="55" y="0"/>
                    <a:pt x="58" y="0"/>
                    <a:pt x="60" y="2"/>
                  </a:cubicBezTo>
                  <a:cubicBezTo>
                    <a:pt x="61" y="3"/>
                    <a:pt x="62" y="5"/>
                    <a:pt x="61" y="9"/>
                  </a:cubicBezTo>
                  <a:cubicBezTo>
                    <a:pt x="58" y="22"/>
                    <a:pt x="47" y="30"/>
                    <a:pt x="33" y="30"/>
                  </a:cubicBezTo>
                  <a:close/>
                  <a:moveTo>
                    <a:pt x="30" y="25"/>
                  </a:moveTo>
                  <a:cubicBezTo>
                    <a:pt x="30" y="25"/>
                    <a:pt x="30" y="25"/>
                    <a:pt x="30" y="25"/>
                  </a:cubicBezTo>
                  <a:cubicBezTo>
                    <a:pt x="31" y="26"/>
                    <a:pt x="32" y="26"/>
                    <a:pt x="33" y="26"/>
                  </a:cubicBezTo>
                  <a:cubicBezTo>
                    <a:pt x="45" y="26"/>
                    <a:pt x="54" y="19"/>
                    <a:pt x="56" y="8"/>
                  </a:cubicBezTo>
                  <a:cubicBezTo>
                    <a:pt x="56" y="7"/>
                    <a:pt x="56" y="7"/>
                    <a:pt x="56" y="7"/>
                  </a:cubicBezTo>
                  <a:cubicBezTo>
                    <a:pt x="57" y="6"/>
                    <a:pt x="57" y="6"/>
                    <a:pt x="56" y="5"/>
                  </a:cubicBezTo>
                  <a:cubicBezTo>
                    <a:pt x="56" y="5"/>
                    <a:pt x="55" y="4"/>
                    <a:pt x="54" y="4"/>
                  </a:cubicBezTo>
                  <a:cubicBezTo>
                    <a:pt x="54" y="4"/>
                    <a:pt x="54" y="4"/>
                    <a:pt x="54" y="4"/>
                  </a:cubicBezTo>
                  <a:cubicBezTo>
                    <a:pt x="22" y="4"/>
                    <a:pt x="22" y="4"/>
                    <a:pt x="22" y="4"/>
                  </a:cubicBezTo>
                  <a:cubicBezTo>
                    <a:pt x="5" y="4"/>
                    <a:pt x="5" y="4"/>
                    <a:pt x="5" y="4"/>
                  </a:cubicBezTo>
                  <a:cubicBezTo>
                    <a:pt x="6" y="20"/>
                    <a:pt x="19" y="25"/>
                    <a:pt x="30" y="25"/>
                  </a:cubicBezTo>
                  <a:cubicBezTo>
                    <a:pt x="30" y="25"/>
                    <a:pt x="30" y="25"/>
                    <a:pt x="30"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zh-CN" altLang="en-US" sz="2000">
                <a:latin typeface="迷你简菱心" panose="02010609000101010101" pitchFamily="49" charset="-122"/>
                <a:ea typeface="迷你简菱心" panose="02010609000101010101" pitchFamily="49" charset="-122"/>
              </a:endParaRPr>
            </a:p>
          </p:txBody>
        </p:sp>
      </p:grpSp>
      <p:sp>
        <p:nvSpPr>
          <p:cNvPr id="108" name="Freeform 826">
            <a:extLst>
              <a:ext uri="{FF2B5EF4-FFF2-40B4-BE49-F238E27FC236}">
                <a16:creationId xmlns:a16="http://schemas.microsoft.com/office/drawing/2014/main" id="{ED342636-46E1-4718-9942-3B4E78F7E6B8}"/>
              </a:ext>
            </a:extLst>
          </p:cNvPr>
          <p:cNvSpPr/>
          <p:nvPr/>
        </p:nvSpPr>
        <p:spPr bwMode="auto">
          <a:xfrm>
            <a:off x="3102972" y="2304328"/>
            <a:ext cx="406874" cy="400363"/>
          </a:xfrm>
          <a:custGeom>
            <a:gdLst>
              <a:gd name="T0" fmla="*/ 148 w 159"/>
              <a:gd name="T1" fmla="*/ 107 h 156"/>
              <a:gd name="T2" fmla="*/ 118 w 159"/>
              <a:gd name="T3" fmla="*/ 101 h 156"/>
              <a:gd name="T4" fmla="*/ 93 w 159"/>
              <a:gd name="T5" fmla="*/ 76 h 156"/>
              <a:gd name="T6" fmla="*/ 124 w 159"/>
              <a:gd name="T7" fmla="*/ 44 h 156"/>
              <a:gd name="T8" fmla="*/ 133 w 159"/>
              <a:gd name="T9" fmla="*/ 43 h 156"/>
              <a:gd name="T10" fmla="*/ 148 w 159"/>
              <a:gd name="T11" fmla="*/ 19 h 156"/>
              <a:gd name="T12" fmla="*/ 140 w 159"/>
              <a:gd name="T13" fmla="*/ 11 h 156"/>
              <a:gd name="T14" fmla="*/ 116 w 159"/>
              <a:gd name="T15" fmla="*/ 26 h 156"/>
              <a:gd name="T16" fmla="*/ 115 w 159"/>
              <a:gd name="T17" fmla="*/ 35 h 156"/>
              <a:gd name="T18" fmla="*/ 84 w 159"/>
              <a:gd name="T19" fmla="*/ 66 h 156"/>
              <a:gd name="T20" fmla="*/ 56 w 159"/>
              <a:gd name="T21" fmla="*/ 39 h 156"/>
              <a:gd name="T22" fmla="*/ 50 w 159"/>
              <a:gd name="T23" fmla="*/ 9 h 156"/>
              <a:gd name="T24" fmla="*/ 32 w 159"/>
              <a:gd name="T25" fmla="*/ 0 h 156"/>
              <a:gd name="T26" fmla="*/ 44 w 159"/>
              <a:gd name="T27" fmla="*/ 12 h 156"/>
              <a:gd name="T28" fmla="*/ 39 w 159"/>
              <a:gd name="T29" fmla="*/ 32 h 156"/>
              <a:gd name="T30" fmla="*/ 19 w 159"/>
              <a:gd name="T31" fmla="*/ 37 h 156"/>
              <a:gd name="T32" fmla="*/ 3 w 159"/>
              <a:gd name="T33" fmla="*/ 20 h 156"/>
              <a:gd name="T34" fmla="*/ 10 w 159"/>
              <a:gd name="T35" fmla="*/ 49 h 156"/>
              <a:gd name="T36" fmla="*/ 41 w 159"/>
              <a:gd name="T37" fmla="*/ 55 h 156"/>
              <a:gd name="T38" fmla="*/ 65 w 159"/>
              <a:gd name="T39" fmla="*/ 79 h 156"/>
              <a:gd name="T40" fmla="*/ 13 w 159"/>
              <a:gd name="T41" fmla="*/ 130 h 156"/>
              <a:gd name="T42" fmla="*/ 13 w 159"/>
              <a:gd name="T43" fmla="*/ 145 h 156"/>
              <a:gd name="T44" fmla="*/ 14 w 159"/>
              <a:gd name="T45" fmla="*/ 146 h 156"/>
              <a:gd name="T46" fmla="*/ 29 w 159"/>
              <a:gd name="T47" fmla="*/ 146 h 156"/>
              <a:gd name="T48" fmla="*/ 80 w 159"/>
              <a:gd name="T49" fmla="*/ 95 h 156"/>
              <a:gd name="T50" fmla="*/ 102 w 159"/>
              <a:gd name="T51" fmla="*/ 117 h 156"/>
              <a:gd name="T52" fmla="*/ 108 w 159"/>
              <a:gd name="T53" fmla="*/ 147 h 156"/>
              <a:gd name="T54" fmla="*/ 132 w 159"/>
              <a:gd name="T55" fmla="*/ 155 h 156"/>
              <a:gd name="T56" fmla="*/ 117 w 159"/>
              <a:gd name="T57" fmla="*/ 140 h 156"/>
              <a:gd name="T58" fmla="*/ 121 w 159"/>
              <a:gd name="T59" fmla="*/ 124 h 156"/>
              <a:gd name="T60" fmla="*/ 137 w 159"/>
              <a:gd name="T61" fmla="*/ 120 h 156"/>
              <a:gd name="T62" fmla="*/ 155 w 159"/>
              <a:gd name="T63" fmla="*/ 138 h 156"/>
              <a:gd name="T64" fmla="*/ 148 w 159"/>
              <a:gd name="T65" fmla="*/ 107 h 156"/>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59" h="156">
                <a:moveTo>
                  <a:pt x="148" y="107"/>
                </a:moveTo>
                <a:cubicBezTo>
                  <a:pt x="140" y="99"/>
                  <a:pt x="128" y="97"/>
                  <a:pt x="118" y="101"/>
                </a:cubicBezTo>
                <a:cubicBezTo>
                  <a:pt x="93" y="76"/>
                  <a:pt x="93" y="76"/>
                  <a:pt x="93" y="76"/>
                </a:cubicBezTo>
                <a:cubicBezTo>
                  <a:pt x="124" y="44"/>
                  <a:pt x="124" y="44"/>
                  <a:pt x="124" y="44"/>
                </a:cubicBezTo>
                <a:cubicBezTo>
                  <a:pt x="133" y="43"/>
                  <a:pt x="133" y="43"/>
                  <a:pt x="133" y="43"/>
                </a:cubicBezTo>
                <a:cubicBezTo>
                  <a:pt x="148" y="19"/>
                  <a:pt x="148" y="19"/>
                  <a:pt x="148" y="19"/>
                </a:cubicBezTo>
                <a:cubicBezTo>
                  <a:pt x="140" y="11"/>
                  <a:pt x="140" y="11"/>
                  <a:pt x="140" y="11"/>
                </a:cubicBezTo>
                <a:cubicBezTo>
                  <a:pt x="116" y="26"/>
                  <a:pt x="116" y="26"/>
                  <a:pt x="116" y="26"/>
                </a:cubicBezTo>
                <a:cubicBezTo>
                  <a:pt x="115" y="35"/>
                  <a:pt x="115" y="35"/>
                  <a:pt x="115" y="35"/>
                </a:cubicBezTo>
                <a:cubicBezTo>
                  <a:pt x="84" y="66"/>
                  <a:pt x="84" y="66"/>
                  <a:pt x="84" y="66"/>
                </a:cubicBezTo>
                <a:cubicBezTo>
                  <a:pt x="56" y="39"/>
                  <a:pt x="56" y="39"/>
                  <a:pt x="56" y="39"/>
                </a:cubicBezTo>
                <a:cubicBezTo>
                  <a:pt x="60" y="29"/>
                  <a:pt x="58" y="17"/>
                  <a:pt x="50" y="9"/>
                </a:cubicBezTo>
                <a:cubicBezTo>
                  <a:pt x="45" y="4"/>
                  <a:pt x="38" y="1"/>
                  <a:pt x="32" y="0"/>
                </a:cubicBezTo>
                <a:cubicBezTo>
                  <a:pt x="44" y="12"/>
                  <a:pt x="44" y="12"/>
                  <a:pt x="44" y="12"/>
                </a:cubicBezTo>
                <a:cubicBezTo>
                  <a:pt x="39" y="32"/>
                  <a:pt x="39" y="32"/>
                  <a:pt x="39" y="32"/>
                </a:cubicBezTo>
                <a:cubicBezTo>
                  <a:pt x="19" y="37"/>
                  <a:pt x="19" y="37"/>
                  <a:pt x="19" y="37"/>
                </a:cubicBezTo>
                <a:cubicBezTo>
                  <a:pt x="3" y="20"/>
                  <a:pt x="3" y="20"/>
                  <a:pt x="3" y="20"/>
                </a:cubicBezTo>
                <a:cubicBezTo>
                  <a:pt x="0" y="30"/>
                  <a:pt x="2" y="41"/>
                  <a:pt x="10" y="49"/>
                </a:cubicBezTo>
                <a:cubicBezTo>
                  <a:pt x="18" y="57"/>
                  <a:pt x="30" y="59"/>
                  <a:pt x="41" y="55"/>
                </a:cubicBezTo>
                <a:cubicBezTo>
                  <a:pt x="65" y="79"/>
                  <a:pt x="65" y="79"/>
                  <a:pt x="65" y="79"/>
                </a:cubicBezTo>
                <a:cubicBezTo>
                  <a:pt x="13" y="130"/>
                  <a:pt x="13" y="130"/>
                  <a:pt x="13" y="130"/>
                </a:cubicBezTo>
                <a:cubicBezTo>
                  <a:pt x="9" y="134"/>
                  <a:pt x="9" y="141"/>
                  <a:pt x="13" y="145"/>
                </a:cubicBezTo>
                <a:cubicBezTo>
                  <a:pt x="14" y="146"/>
                  <a:pt x="14" y="146"/>
                  <a:pt x="14" y="146"/>
                </a:cubicBezTo>
                <a:cubicBezTo>
                  <a:pt x="18" y="150"/>
                  <a:pt x="25" y="150"/>
                  <a:pt x="29" y="146"/>
                </a:cubicBezTo>
                <a:cubicBezTo>
                  <a:pt x="80" y="95"/>
                  <a:pt x="80" y="95"/>
                  <a:pt x="80" y="95"/>
                </a:cubicBezTo>
                <a:cubicBezTo>
                  <a:pt x="102" y="117"/>
                  <a:pt x="102" y="117"/>
                  <a:pt x="102" y="117"/>
                </a:cubicBezTo>
                <a:cubicBezTo>
                  <a:pt x="98" y="127"/>
                  <a:pt x="100" y="139"/>
                  <a:pt x="108" y="147"/>
                </a:cubicBezTo>
                <a:cubicBezTo>
                  <a:pt x="115" y="154"/>
                  <a:pt x="124" y="156"/>
                  <a:pt x="132" y="155"/>
                </a:cubicBezTo>
                <a:cubicBezTo>
                  <a:pt x="117" y="140"/>
                  <a:pt x="117" y="140"/>
                  <a:pt x="117" y="140"/>
                </a:cubicBezTo>
                <a:cubicBezTo>
                  <a:pt x="121" y="124"/>
                  <a:pt x="121" y="124"/>
                  <a:pt x="121" y="124"/>
                </a:cubicBezTo>
                <a:cubicBezTo>
                  <a:pt x="137" y="120"/>
                  <a:pt x="137" y="120"/>
                  <a:pt x="137" y="120"/>
                </a:cubicBezTo>
                <a:cubicBezTo>
                  <a:pt x="155" y="138"/>
                  <a:pt x="155" y="138"/>
                  <a:pt x="155" y="138"/>
                </a:cubicBezTo>
                <a:cubicBezTo>
                  <a:pt x="159" y="127"/>
                  <a:pt x="157" y="115"/>
                  <a:pt x="148" y="107"/>
                </a:cubicBezTo>
                <a:close/>
              </a:path>
            </a:pathLst>
          </a:custGeom>
          <a:solidFill>
            <a:schemeClr val="bg1"/>
          </a:solidFill>
          <a:ln>
            <a:noFill/>
          </a:ln>
        </p:spPr>
        <p:txBody>
          <a:bodyPr vert="horz" wrap="square" lIns="91419" tIns="45709" rIns="91419" bIns="45709" numCol="1" anchor="t" anchorCtr="0" compatLnSpc="1">
            <a:prstTxWarp prst="textNoShape">
              <a:avLst/>
            </a:prstTxWarp>
          </a:bodyPr>
          <a:lstStyle/>
          <a:p>
            <a:endParaRPr lang="zh-CN" altLang="en-US" sz="2000">
              <a:latin typeface="迷你简菱心" panose="02010609000101010101" pitchFamily="49" charset="-122"/>
              <a:ea typeface="迷你简菱心" panose="02010609000101010101" pitchFamily="49" charset="-122"/>
            </a:endParaRPr>
          </a:p>
        </p:txBody>
      </p:sp>
      <p:grpSp>
        <p:nvGrpSpPr>
          <p:cNvPr id="109" name="组合 108">
            <a:extLst>
              <a:ext uri="{FF2B5EF4-FFF2-40B4-BE49-F238E27FC236}">
                <a16:creationId xmlns:a16="http://schemas.microsoft.com/office/drawing/2014/main" id="{AE6EAF93-72CF-4387-8FA6-5003ACA09EC1}"/>
              </a:ext>
            </a:extLst>
          </p:cNvPr>
          <p:cNvGrpSpPr/>
          <p:nvPr/>
        </p:nvGrpSpPr>
        <p:grpSpPr>
          <a:xfrm>
            <a:off x="3070206" y="4404840"/>
            <a:ext cx="472408" cy="326845"/>
            <a:chOff x="952500" y="6732588"/>
            <a:chExt cx="839788" cy="581025"/>
          </a:xfrm>
          <a:solidFill>
            <a:schemeClr val="bg1"/>
          </a:solidFill>
        </p:grpSpPr>
        <p:sp>
          <p:nvSpPr>
            <p:cNvPr id="110" name="Freeform 919">
              <a:extLst>
                <a:ext uri="{FF2B5EF4-FFF2-40B4-BE49-F238E27FC236}">
                  <a16:creationId xmlns:a16="http://schemas.microsoft.com/office/drawing/2014/main" id="{E76B597A-9EBB-4893-B82F-2235C191BBCA}"/>
                </a:ext>
              </a:extLst>
            </p:cNvPr>
            <p:cNvSpPr/>
            <p:nvPr/>
          </p:nvSpPr>
          <p:spPr bwMode="auto">
            <a:xfrm>
              <a:off x="1181100" y="7021513"/>
              <a:ext cx="509588" cy="292100"/>
            </a:xfrm>
            <a:custGeom>
              <a:gdLst>
                <a:gd name="T0" fmla="*/ 101 w 136"/>
                <a:gd name="T1" fmla="*/ 0 h 78"/>
                <a:gd name="T2" fmla="*/ 0 w 136"/>
                <a:gd name="T3" fmla="*/ 75 h 78"/>
                <a:gd name="T4" fmla="*/ 10 w 136"/>
                <a:gd name="T5" fmla="*/ 76 h 78"/>
                <a:gd name="T6" fmla="*/ 136 w 136"/>
                <a:gd name="T7" fmla="*/ 0 h 78"/>
                <a:gd name="T8" fmla="*/ 101 w 136"/>
                <a:gd name="T9" fmla="*/ 0 h 78"/>
                <a:gd name="T10" fmla="*/ 101 w 136"/>
                <a:gd name="T11" fmla="*/ 0 h 78"/>
              </a:gdLst>
              <a:cxnLst>
                <a:cxn ang="0">
                  <a:pos x="T0" y="T1"/>
                </a:cxn>
                <a:cxn ang="0">
                  <a:pos x="T2" y="T3"/>
                </a:cxn>
                <a:cxn ang="0">
                  <a:pos x="T4" y="T5"/>
                </a:cxn>
                <a:cxn ang="0">
                  <a:pos x="T6" y="T7"/>
                </a:cxn>
                <a:cxn ang="0">
                  <a:pos x="T8" y="T9"/>
                </a:cxn>
                <a:cxn ang="0">
                  <a:pos x="T10" y="T11"/>
                </a:cxn>
              </a:cxnLst>
              <a:rect l="0" t="0" r="r" b="b"/>
              <a:pathLst>
                <a:path w="136" h="78">
                  <a:moveTo>
                    <a:pt x="101" y="0"/>
                  </a:moveTo>
                  <a:cubicBezTo>
                    <a:pt x="81" y="38"/>
                    <a:pt x="49" y="64"/>
                    <a:pt x="0" y="75"/>
                  </a:cubicBezTo>
                  <a:cubicBezTo>
                    <a:pt x="3" y="76"/>
                    <a:pt x="7" y="76"/>
                    <a:pt x="10" y="76"/>
                  </a:cubicBezTo>
                  <a:cubicBezTo>
                    <a:pt x="65" y="78"/>
                    <a:pt x="114" y="47"/>
                    <a:pt x="136" y="0"/>
                  </a:cubicBezTo>
                  <a:cubicBezTo>
                    <a:pt x="101" y="0"/>
                    <a:pt x="101" y="0"/>
                    <a:pt x="101" y="0"/>
                  </a:cubicBezTo>
                  <a:cubicBezTo>
                    <a:pt x="101" y="0"/>
                    <a:pt x="101" y="0"/>
                    <a:pt x="10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zh-CN" altLang="en-US" sz="2000">
                <a:latin typeface="迷你简菱心" panose="02010609000101010101" pitchFamily="49" charset="-122"/>
                <a:ea typeface="迷你简菱心" panose="02010609000101010101" pitchFamily="49" charset="-122"/>
              </a:endParaRPr>
            </a:p>
          </p:txBody>
        </p:sp>
        <p:sp>
          <p:nvSpPr>
            <p:cNvPr id="111" name="Freeform 920">
              <a:extLst>
                <a:ext uri="{FF2B5EF4-FFF2-40B4-BE49-F238E27FC236}">
                  <a16:creationId xmlns:a16="http://schemas.microsoft.com/office/drawing/2014/main" id="{F8614175-1C9F-4D56-8101-C6A4DCBAFA79}"/>
                </a:ext>
              </a:extLst>
            </p:cNvPr>
            <p:cNvSpPr/>
            <p:nvPr/>
          </p:nvSpPr>
          <p:spPr bwMode="auto">
            <a:xfrm>
              <a:off x="1103313" y="6732588"/>
              <a:ext cx="85725" cy="104775"/>
            </a:xfrm>
            <a:custGeom>
              <a:gdLst>
                <a:gd name="T0" fmla="*/ 10 w 23"/>
                <a:gd name="T1" fmla="*/ 28 h 28"/>
                <a:gd name="T2" fmla="*/ 23 w 23"/>
                <a:gd name="T3" fmla="*/ 15 h 28"/>
                <a:gd name="T4" fmla="*/ 13 w 23"/>
                <a:gd name="T5" fmla="*/ 1 h 28"/>
                <a:gd name="T6" fmla="*/ 1 w 23"/>
                <a:gd name="T7" fmla="*/ 13 h 28"/>
                <a:gd name="T8" fmla="*/ 10 w 23"/>
                <a:gd name="T9" fmla="*/ 28 h 28"/>
              </a:gdLst>
              <a:cxnLst>
                <a:cxn ang="0">
                  <a:pos x="T0" y="T1"/>
                </a:cxn>
                <a:cxn ang="0">
                  <a:pos x="T2" y="T3"/>
                </a:cxn>
                <a:cxn ang="0">
                  <a:pos x="T4" y="T5"/>
                </a:cxn>
                <a:cxn ang="0">
                  <a:pos x="T6" y="T7"/>
                </a:cxn>
                <a:cxn ang="0">
                  <a:pos x="T8" y="T9"/>
                </a:cxn>
              </a:cxnLst>
              <a:rect l="0" t="0" r="r" b="b"/>
              <a:pathLst>
                <a:path w="23" h="28">
                  <a:moveTo>
                    <a:pt x="10" y="28"/>
                  </a:moveTo>
                  <a:cubicBezTo>
                    <a:pt x="16" y="28"/>
                    <a:pt x="22" y="23"/>
                    <a:pt x="23" y="15"/>
                  </a:cubicBezTo>
                  <a:cubicBezTo>
                    <a:pt x="23" y="8"/>
                    <a:pt x="19" y="1"/>
                    <a:pt x="13" y="1"/>
                  </a:cubicBezTo>
                  <a:cubicBezTo>
                    <a:pt x="7" y="0"/>
                    <a:pt x="2" y="6"/>
                    <a:pt x="1" y="13"/>
                  </a:cubicBezTo>
                  <a:cubicBezTo>
                    <a:pt x="0" y="20"/>
                    <a:pt x="4" y="27"/>
                    <a:pt x="10" y="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zh-CN" altLang="en-US" sz="2000">
                <a:latin typeface="迷你简菱心" panose="02010609000101010101" pitchFamily="49" charset="-122"/>
                <a:ea typeface="迷你简菱心" panose="02010609000101010101" pitchFamily="49" charset="-122"/>
              </a:endParaRPr>
            </a:p>
          </p:txBody>
        </p:sp>
        <p:sp>
          <p:nvSpPr>
            <p:cNvPr id="112" name="Freeform 921">
              <a:extLst>
                <a:ext uri="{FF2B5EF4-FFF2-40B4-BE49-F238E27FC236}">
                  <a16:creationId xmlns:a16="http://schemas.microsoft.com/office/drawing/2014/main" id="{1D6FB4E3-8781-4269-9324-E95986AE37B0}"/>
                </a:ext>
              </a:extLst>
            </p:cNvPr>
            <p:cNvSpPr/>
            <p:nvPr/>
          </p:nvSpPr>
          <p:spPr bwMode="auto">
            <a:xfrm>
              <a:off x="1544638" y="6751638"/>
              <a:ext cx="247650" cy="203200"/>
            </a:xfrm>
            <a:custGeom>
              <a:gdLst>
                <a:gd name="T0" fmla="*/ 12 w 66"/>
                <a:gd name="T1" fmla="*/ 54 h 54"/>
                <a:gd name="T2" fmla="*/ 46 w 66"/>
                <a:gd name="T3" fmla="*/ 54 h 54"/>
                <a:gd name="T4" fmla="*/ 49 w 66"/>
                <a:gd name="T5" fmla="*/ 42 h 54"/>
                <a:gd name="T6" fmla="*/ 66 w 66"/>
                <a:gd name="T7" fmla="*/ 42 h 54"/>
                <a:gd name="T8" fmla="*/ 33 w 66"/>
                <a:gd name="T9" fmla="*/ 0 h 54"/>
                <a:gd name="T10" fmla="*/ 0 w 66"/>
                <a:gd name="T11" fmla="*/ 42 h 54"/>
                <a:gd name="T12" fmla="*/ 17 w 66"/>
                <a:gd name="T13" fmla="*/ 42 h 54"/>
                <a:gd name="T14" fmla="*/ 12 w 66"/>
                <a:gd name="T15" fmla="*/ 54 h 54"/>
              </a:gd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6" h="54">
                  <a:moveTo>
                    <a:pt x="12" y="54"/>
                  </a:moveTo>
                  <a:cubicBezTo>
                    <a:pt x="46" y="54"/>
                    <a:pt x="46" y="54"/>
                    <a:pt x="46" y="54"/>
                  </a:cubicBezTo>
                  <a:cubicBezTo>
                    <a:pt x="48" y="50"/>
                    <a:pt x="49" y="46"/>
                    <a:pt x="49" y="42"/>
                  </a:cubicBezTo>
                  <a:cubicBezTo>
                    <a:pt x="66" y="42"/>
                    <a:pt x="66" y="42"/>
                    <a:pt x="66" y="42"/>
                  </a:cubicBezTo>
                  <a:cubicBezTo>
                    <a:pt x="33" y="0"/>
                    <a:pt x="33" y="0"/>
                    <a:pt x="33" y="0"/>
                  </a:cubicBezTo>
                  <a:cubicBezTo>
                    <a:pt x="0" y="42"/>
                    <a:pt x="0" y="42"/>
                    <a:pt x="0" y="42"/>
                  </a:cubicBezTo>
                  <a:cubicBezTo>
                    <a:pt x="17" y="42"/>
                    <a:pt x="17" y="42"/>
                    <a:pt x="17" y="42"/>
                  </a:cubicBezTo>
                  <a:cubicBezTo>
                    <a:pt x="15" y="46"/>
                    <a:pt x="14" y="50"/>
                    <a:pt x="12" y="5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zh-CN" altLang="en-US" sz="2000">
                <a:latin typeface="迷你简菱心" panose="02010609000101010101" pitchFamily="49" charset="-122"/>
                <a:ea typeface="迷你简菱心" panose="02010609000101010101" pitchFamily="49" charset="-122"/>
              </a:endParaRPr>
            </a:p>
          </p:txBody>
        </p:sp>
        <p:sp>
          <p:nvSpPr>
            <p:cNvPr id="113" name="Freeform 922">
              <a:extLst>
                <a:ext uri="{FF2B5EF4-FFF2-40B4-BE49-F238E27FC236}">
                  <a16:creationId xmlns:a16="http://schemas.microsoft.com/office/drawing/2014/main" id="{0F9DCEE0-7D21-4B2F-BD15-95B73C1689E2}"/>
                </a:ext>
              </a:extLst>
            </p:cNvPr>
            <p:cNvSpPr>
              <a:spLocks noEditPoints="1"/>
            </p:cNvSpPr>
            <p:nvPr/>
          </p:nvSpPr>
          <p:spPr bwMode="auto">
            <a:xfrm>
              <a:off x="952500" y="6842125"/>
              <a:ext cx="790575" cy="438150"/>
            </a:xfrm>
            <a:custGeom>
              <a:gdLst>
                <a:gd name="T0" fmla="*/ 164 w 211"/>
                <a:gd name="T1" fmla="*/ 32 h 117"/>
                <a:gd name="T2" fmla="*/ 160 w 211"/>
                <a:gd name="T3" fmla="*/ 37 h 117"/>
                <a:gd name="T4" fmla="*/ 90 w 211"/>
                <a:gd name="T5" fmla="*/ 33 h 117"/>
                <a:gd name="T6" fmla="*/ 57 w 211"/>
                <a:gd name="T7" fmla="*/ 6 h 117"/>
                <a:gd name="T8" fmla="*/ 56 w 211"/>
                <a:gd name="T9" fmla="*/ 13 h 117"/>
                <a:gd name="T10" fmla="*/ 51 w 211"/>
                <a:gd name="T11" fmla="*/ 6 h 117"/>
                <a:gd name="T12" fmla="*/ 51 w 211"/>
                <a:gd name="T13" fmla="*/ 0 h 117"/>
                <a:gd name="T14" fmla="*/ 47 w 211"/>
                <a:gd name="T15" fmla="*/ 5 h 117"/>
                <a:gd name="T16" fmla="*/ 47 w 211"/>
                <a:gd name="T17" fmla="*/ 28 h 117"/>
                <a:gd name="T18" fmla="*/ 45 w 211"/>
                <a:gd name="T19" fmla="*/ 8 h 117"/>
                <a:gd name="T20" fmla="*/ 44 w 211"/>
                <a:gd name="T21" fmla="*/ 1 h 117"/>
                <a:gd name="T22" fmla="*/ 34 w 211"/>
                <a:gd name="T23" fmla="*/ 1 h 117"/>
                <a:gd name="T24" fmla="*/ 17 w 211"/>
                <a:gd name="T25" fmla="*/ 14 h 117"/>
                <a:gd name="T26" fmla="*/ 9 w 211"/>
                <a:gd name="T27" fmla="*/ 21 h 117"/>
                <a:gd name="T28" fmla="*/ 8 w 211"/>
                <a:gd name="T29" fmla="*/ 22 h 117"/>
                <a:gd name="T30" fmla="*/ 8 w 211"/>
                <a:gd name="T31" fmla="*/ 22 h 117"/>
                <a:gd name="T32" fmla="*/ 11 w 211"/>
                <a:gd name="T33" fmla="*/ 34 h 117"/>
                <a:gd name="T34" fmla="*/ 11 w 211"/>
                <a:gd name="T35" fmla="*/ 34 h 117"/>
                <a:gd name="T36" fmla="*/ 19 w 211"/>
                <a:gd name="T37" fmla="*/ 37 h 117"/>
                <a:gd name="T38" fmla="*/ 8 w 211"/>
                <a:gd name="T39" fmla="*/ 72 h 117"/>
                <a:gd name="T40" fmla="*/ 10 w 211"/>
                <a:gd name="T41" fmla="*/ 101 h 117"/>
                <a:gd name="T42" fmla="*/ 2 w 211"/>
                <a:gd name="T43" fmla="*/ 110 h 117"/>
                <a:gd name="T44" fmla="*/ 8 w 211"/>
                <a:gd name="T45" fmla="*/ 115 h 117"/>
                <a:gd name="T46" fmla="*/ 16 w 211"/>
                <a:gd name="T47" fmla="*/ 109 h 117"/>
                <a:gd name="T48" fmla="*/ 39 w 211"/>
                <a:gd name="T49" fmla="*/ 111 h 117"/>
                <a:gd name="T50" fmla="*/ 20 w 211"/>
                <a:gd name="T51" fmla="*/ 100 h 117"/>
                <a:gd name="T52" fmla="*/ 16 w 211"/>
                <a:gd name="T53" fmla="*/ 67 h 117"/>
                <a:gd name="T54" fmla="*/ 25 w 211"/>
                <a:gd name="T55" fmla="*/ 45 h 117"/>
                <a:gd name="T56" fmla="*/ 24 w 211"/>
                <a:gd name="T57" fmla="*/ 59 h 117"/>
                <a:gd name="T58" fmla="*/ 53 w 211"/>
                <a:gd name="T59" fmla="*/ 117 h 117"/>
                <a:gd name="T60" fmla="*/ 51 w 211"/>
                <a:gd name="T61" fmla="*/ 65 h 117"/>
                <a:gd name="T62" fmla="*/ 82 w 211"/>
                <a:gd name="T63" fmla="*/ 107 h 117"/>
                <a:gd name="T64" fmla="*/ 73 w 211"/>
                <a:gd name="T65" fmla="*/ 61 h 117"/>
                <a:gd name="T66" fmla="*/ 58 w 211"/>
                <a:gd name="T67" fmla="*/ 45 h 117"/>
                <a:gd name="T68" fmla="*/ 83 w 211"/>
                <a:gd name="T69" fmla="*/ 47 h 117"/>
                <a:gd name="T70" fmla="*/ 204 w 211"/>
                <a:gd name="T71" fmla="*/ 45 h 117"/>
                <a:gd name="T72" fmla="*/ 208 w 211"/>
                <a:gd name="T73" fmla="*/ 40 h 117"/>
                <a:gd name="T74" fmla="*/ 207 w 211"/>
                <a:gd name="T75" fmla="*/ 32 h 117"/>
                <a:gd name="T76" fmla="*/ 57 w 211"/>
                <a:gd name="T77" fmla="*/ 29 h 117"/>
                <a:gd name="T78" fmla="*/ 64 w 211"/>
                <a:gd name="T79" fmla="*/ 37 h 117"/>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11" h="117">
                  <a:moveTo>
                    <a:pt x="207" y="32"/>
                  </a:moveTo>
                  <a:cubicBezTo>
                    <a:pt x="164" y="32"/>
                    <a:pt x="164" y="32"/>
                    <a:pt x="164" y="32"/>
                  </a:cubicBezTo>
                  <a:cubicBezTo>
                    <a:pt x="162" y="32"/>
                    <a:pt x="160" y="34"/>
                    <a:pt x="160" y="36"/>
                  </a:cubicBezTo>
                  <a:cubicBezTo>
                    <a:pt x="160" y="36"/>
                    <a:pt x="160" y="36"/>
                    <a:pt x="160" y="37"/>
                  </a:cubicBezTo>
                  <a:cubicBezTo>
                    <a:pt x="88" y="37"/>
                    <a:pt x="88" y="37"/>
                    <a:pt x="88" y="37"/>
                  </a:cubicBezTo>
                  <a:cubicBezTo>
                    <a:pt x="89" y="35"/>
                    <a:pt x="89" y="34"/>
                    <a:pt x="90" y="33"/>
                  </a:cubicBezTo>
                  <a:cubicBezTo>
                    <a:pt x="84" y="31"/>
                    <a:pt x="71" y="25"/>
                    <a:pt x="71" y="25"/>
                  </a:cubicBezTo>
                  <a:cubicBezTo>
                    <a:pt x="57" y="6"/>
                    <a:pt x="57" y="6"/>
                    <a:pt x="57" y="6"/>
                  </a:cubicBezTo>
                  <a:cubicBezTo>
                    <a:pt x="54" y="8"/>
                    <a:pt x="54" y="8"/>
                    <a:pt x="54" y="8"/>
                  </a:cubicBezTo>
                  <a:cubicBezTo>
                    <a:pt x="56" y="13"/>
                    <a:pt x="56" y="13"/>
                    <a:pt x="56" y="13"/>
                  </a:cubicBezTo>
                  <a:cubicBezTo>
                    <a:pt x="51" y="28"/>
                    <a:pt x="51" y="28"/>
                    <a:pt x="51" y="28"/>
                  </a:cubicBezTo>
                  <a:cubicBezTo>
                    <a:pt x="51" y="6"/>
                    <a:pt x="51" y="6"/>
                    <a:pt x="51" y="6"/>
                  </a:cubicBezTo>
                  <a:cubicBezTo>
                    <a:pt x="52" y="5"/>
                    <a:pt x="52" y="5"/>
                    <a:pt x="52" y="5"/>
                  </a:cubicBezTo>
                  <a:cubicBezTo>
                    <a:pt x="51" y="0"/>
                    <a:pt x="51" y="0"/>
                    <a:pt x="51" y="0"/>
                  </a:cubicBezTo>
                  <a:cubicBezTo>
                    <a:pt x="48" y="0"/>
                    <a:pt x="48" y="0"/>
                    <a:pt x="48" y="0"/>
                  </a:cubicBezTo>
                  <a:cubicBezTo>
                    <a:pt x="47" y="5"/>
                    <a:pt x="47" y="5"/>
                    <a:pt x="47" y="5"/>
                  </a:cubicBezTo>
                  <a:cubicBezTo>
                    <a:pt x="48" y="6"/>
                    <a:pt x="48" y="6"/>
                    <a:pt x="48" y="6"/>
                  </a:cubicBezTo>
                  <a:cubicBezTo>
                    <a:pt x="47" y="28"/>
                    <a:pt x="47" y="28"/>
                    <a:pt x="47" y="28"/>
                  </a:cubicBezTo>
                  <a:cubicBezTo>
                    <a:pt x="43" y="12"/>
                    <a:pt x="43" y="12"/>
                    <a:pt x="43" y="12"/>
                  </a:cubicBezTo>
                  <a:cubicBezTo>
                    <a:pt x="45" y="8"/>
                    <a:pt x="45" y="8"/>
                    <a:pt x="45" y="8"/>
                  </a:cubicBezTo>
                  <a:cubicBezTo>
                    <a:pt x="42" y="5"/>
                    <a:pt x="42" y="5"/>
                    <a:pt x="42" y="5"/>
                  </a:cubicBezTo>
                  <a:cubicBezTo>
                    <a:pt x="44" y="1"/>
                    <a:pt x="44" y="1"/>
                    <a:pt x="44" y="1"/>
                  </a:cubicBezTo>
                  <a:cubicBezTo>
                    <a:pt x="44" y="1"/>
                    <a:pt x="44" y="1"/>
                    <a:pt x="44" y="1"/>
                  </a:cubicBezTo>
                  <a:cubicBezTo>
                    <a:pt x="41" y="1"/>
                    <a:pt x="39" y="1"/>
                    <a:pt x="34" y="1"/>
                  </a:cubicBezTo>
                  <a:cubicBezTo>
                    <a:pt x="33" y="1"/>
                    <a:pt x="29" y="3"/>
                    <a:pt x="27" y="5"/>
                  </a:cubicBezTo>
                  <a:cubicBezTo>
                    <a:pt x="17" y="14"/>
                    <a:pt x="17" y="14"/>
                    <a:pt x="17" y="14"/>
                  </a:cubicBezTo>
                  <a:cubicBezTo>
                    <a:pt x="12" y="19"/>
                    <a:pt x="12" y="19"/>
                    <a:pt x="12" y="19"/>
                  </a:cubicBezTo>
                  <a:cubicBezTo>
                    <a:pt x="9" y="21"/>
                    <a:pt x="9" y="21"/>
                    <a:pt x="9" y="21"/>
                  </a:cubicBezTo>
                  <a:cubicBezTo>
                    <a:pt x="8" y="22"/>
                    <a:pt x="8" y="22"/>
                    <a:pt x="8" y="22"/>
                  </a:cubicBezTo>
                  <a:cubicBezTo>
                    <a:pt x="8" y="22"/>
                    <a:pt x="8" y="22"/>
                    <a:pt x="8" y="22"/>
                  </a:cubicBezTo>
                  <a:cubicBezTo>
                    <a:pt x="8" y="22"/>
                    <a:pt x="8" y="22"/>
                    <a:pt x="8" y="22"/>
                  </a:cubicBezTo>
                  <a:cubicBezTo>
                    <a:pt x="8" y="22"/>
                    <a:pt x="8" y="22"/>
                    <a:pt x="8" y="22"/>
                  </a:cubicBezTo>
                  <a:cubicBezTo>
                    <a:pt x="9" y="27"/>
                    <a:pt x="6" y="10"/>
                    <a:pt x="11" y="34"/>
                  </a:cubicBezTo>
                  <a:cubicBezTo>
                    <a:pt x="11" y="34"/>
                    <a:pt x="11" y="34"/>
                    <a:pt x="11" y="34"/>
                  </a:cubicBezTo>
                  <a:cubicBezTo>
                    <a:pt x="11" y="34"/>
                    <a:pt x="11" y="34"/>
                    <a:pt x="11" y="34"/>
                  </a:cubicBezTo>
                  <a:cubicBezTo>
                    <a:pt x="11" y="34"/>
                    <a:pt x="11" y="34"/>
                    <a:pt x="11" y="34"/>
                  </a:cubicBezTo>
                  <a:cubicBezTo>
                    <a:pt x="13" y="35"/>
                    <a:pt x="13" y="35"/>
                    <a:pt x="13" y="35"/>
                  </a:cubicBezTo>
                  <a:cubicBezTo>
                    <a:pt x="19" y="37"/>
                    <a:pt x="19" y="37"/>
                    <a:pt x="19" y="37"/>
                  </a:cubicBezTo>
                  <a:cubicBezTo>
                    <a:pt x="14" y="39"/>
                    <a:pt x="8" y="42"/>
                    <a:pt x="5" y="49"/>
                  </a:cubicBezTo>
                  <a:cubicBezTo>
                    <a:pt x="0" y="59"/>
                    <a:pt x="5" y="66"/>
                    <a:pt x="8" y="72"/>
                  </a:cubicBezTo>
                  <a:cubicBezTo>
                    <a:pt x="10" y="75"/>
                    <a:pt x="12" y="79"/>
                    <a:pt x="13" y="82"/>
                  </a:cubicBezTo>
                  <a:cubicBezTo>
                    <a:pt x="14" y="88"/>
                    <a:pt x="12" y="96"/>
                    <a:pt x="10" y="101"/>
                  </a:cubicBezTo>
                  <a:cubicBezTo>
                    <a:pt x="8" y="102"/>
                    <a:pt x="7" y="103"/>
                    <a:pt x="5" y="104"/>
                  </a:cubicBezTo>
                  <a:cubicBezTo>
                    <a:pt x="2" y="106"/>
                    <a:pt x="1" y="109"/>
                    <a:pt x="2" y="110"/>
                  </a:cubicBezTo>
                  <a:cubicBezTo>
                    <a:pt x="2" y="111"/>
                    <a:pt x="2" y="114"/>
                    <a:pt x="6" y="115"/>
                  </a:cubicBezTo>
                  <a:cubicBezTo>
                    <a:pt x="6" y="115"/>
                    <a:pt x="7" y="115"/>
                    <a:pt x="8" y="115"/>
                  </a:cubicBezTo>
                  <a:cubicBezTo>
                    <a:pt x="10" y="115"/>
                    <a:pt x="11" y="115"/>
                    <a:pt x="13" y="113"/>
                  </a:cubicBezTo>
                  <a:cubicBezTo>
                    <a:pt x="14" y="112"/>
                    <a:pt x="15" y="111"/>
                    <a:pt x="16" y="109"/>
                  </a:cubicBezTo>
                  <a:cubicBezTo>
                    <a:pt x="21" y="108"/>
                    <a:pt x="27" y="109"/>
                    <a:pt x="33" y="112"/>
                  </a:cubicBezTo>
                  <a:cubicBezTo>
                    <a:pt x="35" y="113"/>
                    <a:pt x="38" y="113"/>
                    <a:pt x="39" y="111"/>
                  </a:cubicBezTo>
                  <a:cubicBezTo>
                    <a:pt x="40" y="109"/>
                    <a:pt x="39" y="106"/>
                    <a:pt x="37" y="105"/>
                  </a:cubicBezTo>
                  <a:cubicBezTo>
                    <a:pt x="32" y="101"/>
                    <a:pt x="25" y="100"/>
                    <a:pt x="20" y="100"/>
                  </a:cubicBezTo>
                  <a:cubicBezTo>
                    <a:pt x="22" y="93"/>
                    <a:pt x="22" y="86"/>
                    <a:pt x="21" y="81"/>
                  </a:cubicBezTo>
                  <a:cubicBezTo>
                    <a:pt x="21" y="76"/>
                    <a:pt x="18" y="71"/>
                    <a:pt x="16" y="67"/>
                  </a:cubicBezTo>
                  <a:cubicBezTo>
                    <a:pt x="12" y="61"/>
                    <a:pt x="10" y="58"/>
                    <a:pt x="12" y="53"/>
                  </a:cubicBezTo>
                  <a:cubicBezTo>
                    <a:pt x="15" y="47"/>
                    <a:pt x="21" y="45"/>
                    <a:pt x="25" y="45"/>
                  </a:cubicBezTo>
                  <a:cubicBezTo>
                    <a:pt x="25" y="50"/>
                    <a:pt x="24" y="54"/>
                    <a:pt x="24" y="59"/>
                  </a:cubicBezTo>
                  <a:cubicBezTo>
                    <a:pt x="24" y="59"/>
                    <a:pt x="24" y="59"/>
                    <a:pt x="24" y="59"/>
                  </a:cubicBezTo>
                  <a:cubicBezTo>
                    <a:pt x="27" y="59"/>
                    <a:pt x="29" y="59"/>
                    <a:pt x="32" y="60"/>
                  </a:cubicBezTo>
                  <a:cubicBezTo>
                    <a:pt x="39" y="79"/>
                    <a:pt x="46" y="98"/>
                    <a:pt x="53" y="117"/>
                  </a:cubicBezTo>
                  <a:cubicBezTo>
                    <a:pt x="67" y="113"/>
                    <a:pt x="67" y="113"/>
                    <a:pt x="67" y="113"/>
                  </a:cubicBezTo>
                  <a:cubicBezTo>
                    <a:pt x="64" y="100"/>
                    <a:pt x="56" y="78"/>
                    <a:pt x="51" y="65"/>
                  </a:cubicBezTo>
                  <a:cubicBezTo>
                    <a:pt x="57" y="70"/>
                    <a:pt x="64" y="74"/>
                    <a:pt x="65" y="78"/>
                  </a:cubicBezTo>
                  <a:cubicBezTo>
                    <a:pt x="82" y="107"/>
                    <a:pt x="82" y="107"/>
                    <a:pt x="82" y="107"/>
                  </a:cubicBezTo>
                  <a:cubicBezTo>
                    <a:pt x="95" y="100"/>
                    <a:pt x="95" y="100"/>
                    <a:pt x="95" y="100"/>
                  </a:cubicBezTo>
                  <a:cubicBezTo>
                    <a:pt x="88" y="89"/>
                    <a:pt x="84" y="77"/>
                    <a:pt x="73" y="61"/>
                  </a:cubicBezTo>
                  <a:cubicBezTo>
                    <a:pt x="67" y="56"/>
                    <a:pt x="62" y="52"/>
                    <a:pt x="58" y="49"/>
                  </a:cubicBezTo>
                  <a:cubicBezTo>
                    <a:pt x="58" y="48"/>
                    <a:pt x="58" y="46"/>
                    <a:pt x="58" y="45"/>
                  </a:cubicBezTo>
                  <a:cubicBezTo>
                    <a:pt x="80" y="45"/>
                    <a:pt x="80" y="45"/>
                    <a:pt x="80" y="45"/>
                  </a:cubicBezTo>
                  <a:cubicBezTo>
                    <a:pt x="81" y="46"/>
                    <a:pt x="82" y="46"/>
                    <a:pt x="83" y="47"/>
                  </a:cubicBezTo>
                  <a:cubicBezTo>
                    <a:pt x="83" y="46"/>
                    <a:pt x="84" y="46"/>
                    <a:pt x="84" y="45"/>
                  </a:cubicBezTo>
                  <a:cubicBezTo>
                    <a:pt x="204" y="45"/>
                    <a:pt x="204" y="45"/>
                    <a:pt x="204" y="45"/>
                  </a:cubicBezTo>
                  <a:cubicBezTo>
                    <a:pt x="206" y="45"/>
                    <a:pt x="208" y="43"/>
                    <a:pt x="208" y="41"/>
                  </a:cubicBezTo>
                  <a:cubicBezTo>
                    <a:pt x="208" y="41"/>
                    <a:pt x="208" y="40"/>
                    <a:pt x="208" y="40"/>
                  </a:cubicBezTo>
                  <a:cubicBezTo>
                    <a:pt x="210" y="40"/>
                    <a:pt x="211" y="38"/>
                    <a:pt x="211" y="36"/>
                  </a:cubicBezTo>
                  <a:cubicBezTo>
                    <a:pt x="211" y="34"/>
                    <a:pt x="209" y="32"/>
                    <a:pt x="207" y="32"/>
                  </a:cubicBezTo>
                  <a:close/>
                  <a:moveTo>
                    <a:pt x="57" y="37"/>
                  </a:moveTo>
                  <a:cubicBezTo>
                    <a:pt x="57" y="34"/>
                    <a:pt x="57" y="31"/>
                    <a:pt x="57" y="29"/>
                  </a:cubicBezTo>
                  <a:cubicBezTo>
                    <a:pt x="59" y="33"/>
                    <a:pt x="59" y="33"/>
                    <a:pt x="59" y="33"/>
                  </a:cubicBezTo>
                  <a:cubicBezTo>
                    <a:pt x="61" y="34"/>
                    <a:pt x="62" y="36"/>
                    <a:pt x="64" y="37"/>
                  </a:cubicBezTo>
                  <a:lnTo>
                    <a:pt x="57" y="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9" tIns="45709" rIns="91419" bIns="45709" numCol="1" anchor="t" anchorCtr="0" compatLnSpc="1">
              <a:prstTxWarp prst="textNoShape">
                <a:avLst/>
              </a:prstTxWarp>
            </a:bodyPr>
            <a:lstStyle/>
            <a:p>
              <a:endParaRPr lang="zh-CN" altLang="en-US" sz="2000">
                <a:latin typeface="迷你简菱心" panose="02010609000101010101" pitchFamily="49" charset="-122"/>
                <a:ea typeface="迷你简菱心" panose="02010609000101010101" pitchFamily="49" charset="-122"/>
              </a:endParaRPr>
            </a:p>
          </p:txBody>
        </p:sp>
      </p:grpSp>
      <p:sp>
        <p:nvSpPr>
          <p:cNvPr id="114" name="Freeform 939">
            <a:extLst>
              <a:ext uri="{FF2B5EF4-FFF2-40B4-BE49-F238E27FC236}">
                <a16:creationId xmlns:a16="http://schemas.microsoft.com/office/drawing/2014/main" id="{D6552FFE-F7B7-47D6-B7BD-137CC2A68F0B}"/>
              </a:ext>
            </a:extLst>
          </p:cNvPr>
          <p:cNvSpPr>
            <a:spLocks noEditPoints="1"/>
          </p:cNvSpPr>
          <p:nvPr/>
        </p:nvSpPr>
        <p:spPr bwMode="auto">
          <a:xfrm>
            <a:off x="3078140" y="3306690"/>
            <a:ext cx="456539" cy="459393"/>
          </a:xfrm>
          <a:custGeom>
            <a:gdLst>
              <a:gd name="T0" fmla="*/ 802 w 949"/>
              <a:gd name="T1" fmla="*/ 0 h 955"/>
              <a:gd name="T2" fmla="*/ 802 w 949"/>
              <a:gd name="T3" fmla="*/ 955 h 955"/>
              <a:gd name="T4" fmla="*/ 701 w 949"/>
              <a:gd name="T5" fmla="*/ 629 h 955"/>
              <a:gd name="T6" fmla="*/ 913 w 949"/>
              <a:gd name="T7" fmla="*/ 478 h 955"/>
              <a:gd name="T8" fmla="*/ 701 w 949"/>
              <a:gd name="T9" fmla="*/ 327 h 955"/>
              <a:gd name="T10" fmla="*/ 754 w 949"/>
              <a:gd name="T11" fmla="*/ 575 h 955"/>
              <a:gd name="T12" fmla="*/ 802 w 949"/>
              <a:gd name="T13" fmla="*/ 749 h 955"/>
              <a:gd name="T14" fmla="*/ 802 w 949"/>
              <a:gd name="T15" fmla="*/ 207 h 955"/>
              <a:gd name="T16" fmla="*/ 754 w 949"/>
              <a:gd name="T17" fmla="*/ 381 h 955"/>
              <a:gd name="T18" fmla="*/ 858 w 949"/>
              <a:gd name="T19" fmla="*/ 478 h 955"/>
              <a:gd name="T20" fmla="*/ 754 w 949"/>
              <a:gd name="T21" fmla="*/ 575 h 955"/>
              <a:gd name="T22" fmla="*/ 778 w 949"/>
              <a:gd name="T23" fmla="*/ 422 h 955"/>
              <a:gd name="T24" fmla="*/ 778 w 949"/>
              <a:gd name="T25" fmla="*/ 533 h 955"/>
              <a:gd name="T26" fmla="*/ 831 w 949"/>
              <a:gd name="T27" fmla="*/ 478 h 955"/>
              <a:gd name="T28" fmla="*/ 185 w 949"/>
              <a:gd name="T29" fmla="*/ 534 h 955"/>
              <a:gd name="T30" fmla="*/ 578 w 949"/>
              <a:gd name="T31" fmla="*/ 564 h 955"/>
              <a:gd name="T32" fmla="*/ 578 w 949"/>
              <a:gd name="T33" fmla="*/ 400 h 955"/>
              <a:gd name="T34" fmla="*/ 185 w 949"/>
              <a:gd name="T35" fmla="*/ 430 h 955"/>
              <a:gd name="T36" fmla="*/ 0 w 949"/>
              <a:gd name="T37" fmla="*/ 347 h 955"/>
              <a:gd name="T38" fmla="*/ 544 w 949"/>
              <a:gd name="T39" fmla="*/ 475 h 955"/>
              <a:gd name="T40" fmla="*/ 36 w 949"/>
              <a:gd name="T41" fmla="*/ 487 h 955"/>
              <a:gd name="T42" fmla="*/ 164 w 949"/>
              <a:gd name="T43" fmla="*/ 601 h 955"/>
              <a:gd name="T44" fmla="*/ 457 w 949"/>
              <a:gd name="T45" fmla="*/ 736 h 955"/>
              <a:gd name="T46" fmla="*/ 661 w 949"/>
              <a:gd name="T47" fmla="*/ 631 h 955"/>
              <a:gd name="T48" fmla="*/ 631 w 949"/>
              <a:gd name="T49" fmla="*/ 580 h 955"/>
              <a:gd name="T50" fmla="*/ 438 w 949"/>
              <a:gd name="T51" fmla="*/ 704 h 955"/>
              <a:gd name="T52" fmla="*/ 330 w 949"/>
              <a:gd name="T53" fmla="*/ 732 h 955"/>
              <a:gd name="T54" fmla="*/ 627 w 949"/>
              <a:gd name="T55" fmla="*/ 613 h 955"/>
              <a:gd name="T56" fmla="*/ 373 w 949"/>
              <a:gd name="T57" fmla="*/ 765 h 955"/>
              <a:gd name="T58" fmla="*/ 458 w 949"/>
              <a:gd name="T59" fmla="*/ 763 h 955"/>
              <a:gd name="T60" fmla="*/ 633 w 949"/>
              <a:gd name="T61" fmla="*/ 371 h 955"/>
              <a:gd name="T62" fmla="*/ 738 w 949"/>
              <a:gd name="T63" fmla="*/ 414 h 955"/>
              <a:gd name="T64" fmla="*/ 649 w 949"/>
              <a:gd name="T65" fmla="*/ 344 h 955"/>
              <a:gd name="T66" fmla="*/ 453 w 949"/>
              <a:gd name="T67" fmla="*/ 200 h 955"/>
              <a:gd name="T68" fmla="*/ 368 w 949"/>
              <a:gd name="T69" fmla="*/ 197 h 955"/>
              <a:gd name="T70" fmla="*/ 623 w 949"/>
              <a:gd name="T71" fmla="*/ 349 h 955"/>
              <a:gd name="T72" fmla="*/ 325 w 949"/>
              <a:gd name="T73" fmla="*/ 231 h 955"/>
              <a:gd name="T74" fmla="*/ 433 w 949"/>
              <a:gd name="T75" fmla="*/ 259 h 955"/>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949" h="955">
                <a:moveTo>
                  <a:pt x="665" y="300"/>
                </a:moveTo>
                <a:cubicBezTo>
                  <a:pt x="687" y="124"/>
                  <a:pt x="740" y="0"/>
                  <a:pt x="802" y="0"/>
                </a:cubicBezTo>
                <a:cubicBezTo>
                  <a:pt x="883" y="0"/>
                  <a:pt x="949" y="214"/>
                  <a:pt x="949" y="478"/>
                </a:cubicBezTo>
                <a:cubicBezTo>
                  <a:pt x="949" y="741"/>
                  <a:pt x="883" y="955"/>
                  <a:pt x="802" y="955"/>
                </a:cubicBezTo>
                <a:cubicBezTo>
                  <a:pt x="740" y="955"/>
                  <a:pt x="687" y="831"/>
                  <a:pt x="665" y="655"/>
                </a:cubicBezTo>
                <a:cubicBezTo>
                  <a:pt x="678" y="647"/>
                  <a:pt x="690" y="638"/>
                  <a:pt x="701" y="629"/>
                </a:cubicBezTo>
                <a:cubicBezTo>
                  <a:pt x="719" y="752"/>
                  <a:pt x="757" y="837"/>
                  <a:pt x="802" y="837"/>
                </a:cubicBezTo>
                <a:cubicBezTo>
                  <a:pt x="863" y="837"/>
                  <a:pt x="913" y="676"/>
                  <a:pt x="913" y="478"/>
                </a:cubicBezTo>
                <a:cubicBezTo>
                  <a:pt x="913" y="279"/>
                  <a:pt x="863" y="118"/>
                  <a:pt x="802" y="118"/>
                </a:cubicBezTo>
                <a:cubicBezTo>
                  <a:pt x="757" y="118"/>
                  <a:pt x="719" y="204"/>
                  <a:pt x="701" y="327"/>
                </a:cubicBezTo>
                <a:cubicBezTo>
                  <a:pt x="690" y="317"/>
                  <a:pt x="678" y="308"/>
                  <a:pt x="665" y="300"/>
                </a:cubicBezTo>
                <a:moveTo>
                  <a:pt x="754" y="575"/>
                </a:moveTo>
                <a:cubicBezTo>
                  <a:pt x="746" y="585"/>
                  <a:pt x="738" y="595"/>
                  <a:pt x="728" y="604"/>
                </a:cubicBezTo>
                <a:cubicBezTo>
                  <a:pt x="742" y="690"/>
                  <a:pt x="770" y="749"/>
                  <a:pt x="802" y="749"/>
                </a:cubicBezTo>
                <a:cubicBezTo>
                  <a:pt x="848" y="749"/>
                  <a:pt x="886" y="627"/>
                  <a:pt x="886" y="478"/>
                </a:cubicBezTo>
                <a:cubicBezTo>
                  <a:pt x="886" y="328"/>
                  <a:pt x="848" y="207"/>
                  <a:pt x="802" y="207"/>
                </a:cubicBezTo>
                <a:cubicBezTo>
                  <a:pt x="770" y="207"/>
                  <a:pt x="742" y="265"/>
                  <a:pt x="728" y="351"/>
                </a:cubicBezTo>
                <a:cubicBezTo>
                  <a:pt x="738" y="360"/>
                  <a:pt x="746" y="370"/>
                  <a:pt x="754" y="381"/>
                </a:cubicBezTo>
                <a:cubicBezTo>
                  <a:pt x="764" y="329"/>
                  <a:pt x="782" y="295"/>
                  <a:pt x="802" y="295"/>
                </a:cubicBezTo>
                <a:cubicBezTo>
                  <a:pt x="833" y="295"/>
                  <a:pt x="858" y="377"/>
                  <a:pt x="858" y="478"/>
                </a:cubicBezTo>
                <a:cubicBezTo>
                  <a:pt x="858" y="578"/>
                  <a:pt x="833" y="660"/>
                  <a:pt x="802" y="660"/>
                </a:cubicBezTo>
                <a:cubicBezTo>
                  <a:pt x="782" y="660"/>
                  <a:pt x="764" y="626"/>
                  <a:pt x="754" y="575"/>
                </a:cubicBezTo>
                <a:moveTo>
                  <a:pt x="802" y="383"/>
                </a:moveTo>
                <a:cubicBezTo>
                  <a:pt x="792" y="383"/>
                  <a:pt x="784" y="399"/>
                  <a:pt x="778" y="422"/>
                </a:cubicBezTo>
                <a:cubicBezTo>
                  <a:pt x="786" y="440"/>
                  <a:pt x="790" y="459"/>
                  <a:pt x="790" y="478"/>
                </a:cubicBezTo>
                <a:cubicBezTo>
                  <a:pt x="790" y="497"/>
                  <a:pt x="786" y="515"/>
                  <a:pt x="778" y="533"/>
                </a:cubicBezTo>
                <a:cubicBezTo>
                  <a:pt x="784" y="556"/>
                  <a:pt x="792" y="572"/>
                  <a:pt x="802" y="572"/>
                </a:cubicBezTo>
                <a:cubicBezTo>
                  <a:pt x="818" y="572"/>
                  <a:pt x="831" y="529"/>
                  <a:pt x="831" y="478"/>
                </a:cubicBezTo>
                <a:cubicBezTo>
                  <a:pt x="831" y="426"/>
                  <a:pt x="818" y="383"/>
                  <a:pt x="802" y="383"/>
                </a:cubicBezTo>
                <a:moveTo>
                  <a:pt x="185" y="534"/>
                </a:moveTo>
                <a:cubicBezTo>
                  <a:pt x="578" y="526"/>
                  <a:pt x="578" y="526"/>
                  <a:pt x="578" y="526"/>
                </a:cubicBezTo>
                <a:cubicBezTo>
                  <a:pt x="578" y="564"/>
                  <a:pt x="578" y="564"/>
                  <a:pt x="578" y="564"/>
                </a:cubicBezTo>
                <a:cubicBezTo>
                  <a:pt x="771" y="482"/>
                  <a:pt x="771" y="482"/>
                  <a:pt x="771" y="482"/>
                </a:cubicBezTo>
                <a:cubicBezTo>
                  <a:pt x="578" y="400"/>
                  <a:pt x="578" y="400"/>
                  <a:pt x="578" y="400"/>
                </a:cubicBezTo>
                <a:cubicBezTo>
                  <a:pt x="578" y="438"/>
                  <a:pt x="578" y="438"/>
                  <a:pt x="578" y="438"/>
                </a:cubicBezTo>
                <a:cubicBezTo>
                  <a:pt x="185" y="430"/>
                  <a:pt x="185" y="430"/>
                  <a:pt x="185" y="430"/>
                </a:cubicBezTo>
                <a:cubicBezTo>
                  <a:pt x="164" y="362"/>
                  <a:pt x="164" y="362"/>
                  <a:pt x="164" y="362"/>
                </a:cubicBezTo>
                <a:cubicBezTo>
                  <a:pt x="0" y="347"/>
                  <a:pt x="0" y="347"/>
                  <a:pt x="0" y="347"/>
                </a:cubicBezTo>
                <a:cubicBezTo>
                  <a:pt x="36" y="475"/>
                  <a:pt x="36" y="475"/>
                  <a:pt x="36" y="475"/>
                </a:cubicBezTo>
                <a:cubicBezTo>
                  <a:pt x="544" y="475"/>
                  <a:pt x="544" y="475"/>
                  <a:pt x="544" y="475"/>
                </a:cubicBezTo>
                <a:cubicBezTo>
                  <a:pt x="544" y="487"/>
                  <a:pt x="544" y="487"/>
                  <a:pt x="544" y="487"/>
                </a:cubicBezTo>
                <a:cubicBezTo>
                  <a:pt x="36" y="487"/>
                  <a:pt x="36" y="487"/>
                  <a:pt x="36" y="487"/>
                </a:cubicBezTo>
                <a:cubicBezTo>
                  <a:pt x="0" y="616"/>
                  <a:pt x="0" y="616"/>
                  <a:pt x="0" y="616"/>
                </a:cubicBezTo>
                <a:cubicBezTo>
                  <a:pt x="164" y="601"/>
                  <a:pt x="164" y="601"/>
                  <a:pt x="164" y="601"/>
                </a:cubicBezTo>
                <a:lnTo>
                  <a:pt x="185" y="534"/>
                </a:lnTo>
                <a:close/>
                <a:moveTo>
                  <a:pt x="457" y="736"/>
                </a:moveTo>
                <a:cubicBezTo>
                  <a:pt x="654" y="619"/>
                  <a:pt x="654" y="619"/>
                  <a:pt x="654" y="619"/>
                </a:cubicBezTo>
                <a:cubicBezTo>
                  <a:pt x="661" y="631"/>
                  <a:pt x="661" y="631"/>
                  <a:pt x="661" y="631"/>
                </a:cubicBezTo>
                <a:cubicBezTo>
                  <a:pt x="743" y="549"/>
                  <a:pt x="743" y="549"/>
                  <a:pt x="743" y="549"/>
                </a:cubicBezTo>
                <a:cubicBezTo>
                  <a:pt x="631" y="580"/>
                  <a:pt x="631" y="580"/>
                  <a:pt x="631" y="580"/>
                </a:cubicBezTo>
                <a:cubicBezTo>
                  <a:pt x="638" y="591"/>
                  <a:pt x="638" y="591"/>
                  <a:pt x="638" y="591"/>
                </a:cubicBezTo>
                <a:cubicBezTo>
                  <a:pt x="438" y="704"/>
                  <a:pt x="438" y="704"/>
                  <a:pt x="438" y="704"/>
                </a:cubicBezTo>
                <a:cubicBezTo>
                  <a:pt x="415" y="689"/>
                  <a:pt x="415" y="689"/>
                  <a:pt x="415" y="689"/>
                </a:cubicBezTo>
                <a:cubicBezTo>
                  <a:pt x="330" y="732"/>
                  <a:pt x="330" y="732"/>
                  <a:pt x="330" y="732"/>
                </a:cubicBezTo>
                <a:cubicBezTo>
                  <a:pt x="371" y="761"/>
                  <a:pt x="371" y="761"/>
                  <a:pt x="371" y="761"/>
                </a:cubicBezTo>
                <a:cubicBezTo>
                  <a:pt x="627" y="613"/>
                  <a:pt x="627" y="613"/>
                  <a:pt x="627" y="613"/>
                </a:cubicBezTo>
                <a:cubicBezTo>
                  <a:pt x="630" y="617"/>
                  <a:pt x="630" y="617"/>
                  <a:pt x="630" y="617"/>
                </a:cubicBezTo>
                <a:cubicBezTo>
                  <a:pt x="373" y="765"/>
                  <a:pt x="373" y="765"/>
                  <a:pt x="373" y="765"/>
                </a:cubicBezTo>
                <a:cubicBezTo>
                  <a:pt x="378" y="816"/>
                  <a:pt x="378" y="816"/>
                  <a:pt x="378" y="816"/>
                </a:cubicBezTo>
                <a:cubicBezTo>
                  <a:pt x="458" y="763"/>
                  <a:pt x="458" y="763"/>
                  <a:pt x="458" y="763"/>
                </a:cubicBezTo>
                <a:lnTo>
                  <a:pt x="457" y="736"/>
                </a:lnTo>
                <a:close/>
                <a:moveTo>
                  <a:pt x="633" y="371"/>
                </a:moveTo>
                <a:cubicBezTo>
                  <a:pt x="626" y="383"/>
                  <a:pt x="626" y="383"/>
                  <a:pt x="626" y="383"/>
                </a:cubicBezTo>
                <a:cubicBezTo>
                  <a:pt x="738" y="414"/>
                  <a:pt x="738" y="414"/>
                  <a:pt x="738" y="414"/>
                </a:cubicBezTo>
                <a:cubicBezTo>
                  <a:pt x="655" y="332"/>
                  <a:pt x="655" y="332"/>
                  <a:pt x="655" y="332"/>
                </a:cubicBezTo>
                <a:cubicBezTo>
                  <a:pt x="649" y="344"/>
                  <a:pt x="649" y="344"/>
                  <a:pt x="649" y="344"/>
                </a:cubicBezTo>
                <a:cubicBezTo>
                  <a:pt x="452" y="227"/>
                  <a:pt x="452" y="227"/>
                  <a:pt x="452" y="227"/>
                </a:cubicBezTo>
                <a:cubicBezTo>
                  <a:pt x="453" y="200"/>
                  <a:pt x="453" y="200"/>
                  <a:pt x="453" y="200"/>
                </a:cubicBezTo>
                <a:cubicBezTo>
                  <a:pt x="373" y="147"/>
                  <a:pt x="373" y="147"/>
                  <a:pt x="373" y="147"/>
                </a:cubicBezTo>
                <a:cubicBezTo>
                  <a:pt x="368" y="197"/>
                  <a:pt x="368" y="197"/>
                  <a:pt x="368" y="197"/>
                </a:cubicBezTo>
                <a:cubicBezTo>
                  <a:pt x="625" y="346"/>
                  <a:pt x="625" y="346"/>
                  <a:pt x="625" y="346"/>
                </a:cubicBezTo>
                <a:cubicBezTo>
                  <a:pt x="623" y="349"/>
                  <a:pt x="623" y="349"/>
                  <a:pt x="623" y="349"/>
                </a:cubicBezTo>
                <a:cubicBezTo>
                  <a:pt x="366" y="201"/>
                  <a:pt x="366" y="201"/>
                  <a:pt x="366" y="201"/>
                </a:cubicBezTo>
                <a:cubicBezTo>
                  <a:pt x="325" y="231"/>
                  <a:pt x="325" y="231"/>
                  <a:pt x="325" y="231"/>
                </a:cubicBezTo>
                <a:cubicBezTo>
                  <a:pt x="410" y="274"/>
                  <a:pt x="410" y="274"/>
                  <a:pt x="410" y="274"/>
                </a:cubicBezTo>
                <a:cubicBezTo>
                  <a:pt x="433" y="259"/>
                  <a:pt x="433" y="259"/>
                  <a:pt x="433" y="259"/>
                </a:cubicBezTo>
                <a:lnTo>
                  <a:pt x="633" y="371"/>
                </a:lnTo>
                <a:close/>
              </a:path>
            </a:pathLst>
          </a:custGeom>
          <a:solidFill>
            <a:schemeClr val="bg1"/>
          </a:solidFill>
          <a:ln>
            <a:noFill/>
          </a:ln>
        </p:spPr>
        <p:txBody>
          <a:bodyPr vert="horz" wrap="square" lIns="91419" tIns="45709" rIns="91419" bIns="45709" numCol="1" anchor="t" anchorCtr="0" compatLnSpc="1">
            <a:prstTxWarp prst="textNoShape">
              <a:avLst/>
            </a:prstTxWarp>
          </a:bodyPr>
          <a:lstStyle/>
          <a:p>
            <a:endParaRPr lang="zh-CN" altLang="en-US" sz="2000">
              <a:latin typeface="迷你简菱心" panose="02010609000101010101" pitchFamily="49" charset="-122"/>
              <a:ea typeface="迷你简菱心" panose="02010609000101010101" pitchFamily="49" charset="-122"/>
            </a:endParaRPr>
          </a:p>
        </p:txBody>
      </p:sp>
      <p:sp>
        <p:nvSpPr>
          <p:cNvPr id="115" name="TextBox 39">
            <a:extLst>
              <a:ext uri="{FF2B5EF4-FFF2-40B4-BE49-F238E27FC236}">
                <a16:creationId xmlns:a16="http://schemas.microsoft.com/office/drawing/2014/main" id="{457352B8-91E0-4FC8-BF5D-C07DD4B23505}"/>
              </a:ext>
            </a:extLst>
          </p:cNvPr>
          <p:cNvSpPr txBox="1"/>
          <p:nvPr/>
        </p:nvSpPr>
        <p:spPr>
          <a:xfrm>
            <a:off x="4040473" y="2066511"/>
            <a:ext cx="7284581" cy="789512"/>
          </a:xfrm>
          <a:prstGeom prst="rect">
            <a:avLst/>
          </a:prstGeom>
          <a:noFill/>
        </p:spPr>
        <p:txBody>
          <a:bodyPr wrap="square" rtlCol="0">
            <a:spAutoFit/>
          </a:bodyPr>
          <a:lstStyle/>
          <a:p>
            <a:pPr algn="just">
              <a:lnSpc>
                <a:spcPct val="130000"/>
              </a:lnSpc>
              <a:spcAft>
                <a:spcPts val="600"/>
              </a:spcAft>
            </a:pPr>
            <a:r>
              <a:rPr lang="zh-CN" altLang="en-US" sz="1200">
                <a:solidFill>
                  <a:schemeClr val="tx1">
                    <a:lumMod val="85000"/>
                    <a:lumOff val="15000"/>
                  </a:schemeClr>
                </a:solidFill>
                <a:latin typeface="思源黑体旧字形 Normal" panose="020b0400000000000000" pitchFamily="34" charset="-128"/>
                <a:ea typeface="思源黑体旧字形 Normal" panose="020b0400000000000000" pitchFamily="34" charset="-128"/>
              </a:rPr>
              <a:t>您的内容打在这里，或者通过复制您的文本后，在此框中选择粘贴，并选择只保留文字。您的内容打在这里，或者通过复制您的文本后，在此框中选择粘贴，并选择只保留文字。您的内容打在这里，或者通过复制您的文本后，在此框中选择粘贴，并选择只保留文字。</a:t>
            </a:r>
          </a:p>
        </p:txBody>
      </p:sp>
      <p:sp>
        <p:nvSpPr>
          <p:cNvPr id="116" name="TextBox 40">
            <a:extLst>
              <a:ext uri="{FF2B5EF4-FFF2-40B4-BE49-F238E27FC236}">
                <a16:creationId xmlns:a16="http://schemas.microsoft.com/office/drawing/2014/main" id="{724EC488-F89C-4B48-808E-4BC17492E8A8}"/>
              </a:ext>
            </a:extLst>
          </p:cNvPr>
          <p:cNvSpPr txBox="1"/>
          <p:nvPr/>
        </p:nvSpPr>
        <p:spPr>
          <a:xfrm>
            <a:off x="4040473" y="3098387"/>
            <a:ext cx="7284581" cy="789512"/>
          </a:xfrm>
          <a:prstGeom prst="rect">
            <a:avLst/>
          </a:prstGeom>
          <a:noFill/>
        </p:spPr>
        <p:txBody>
          <a:bodyPr wrap="square" rtlCol="0">
            <a:spAutoFit/>
          </a:bodyPr>
          <a:lstStyle/>
          <a:p>
            <a:pPr algn="just">
              <a:lnSpc>
                <a:spcPct val="130000"/>
              </a:lnSpc>
              <a:spcAft>
                <a:spcPts val="600"/>
              </a:spcAft>
            </a:pPr>
            <a:r>
              <a:rPr lang="zh-CN" altLang="en-US" sz="1200">
                <a:solidFill>
                  <a:schemeClr val="tx1">
                    <a:lumMod val="85000"/>
                    <a:lumOff val="15000"/>
                  </a:schemeClr>
                </a:solidFill>
                <a:latin typeface="思源黑体旧字形 Normal" panose="020b0400000000000000" pitchFamily="34" charset="-128"/>
                <a:ea typeface="思源黑体旧字形 Normal" panose="020b0400000000000000" pitchFamily="34" charset="-128"/>
              </a:rPr>
              <a:t>您的内容打在这里，或者通过复制您的文本后，在此框中选择粘贴，并选择只保留文字。您的内容打在这里，或者通过复制您的文本后，在此框中选择粘贴，并选择只保留文字。您的内容打在这里，或者通过复制您的文本后，在此框中选择粘贴，并选择只保留文字。</a:t>
            </a:r>
          </a:p>
        </p:txBody>
      </p:sp>
      <p:sp>
        <p:nvSpPr>
          <p:cNvPr id="117" name="TextBox 41">
            <a:extLst>
              <a:ext uri="{FF2B5EF4-FFF2-40B4-BE49-F238E27FC236}">
                <a16:creationId xmlns:a16="http://schemas.microsoft.com/office/drawing/2014/main" id="{5722E7EF-89D7-4459-93CC-E409026C22F7}"/>
              </a:ext>
            </a:extLst>
          </p:cNvPr>
          <p:cNvSpPr txBox="1"/>
          <p:nvPr/>
        </p:nvSpPr>
        <p:spPr>
          <a:xfrm>
            <a:off x="4040473" y="4130263"/>
            <a:ext cx="7284581" cy="789512"/>
          </a:xfrm>
          <a:prstGeom prst="rect">
            <a:avLst/>
          </a:prstGeom>
          <a:noFill/>
        </p:spPr>
        <p:txBody>
          <a:bodyPr wrap="square" rtlCol="0">
            <a:spAutoFit/>
          </a:bodyPr>
          <a:lstStyle/>
          <a:p>
            <a:pPr algn="just">
              <a:lnSpc>
                <a:spcPct val="130000"/>
              </a:lnSpc>
              <a:spcAft>
                <a:spcPts val="600"/>
              </a:spcAft>
            </a:pPr>
            <a:r>
              <a:rPr lang="zh-CN" altLang="en-US" sz="1200">
                <a:solidFill>
                  <a:schemeClr val="tx1">
                    <a:lumMod val="85000"/>
                    <a:lumOff val="15000"/>
                  </a:schemeClr>
                </a:solidFill>
                <a:latin typeface="思源黑体旧字形 Normal" panose="020b0400000000000000" pitchFamily="34" charset="-128"/>
                <a:ea typeface="思源黑体旧字形 Normal" panose="020b0400000000000000" pitchFamily="34" charset="-128"/>
              </a:rPr>
              <a:t>您的内容打在这里，或者通过复制您的文本后，在此框中选择粘贴，并选择只保留文字。您的内容打在这里，或者通过复制您的文本后，在此框中选择粘贴，并选择只保留文字。您的内容打在这里，或者通过复制您的文本后，在此框中选择粘贴，并选择只保留文字。</a:t>
            </a:r>
          </a:p>
        </p:txBody>
      </p:sp>
      <p:sp>
        <p:nvSpPr>
          <p:cNvPr id="118" name="TextBox 42">
            <a:extLst>
              <a:ext uri="{FF2B5EF4-FFF2-40B4-BE49-F238E27FC236}">
                <a16:creationId xmlns:a16="http://schemas.microsoft.com/office/drawing/2014/main" id="{D3D48A33-A179-4E58-8546-67508EA3D98A}"/>
              </a:ext>
            </a:extLst>
          </p:cNvPr>
          <p:cNvSpPr txBox="1"/>
          <p:nvPr/>
        </p:nvSpPr>
        <p:spPr>
          <a:xfrm>
            <a:off x="4040473" y="5162139"/>
            <a:ext cx="7284581" cy="789512"/>
          </a:xfrm>
          <a:prstGeom prst="rect">
            <a:avLst/>
          </a:prstGeom>
          <a:noFill/>
        </p:spPr>
        <p:txBody>
          <a:bodyPr wrap="square" rtlCol="0">
            <a:spAutoFit/>
          </a:bodyPr>
          <a:lstStyle/>
          <a:p>
            <a:pPr algn="just">
              <a:lnSpc>
                <a:spcPct val="130000"/>
              </a:lnSpc>
              <a:spcAft>
                <a:spcPts val="600"/>
              </a:spcAft>
            </a:pPr>
            <a:r>
              <a:rPr lang="zh-CN" altLang="en-US" sz="1200">
                <a:solidFill>
                  <a:schemeClr val="tx1">
                    <a:lumMod val="85000"/>
                    <a:lumOff val="15000"/>
                  </a:schemeClr>
                </a:solidFill>
                <a:latin typeface="思源黑体旧字形 Normal" panose="020b0400000000000000" pitchFamily="34" charset="-128"/>
                <a:ea typeface="思源黑体旧字形 Normal" panose="020b0400000000000000" pitchFamily="34" charset="-128"/>
              </a:rPr>
              <a:t>您的内容打在这里，或者通过复制您的文本后，在此框中选择粘贴，并选择只保留文字。您的内容打在这里，或者通过复制您的文本后，在此框中选择粘贴，并选择只保留文字。您的内容打在这里，或者通过复制您的文本后，在此框中选择粘贴，并选择只保留文字。</a:t>
            </a:r>
          </a:p>
        </p:txBody>
      </p:sp>
    </p:spTree>
    <p:extLst>
      <p:ext uri="{BB962C8B-B14F-4D97-AF65-F5344CB8AC3E}">
        <p14:creationId val="1478523996"/>
      </p:ext>
    </p:extLst>
  </p:cSld>
  <p:clrMapOvr>
    <a:masterClrMapping/>
  </p:clrMapOvr>
  <mc:AlternateContent>
    <mc:Choice xmlns:p14="http://schemas.microsoft.com/office/powerpoint/2010/main" Requires="p14">
      <p:transition spd="slow" advClick="0" advTm="0" p14:dur="1250">
        <p14:switch dir="r"/>
      </p:transition>
    </mc:Choice>
    <mc:Fallback>
      <p:transition spd="slow" advClick="0" advTm="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49" presetClass="entr" presetSubtype="0" decel="10000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 calcmode="lin" valueType="num">
                                      <p:cBhvr>
                                        <p:cTn id="9" dur="500" fill="hold"/>
                                        <p:tgtEl>
                                          <p:spTgt spid="2"/>
                                        </p:tgtEl>
                                        <p:attrNameLst>
                                          <p:attrName>style.rotation</p:attrName>
                                        </p:attrNameLst>
                                      </p:cBhvr>
                                      <p:tavLst>
                                        <p:tav tm="0">
                                          <p:val>
                                            <p:fltVal val="360"/>
                                          </p:val>
                                        </p:tav>
                                        <p:tav tm="100000">
                                          <p:val>
                                            <p:fltVal val="0"/>
                                          </p:val>
                                        </p:tav>
                                      </p:tavLst>
                                    </p:anim>
                                    <p:animEffect transition="in" filter="fade">
                                      <p:cBhvr>
                                        <p:cTn id="10" dur="500"/>
                                        <p:tgtEl>
                                          <p:spTgt spid="2"/>
                                        </p:tgtEl>
                                      </p:cBhvr>
                                    </p:animEffect>
                                  </p:childTnLst>
                                </p:cTn>
                              </p:par>
                              <p:par>
                                <p:cTn id="11" presetID="41" presetClass="entr" presetSubtype="0" fill="hold" grpId="0" nodeType="withEffect">
                                  <p:stCondLst>
                                    <p:cond delay="0"/>
                                  </p:stCondLst>
                                  <p:iterate type="lt">
                                    <p:tmPct val="10000"/>
                                  </p:iterate>
                                  <p:childTnLst>
                                    <p:set>
                                      <p:cBhvr>
                                        <p:cTn id="12" dur="1" fill="hold">
                                          <p:stCondLst>
                                            <p:cond delay="0"/>
                                          </p:stCondLst>
                                        </p:cTn>
                                        <p:tgtEl>
                                          <p:spTgt spid="5"/>
                                        </p:tgtEl>
                                        <p:attrNameLst>
                                          <p:attrName>style.visibility</p:attrName>
                                        </p:attrNameLst>
                                      </p:cBhvr>
                                      <p:to>
                                        <p:strVal val="visible"/>
                                      </p:to>
                                    </p:set>
                                    <p:anim calcmode="lin" valueType="num">
                                      <p:cBhvr>
                                        <p:cTn id="13" dur="500" fill="hold"/>
                                        <p:tgtEl>
                                          <p:spTgt spid="5"/>
                                        </p:tgtEl>
                                        <p:attrNameLst>
                                          <p:attrName>ppt_x</p:attrName>
                                        </p:attrNameLst>
                                      </p:cBhvr>
                                      <p:tavLst>
                                        <p:tav tm="0">
                                          <p:val>
                                            <p:strVal val="#ppt_x"/>
                                          </p:val>
                                        </p:tav>
                                        <p:tav tm="50000">
                                          <p:val>
                                            <p:strVal val="#ppt_x+.1"/>
                                          </p:val>
                                        </p:tav>
                                        <p:tav tm="100000">
                                          <p:val>
                                            <p:strVal val="#ppt_x"/>
                                          </p:val>
                                        </p:tav>
                                      </p:tavLst>
                                    </p:anim>
                                    <p:anim calcmode="lin" valueType="num">
                                      <p:cBhvr>
                                        <p:cTn id="14" dur="500" fill="hold"/>
                                        <p:tgtEl>
                                          <p:spTgt spid="5"/>
                                        </p:tgtEl>
                                        <p:attrNameLst>
                                          <p:attrName>ppt_y</p:attrName>
                                        </p:attrNameLst>
                                      </p:cBhvr>
                                      <p:tavLst>
                                        <p:tav tm="0">
                                          <p:val>
                                            <p:strVal val="#ppt_y"/>
                                          </p:val>
                                        </p:tav>
                                        <p:tav tm="100000">
                                          <p:val>
                                            <p:strVal val="#ppt_y"/>
                                          </p:val>
                                        </p:tav>
                                      </p:tavLst>
                                    </p:anim>
                                    <p:anim calcmode="lin" valueType="num">
                                      <p:cBhvr>
                                        <p:cTn id="15" dur="500" fill="hold"/>
                                        <p:tgtEl>
                                          <p:spTgt spid="5"/>
                                        </p:tgtEl>
                                        <p:attrNameLst>
                                          <p:attrName>ppt_h</p:attrName>
                                        </p:attrNameLst>
                                      </p:cBhvr>
                                      <p:tavLst>
                                        <p:tav tm="0">
                                          <p:val>
                                            <p:strVal val="#ppt_h/10"/>
                                          </p:val>
                                        </p:tav>
                                        <p:tav tm="50000">
                                          <p:val>
                                            <p:strVal val="#ppt_h+.01"/>
                                          </p:val>
                                        </p:tav>
                                        <p:tav tm="100000">
                                          <p:val>
                                            <p:strVal val="#ppt_h"/>
                                          </p:val>
                                        </p:tav>
                                      </p:tavLst>
                                    </p:anim>
                                    <p:anim calcmode="lin" valueType="num">
                                      <p:cBhvr>
                                        <p:cTn id="16" dur="500" fill="hold"/>
                                        <p:tgtEl>
                                          <p:spTgt spid="5"/>
                                        </p:tgtEl>
                                        <p:attrNameLst>
                                          <p:attrName>ppt_w</p:attrName>
                                        </p:attrNameLst>
                                      </p:cBhvr>
                                      <p:tavLst>
                                        <p:tav tm="0">
                                          <p:val>
                                            <p:strVal val="#ppt_w/10"/>
                                          </p:val>
                                        </p:tav>
                                        <p:tav tm="50000">
                                          <p:val>
                                            <p:strVal val="#ppt_w+.01"/>
                                          </p:val>
                                        </p:tav>
                                        <p:tav tm="100000">
                                          <p:val>
                                            <p:strVal val="#ppt_w"/>
                                          </p:val>
                                        </p:tav>
                                      </p:tavLst>
                                    </p:anim>
                                    <p:animEffect transition="in" filter="fade">
                                      <p:cBhvr>
                                        <p:cTn id="17" dur="500" tmFilter="0,0; .5, 1; 1, 1"/>
                                        <p:tgtEl>
                                          <p:spTgt spid="5"/>
                                        </p:tgtEl>
                                      </p:cBhvr>
                                    </p:animEffect>
                                  </p:childTnLst>
                                </p:cTn>
                              </p:par>
                            </p:childTnLst>
                          </p:cTn>
                        </p:par>
                        <p:par>
                          <p:cTn id="18" fill="hold" nodeType="afterGroup">
                            <p:stCondLst>
                              <p:cond delay="500"/>
                            </p:stCondLst>
                            <p:childTnLst>
                              <p:par>
                                <p:cTn id="19" presetID="2" presetClass="entr" presetSubtype="8" decel="100000" fill="hold" grpId="0" nodeType="afterEffect">
                                  <p:stCondLst>
                                    <p:cond delay="0"/>
                                  </p:stCondLst>
                                  <p:childTnLst>
                                    <p:set>
                                      <p:cBhvr>
                                        <p:cTn id="20" dur="1" fill="hold">
                                          <p:stCondLst>
                                            <p:cond delay="0"/>
                                          </p:stCondLst>
                                        </p:cTn>
                                        <p:tgtEl>
                                          <p:spTgt spid="44"/>
                                        </p:tgtEl>
                                        <p:attrNameLst>
                                          <p:attrName>style.visibility</p:attrName>
                                        </p:attrNameLst>
                                      </p:cBhvr>
                                      <p:to>
                                        <p:strVal val="visible"/>
                                      </p:to>
                                    </p:set>
                                    <p:anim calcmode="lin" valueType="num">
                                      <p:cBhvr additive="base">
                                        <p:cTn id="21" dur="500" fill="hold"/>
                                        <p:tgtEl>
                                          <p:spTgt spid="44"/>
                                        </p:tgtEl>
                                        <p:attrNameLst>
                                          <p:attrName>ppt_x</p:attrName>
                                        </p:attrNameLst>
                                      </p:cBhvr>
                                      <p:tavLst>
                                        <p:tav tm="0">
                                          <p:val>
                                            <p:strVal val="0-#ppt_w/2"/>
                                          </p:val>
                                        </p:tav>
                                        <p:tav tm="100000">
                                          <p:val>
                                            <p:strVal val="#ppt_x"/>
                                          </p:val>
                                        </p:tav>
                                      </p:tavLst>
                                    </p:anim>
                                    <p:anim calcmode="lin" valueType="num">
                                      <p:cBhvr additive="base">
                                        <p:cTn id="22" dur="500" fill="hold"/>
                                        <p:tgtEl>
                                          <p:spTgt spid="44"/>
                                        </p:tgtEl>
                                        <p:attrNameLst>
                                          <p:attrName>ppt_y</p:attrName>
                                        </p:attrNameLst>
                                      </p:cBhvr>
                                      <p:tavLst>
                                        <p:tav tm="0">
                                          <p:val>
                                            <p:strVal val="#ppt_y"/>
                                          </p:val>
                                        </p:tav>
                                        <p:tav tm="100000">
                                          <p:val>
                                            <p:strVal val="#ppt_y"/>
                                          </p:val>
                                        </p:tav>
                                      </p:tavLst>
                                    </p:anim>
                                  </p:childTnLst>
                                </p:cTn>
                              </p:par>
                              <p:par>
                                <p:cTn id="23" presetID="10" presetClass="entr" presetSubtype="0" fill="hold" grpId="0" nodeType="withEffect">
                                  <p:stCondLst>
                                    <p:cond delay="0"/>
                                  </p:stCondLst>
                                  <p:childTnLst>
                                    <p:set>
                                      <p:cBhvr>
                                        <p:cTn id="24" dur="1" fill="hold">
                                          <p:stCondLst>
                                            <p:cond delay="0"/>
                                          </p:stCondLst>
                                        </p:cTn>
                                        <p:tgtEl>
                                          <p:spTgt spid="108"/>
                                        </p:tgtEl>
                                        <p:attrNameLst>
                                          <p:attrName>style.visibility</p:attrName>
                                        </p:attrNameLst>
                                      </p:cBhvr>
                                      <p:to>
                                        <p:strVal val="visible"/>
                                      </p:to>
                                    </p:set>
                                    <p:animEffect transition="in" filter="fade">
                                      <p:cBhvr>
                                        <p:cTn id="25" dur="500"/>
                                        <p:tgtEl>
                                          <p:spTgt spid="108"/>
                                        </p:tgtEl>
                                      </p:cBhvr>
                                    </p:animEffect>
                                  </p:childTnLst>
                                </p:cTn>
                              </p:par>
                              <p:par>
                                <p:cTn id="26" presetID="2" presetClass="entr" presetSubtype="8" decel="100000" fill="hold" grpId="0" nodeType="withEffect">
                                  <p:stCondLst>
                                    <p:cond delay="200"/>
                                  </p:stCondLst>
                                  <p:childTnLst>
                                    <p:set>
                                      <p:cBhvr>
                                        <p:cTn id="27" dur="1" fill="hold">
                                          <p:stCondLst>
                                            <p:cond delay="0"/>
                                          </p:stCondLst>
                                        </p:cTn>
                                        <p:tgtEl>
                                          <p:spTgt spid="45"/>
                                        </p:tgtEl>
                                        <p:attrNameLst>
                                          <p:attrName>style.visibility</p:attrName>
                                        </p:attrNameLst>
                                      </p:cBhvr>
                                      <p:to>
                                        <p:strVal val="visible"/>
                                      </p:to>
                                    </p:set>
                                    <p:anim calcmode="lin" valueType="num">
                                      <p:cBhvr additive="base">
                                        <p:cTn id="28" dur="500" fill="hold"/>
                                        <p:tgtEl>
                                          <p:spTgt spid="45"/>
                                        </p:tgtEl>
                                        <p:attrNameLst>
                                          <p:attrName>ppt_x</p:attrName>
                                        </p:attrNameLst>
                                      </p:cBhvr>
                                      <p:tavLst>
                                        <p:tav tm="0">
                                          <p:val>
                                            <p:strVal val="0-#ppt_w/2"/>
                                          </p:val>
                                        </p:tav>
                                        <p:tav tm="100000">
                                          <p:val>
                                            <p:strVal val="#ppt_x"/>
                                          </p:val>
                                        </p:tav>
                                      </p:tavLst>
                                    </p:anim>
                                    <p:anim calcmode="lin" valueType="num">
                                      <p:cBhvr additive="base">
                                        <p:cTn id="29" dur="500" fill="hold"/>
                                        <p:tgtEl>
                                          <p:spTgt spid="45"/>
                                        </p:tgtEl>
                                        <p:attrNameLst>
                                          <p:attrName>ppt_y</p:attrName>
                                        </p:attrNameLst>
                                      </p:cBhvr>
                                      <p:tavLst>
                                        <p:tav tm="0">
                                          <p:val>
                                            <p:strVal val="#ppt_y"/>
                                          </p:val>
                                        </p:tav>
                                        <p:tav tm="100000">
                                          <p:val>
                                            <p:strVal val="#ppt_y"/>
                                          </p:val>
                                        </p:tav>
                                      </p:tavLst>
                                    </p:anim>
                                  </p:childTnLst>
                                </p:cTn>
                              </p:par>
                              <p:par>
                                <p:cTn id="30" presetID="22" presetClass="entr" presetSubtype="8" fill="hold" grpId="0" nodeType="withEffect">
                                  <p:stCondLst>
                                    <p:cond delay="200"/>
                                  </p:stCondLst>
                                  <p:childTnLst>
                                    <p:set>
                                      <p:cBhvr>
                                        <p:cTn id="31" dur="1" fill="hold">
                                          <p:stCondLst>
                                            <p:cond delay="0"/>
                                          </p:stCondLst>
                                        </p:cTn>
                                        <p:tgtEl>
                                          <p:spTgt spid="115"/>
                                        </p:tgtEl>
                                        <p:attrNameLst>
                                          <p:attrName>style.visibility</p:attrName>
                                        </p:attrNameLst>
                                      </p:cBhvr>
                                      <p:to>
                                        <p:strVal val="visible"/>
                                      </p:to>
                                    </p:set>
                                    <p:animEffect transition="in" filter="wipe(left)">
                                      <p:cBhvr>
                                        <p:cTn id="32" dur="500"/>
                                        <p:tgtEl>
                                          <p:spTgt spid="115"/>
                                        </p:tgtEl>
                                      </p:cBhvr>
                                    </p:animEffect>
                                  </p:childTnLst>
                                </p:cTn>
                              </p:par>
                              <p:par>
                                <p:cTn id="33" presetID="10" presetClass="entr" presetSubtype="0" fill="hold" grpId="0" nodeType="withEffect">
                                  <p:stCondLst>
                                    <p:cond delay="200"/>
                                  </p:stCondLst>
                                  <p:childTnLst>
                                    <p:set>
                                      <p:cBhvr>
                                        <p:cTn id="34" dur="1" fill="hold">
                                          <p:stCondLst>
                                            <p:cond delay="0"/>
                                          </p:stCondLst>
                                        </p:cTn>
                                        <p:tgtEl>
                                          <p:spTgt spid="114"/>
                                        </p:tgtEl>
                                        <p:attrNameLst>
                                          <p:attrName>style.visibility</p:attrName>
                                        </p:attrNameLst>
                                      </p:cBhvr>
                                      <p:to>
                                        <p:strVal val="visible"/>
                                      </p:to>
                                    </p:set>
                                    <p:animEffect transition="in" filter="fade">
                                      <p:cBhvr>
                                        <p:cTn id="35" dur="500"/>
                                        <p:tgtEl>
                                          <p:spTgt spid="114"/>
                                        </p:tgtEl>
                                      </p:cBhvr>
                                    </p:animEffect>
                                  </p:childTnLst>
                                </p:cTn>
                              </p:par>
                              <p:par>
                                <p:cTn id="36" presetID="2" presetClass="entr" presetSubtype="8" decel="100000" fill="hold" grpId="0" nodeType="withEffect">
                                  <p:stCondLst>
                                    <p:cond delay="400"/>
                                  </p:stCondLst>
                                  <p:childTnLst>
                                    <p:set>
                                      <p:cBhvr>
                                        <p:cTn id="37" dur="1" fill="hold">
                                          <p:stCondLst>
                                            <p:cond delay="0"/>
                                          </p:stCondLst>
                                        </p:cTn>
                                        <p:tgtEl>
                                          <p:spTgt spid="46"/>
                                        </p:tgtEl>
                                        <p:attrNameLst>
                                          <p:attrName>style.visibility</p:attrName>
                                        </p:attrNameLst>
                                      </p:cBhvr>
                                      <p:to>
                                        <p:strVal val="visible"/>
                                      </p:to>
                                    </p:set>
                                    <p:anim calcmode="lin" valueType="num">
                                      <p:cBhvr additive="base">
                                        <p:cTn id="38" dur="500" fill="hold"/>
                                        <p:tgtEl>
                                          <p:spTgt spid="46"/>
                                        </p:tgtEl>
                                        <p:attrNameLst>
                                          <p:attrName>ppt_x</p:attrName>
                                        </p:attrNameLst>
                                      </p:cBhvr>
                                      <p:tavLst>
                                        <p:tav tm="0">
                                          <p:val>
                                            <p:strVal val="0-#ppt_w/2"/>
                                          </p:val>
                                        </p:tav>
                                        <p:tav tm="100000">
                                          <p:val>
                                            <p:strVal val="#ppt_x"/>
                                          </p:val>
                                        </p:tav>
                                      </p:tavLst>
                                    </p:anim>
                                    <p:anim calcmode="lin" valueType="num">
                                      <p:cBhvr additive="base">
                                        <p:cTn id="39" dur="500" fill="hold"/>
                                        <p:tgtEl>
                                          <p:spTgt spid="46"/>
                                        </p:tgtEl>
                                        <p:attrNameLst>
                                          <p:attrName>ppt_y</p:attrName>
                                        </p:attrNameLst>
                                      </p:cBhvr>
                                      <p:tavLst>
                                        <p:tav tm="0">
                                          <p:val>
                                            <p:strVal val="#ppt_y"/>
                                          </p:val>
                                        </p:tav>
                                        <p:tav tm="100000">
                                          <p:val>
                                            <p:strVal val="#ppt_y"/>
                                          </p:val>
                                        </p:tav>
                                      </p:tavLst>
                                    </p:anim>
                                  </p:childTnLst>
                                </p:cTn>
                              </p:par>
                              <p:par>
                                <p:cTn id="40" presetID="22" presetClass="entr" presetSubtype="8" fill="hold" grpId="0" nodeType="withEffect">
                                  <p:stCondLst>
                                    <p:cond delay="400"/>
                                  </p:stCondLst>
                                  <p:childTnLst>
                                    <p:set>
                                      <p:cBhvr>
                                        <p:cTn id="41" dur="1" fill="hold">
                                          <p:stCondLst>
                                            <p:cond delay="0"/>
                                          </p:stCondLst>
                                        </p:cTn>
                                        <p:tgtEl>
                                          <p:spTgt spid="116"/>
                                        </p:tgtEl>
                                        <p:attrNameLst>
                                          <p:attrName>style.visibility</p:attrName>
                                        </p:attrNameLst>
                                      </p:cBhvr>
                                      <p:to>
                                        <p:strVal val="visible"/>
                                      </p:to>
                                    </p:set>
                                    <p:animEffect transition="in" filter="wipe(left)">
                                      <p:cBhvr>
                                        <p:cTn id="42" dur="500"/>
                                        <p:tgtEl>
                                          <p:spTgt spid="116"/>
                                        </p:tgtEl>
                                      </p:cBhvr>
                                    </p:animEffect>
                                  </p:childTnLst>
                                </p:cTn>
                              </p:par>
                              <p:par>
                                <p:cTn id="43" presetID="10" presetClass="entr" presetSubtype="0" fill="hold" nodeType="withEffect">
                                  <p:stCondLst>
                                    <p:cond delay="400"/>
                                  </p:stCondLst>
                                  <p:childTnLst>
                                    <p:set>
                                      <p:cBhvr>
                                        <p:cTn id="44" dur="1" fill="hold">
                                          <p:stCondLst>
                                            <p:cond delay="0"/>
                                          </p:stCondLst>
                                        </p:cTn>
                                        <p:tgtEl>
                                          <p:spTgt spid="109"/>
                                        </p:tgtEl>
                                        <p:attrNameLst>
                                          <p:attrName>style.visibility</p:attrName>
                                        </p:attrNameLst>
                                      </p:cBhvr>
                                      <p:to>
                                        <p:strVal val="visible"/>
                                      </p:to>
                                    </p:set>
                                    <p:animEffect transition="in" filter="fade">
                                      <p:cBhvr>
                                        <p:cTn id="45" dur="500"/>
                                        <p:tgtEl>
                                          <p:spTgt spid="109"/>
                                        </p:tgtEl>
                                      </p:cBhvr>
                                    </p:animEffect>
                                  </p:childTnLst>
                                </p:cTn>
                              </p:par>
                              <p:par>
                                <p:cTn id="46" presetID="2" presetClass="entr" presetSubtype="8" decel="100000" fill="hold" grpId="0" nodeType="withEffect">
                                  <p:stCondLst>
                                    <p:cond delay="600"/>
                                  </p:stCondLst>
                                  <p:childTnLst>
                                    <p:set>
                                      <p:cBhvr>
                                        <p:cTn id="47" dur="1" fill="hold">
                                          <p:stCondLst>
                                            <p:cond delay="0"/>
                                          </p:stCondLst>
                                        </p:cTn>
                                        <p:tgtEl>
                                          <p:spTgt spid="47"/>
                                        </p:tgtEl>
                                        <p:attrNameLst>
                                          <p:attrName>style.visibility</p:attrName>
                                        </p:attrNameLst>
                                      </p:cBhvr>
                                      <p:to>
                                        <p:strVal val="visible"/>
                                      </p:to>
                                    </p:set>
                                    <p:anim calcmode="lin" valueType="num">
                                      <p:cBhvr additive="base">
                                        <p:cTn id="48" dur="500" fill="hold"/>
                                        <p:tgtEl>
                                          <p:spTgt spid="47"/>
                                        </p:tgtEl>
                                        <p:attrNameLst>
                                          <p:attrName>ppt_x</p:attrName>
                                        </p:attrNameLst>
                                      </p:cBhvr>
                                      <p:tavLst>
                                        <p:tav tm="0">
                                          <p:val>
                                            <p:strVal val="0-#ppt_w/2"/>
                                          </p:val>
                                        </p:tav>
                                        <p:tav tm="100000">
                                          <p:val>
                                            <p:strVal val="#ppt_x"/>
                                          </p:val>
                                        </p:tav>
                                      </p:tavLst>
                                    </p:anim>
                                    <p:anim calcmode="lin" valueType="num">
                                      <p:cBhvr additive="base">
                                        <p:cTn id="49" dur="500" fill="hold"/>
                                        <p:tgtEl>
                                          <p:spTgt spid="47"/>
                                        </p:tgtEl>
                                        <p:attrNameLst>
                                          <p:attrName>ppt_y</p:attrName>
                                        </p:attrNameLst>
                                      </p:cBhvr>
                                      <p:tavLst>
                                        <p:tav tm="0">
                                          <p:val>
                                            <p:strVal val="#ppt_y"/>
                                          </p:val>
                                        </p:tav>
                                        <p:tav tm="100000">
                                          <p:val>
                                            <p:strVal val="#ppt_y"/>
                                          </p:val>
                                        </p:tav>
                                      </p:tavLst>
                                    </p:anim>
                                  </p:childTnLst>
                                </p:cTn>
                              </p:par>
                              <p:par>
                                <p:cTn id="50" presetID="22" presetClass="entr" presetSubtype="8" fill="hold" grpId="0" nodeType="withEffect">
                                  <p:stCondLst>
                                    <p:cond delay="600"/>
                                  </p:stCondLst>
                                  <p:childTnLst>
                                    <p:set>
                                      <p:cBhvr>
                                        <p:cTn id="51" dur="1" fill="hold">
                                          <p:stCondLst>
                                            <p:cond delay="0"/>
                                          </p:stCondLst>
                                        </p:cTn>
                                        <p:tgtEl>
                                          <p:spTgt spid="117"/>
                                        </p:tgtEl>
                                        <p:attrNameLst>
                                          <p:attrName>style.visibility</p:attrName>
                                        </p:attrNameLst>
                                      </p:cBhvr>
                                      <p:to>
                                        <p:strVal val="visible"/>
                                      </p:to>
                                    </p:set>
                                    <p:animEffect transition="in" filter="wipe(left)">
                                      <p:cBhvr>
                                        <p:cTn id="52" dur="500"/>
                                        <p:tgtEl>
                                          <p:spTgt spid="117"/>
                                        </p:tgtEl>
                                      </p:cBhvr>
                                    </p:animEffect>
                                  </p:childTnLst>
                                </p:cTn>
                              </p:par>
                              <p:par>
                                <p:cTn id="53" presetID="10" presetClass="entr" presetSubtype="0" fill="hold" nodeType="withEffect">
                                  <p:stCondLst>
                                    <p:cond delay="600"/>
                                  </p:stCondLst>
                                  <p:childTnLst>
                                    <p:set>
                                      <p:cBhvr>
                                        <p:cTn id="54" dur="1" fill="hold">
                                          <p:stCondLst>
                                            <p:cond delay="0"/>
                                          </p:stCondLst>
                                        </p:cTn>
                                        <p:tgtEl>
                                          <p:spTgt spid="48"/>
                                        </p:tgtEl>
                                        <p:attrNameLst>
                                          <p:attrName>style.visibility</p:attrName>
                                        </p:attrNameLst>
                                      </p:cBhvr>
                                      <p:to>
                                        <p:strVal val="visible"/>
                                      </p:to>
                                    </p:set>
                                    <p:animEffect transition="in" filter="fade">
                                      <p:cBhvr>
                                        <p:cTn id="55" dur="500"/>
                                        <p:tgtEl>
                                          <p:spTgt spid="48"/>
                                        </p:tgtEl>
                                      </p:cBhvr>
                                    </p:animEffect>
                                  </p:childTnLst>
                                </p:cTn>
                              </p:par>
                              <p:par>
                                <p:cTn id="56" presetID="22" presetClass="entr" presetSubtype="8" fill="hold" grpId="0" nodeType="withEffect">
                                  <p:stCondLst>
                                    <p:cond delay="800"/>
                                  </p:stCondLst>
                                  <p:childTnLst>
                                    <p:set>
                                      <p:cBhvr>
                                        <p:cTn id="57" dur="1" fill="hold">
                                          <p:stCondLst>
                                            <p:cond delay="0"/>
                                          </p:stCondLst>
                                        </p:cTn>
                                        <p:tgtEl>
                                          <p:spTgt spid="118"/>
                                        </p:tgtEl>
                                        <p:attrNameLst>
                                          <p:attrName>style.visibility</p:attrName>
                                        </p:attrNameLst>
                                      </p:cBhvr>
                                      <p:to>
                                        <p:strVal val="visible"/>
                                      </p:to>
                                    </p:set>
                                    <p:animEffect transition="in" filter="wipe(left)">
                                      <p:cBhvr>
                                        <p:cTn id="58" dur="500"/>
                                        <p:tgtEl>
                                          <p:spTgt spid="1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44" grpId="0" animBg="1"/>
      <p:bldP spid="45" grpId="0" animBg="1"/>
      <p:bldP spid="46" grpId="0" animBg="1"/>
      <p:bldP spid="47" grpId="0" animBg="1"/>
      <p:bldP spid="108" grpId="0" animBg="1"/>
      <p:bldP spid="114" grpId="0" animBg="1"/>
      <p:bldP spid="115" grpId="0"/>
      <p:bldP spid="116" grpId="0"/>
      <p:bldP spid="117" grpId="0"/>
      <p:bldP spid="118" grpId="0"/>
    </p:bldLst>
  </p:timing>
</p:sld>
</file>

<file path=ppt/slides/slide1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grpSp>
        <p:nvGrpSpPr>
          <p:cNvPr id="2" name="组合 1"/>
          <p:cNvGrpSpPr/>
          <p:nvPr/>
        </p:nvGrpSpPr>
        <p:grpSpPr>
          <a:xfrm>
            <a:off x="327153" y="318911"/>
            <a:ext cx="529037" cy="529037"/>
            <a:chOff x="327153" y="318911"/>
            <a:chExt cx="529037" cy="529037"/>
          </a:xfrm>
        </p:grpSpPr>
        <p:sp>
          <p:nvSpPr>
            <p:cNvPr id="3" name="圆角矩形 2"/>
            <p:cNvSpPr/>
            <p:nvPr/>
          </p:nvSpPr>
          <p:spPr>
            <a:xfrm rot="18926424">
              <a:off x="327153" y="318911"/>
              <a:ext cx="529037" cy="529037"/>
            </a:xfrm>
            <a:prstGeom prst="roundRect">
              <a:avLst/>
            </a:prstGeom>
            <a:solidFill>
              <a:srgbClr val="545D79"/>
            </a:solidFill>
            <a:ln>
              <a:noFill/>
            </a:ln>
            <a:effectLst>
              <a:outerShdw blurRad="63500" algn="ctr" rotWithShape="0">
                <a:prstClr val="black">
                  <a:alpha val="40000"/>
                </a:prstClr>
              </a:outerShdw>
            </a:effectLst>
          </p:spPr>
          <p:txBody>
            <a:bodyPr vert="horz" wrap="square" lIns="91440" tIns="45720" rIns="91440" bIns="45720" numCol="1" anchor="ctr" anchorCtr="0" compatLnSpc="1">
              <a:prstTxWarp prst="textNoShape">
                <a:avLst/>
              </a:prstTxWarp>
            </a:bodyPr>
            <a:lstStyle/>
            <a:p>
              <a:pPr algn="ctr"/>
              <a:endParaRPr lang="zh-CN" altLang="en-US" sz="4800">
                <a:solidFill>
                  <a:prstClr val="white"/>
                </a:solidFill>
                <a:latin typeface="思源黑体旧字形 Normal" panose="020b0400000000000000" pitchFamily="34" charset="-128"/>
                <a:ea typeface="思源黑体旧字形 Normal" panose="020b0400000000000000" pitchFamily="34" charset="-128"/>
              </a:endParaRPr>
            </a:p>
          </p:txBody>
        </p:sp>
        <p:sp>
          <p:nvSpPr>
            <p:cNvPr id="4" name="MH_Other_2"/>
            <p:cNvSpPr/>
            <p:nvPr>
              <p:custDataLst>
                <p:tags r:id="rId3"/>
              </p:custDataLst>
            </p:nvPr>
          </p:nvSpPr>
          <p:spPr bwMode="auto">
            <a:xfrm>
              <a:off x="440450" y="441196"/>
              <a:ext cx="302442" cy="284465"/>
            </a:xfrm>
            <a:custGeom>
              <a:gdLst>
                <a:gd name="T0" fmla="*/ 373604 w 1361803"/>
                <a:gd name="T1" fmla="*/ 882437 h 1281345"/>
                <a:gd name="T2" fmla="*/ 476200 w 1361803"/>
                <a:gd name="T3" fmla="*/ 923828 h 1281345"/>
                <a:gd name="T4" fmla="*/ 554139 w 1361803"/>
                <a:gd name="T5" fmla="*/ 940808 h 1281345"/>
                <a:gd name="T6" fmla="*/ 528484 w 1361803"/>
                <a:gd name="T7" fmla="*/ 1017215 h 1281345"/>
                <a:gd name="T8" fmla="*/ 460417 w 1361803"/>
                <a:gd name="T9" fmla="*/ 1039501 h 1281345"/>
                <a:gd name="T10" fmla="*/ 352881 w 1361803"/>
                <a:gd name="T11" fmla="*/ 976886 h 1281345"/>
                <a:gd name="T12" fmla="*/ 286785 w 1361803"/>
                <a:gd name="T13" fmla="*/ 1049049 h 1281345"/>
                <a:gd name="T14" fmla="*/ 312434 w 1361803"/>
                <a:gd name="T15" fmla="*/ 885625 h 1281345"/>
                <a:gd name="T16" fmla="*/ 274750 w 1361803"/>
                <a:gd name="T17" fmla="*/ 686240 h 1281345"/>
                <a:gd name="T18" fmla="*/ 665920 w 1361803"/>
                <a:gd name="T19" fmla="*/ 686240 h 1281345"/>
                <a:gd name="T20" fmla="*/ 633318 w 1361803"/>
                <a:gd name="T21" fmla="*/ 771039 h 1281345"/>
                <a:gd name="T22" fmla="*/ 270797 w 1361803"/>
                <a:gd name="T23" fmla="*/ 776338 h 1281345"/>
                <a:gd name="T24" fmla="*/ 255979 w 1361803"/>
                <a:gd name="T25" fmla="*/ 705323 h 1281345"/>
                <a:gd name="T26" fmla="*/ 278558 w 1361803"/>
                <a:gd name="T27" fmla="*/ 503808 h 1281345"/>
                <a:gd name="T28" fmla="*/ 746925 w 1361803"/>
                <a:gd name="T29" fmla="*/ 503808 h 1281345"/>
                <a:gd name="T30" fmla="*/ 766688 w 1361803"/>
                <a:gd name="T31" fmla="*/ 555844 h 1281345"/>
                <a:gd name="T32" fmla="*/ 279544 w 1361803"/>
                <a:gd name="T33" fmla="*/ 593008 h 1281345"/>
                <a:gd name="T34" fmla="*/ 256813 w 1361803"/>
                <a:gd name="T35" fmla="*/ 527172 h 1281345"/>
                <a:gd name="T36" fmla="*/ 944591 w 1361803"/>
                <a:gd name="T37" fmla="*/ 452716 h 1281345"/>
                <a:gd name="T38" fmla="*/ 1023588 w 1361803"/>
                <a:gd name="T39" fmla="*/ 643756 h 1281345"/>
                <a:gd name="T40" fmla="*/ 636495 w 1361803"/>
                <a:gd name="T41" fmla="*/ 1040700 h 1281345"/>
                <a:gd name="T42" fmla="*/ 601932 w 1361803"/>
                <a:gd name="T43" fmla="*/ 1010980 h 1281345"/>
                <a:gd name="T44" fmla="*/ 940644 w 1361803"/>
                <a:gd name="T45" fmla="*/ 460140 h 1281345"/>
                <a:gd name="T46" fmla="*/ 1339566 w 1361803"/>
                <a:gd name="T47" fmla="*/ 322482 h 1281345"/>
                <a:gd name="T48" fmla="*/ 1356355 w 1361803"/>
                <a:gd name="T49" fmla="*/ 373372 h 1281345"/>
                <a:gd name="T50" fmla="*/ 1136163 w 1361803"/>
                <a:gd name="T51" fmla="*/ 663855 h 1281345"/>
                <a:gd name="T52" fmla="*/ 1082839 w 1361803"/>
                <a:gd name="T53" fmla="*/ 676580 h 1281345"/>
                <a:gd name="T54" fmla="*/ 1123322 w 1361803"/>
                <a:gd name="T55" fmla="*/ 596008 h 1281345"/>
                <a:gd name="T56" fmla="*/ 1312908 w 1361803"/>
                <a:gd name="T57" fmla="*/ 334145 h 1281345"/>
                <a:gd name="T58" fmla="*/ 526769 w 1361803"/>
                <a:gd name="T59" fmla="*/ 229043 h 1281345"/>
                <a:gd name="T60" fmla="*/ 766688 w 1361803"/>
                <a:gd name="T61" fmla="*/ 244970 h 1281345"/>
                <a:gd name="T62" fmla="*/ 749907 w 1361803"/>
                <a:gd name="T63" fmla="*/ 318243 h 1281345"/>
                <a:gd name="T64" fmla="*/ 529735 w 1361803"/>
                <a:gd name="T65" fmla="*/ 318243 h 1281345"/>
                <a:gd name="T66" fmla="*/ 511959 w 1361803"/>
                <a:gd name="T67" fmla="*/ 246034 h 1281345"/>
                <a:gd name="T68" fmla="*/ 1245419 w 1361803"/>
                <a:gd name="T69" fmla="*/ 137724 h 1281345"/>
                <a:gd name="T70" fmla="*/ 1309122 w 1361803"/>
                <a:gd name="T71" fmla="*/ 239622 h 1281345"/>
                <a:gd name="T72" fmla="*/ 1116528 w 1361803"/>
                <a:gd name="T73" fmla="*/ 531150 h 1281345"/>
                <a:gd name="T74" fmla="*/ 998003 w 1361803"/>
                <a:gd name="T75" fmla="*/ 384860 h 1281345"/>
                <a:gd name="T76" fmla="*/ 1207394 w 1361803"/>
                <a:gd name="T77" fmla="*/ 148457 h 1281345"/>
                <a:gd name="T78" fmla="*/ 327005 w 1361803"/>
                <a:gd name="T79" fmla="*/ 0 h 1281345"/>
                <a:gd name="T80" fmla="*/ 1023501 w 1361803"/>
                <a:gd name="T81" fmla="*/ 136834 h 1281345"/>
                <a:gd name="T82" fmla="*/ 1015602 w 1361803"/>
                <a:gd name="T83" fmla="*/ 237608 h 1281345"/>
                <a:gd name="T84" fmla="*/ 909891 w 1361803"/>
                <a:gd name="T85" fmla="*/ 379745 h 1281345"/>
                <a:gd name="T86" fmla="*/ 897047 w 1361803"/>
                <a:gd name="T87" fmla="*/ 313980 h 1281345"/>
                <a:gd name="T88" fmla="*/ 872348 w 1361803"/>
                <a:gd name="T89" fmla="*/ 135772 h 1281345"/>
                <a:gd name="T90" fmla="*/ 382329 w 1361803"/>
                <a:gd name="T91" fmla="*/ 135772 h 1281345"/>
                <a:gd name="T92" fmla="*/ 382329 w 1361803"/>
                <a:gd name="T93" fmla="*/ 313980 h 1281345"/>
                <a:gd name="T94" fmla="*/ 143255 w 1361803"/>
                <a:gd name="T95" fmla="*/ 409444 h 1281345"/>
                <a:gd name="T96" fmla="*/ 126454 w 1361803"/>
                <a:gd name="T97" fmla="*/ 428538 h 1281345"/>
                <a:gd name="T98" fmla="*/ 151153 w 1361803"/>
                <a:gd name="T99" fmla="*/ 1143476 h 1281345"/>
                <a:gd name="T100" fmla="*/ 897047 w 1361803"/>
                <a:gd name="T101" fmla="*/ 1115897 h 1281345"/>
                <a:gd name="T102" fmla="*/ 902973 w 1361803"/>
                <a:gd name="T103" fmla="*/ 902690 h 1281345"/>
                <a:gd name="T104" fmla="*/ 1022515 w 1361803"/>
                <a:gd name="T105" fmla="*/ 767972 h 1281345"/>
                <a:gd name="T106" fmla="*/ 1023501 w 1361803"/>
                <a:gd name="T107" fmla="*/ 1133931 h 1281345"/>
                <a:gd name="T108" fmla="*/ 131394 w 1361803"/>
                <a:gd name="T109" fmla="*/ 1279248 h 1281345"/>
                <a:gd name="T110" fmla="*/ 0 w 1361803"/>
                <a:gd name="T111" fmla="*/ 335193 h 1281345"/>
                <a:gd name="T112" fmla="*/ 261801 w 1361803"/>
                <a:gd name="T113" fmla="*/ 28642 h 1281345"/>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1361803" h="1281345">
                  <a:moveTo>
                    <a:pt x="340187" y="867542"/>
                  </a:moveTo>
                  <a:cubicBezTo>
                    <a:pt x="351512" y="867144"/>
                    <a:pt x="363575" y="872724"/>
                    <a:pt x="372930" y="883885"/>
                  </a:cubicBezTo>
                  <a:cubicBezTo>
                    <a:pt x="394595" y="907270"/>
                    <a:pt x="415275" y="931718"/>
                    <a:pt x="436940" y="957229"/>
                  </a:cubicBezTo>
                  <a:cubicBezTo>
                    <a:pt x="449742" y="946599"/>
                    <a:pt x="462543" y="935970"/>
                    <a:pt x="475345" y="925340"/>
                  </a:cubicBezTo>
                  <a:cubicBezTo>
                    <a:pt x="492086" y="911522"/>
                    <a:pt x="506857" y="910459"/>
                    <a:pt x="525568" y="923214"/>
                  </a:cubicBezTo>
                  <a:cubicBezTo>
                    <a:pt x="535415" y="929592"/>
                    <a:pt x="544278" y="935970"/>
                    <a:pt x="553141" y="942347"/>
                  </a:cubicBezTo>
                  <a:cubicBezTo>
                    <a:pt x="545263" y="967858"/>
                    <a:pt x="538370" y="993369"/>
                    <a:pt x="530492" y="1018880"/>
                  </a:cubicBezTo>
                  <a:cubicBezTo>
                    <a:pt x="528522" y="1018880"/>
                    <a:pt x="528522" y="1018880"/>
                    <a:pt x="527537" y="1018880"/>
                  </a:cubicBezTo>
                  <a:cubicBezTo>
                    <a:pt x="509812" y="1000810"/>
                    <a:pt x="494056" y="1007187"/>
                    <a:pt x="479284" y="1024195"/>
                  </a:cubicBezTo>
                  <a:cubicBezTo>
                    <a:pt x="473376" y="1030572"/>
                    <a:pt x="466482" y="1035887"/>
                    <a:pt x="459589" y="1041202"/>
                  </a:cubicBezTo>
                  <a:cubicBezTo>
                    <a:pt x="438909" y="1058209"/>
                    <a:pt x="420199" y="1056083"/>
                    <a:pt x="402473" y="1035887"/>
                  </a:cubicBezTo>
                  <a:cubicBezTo>
                    <a:pt x="385732" y="1017817"/>
                    <a:pt x="369976" y="998684"/>
                    <a:pt x="352251" y="978488"/>
                  </a:cubicBezTo>
                  <a:cubicBezTo>
                    <a:pt x="343388" y="995495"/>
                    <a:pt x="335510" y="1012502"/>
                    <a:pt x="327632" y="1028446"/>
                  </a:cubicBezTo>
                  <a:cubicBezTo>
                    <a:pt x="318769" y="1046517"/>
                    <a:pt x="303013" y="1053957"/>
                    <a:pt x="286272" y="1050768"/>
                  </a:cubicBezTo>
                  <a:cubicBezTo>
                    <a:pt x="262638" y="1046517"/>
                    <a:pt x="248851" y="1019943"/>
                    <a:pt x="259683" y="995495"/>
                  </a:cubicBezTo>
                  <a:cubicBezTo>
                    <a:pt x="276424" y="959355"/>
                    <a:pt x="293165" y="922151"/>
                    <a:pt x="311876" y="887074"/>
                  </a:cubicBezTo>
                  <a:cubicBezTo>
                    <a:pt x="318276" y="874318"/>
                    <a:pt x="328863" y="867941"/>
                    <a:pt x="340187" y="867542"/>
                  </a:cubicBezTo>
                  <a:close/>
                  <a:moveTo>
                    <a:pt x="274255" y="687365"/>
                  </a:moveTo>
                  <a:cubicBezTo>
                    <a:pt x="330459" y="687365"/>
                    <a:pt x="386662" y="687365"/>
                    <a:pt x="442866" y="687365"/>
                  </a:cubicBezTo>
                  <a:cubicBezTo>
                    <a:pt x="516819" y="687365"/>
                    <a:pt x="590771" y="687365"/>
                    <a:pt x="664723" y="687365"/>
                  </a:cubicBezTo>
                  <a:cubicBezTo>
                    <a:pt x="670640" y="687365"/>
                    <a:pt x="675570" y="687365"/>
                    <a:pt x="684444" y="687365"/>
                  </a:cubicBezTo>
                  <a:cubicBezTo>
                    <a:pt x="666695" y="718154"/>
                    <a:pt x="649933" y="745757"/>
                    <a:pt x="632184" y="772299"/>
                  </a:cubicBezTo>
                  <a:cubicBezTo>
                    <a:pt x="630212" y="775484"/>
                    <a:pt x="625282" y="776545"/>
                    <a:pt x="621338" y="776545"/>
                  </a:cubicBezTo>
                  <a:cubicBezTo>
                    <a:pt x="504000" y="777607"/>
                    <a:pt x="387648" y="776545"/>
                    <a:pt x="270311" y="777607"/>
                  </a:cubicBezTo>
                  <a:cubicBezTo>
                    <a:pt x="259464" y="777607"/>
                    <a:pt x="255520" y="772299"/>
                    <a:pt x="256506" y="760620"/>
                  </a:cubicBezTo>
                  <a:cubicBezTo>
                    <a:pt x="256506" y="742572"/>
                    <a:pt x="256506" y="724524"/>
                    <a:pt x="255520" y="706475"/>
                  </a:cubicBezTo>
                  <a:cubicBezTo>
                    <a:pt x="255520" y="691612"/>
                    <a:pt x="261436" y="687365"/>
                    <a:pt x="274255" y="687365"/>
                  </a:cubicBezTo>
                  <a:close/>
                  <a:moveTo>
                    <a:pt x="278054" y="504636"/>
                  </a:moveTo>
                  <a:cubicBezTo>
                    <a:pt x="354989" y="504636"/>
                    <a:pt x="432911" y="504636"/>
                    <a:pt x="509846" y="504636"/>
                  </a:cubicBezTo>
                  <a:cubicBezTo>
                    <a:pt x="588754" y="504636"/>
                    <a:pt x="666676" y="504636"/>
                    <a:pt x="745584" y="504636"/>
                  </a:cubicBezTo>
                  <a:cubicBezTo>
                    <a:pt x="764325" y="504636"/>
                    <a:pt x="765311" y="505700"/>
                    <a:pt x="765311" y="524845"/>
                  </a:cubicBezTo>
                  <a:cubicBezTo>
                    <a:pt x="765311" y="535481"/>
                    <a:pt x="765311" y="546117"/>
                    <a:pt x="765311" y="556753"/>
                  </a:cubicBezTo>
                  <a:cubicBezTo>
                    <a:pt x="765311" y="580153"/>
                    <a:pt x="752489" y="593980"/>
                    <a:pt x="730789" y="593980"/>
                  </a:cubicBezTo>
                  <a:cubicBezTo>
                    <a:pt x="580863" y="593980"/>
                    <a:pt x="429952" y="593980"/>
                    <a:pt x="279040" y="593980"/>
                  </a:cubicBezTo>
                  <a:cubicBezTo>
                    <a:pt x="256354" y="593980"/>
                    <a:pt x="256354" y="592917"/>
                    <a:pt x="256354" y="569517"/>
                  </a:cubicBezTo>
                  <a:cubicBezTo>
                    <a:pt x="256354" y="555690"/>
                    <a:pt x="256354" y="541863"/>
                    <a:pt x="256354" y="528036"/>
                  </a:cubicBezTo>
                  <a:cubicBezTo>
                    <a:pt x="256354" y="504636"/>
                    <a:pt x="256354" y="504636"/>
                    <a:pt x="278054" y="504636"/>
                  </a:cubicBezTo>
                  <a:close/>
                  <a:moveTo>
                    <a:pt x="942895" y="453454"/>
                  </a:moveTo>
                  <a:cubicBezTo>
                    <a:pt x="989224" y="494914"/>
                    <a:pt x="1033581" y="534249"/>
                    <a:pt x="1077938" y="574646"/>
                  </a:cubicBezTo>
                  <a:cubicBezTo>
                    <a:pt x="1059210" y="599097"/>
                    <a:pt x="1040481" y="622484"/>
                    <a:pt x="1021752" y="644809"/>
                  </a:cubicBezTo>
                  <a:cubicBezTo>
                    <a:pt x="928109" y="760685"/>
                    <a:pt x="831509" y="874435"/>
                    <a:pt x="722095" y="974365"/>
                  </a:cubicBezTo>
                  <a:cubicBezTo>
                    <a:pt x="695481" y="999879"/>
                    <a:pt x="664923" y="1021141"/>
                    <a:pt x="635352" y="1042403"/>
                  </a:cubicBezTo>
                  <a:cubicBezTo>
                    <a:pt x="626481" y="1048781"/>
                    <a:pt x="613666" y="1046655"/>
                    <a:pt x="601838" y="1048781"/>
                  </a:cubicBezTo>
                  <a:cubicBezTo>
                    <a:pt x="601838" y="1037087"/>
                    <a:pt x="596909" y="1023267"/>
                    <a:pt x="600852" y="1012636"/>
                  </a:cubicBezTo>
                  <a:cubicBezTo>
                    <a:pt x="619581" y="969050"/>
                    <a:pt x="637323" y="924400"/>
                    <a:pt x="659995" y="882940"/>
                  </a:cubicBezTo>
                  <a:cubicBezTo>
                    <a:pt x="741809" y="734108"/>
                    <a:pt x="838409" y="595907"/>
                    <a:pt x="938952" y="460896"/>
                  </a:cubicBezTo>
                  <a:cubicBezTo>
                    <a:pt x="939938" y="458770"/>
                    <a:pt x="940924" y="456643"/>
                    <a:pt x="942895" y="453454"/>
                  </a:cubicBezTo>
                  <a:close/>
                  <a:moveTo>
                    <a:pt x="1337162" y="323013"/>
                  </a:moveTo>
                  <a:cubicBezTo>
                    <a:pt x="1348990" y="326198"/>
                    <a:pt x="1361803" y="343189"/>
                    <a:pt x="1361803" y="358055"/>
                  </a:cubicBezTo>
                  <a:cubicBezTo>
                    <a:pt x="1359832" y="361241"/>
                    <a:pt x="1357861" y="367612"/>
                    <a:pt x="1353918" y="373984"/>
                  </a:cubicBezTo>
                  <a:cubicBezTo>
                    <a:pt x="1300693" y="447255"/>
                    <a:pt x="1247469" y="521588"/>
                    <a:pt x="1194244" y="594859"/>
                  </a:cubicBezTo>
                  <a:cubicBezTo>
                    <a:pt x="1175517" y="619282"/>
                    <a:pt x="1154818" y="642644"/>
                    <a:pt x="1134120" y="664944"/>
                  </a:cubicBezTo>
                  <a:cubicBezTo>
                    <a:pt x="1125249" y="673439"/>
                    <a:pt x="1113421" y="678749"/>
                    <a:pt x="1101594" y="682996"/>
                  </a:cubicBezTo>
                  <a:cubicBezTo>
                    <a:pt x="1095680" y="685120"/>
                    <a:pt x="1083852" y="682996"/>
                    <a:pt x="1080895" y="677687"/>
                  </a:cubicBezTo>
                  <a:cubicBezTo>
                    <a:pt x="1077938" y="671315"/>
                    <a:pt x="1077938" y="658573"/>
                    <a:pt x="1080895" y="652201"/>
                  </a:cubicBezTo>
                  <a:cubicBezTo>
                    <a:pt x="1092723" y="633087"/>
                    <a:pt x="1107507" y="615035"/>
                    <a:pt x="1121306" y="596983"/>
                  </a:cubicBezTo>
                  <a:cubicBezTo>
                    <a:pt x="1175517" y="522650"/>
                    <a:pt x="1229727" y="449379"/>
                    <a:pt x="1284923" y="375046"/>
                  </a:cubicBezTo>
                  <a:cubicBezTo>
                    <a:pt x="1293794" y="362303"/>
                    <a:pt x="1302665" y="348498"/>
                    <a:pt x="1310550" y="334694"/>
                  </a:cubicBezTo>
                  <a:cubicBezTo>
                    <a:pt x="1317449" y="324075"/>
                    <a:pt x="1325334" y="318765"/>
                    <a:pt x="1337162" y="323013"/>
                  </a:cubicBezTo>
                  <a:close/>
                  <a:moveTo>
                    <a:pt x="525824" y="229421"/>
                  </a:moveTo>
                  <a:cubicBezTo>
                    <a:pt x="600725" y="229421"/>
                    <a:pt x="675627" y="229421"/>
                    <a:pt x="750528" y="229421"/>
                  </a:cubicBezTo>
                  <a:cubicBezTo>
                    <a:pt x="761369" y="229421"/>
                    <a:pt x="765311" y="233676"/>
                    <a:pt x="765311" y="245375"/>
                  </a:cubicBezTo>
                  <a:cubicBezTo>
                    <a:pt x="764326" y="264521"/>
                    <a:pt x="764326" y="282602"/>
                    <a:pt x="765311" y="301747"/>
                  </a:cubicBezTo>
                  <a:cubicBezTo>
                    <a:pt x="765311" y="314511"/>
                    <a:pt x="760383" y="318765"/>
                    <a:pt x="748557" y="318765"/>
                  </a:cubicBezTo>
                  <a:cubicBezTo>
                    <a:pt x="711106" y="318765"/>
                    <a:pt x="674641" y="318765"/>
                    <a:pt x="638176" y="318765"/>
                  </a:cubicBezTo>
                  <a:cubicBezTo>
                    <a:pt x="601711" y="318765"/>
                    <a:pt x="565246" y="317702"/>
                    <a:pt x="528781" y="318765"/>
                  </a:cubicBezTo>
                  <a:cubicBezTo>
                    <a:pt x="515969" y="318765"/>
                    <a:pt x="511041" y="313447"/>
                    <a:pt x="511041" y="299620"/>
                  </a:cubicBezTo>
                  <a:cubicBezTo>
                    <a:pt x="512027" y="282602"/>
                    <a:pt x="512027" y="264521"/>
                    <a:pt x="511041" y="246439"/>
                  </a:cubicBezTo>
                  <a:cubicBezTo>
                    <a:pt x="511041" y="234739"/>
                    <a:pt x="514983" y="229421"/>
                    <a:pt x="525824" y="229421"/>
                  </a:cubicBezTo>
                  <a:close/>
                  <a:moveTo>
                    <a:pt x="1243182" y="137949"/>
                  </a:moveTo>
                  <a:cubicBezTo>
                    <a:pt x="1255260" y="139675"/>
                    <a:pt x="1267337" y="146577"/>
                    <a:pt x="1281140" y="158257"/>
                  </a:cubicBezTo>
                  <a:cubicBezTo>
                    <a:pt x="1308745" y="183741"/>
                    <a:pt x="1317618" y="208163"/>
                    <a:pt x="1306773" y="240018"/>
                  </a:cubicBezTo>
                  <a:cubicBezTo>
                    <a:pt x="1300858" y="257008"/>
                    <a:pt x="1294942" y="275059"/>
                    <a:pt x="1285083" y="289925"/>
                  </a:cubicBezTo>
                  <a:cubicBezTo>
                    <a:pt x="1228886" y="370624"/>
                    <a:pt x="1171704" y="450262"/>
                    <a:pt x="1114521" y="532023"/>
                  </a:cubicBezTo>
                  <a:cubicBezTo>
                    <a:pt x="1066212" y="489550"/>
                    <a:pt x="1022832" y="450262"/>
                    <a:pt x="977480" y="410974"/>
                  </a:cubicBezTo>
                  <a:cubicBezTo>
                    <a:pt x="984381" y="401417"/>
                    <a:pt x="990297" y="392923"/>
                    <a:pt x="996212" y="385490"/>
                  </a:cubicBezTo>
                  <a:cubicBezTo>
                    <a:pt x="1050437" y="319656"/>
                    <a:pt x="1103676" y="252760"/>
                    <a:pt x="1157901" y="187988"/>
                  </a:cubicBezTo>
                  <a:cubicBezTo>
                    <a:pt x="1170718" y="172061"/>
                    <a:pt x="1188464" y="159319"/>
                    <a:pt x="1205225" y="148700"/>
                  </a:cubicBezTo>
                  <a:cubicBezTo>
                    <a:pt x="1219027" y="139675"/>
                    <a:pt x="1231105" y="136224"/>
                    <a:pt x="1243182" y="137949"/>
                  </a:cubicBezTo>
                  <a:close/>
                  <a:moveTo>
                    <a:pt x="326420" y="0"/>
                  </a:moveTo>
                  <a:cubicBezTo>
                    <a:pt x="513791" y="0"/>
                    <a:pt x="702148" y="0"/>
                    <a:pt x="889519" y="0"/>
                  </a:cubicBezTo>
                  <a:cubicBezTo>
                    <a:pt x="964468" y="1063"/>
                    <a:pt x="1018707" y="56311"/>
                    <a:pt x="1021665" y="137059"/>
                  </a:cubicBezTo>
                  <a:cubicBezTo>
                    <a:pt x="1021665" y="164684"/>
                    <a:pt x="1021665" y="191246"/>
                    <a:pt x="1020679" y="218870"/>
                  </a:cubicBezTo>
                  <a:cubicBezTo>
                    <a:pt x="1020679" y="225245"/>
                    <a:pt x="1017721" y="232682"/>
                    <a:pt x="1013776" y="237995"/>
                  </a:cubicBezTo>
                  <a:cubicBezTo>
                    <a:pt x="985177" y="275181"/>
                    <a:pt x="956578" y="311305"/>
                    <a:pt x="928966" y="348492"/>
                  </a:cubicBezTo>
                  <a:cubicBezTo>
                    <a:pt x="921077" y="358054"/>
                    <a:pt x="915160" y="369741"/>
                    <a:pt x="908256" y="380366"/>
                  </a:cubicBezTo>
                  <a:cubicBezTo>
                    <a:pt x="905298" y="384616"/>
                    <a:pt x="901353" y="387804"/>
                    <a:pt x="895436" y="395241"/>
                  </a:cubicBezTo>
                  <a:cubicBezTo>
                    <a:pt x="895436" y="365492"/>
                    <a:pt x="895436" y="339992"/>
                    <a:pt x="895436" y="314493"/>
                  </a:cubicBezTo>
                  <a:cubicBezTo>
                    <a:pt x="895436" y="263494"/>
                    <a:pt x="895436" y="212495"/>
                    <a:pt x="895436" y="161496"/>
                  </a:cubicBezTo>
                  <a:cubicBezTo>
                    <a:pt x="895436" y="139184"/>
                    <a:pt x="892478" y="135997"/>
                    <a:pt x="870782" y="135997"/>
                  </a:cubicBezTo>
                  <a:cubicBezTo>
                    <a:pt x="713982" y="135997"/>
                    <a:pt x="557182" y="135997"/>
                    <a:pt x="399396" y="135997"/>
                  </a:cubicBezTo>
                  <a:cubicBezTo>
                    <a:pt x="394465" y="135997"/>
                    <a:pt x="388548" y="135997"/>
                    <a:pt x="381645" y="135997"/>
                  </a:cubicBezTo>
                  <a:cubicBezTo>
                    <a:pt x="381645" y="145559"/>
                    <a:pt x="381645" y="152997"/>
                    <a:pt x="381645" y="159371"/>
                  </a:cubicBezTo>
                  <a:cubicBezTo>
                    <a:pt x="381645" y="211433"/>
                    <a:pt x="381645" y="262431"/>
                    <a:pt x="381645" y="314493"/>
                  </a:cubicBezTo>
                  <a:cubicBezTo>
                    <a:pt x="380659" y="373991"/>
                    <a:pt x="346143" y="410116"/>
                    <a:pt x="290918" y="410116"/>
                  </a:cubicBezTo>
                  <a:cubicBezTo>
                    <a:pt x="241610" y="410116"/>
                    <a:pt x="192302" y="410116"/>
                    <a:pt x="142994" y="410116"/>
                  </a:cubicBezTo>
                  <a:cubicBezTo>
                    <a:pt x="138063" y="410116"/>
                    <a:pt x="133132" y="410116"/>
                    <a:pt x="126229" y="410116"/>
                  </a:cubicBezTo>
                  <a:cubicBezTo>
                    <a:pt x="126229" y="418615"/>
                    <a:pt x="126229" y="423928"/>
                    <a:pt x="126229" y="429240"/>
                  </a:cubicBezTo>
                  <a:cubicBezTo>
                    <a:pt x="126229" y="658735"/>
                    <a:pt x="126229" y="888229"/>
                    <a:pt x="126229" y="1117724"/>
                  </a:cubicBezTo>
                  <a:cubicBezTo>
                    <a:pt x="126229" y="1143223"/>
                    <a:pt x="128201" y="1145348"/>
                    <a:pt x="150883" y="1145348"/>
                  </a:cubicBezTo>
                  <a:cubicBezTo>
                    <a:pt x="390521" y="1145348"/>
                    <a:pt x="630158" y="1145348"/>
                    <a:pt x="869796" y="1145348"/>
                  </a:cubicBezTo>
                  <a:cubicBezTo>
                    <a:pt x="893464" y="1145348"/>
                    <a:pt x="895436" y="1143223"/>
                    <a:pt x="895436" y="1117724"/>
                  </a:cubicBezTo>
                  <a:cubicBezTo>
                    <a:pt x="895436" y="1052913"/>
                    <a:pt x="895436" y="988102"/>
                    <a:pt x="895436" y="923291"/>
                  </a:cubicBezTo>
                  <a:cubicBezTo>
                    <a:pt x="895436" y="916916"/>
                    <a:pt x="897409" y="908416"/>
                    <a:pt x="901353" y="904166"/>
                  </a:cubicBezTo>
                  <a:cubicBezTo>
                    <a:pt x="938827" y="860605"/>
                    <a:pt x="976302" y="818106"/>
                    <a:pt x="1013776" y="774545"/>
                  </a:cubicBezTo>
                  <a:cubicBezTo>
                    <a:pt x="1015748" y="773482"/>
                    <a:pt x="1016734" y="772420"/>
                    <a:pt x="1020679" y="769232"/>
                  </a:cubicBezTo>
                  <a:cubicBezTo>
                    <a:pt x="1020679" y="775607"/>
                    <a:pt x="1021665" y="779857"/>
                    <a:pt x="1021665" y="784107"/>
                  </a:cubicBezTo>
                  <a:cubicBezTo>
                    <a:pt x="1021665" y="902042"/>
                    <a:pt x="1021665" y="1018914"/>
                    <a:pt x="1021665" y="1135786"/>
                  </a:cubicBezTo>
                  <a:cubicBezTo>
                    <a:pt x="1020679" y="1222909"/>
                    <a:pt x="967426" y="1281345"/>
                    <a:pt x="886561" y="1281345"/>
                  </a:cubicBezTo>
                  <a:cubicBezTo>
                    <a:pt x="634103" y="1281345"/>
                    <a:pt x="382631" y="1281345"/>
                    <a:pt x="131160" y="1281345"/>
                  </a:cubicBezTo>
                  <a:cubicBezTo>
                    <a:pt x="55225" y="1281345"/>
                    <a:pt x="0" y="1221847"/>
                    <a:pt x="0" y="1140036"/>
                  </a:cubicBezTo>
                  <a:cubicBezTo>
                    <a:pt x="0" y="872292"/>
                    <a:pt x="0" y="603486"/>
                    <a:pt x="0" y="335742"/>
                  </a:cubicBezTo>
                  <a:cubicBezTo>
                    <a:pt x="0" y="315555"/>
                    <a:pt x="5917" y="298556"/>
                    <a:pt x="18737" y="283681"/>
                  </a:cubicBezTo>
                  <a:cubicBezTo>
                    <a:pt x="99603" y="198683"/>
                    <a:pt x="180468" y="113685"/>
                    <a:pt x="261333" y="28687"/>
                  </a:cubicBezTo>
                  <a:cubicBezTo>
                    <a:pt x="279084" y="9562"/>
                    <a:pt x="300780" y="0"/>
                    <a:pt x="32642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5" name="文本框 4"/>
          <p:cNvSpPr txBox="1"/>
          <p:nvPr/>
        </p:nvSpPr>
        <p:spPr>
          <a:xfrm>
            <a:off x="974526" y="321818"/>
            <a:ext cx="2698175" cy="523220"/>
          </a:xfrm>
          <a:prstGeom prst="rect">
            <a:avLst/>
          </a:prstGeom>
          <a:noFill/>
        </p:spPr>
        <p:txBody>
          <a:bodyPr wrap="none" rtlCol="0">
            <a:spAutoFit/>
          </a:bodyPr>
          <a:lstStyle/>
          <a:p>
            <a:r>
              <a:rPr lang="zh-CN" altLang="en-US" sz="2800" b="1">
                <a:solidFill>
                  <a:srgbClr val="3FB793"/>
                </a:solidFill>
                <a:latin typeface="思源黑体旧字形 Normal" panose="020b0400000000000000" pitchFamily="34" charset="-128"/>
                <a:ea typeface="思源黑体旧字形 Normal" panose="020b0400000000000000" pitchFamily="34" charset="-128"/>
              </a:rPr>
              <a:t>解决问题的能力</a:t>
            </a:r>
          </a:p>
        </p:txBody>
      </p:sp>
      <p:grpSp>
        <p:nvGrpSpPr>
          <p:cNvPr id="43" name="组合 42">
            <a:extLst>
              <a:ext uri="{FF2B5EF4-FFF2-40B4-BE49-F238E27FC236}">
                <a16:creationId xmlns:a16="http://schemas.microsoft.com/office/drawing/2014/main" id="{875AE4C5-7392-4D3B-B14B-CAF9B45192C6}"/>
              </a:ext>
            </a:extLst>
          </p:cNvPr>
          <p:cNvGrpSpPr/>
          <p:nvPr/>
        </p:nvGrpSpPr>
        <p:grpSpPr>
          <a:xfrm>
            <a:off x="1048340" y="1949095"/>
            <a:ext cx="4627287" cy="1117404"/>
            <a:chOff x="874713" y="2108752"/>
            <a:chExt cx="4627287" cy="1117404"/>
          </a:xfrm>
        </p:grpSpPr>
        <p:grpSp>
          <p:nvGrpSpPr>
            <p:cNvPr id="55" name="组合 54">
              <a:extLst>
                <a:ext uri="{FF2B5EF4-FFF2-40B4-BE49-F238E27FC236}">
                  <a16:creationId xmlns:a16="http://schemas.microsoft.com/office/drawing/2014/main" id="{68E5C5F4-A0E9-4E56-9915-E17185BC60E2}"/>
                </a:ext>
              </a:extLst>
            </p:cNvPr>
            <p:cNvGrpSpPr/>
            <p:nvPr/>
          </p:nvGrpSpPr>
          <p:grpSpPr>
            <a:xfrm>
              <a:off x="874713" y="2213139"/>
              <a:ext cx="754742" cy="754742"/>
              <a:chOff x="1335315" y="2249715"/>
              <a:chExt cx="754742" cy="754742"/>
            </a:xfrm>
          </p:grpSpPr>
          <p:sp>
            <p:nvSpPr>
              <p:cNvPr id="59" name="椭圆 58">
                <a:extLst>
                  <a:ext uri="{FF2B5EF4-FFF2-40B4-BE49-F238E27FC236}">
                    <a16:creationId xmlns:a16="http://schemas.microsoft.com/office/drawing/2014/main" id="{DF3B50B8-0611-4F2C-AA03-A9EDFBED35A2}"/>
                  </a:ext>
                </a:extLst>
              </p:cNvPr>
              <p:cNvSpPr/>
              <p:nvPr/>
            </p:nvSpPr>
            <p:spPr>
              <a:xfrm>
                <a:off x="1335315" y="2249715"/>
                <a:ext cx="754742" cy="754742"/>
              </a:xfrm>
              <a:prstGeom prst="ellipse">
                <a:avLst/>
              </a:prstGeom>
              <a:solidFill>
                <a:srgbClr val="545D79"/>
              </a:solidFill>
              <a:ln>
                <a:noFill/>
              </a:ln>
              <a:effectLst>
                <a:outerShdw blurRad="63500" algn="ctr" rotWithShape="0">
                  <a:prstClr val="black">
                    <a:alpha val="40000"/>
                  </a:prstClr>
                </a:outerShdw>
              </a:effectLst>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tx1"/>
                  </a:solidFill>
                  <a:latin typeface="思源黑体旧字形 Normal" panose="020b0400000000000000" pitchFamily="34" charset="-128"/>
                  <a:ea typeface="思源黑体旧字形 Normal" panose="020b0400000000000000" pitchFamily="34" charset="-128"/>
                </a:endParaRPr>
              </a:p>
            </p:txBody>
          </p:sp>
          <p:sp>
            <p:nvSpPr>
              <p:cNvPr id="60" name="椭圆 4">
                <a:extLst>
                  <a:ext uri="{FF2B5EF4-FFF2-40B4-BE49-F238E27FC236}">
                    <a16:creationId xmlns:a16="http://schemas.microsoft.com/office/drawing/2014/main" id="{9E0864B9-7288-4714-A48A-E8F0579AE8EA}"/>
                  </a:ext>
                </a:extLst>
              </p:cNvPr>
              <p:cNvSpPr/>
              <p:nvPr/>
            </p:nvSpPr>
            <p:spPr>
              <a:xfrm>
                <a:off x="1518591" y="2409371"/>
                <a:ext cx="388189" cy="435430"/>
              </a:xfrm>
              <a:custGeom>
                <a:gdLst>
                  <a:gd name="connsiteX0" fmla="*/ 199932 w 300038"/>
                  <a:gd name="connsiteY0" fmla="*/ 273051 h 336551"/>
                  <a:gd name="connsiteX1" fmla="*/ 192088 w 300038"/>
                  <a:gd name="connsiteY1" fmla="*/ 280989 h 336551"/>
                  <a:gd name="connsiteX2" fmla="*/ 192088 w 300038"/>
                  <a:gd name="connsiteY2" fmla="*/ 306124 h 336551"/>
                  <a:gd name="connsiteX3" fmla="*/ 199932 w 300038"/>
                  <a:gd name="connsiteY3" fmla="*/ 312739 h 336551"/>
                  <a:gd name="connsiteX4" fmla="*/ 250919 w 300038"/>
                  <a:gd name="connsiteY4" fmla="*/ 312739 h 336551"/>
                  <a:gd name="connsiteX5" fmla="*/ 258763 w 300038"/>
                  <a:gd name="connsiteY5" fmla="*/ 306124 h 336551"/>
                  <a:gd name="connsiteX6" fmla="*/ 258763 w 300038"/>
                  <a:gd name="connsiteY6" fmla="*/ 280989 h 336551"/>
                  <a:gd name="connsiteX7" fmla="*/ 250919 w 300038"/>
                  <a:gd name="connsiteY7" fmla="*/ 273051 h 336551"/>
                  <a:gd name="connsiteX8" fmla="*/ 199932 w 300038"/>
                  <a:gd name="connsiteY8" fmla="*/ 273051 h 336551"/>
                  <a:gd name="connsiteX9" fmla="*/ 101328 w 300038"/>
                  <a:gd name="connsiteY9" fmla="*/ 196851 h 336551"/>
                  <a:gd name="connsiteX10" fmla="*/ 107908 w 300038"/>
                  <a:gd name="connsiteY10" fmla="*/ 196851 h 336551"/>
                  <a:gd name="connsiteX11" fmla="*/ 111856 w 300038"/>
                  <a:gd name="connsiteY11" fmla="*/ 202123 h 336551"/>
                  <a:gd name="connsiteX12" fmla="*/ 128964 w 300038"/>
                  <a:gd name="connsiteY12" fmla="*/ 248250 h 336551"/>
                  <a:gd name="connsiteX13" fmla="*/ 131595 w 300038"/>
                  <a:gd name="connsiteY13" fmla="*/ 239025 h 336551"/>
                  <a:gd name="connsiteX14" fmla="*/ 126332 w 300038"/>
                  <a:gd name="connsiteY14" fmla="*/ 225845 h 336551"/>
                  <a:gd name="connsiteX15" fmla="*/ 127648 w 300038"/>
                  <a:gd name="connsiteY15" fmla="*/ 217938 h 336551"/>
                  <a:gd name="connsiteX16" fmla="*/ 132911 w 300038"/>
                  <a:gd name="connsiteY16" fmla="*/ 215302 h 336551"/>
                  <a:gd name="connsiteX17" fmla="*/ 167126 w 300038"/>
                  <a:gd name="connsiteY17" fmla="*/ 215302 h 336551"/>
                  <a:gd name="connsiteX18" fmla="*/ 172390 w 300038"/>
                  <a:gd name="connsiteY18" fmla="*/ 217938 h 336551"/>
                  <a:gd name="connsiteX19" fmla="*/ 173706 w 300038"/>
                  <a:gd name="connsiteY19" fmla="*/ 225845 h 336551"/>
                  <a:gd name="connsiteX20" fmla="*/ 168442 w 300038"/>
                  <a:gd name="connsiteY20" fmla="*/ 239025 h 336551"/>
                  <a:gd name="connsiteX21" fmla="*/ 171074 w 300038"/>
                  <a:gd name="connsiteY21" fmla="*/ 248250 h 336551"/>
                  <a:gd name="connsiteX22" fmla="*/ 188182 w 300038"/>
                  <a:gd name="connsiteY22" fmla="*/ 202123 h 336551"/>
                  <a:gd name="connsiteX23" fmla="*/ 192130 w 300038"/>
                  <a:gd name="connsiteY23" fmla="*/ 196851 h 336551"/>
                  <a:gd name="connsiteX24" fmla="*/ 198710 w 300038"/>
                  <a:gd name="connsiteY24" fmla="*/ 196851 h 336551"/>
                  <a:gd name="connsiteX25" fmla="*/ 265823 w 300038"/>
                  <a:gd name="connsiteY25" fmla="*/ 224527 h 336551"/>
                  <a:gd name="connsiteX26" fmla="*/ 300038 w 300038"/>
                  <a:gd name="connsiteY26" fmla="*/ 274609 h 336551"/>
                  <a:gd name="connsiteX27" fmla="*/ 300038 w 300038"/>
                  <a:gd name="connsiteY27" fmla="*/ 328643 h 336551"/>
                  <a:gd name="connsiteX28" fmla="*/ 292142 w 300038"/>
                  <a:gd name="connsiteY28" fmla="*/ 336551 h 336551"/>
                  <a:gd name="connsiteX29" fmla="*/ 7896 w 300038"/>
                  <a:gd name="connsiteY29" fmla="*/ 336551 h 336551"/>
                  <a:gd name="connsiteX30" fmla="*/ 0 w 300038"/>
                  <a:gd name="connsiteY30" fmla="*/ 328643 h 336551"/>
                  <a:gd name="connsiteX31" fmla="*/ 0 w 300038"/>
                  <a:gd name="connsiteY31" fmla="*/ 274609 h 336551"/>
                  <a:gd name="connsiteX32" fmla="*/ 34215 w 300038"/>
                  <a:gd name="connsiteY32" fmla="*/ 224527 h 336551"/>
                  <a:gd name="connsiteX33" fmla="*/ 101328 w 300038"/>
                  <a:gd name="connsiteY33" fmla="*/ 196851 h 336551"/>
                  <a:gd name="connsiteX34" fmla="*/ 155328 w 300038"/>
                  <a:gd name="connsiteY34" fmla="*/ 0 h 336551"/>
                  <a:gd name="connsiteX35" fmla="*/ 201775 w 300038"/>
                  <a:gd name="connsiteY35" fmla="*/ 15854 h 336551"/>
                  <a:gd name="connsiteX36" fmla="*/ 223008 w 300038"/>
                  <a:gd name="connsiteY36" fmla="*/ 79268 h 336551"/>
                  <a:gd name="connsiteX37" fmla="*/ 224335 w 300038"/>
                  <a:gd name="connsiteY37" fmla="*/ 93801 h 336551"/>
                  <a:gd name="connsiteX38" fmla="*/ 229643 w 300038"/>
                  <a:gd name="connsiteY38" fmla="*/ 100407 h 336551"/>
                  <a:gd name="connsiteX39" fmla="*/ 232297 w 300038"/>
                  <a:gd name="connsiteY39" fmla="*/ 125508 h 336551"/>
                  <a:gd name="connsiteX40" fmla="*/ 208410 w 300038"/>
                  <a:gd name="connsiteY40" fmla="*/ 151931 h 336551"/>
                  <a:gd name="connsiteX41" fmla="*/ 185850 w 300038"/>
                  <a:gd name="connsiteY41" fmla="*/ 183639 h 336551"/>
                  <a:gd name="connsiteX42" fmla="*/ 172579 w 300038"/>
                  <a:gd name="connsiteY42" fmla="*/ 192887 h 336551"/>
                  <a:gd name="connsiteX43" fmla="*/ 150019 w 300038"/>
                  <a:gd name="connsiteY43" fmla="*/ 196850 h 336551"/>
                  <a:gd name="connsiteX44" fmla="*/ 127459 w 300038"/>
                  <a:gd name="connsiteY44" fmla="*/ 192887 h 336551"/>
                  <a:gd name="connsiteX45" fmla="*/ 114189 w 300038"/>
                  <a:gd name="connsiteY45" fmla="*/ 183639 h 336551"/>
                  <a:gd name="connsiteX46" fmla="*/ 91629 w 300038"/>
                  <a:gd name="connsiteY46" fmla="*/ 151931 h 336551"/>
                  <a:gd name="connsiteX47" fmla="*/ 67742 w 300038"/>
                  <a:gd name="connsiteY47" fmla="*/ 125508 h 336551"/>
                  <a:gd name="connsiteX48" fmla="*/ 70396 w 300038"/>
                  <a:gd name="connsiteY48" fmla="*/ 100407 h 336551"/>
                  <a:gd name="connsiteX49" fmla="*/ 75704 w 300038"/>
                  <a:gd name="connsiteY49" fmla="*/ 93801 h 336551"/>
                  <a:gd name="connsiteX50" fmla="*/ 77031 w 300038"/>
                  <a:gd name="connsiteY50" fmla="*/ 85874 h 336551"/>
                  <a:gd name="connsiteX51" fmla="*/ 74377 w 300038"/>
                  <a:gd name="connsiteY51" fmla="*/ 50203 h 336551"/>
                  <a:gd name="connsiteX52" fmla="*/ 103572 w 300038"/>
                  <a:gd name="connsiteY52" fmla="*/ 27744 h 336551"/>
                  <a:gd name="connsiteX53" fmla="*/ 119497 w 300038"/>
                  <a:gd name="connsiteY53" fmla="*/ 10569 h 336551"/>
                  <a:gd name="connsiteX54" fmla="*/ 155328 w 300038"/>
                  <a:gd name="connsiteY54" fmla="*/ 0 h 336551"/>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300038" h="336551">
                    <a:moveTo>
                      <a:pt x="199932" y="273051"/>
                    </a:moveTo>
                    <a:cubicBezTo>
                      <a:pt x="194703" y="273051"/>
                      <a:pt x="192088" y="277020"/>
                      <a:pt x="192088" y="280989"/>
                    </a:cubicBezTo>
                    <a:cubicBezTo>
                      <a:pt x="192088" y="306124"/>
                      <a:pt x="192088" y="306124"/>
                      <a:pt x="192088" y="306124"/>
                    </a:cubicBezTo>
                    <a:cubicBezTo>
                      <a:pt x="192088" y="310093"/>
                      <a:pt x="194703" y="312739"/>
                      <a:pt x="199932" y="312739"/>
                    </a:cubicBezTo>
                    <a:cubicBezTo>
                      <a:pt x="250919" y="312739"/>
                      <a:pt x="250919" y="312739"/>
                      <a:pt x="250919" y="312739"/>
                    </a:cubicBezTo>
                    <a:cubicBezTo>
                      <a:pt x="254841" y="312739"/>
                      <a:pt x="258763" y="310093"/>
                      <a:pt x="258763" y="306124"/>
                    </a:cubicBezTo>
                    <a:lnTo>
                      <a:pt x="258763" y="280989"/>
                    </a:lnTo>
                    <a:cubicBezTo>
                      <a:pt x="258763" y="277020"/>
                      <a:pt x="254841" y="273051"/>
                      <a:pt x="250919" y="273051"/>
                    </a:cubicBezTo>
                    <a:cubicBezTo>
                      <a:pt x="199932" y="273051"/>
                      <a:pt x="199932" y="273051"/>
                      <a:pt x="199932" y="273051"/>
                    </a:cubicBezTo>
                    <a:close/>
                    <a:moveTo>
                      <a:pt x="101328" y="196851"/>
                    </a:moveTo>
                    <a:cubicBezTo>
                      <a:pt x="103960" y="196851"/>
                      <a:pt x="105276" y="196851"/>
                      <a:pt x="107908" y="196851"/>
                    </a:cubicBezTo>
                    <a:cubicBezTo>
                      <a:pt x="109224" y="198169"/>
                      <a:pt x="110540" y="199487"/>
                      <a:pt x="111856" y="202123"/>
                    </a:cubicBezTo>
                    <a:cubicBezTo>
                      <a:pt x="128964" y="248250"/>
                      <a:pt x="128964" y="248250"/>
                      <a:pt x="128964" y="248250"/>
                    </a:cubicBezTo>
                    <a:cubicBezTo>
                      <a:pt x="131595" y="239025"/>
                      <a:pt x="131595" y="239025"/>
                      <a:pt x="131595" y="239025"/>
                    </a:cubicBezTo>
                    <a:cubicBezTo>
                      <a:pt x="126332" y="225845"/>
                      <a:pt x="126332" y="225845"/>
                      <a:pt x="126332" y="225845"/>
                    </a:cubicBezTo>
                    <a:cubicBezTo>
                      <a:pt x="125016" y="223209"/>
                      <a:pt x="126332" y="220574"/>
                      <a:pt x="127648" y="217938"/>
                    </a:cubicBezTo>
                    <a:cubicBezTo>
                      <a:pt x="128964" y="216620"/>
                      <a:pt x="131595" y="215302"/>
                      <a:pt x="132911" y="215302"/>
                    </a:cubicBezTo>
                    <a:cubicBezTo>
                      <a:pt x="167126" y="215302"/>
                      <a:pt x="167126" y="215302"/>
                      <a:pt x="167126" y="215302"/>
                    </a:cubicBezTo>
                    <a:cubicBezTo>
                      <a:pt x="168442" y="215302"/>
                      <a:pt x="171074" y="216620"/>
                      <a:pt x="172390" y="217938"/>
                    </a:cubicBezTo>
                    <a:cubicBezTo>
                      <a:pt x="173706" y="220574"/>
                      <a:pt x="175022" y="223209"/>
                      <a:pt x="173706" y="225845"/>
                    </a:cubicBezTo>
                    <a:cubicBezTo>
                      <a:pt x="168442" y="239025"/>
                      <a:pt x="168442" y="239025"/>
                      <a:pt x="168442" y="239025"/>
                    </a:cubicBezTo>
                    <a:cubicBezTo>
                      <a:pt x="171074" y="248250"/>
                      <a:pt x="171074" y="248250"/>
                      <a:pt x="171074" y="248250"/>
                    </a:cubicBezTo>
                    <a:cubicBezTo>
                      <a:pt x="188182" y="202123"/>
                      <a:pt x="188182" y="202123"/>
                      <a:pt x="188182" y="202123"/>
                    </a:cubicBezTo>
                    <a:cubicBezTo>
                      <a:pt x="189498" y="199487"/>
                      <a:pt x="190814" y="198169"/>
                      <a:pt x="192130" y="196851"/>
                    </a:cubicBezTo>
                    <a:cubicBezTo>
                      <a:pt x="194762" y="196851"/>
                      <a:pt x="196078" y="196851"/>
                      <a:pt x="198710" y="196851"/>
                    </a:cubicBezTo>
                    <a:cubicBezTo>
                      <a:pt x="265823" y="224527"/>
                      <a:pt x="265823" y="224527"/>
                      <a:pt x="265823" y="224527"/>
                    </a:cubicBezTo>
                    <a:cubicBezTo>
                      <a:pt x="286879" y="232435"/>
                      <a:pt x="300038" y="252204"/>
                      <a:pt x="300038" y="274609"/>
                    </a:cubicBezTo>
                    <a:cubicBezTo>
                      <a:pt x="300038" y="328643"/>
                      <a:pt x="300038" y="328643"/>
                      <a:pt x="300038" y="328643"/>
                    </a:cubicBezTo>
                    <a:cubicBezTo>
                      <a:pt x="300038" y="332597"/>
                      <a:pt x="296090" y="336551"/>
                      <a:pt x="292142" y="336551"/>
                    </a:cubicBezTo>
                    <a:cubicBezTo>
                      <a:pt x="7896" y="336551"/>
                      <a:pt x="7896" y="336551"/>
                      <a:pt x="7896" y="336551"/>
                    </a:cubicBezTo>
                    <a:cubicBezTo>
                      <a:pt x="3948" y="336551"/>
                      <a:pt x="0" y="332597"/>
                      <a:pt x="0" y="328643"/>
                    </a:cubicBezTo>
                    <a:cubicBezTo>
                      <a:pt x="0" y="274609"/>
                      <a:pt x="0" y="274609"/>
                      <a:pt x="0" y="274609"/>
                    </a:cubicBezTo>
                    <a:cubicBezTo>
                      <a:pt x="0" y="252204"/>
                      <a:pt x="13159" y="232435"/>
                      <a:pt x="34215" y="224527"/>
                    </a:cubicBezTo>
                    <a:cubicBezTo>
                      <a:pt x="101328" y="196851"/>
                      <a:pt x="101328" y="196851"/>
                      <a:pt x="101328" y="196851"/>
                    </a:cubicBezTo>
                    <a:close/>
                    <a:moveTo>
                      <a:pt x="155328" y="0"/>
                    </a:moveTo>
                    <a:cubicBezTo>
                      <a:pt x="171252" y="0"/>
                      <a:pt x="187177" y="5285"/>
                      <a:pt x="201775" y="15854"/>
                    </a:cubicBezTo>
                    <a:cubicBezTo>
                      <a:pt x="225662" y="34350"/>
                      <a:pt x="223008" y="72663"/>
                      <a:pt x="223008" y="79268"/>
                    </a:cubicBezTo>
                    <a:cubicBezTo>
                      <a:pt x="223008" y="84553"/>
                      <a:pt x="224335" y="89838"/>
                      <a:pt x="224335" y="93801"/>
                    </a:cubicBezTo>
                    <a:cubicBezTo>
                      <a:pt x="225662" y="95122"/>
                      <a:pt x="228316" y="96443"/>
                      <a:pt x="229643" y="100407"/>
                    </a:cubicBezTo>
                    <a:cubicBezTo>
                      <a:pt x="234951" y="107012"/>
                      <a:pt x="234951" y="114939"/>
                      <a:pt x="232297" y="125508"/>
                    </a:cubicBezTo>
                    <a:cubicBezTo>
                      <a:pt x="226989" y="146647"/>
                      <a:pt x="215045" y="150610"/>
                      <a:pt x="208410" y="151931"/>
                    </a:cubicBezTo>
                    <a:cubicBezTo>
                      <a:pt x="204429" y="159858"/>
                      <a:pt x="195139" y="175712"/>
                      <a:pt x="185850" y="183639"/>
                    </a:cubicBezTo>
                    <a:cubicBezTo>
                      <a:pt x="183196" y="187602"/>
                      <a:pt x="177888" y="190244"/>
                      <a:pt x="172579" y="192887"/>
                    </a:cubicBezTo>
                    <a:cubicBezTo>
                      <a:pt x="164617" y="195529"/>
                      <a:pt x="157982" y="196850"/>
                      <a:pt x="150019" y="196850"/>
                    </a:cubicBezTo>
                    <a:cubicBezTo>
                      <a:pt x="142057" y="196850"/>
                      <a:pt x="135422" y="195529"/>
                      <a:pt x="127459" y="192887"/>
                    </a:cubicBezTo>
                    <a:cubicBezTo>
                      <a:pt x="122151" y="190244"/>
                      <a:pt x="116843" y="187602"/>
                      <a:pt x="114189" y="183639"/>
                    </a:cubicBezTo>
                    <a:cubicBezTo>
                      <a:pt x="104900" y="175712"/>
                      <a:pt x="95610" y="159858"/>
                      <a:pt x="91629" y="151931"/>
                    </a:cubicBezTo>
                    <a:cubicBezTo>
                      <a:pt x="84994" y="150610"/>
                      <a:pt x="73050" y="146647"/>
                      <a:pt x="67742" y="125508"/>
                    </a:cubicBezTo>
                    <a:cubicBezTo>
                      <a:pt x="65088" y="114939"/>
                      <a:pt x="65088" y="107012"/>
                      <a:pt x="70396" y="100407"/>
                    </a:cubicBezTo>
                    <a:cubicBezTo>
                      <a:pt x="71723" y="96443"/>
                      <a:pt x="74377" y="95122"/>
                      <a:pt x="75704" y="93801"/>
                    </a:cubicBezTo>
                    <a:cubicBezTo>
                      <a:pt x="75704" y="91159"/>
                      <a:pt x="75704" y="88516"/>
                      <a:pt x="77031" y="85874"/>
                    </a:cubicBezTo>
                    <a:cubicBezTo>
                      <a:pt x="73050" y="80590"/>
                      <a:pt x="67742" y="68699"/>
                      <a:pt x="74377" y="50203"/>
                    </a:cubicBezTo>
                    <a:cubicBezTo>
                      <a:pt x="81013" y="30386"/>
                      <a:pt x="95610" y="27744"/>
                      <a:pt x="103572" y="27744"/>
                    </a:cubicBezTo>
                    <a:cubicBezTo>
                      <a:pt x="106227" y="22459"/>
                      <a:pt x="111535" y="17175"/>
                      <a:pt x="119497" y="10569"/>
                    </a:cubicBezTo>
                    <a:cubicBezTo>
                      <a:pt x="128786" y="3963"/>
                      <a:pt x="142057" y="0"/>
                      <a:pt x="155328"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tx1"/>
                  </a:solidFill>
                  <a:latin typeface="微软雅黑 Light" panose="020b0502040204020203" pitchFamily="34" charset="-122"/>
                  <a:ea typeface="微软雅黑 Light" panose="020b0502040204020203" pitchFamily="34" charset="-122"/>
                </a:endParaRPr>
              </a:p>
            </p:txBody>
          </p:sp>
        </p:grpSp>
        <p:grpSp>
          <p:nvGrpSpPr>
            <p:cNvPr id="56" name="组合 55">
              <a:extLst>
                <a:ext uri="{FF2B5EF4-FFF2-40B4-BE49-F238E27FC236}">
                  <a16:creationId xmlns:a16="http://schemas.microsoft.com/office/drawing/2014/main" id="{4345B798-A7A7-48E9-892A-BD75A86A9963}"/>
                </a:ext>
              </a:extLst>
            </p:cNvPr>
            <p:cNvGrpSpPr/>
            <p:nvPr/>
          </p:nvGrpSpPr>
          <p:grpSpPr>
            <a:xfrm>
              <a:off x="1789111" y="2108752"/>
              <a:ext cx="3712889" cy="1117404"/>
              <a:chOff x="874713" y="4293102"/>
              <a:chExt cx="3712889" cy="1117404"/>
            </a:xfrm>
          </p:grpSpPr>
          <p:sp>
            <p:nvSpPr>
              <p:cNvPr id="57" name="文本框 7">
                <a:extLst>
                  <a:ext uri="{FF2B5EF4-FFF2-40B4-BE49-F238E27FC236}">
                    <a16:creationId xmlns:a16="http://schemas.microsoft.com/office/drawing/2014/main" id="{0B8DFC66-D561-408E-AC25-59BB35683B61}"/>
                  </a:ext>
                </a:extLst>
              </p:cNvPr>
              <p:cNvSpPr txBox="1"/>
              <p:nvPr/>
            </p:nvSpPr>
            <p:spPr>
              <a:xfrm>
                <a:off x="874713" y="4293102"/>
                <a:ext cx="1268296" cy="400110"/>
              </a:xfrm>
              <a:prstGeom prst="rect">
                <a:avLst/>
              </a:prstGeom>
              <a:noFill/>
            </p:spPr>
            <p:txBody>
              <a:bodyPr wrap="none" rtlCol="0">
                <a:spAutoFit/>
                <a:scene3d>
                  <a:camera prst="orthographicFront"/>
                  <a:lightRig rig="threePt" dir="t"/>
                </a:scene3d>
                <a:sp3d contourW="127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000" b="1">
                    <a:solidFill>
                      <a:schemeClr val="tx1">
                        <a:lumMod val="75000"/>
                        <a:lumOff val="25000"/>
                      </a:schemeClr>
                    </a:solidFill>
                    <a:latin typeface="思源黑体旧字形 Normal" panose="020b0400000000000000" pitchFamily="34" charset="-128"/>
                    <a:ea typeface="思源黑体旧字形 Normal" panose="020b0400000000000000" pitchFamily="34" charset="-128"/>
                  </a:rPr>
                  <a:t>解决问题 </a:t>
                </a:r>
              </a:p>
            </p:txBody>
          </p:sp>
          <p:sp>
            <p:nvSpPr>
              <p:cNvPr id="58" name="文本框 8">
                <a:extLst>
                  <a:ext uri="{FF2B5EF4-FFF2-40B4-BE49-F238E27FC236}">
                    <a16:creationId xmlns:a16="http://schemas.microsoft.com/office/drawing/2014/main" id="{ABE53126-AB25-40AE-B4FB-3CF7D82B17FF}"/>
                  </a:ext>
                </a:extLst>
              </p:cNvPr>
              <p:cNvSpPr txBox="1"/>
              <p:nvPr/>
            </p:nvSpPr>
            <p:spPr>
              <a:xfrm>
                <a:off x="874713" y="4671842"/>
                <a:ext cx="3712889" cy="738664"/>
              </a:xfrm>
              <a:prstGeom prst="rect">
                <a:avLst/>
              </a:prstGeom>
              <a:noFill/>
            </p:spPr>
            <p:txBody>
              <a:bodyPr wrap="square" rtlCol="0">
                <a:spAutoFit/>
                <a:scene3d>
                  <a:camera prst="orthographicFront"/>
                  <a:lightRig rig="threePt" dir="t"/>
                </a:scene3d>
                <a:sp3d contourW="127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r>
                  <a:rPr lang="zh-CN" altLang="en-US" sz="1400">
                    <a:latin typeface="思源黑体旧字形 Normal" panose="020b0400000000000000" pitchFamily="34" charset="-128"/>
                    <a:ea typeface="思源黑体旧字形 Normal" panose="020b0400000000000000" pitchFamily="34" charset="-128"/>
                  </a:rPr>
                  <a:t>请在此处添加详细描述文本，尽量与标题文本语言风格相符合，语言描述尽量简洁生动。请在此处添加详细描述文本</a:t>
                </a:r>
              </a:p>
            </p:txBody>
          </p:sp>
        </p:grpSp>
      </p:grpSp>
      <p:grpSp>
        <p:nvGrpSpPr>
          <p:cNvPr id="61" name="组合 60">
            <a:extLst>
              <a:ext uri="{FF2B5EF4-FFF2-40B4-BE49-F238E27FC236}">
                <a16:creationId xmlns:a16="http://schemas.microsoft.com/office/drawing/2014/main" id="{14546096-259D-43CB-AB67-E79B5EE1E267}"/>
              </a:ext>
            </a:extLst>
          </p:cNvPr>
          <p:cNvGrpSpPr/>
          <p:nvPr/>
        </p:nvGrpSpPr>
        <p:grpSpPr>
          <a:xfrm>
            <a:off x="1048340" y="3371495"/>
            <a:ext cx="4627287" cy="1117404"/>
            <a:chOff x="874713" y="2108752"/>
            <a:chExt cx="4627287" cy="1117404"/>
          </a:xfrm>
        </p:grpSpPr>
        <p:grpSp>
          <p:nvGrpSpPr>
            <p:cNvPr id="62" name="组合 61">
              <a:extLst>
                <a:ext uri="{FF2B5EF4-FFF2-40B4-BE49-F238E27FC236}">
                  <a16:creationId xmlns:a16="http://schemas.microsoft.com/office/drawing/2014/main" id="{9BB35866-CDFE-4FC4-A844-A49C04917C65}"/>
                </a:ext>
              </a:extLst>
            </p:cNvPr>
            <p:cNvGrpSpPr/>
            <p:nvPr/>
          </p:nvGrpSpPr>
          <p:grpSpPr>
            <a:xfrm>
              <a:off x="874713" y="2213139"/>
              <a:ext cx="754742" cy="754742"/>
              <a:chOff x="1335315" y="2249715"/>
              <a:chExt cx="754742" cy="754742"/>
            </a:xfrm>
          </p:grpSpPr>
          <p:sp>
            <p:nvSpPr>
              <p:cNvPr id="66" name="椭圆 65">
                <a:extLst>
                  <a:ext uri="{FF2B5EF4-FFF2-40B4-BE49-F238E27FC236}">
                    <a16:creationId xmlns:a16="http://schemas.microsoft.com/office/drawing/2014/main" id="{630625BE-27A9-4BAD-87C1-9CD3A2613459}"/>
                  </a:ext>
                </a:extLst>
              </p:cNvPr>
              <p:cNvSpPr/>
              <p:nvPr/>
            </p:nvSpPr>
            <p:spPr>
              <a:xfrm>
                <a:off x="1335315" y="2249715"/>
                <a:ext cx="754742" cy="754742"/>
              </a:xfrm>
              <a:prstGeom prst="ellipse">
                <a:avLst/>
              </a:prstGeom>
              <a:solidFill>
                <a:srgbClr val="3FB793"/>
              </a:solidFill>
              <a:ln>
                <a:noFill/>
              </a:ln>
              <a:effectLst>
                <a:outerShdw blurRad="63500" algn="ctr" rotWithShape="0">
                  <a:prstClr val="black">
                    <a:alpha val="40000"/>
                  </a:prstClr>
                </a:outerShdw>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algn="ctr"/>
                <a:endParaRPr lang="zh-CN" altLang="en-US">
                  <a:latin typeface="思源黑体旧字形 Normal" panose="020b0400000000000000" pitchFamily="34" charset="-128"/>
                  <a:ea typeface="思源黑体旧字形 Normal" panose="020b0400000000000000" pitchFamily="34" charset="-128"/>
                </a:endParaRPr>
              </a:p>
            </p:txBody>
          </p:sp>
          <p:sp>
            <p:nvSpPr>
              <p:cNvPr id="67" name="椭圆 16">
                <a:extLst>
                  <a:ext uri="{FF2B5EF4-FFF2-40B4-BE49-F238E27FC236}">
                    <a16:creationId xmlns:a16="http://schemas.microsoft.com/office/drawing/2014/main" id="{2D5DC36F-B155-4011-BB32-F7C2FCB30567}"/>
                  </a:ext>
                </a:extLst>
              </p:cNvPr>
              <p:cNvSpPr/>
              <p:nvPr/>
            </p:nvSpPr>
            <p:spPr>
              <a:xfrm>
                <a:off x="1494971" y="2409372"/>
                <a:ext cx="435430" cy="435428"/>
              </a:xfrm>
              <a:custGeom>
                <a:gdLst>
                  <a:gd name="connsiteX0" fmla="*/ 199497 w 331788"/>
                  <a:gd name="connsiteY0" fmla="*/ 265112 h 331787"/>
                  <a:gd name="connsiteX1" fmla="*/ 209798 w 331788"/>
                  <a:gd name="connsiteY1" fmla="*/ 279217 h 331787"/>
                  <a:gd name="connsiteX2" fmla="*/ 238126 w 331788"/>
                  <a:gd name="connsiteY2" fmla="*/ 315118 h 331787"/>
                  <a:gd name="connsiteX3" fmla="*/ 166018 w 331788"/>
                  <a:gd name="connsiteY3" fmla="*/ 331787 h 331787"/>
                  <a:gd name="connsiteX4" fmla="*/ 122238 w 331788"/>
                  <a:gd name="connsiteY4" fmla="*/ 325376 h 331787"/>
                  <a:gd name="connsiteX5" fmla="*/ 199497 w 331788"/>
                  <a:gd name="connsiteY5" fmla="*/ 265112 h 331787"/>
                  <a:gd name="connsiteX6" fmla="*/ 190500 w 331788"/>
                  <a:gd name="connsiteY6" fmla="*/ 228600 h 331787"/>
                  <a:gd name="connsiteX7" fmla="*/ 201490 w 331788"/>
                  <a:gd name="connsiteY7" fmla="*/ 228600 h 331787"/>
                  <a:gd name="connsiteX8" fmla="*/ 206375 w 331788"/>
                  <a:gd name="connsiteY8" fmla="*/ 236394 h 331787"/>
                  <a:gd name="connsiteX9" fmla="*/ 200269 w 331788"/>
                  <a:gd name="connsiteY9" fmla="*/ 242888 h 331787"/>
                  <a:gd name="connsiteX10" fmla="*/ 190500 w 331788"/>
                  <a:gd name="connsiteY10" fmla="*/ 228600 h 331787"/>
                  <a:gd name="connsiteX11" fmla="*/ 146452 w 331788"/>
                  <a:gd name="connsiteY11" fmla="*/ 228600 h 331787"/>
                  <a:gd name="connsiteX12" fmla="*/ 164590 w 331788"/>
                  <a:gd name="connsiteY12" fmla="*/ 229897 h 331787"/>
                  <a:gd name="connsiteX13" fmla="*/ 165885 w 331788"/>
                  <a:gd name="connsiteY13" fmla="*/ 229897 h 331787"/>
                  <a:gd name="connsiteX14" fmla="*/ 173659 w 331788"/>
                  <a:gd name="connsiteY14" fmla="*/ 229897 h 331787"/>
                  <a:gd name="connsiteX15" fmla="*/ 190501 w 331788"/>
                  <a:gd name="connsiteY15" fmla="*/ 253240 h 331787"/>
                  <a:gd name="connsiteX16" fmla="*/ 103699 w 331788"/>
                  <a:gd name="connsiteY16" fmla="*/ 320675 h 331787"/>
                  <a:gd name="connsiteX17" fmla="*/ 77788 w 331788"/>
                  <a:gd name="connsiteY17" fmla="*/ 306410 h 331787"/>
                  <a:gd name="connsiteX18" fmla="*/ 112768 w 331788"/>
                  <a:gd name="connsiteY18" fmla="*/ 244162 h 331787"/>
                  <a:gd name="connsiteX19" fmla="*/ 121837 w 331788"/>
                  <a:gd name="connsiteY19" fmla="*/ 245459 h 331787"/>
                  <a:gd name="connsiteX20" fmla="*/ 146452 w 331788"/>
                  <a:gd name="connsiteY20" fmla="*/ 228600 h 331787"/>
                  <a:gd name="connsiteX21" fmla="*/ 323851 w 331788"/>
                  <a:gd name="connsiteY21" fmla="*/ 217487 h 331787"/>
                  <a:gd name="connsiteX22" fmla="*/ 249631 w 331788"/>
                  <a:gd name="connsiteY22" fmla="*/ 307975 h 331787"/>
                  <a:gd name="connsiteX23" fmla="*/ 207963 w 331788"/>
                  <a:gd name="connsiteY23" fmla="*/ 253682 h 331787"/>
                  <a:gd name="connsiteX24" fmla="*/ 218380 w 331788"/>
                  <a:gd name="connsiteY24" fmla="*/ 243341 h 331787"/>
                  <a:gd name="connsiteX25" fmla="*/ 227495 w 331788"/>
                  <a:gd name="connsiteY25" fmla="*/ 244634 h 331787"/>
                  <a:gd name="connsiteX26" fmla="*/ 253537 w 331788"/>
                  <a:gd name="connsiteY26" fmla="*/ 225243 h 331787"/>
                  <a:gd name="connsiteX27" fmla="*/ 323851 w 331788"/>
                  <a:gd name="connsiteY27" fmla="*/ 217487 h 331787"/>
                  <a:gd name="connsiteX28" fmla="*/ 3175 w 331788"/>
                  <a:gd name="connsiteY28" fmla="*/ 196850 h 331787"/>
                  <a:gd name="connsiteX29" fmla="*/ 93642 w 331788"/>
                  <a:gd name="connsiteY29" fmla="*/ 222902 h 331787"/>
                  <a:gd name="connsiteX30" fmla="*/ 100013 w 331788"/>
                  <a:gd name="connsiteY30" fmla="*/ 235927 h 331787"/>
                  <a:gd name="connsiteX31" fmla="*/ 65610 w 331788"/>
                  <a:gd name="connsiteY31" fmla="*/ 298450 h 331787"/>
                  <a:gd name="connsiteX32" fmla="*/ 3175 w 331788"/>
                  <a:gd name="connsiteY32" fmla="*/ 196850 h 331787"/>
                  <a:gd name="connsiteX33" fmla="*/ 146517 w 331788"/>
                  <a:gd name="connsiteY33" fmla="*/ 192087 h 331787"/>
                  <a:gd name="connsiteX34" fmla="*/ 163513 w 331788"/>
                  <a:gd name="connsiteY34" fmla="*/ 215900 h 331787"/>
                  <a:gd name="connsiteX35" fmla="*/ 147825 w 331788"/>
                  <a:gd name="connsiteY35" fmla="*/ 214577 h 331787"/>
                  <a:gd name="connsiteX36" fmla="*/ 141288 w 331788"/>
                  <a:gd name="connsiteY36" fmla="*/ 200025 h 331787"/>
                  <a:gd name="connsiteX37" fmla="*/ 146517 w 331788"/>
                  <a:gd name="connsiteY37" fmla="*/ 192087 h 331787"/>
                  <a:gd name="connsiteX38" fmla="*/ 277877 w 331788"/>
                  <a:gd name="connsiteY38" fmla="*/ 160337 h 331787"/>
                  <a:gd name="connsiteX39" fmla="*/ 314326 w 331788"/>
                  <a:gd name="connsiteY39" fmla="*/ 204624 h 331787"/>
                  <a:gd name="connsiteX40" fmla="*/ 253143 w 331788"/>
                  <a:gd name="connsiteY40" fmla="*/ 211137 h 331787"/>
                  <a:gd name="connsiteX41" fmla="*/ 249238 w 331788"/>
                  <a:gd name="connsiteY41" fmla="*/ 203322 h 331787"/>
                  <a:gd name="connsiteX42" fmla="*/ 277877 w 331788"/>
                  <a:gd name="connsiteY42" fmla="*/ 160337 h 331787"/>
                  <a:gd name="connsiteX43" fmla="*/ 290513 w 331788"/>
                  <a:gd name="connsiteY43" fmla="*/ 153987 h 331787"/>
                  <a:gd name="connsiteX44" fmla="*/ 331788 w 331788"/>
                  <a:gd name="connsiteY44" fmla="*/ 167061 h 331787"/>
                  <a:gd name="connsiteX45" fmla="*/ 329125 w 331788"/>
                  <a:gd name="connsiteY45" fmla="*/ 198437 h 331787"/>
                  <a:gd name="connsiteX46" fmla="*/ 290513 w 331788"/>
                  <a:gd name="connsiteY46" fmla="*/ 153987 h 331787"/>
                  <a:gd name="connsiteX47" fmla="*/ 113341 w 331788"/>
                  <a:gd name="connsiteY47" fmla="*/ 139700 h 331787"/>
                  <a:gd name="connsiteX48" fmla="*/ 130085 w 331788"/>
                  <a:gd name="connsiteY48" fmla="*/ 169324 h 331787"/>
                  <a:gd name="connsiteX49" fmla="*/ 136525 w 331788"/>
                  <a:gd name="connsiteY49" fmla="*/ 178340 h 331787"/>
                  <a:gd name="connsiteX50" fmla="*/ 128797 w 331788"/>
                  <a:gd name="connsiteY50" fmla="*/ 191219 h 331787"/>
                  <a:gd name="connsiteX51" fmla="*/ 121069 w 331788"/>
                  <a:gd name="connsiteY51" fmla="*/ 189932 h 331787"/>
                  <a:gd name="connsiteX52" fmla="*/ 95310 w 331788"/>
                  <a:gd name="connsiteY52" fmla="*/ 207963 h 331787"/>
                  <a:gd name="connsiteX53" fmla="*/ 1288 w 331788"/>
                  <a:gd name="connsiteY53" fmla="*/ 179628 h 331787"/>
                  <a:gd name="connsiteX54" fmla="*/ 0 w 331788"/>
                  <a:gd name="connsiteY54" fmla="*/ 165460 h 331787"/>
                  <a:gd name="connsiteX55" fmla="*/ 1288 w 331788"/>
                  <a:gd name="connsiteY55" fmla="*/ 151292 h 331787"/>
                  <a:gd name="connsiteX56" fmla="*/ 113341 w 331788"/>
                  <a:gd name="connsiteY56" fmla="*/ 139700 h 331787"/>
                  <a:gd name="connsiteX57" fmla="*/ 186315 w 331788"/>
                  <a:gd name="connsiteY57" fmla="*/ 138112 h 331787"/>
                  <a:gd name="connsiteX58" fmla="*/ 268288 w 331788"/>
                  <a:gd name="connsiteY58" fmla="*/ 149780 h 331787"/>
                  <a:gd name="connsiteX59" fmla="*/ 238829 w 331788"/>
                  <a:gd name="connsiteY59" fmla="*/ 193860 h 331787"/>
                  <a:gd name="connsiteX60" fmla="*/ 227301 w 331788"/>
                  <a:gd name="connsiteY60" fmla="*/ 191267 h 331787"/>
                  <a:gd name="connsiteX61" fmla="*/ 200404 w 331788"/>
                  <a:gd name="connsiteY61" fmla="*/ 214604 h 331787"/>
                  <a:gd name="connsiteX62" fmla="*/ 179911 w 331788"/>
                  <a:gd name="connsiteY62" fmla="*/ 215900 h 331787"/>
                  <a:gd name="connsiteX63" fmla="*/ 155575 w 331788"/>
                  <a:gd name="connsiteY63" fmla="*/ 179599 h 331787"/>
                  <a:gd name="connsiteX64" fmla="*/ 173507 w 331788"/>
                  <a:gd name="connsiteY64" fmla="*/ 154966 h 331787"/>
                  <a:gd name="connsiteX65" fmla="*/ 186315 w 331788"/>
                  <a:gd name="connsiteY65" fmla="*/ 138112 h 331787"/>
                  <a:gd name="connsiteX66" fmla="*/ 168276 w 331788"/>
                  <a:gd name="connsiteY66" fmla="*/ 138112 h 331787"/>
                  <a:gd name="connsiteX67" fmla="*/ 161661 w 331788"/>
                  <a:gd name="connsiteY67" fmla="*/ 145566 h 331787"/>
                  <a:gd name="connsiteX68" fmla="*/ 145786 w 331788"/>
                  <a:gd name="connsiteY68" fmla="*/ 166687 h 331787"/>
                  <a:gd name="connsiteX69" fmla="*/ 141817 w 331788"/>
                  <a:gd name="connsiteY69" fmla="*/ 161718 h 331787"/>
                  <a:gd name="connsiteX70" fmla="*/ 128588 w 331788"/>
                  <a:gd name="connsiteY70" fmla="*/ 139354 h 331787"/>
                  <a:gd name="connsiteX71" fmla="*/ 168276 w 331788"/>
                  <a:gd name="connsiteY71" fmla="*/ 138112 h 331787"/>
                  <a:gd name="connsiteX72" fmla="*/ 220028 w 331788"/>
                  <a:gd name="connsiteY72" fmla="*/ 103187 h 331787"/>
                  <a:gd name="connsiteX73" fmla="*/ 232728 w 331788"/>
                  <a:gd name="connsiteY73" fmla="*/ 105784 h 331787"/>
                  <a:gd name="connsiteX74" fmla="*/ 237808 w 331788"/>
                  <a:gd name="connsiteY74" fmla="*/ 105784 h 331787"/>
                  <a:gd name="connsiteX75" fmla="*/ 246698 w 331788"/>
                  <a:gd name="connsiteY75" fmla="*/ 118773 h 331787"/>
                  <a:gd name="connsiteX76" fmla="*/ 255588 w 331788"/>
                  <a:gd name="connsiteY76" fmla="*/ 131762 h 331787"/>
                  <a:gd name="connsiteX77" fmla="*/ 198438 w 331788"/>
                  <a:gd name="connsiteY77" fmla="*/ 125267 h 331787"/>
                  <a:gd name="connsiteX78" fmla="*/ 220028 w 331788"/>
                  <a:gd name="connsiteY78" fmla="*/ 103187 h 331787"/>
                  <a:gd name="connsiteX79" fmla="*/ 317236 w 331788"/>
                  <a:gd name="connsiteY79" fmla="*/ 98425 h 331787"/>
                  <a:gd name="connsiteX80" fmla="*/ 331788 w 331788"/>
                  <a:gd name="connsiteY80" fmla="*/ 152400 h 331787"/>
                  <a:gd name="connsiteX81" fmla="*/ 292100 w 331788"/>
                  <a:gd name="connsiteY81" fmla="*/ 140552 h 331787"/>
                  <a:gd name="connsiteX82" fmla="*/ 317236 w 331788"/>
                  <a:gd name="connsiteY82" fmla="*/ 98425 h 331787"/>
                  <a:gd name="connsiteX83" fmla="*/ 286068 w 331788"/>
                  <a:gd name="connsiteY83" fmla="*/ 52387 h 331787"/>
                  <a:gd name="connsiteX84" fmla="*/ 309563 w 331788"/>
                  <a:gd name="connsiteY84" fmla="*/ 84748 h 331787"/>
                  <a:gd name="connsiteX85" fmla="*/ 278236 w 331788"/>
                  <a:gd name="connsiteY85" fmla="*/ 136525 h 331787"/>
                  <a:gd name="connsiteX86" fmla="*/ 276931 w 331788"/>
                  <a:gd name="connsiteY86" fmla="*/ 136525 h 331787"/>
                  <a:gd name="connsiteX87" fmla="*/ 258657 w 331788"/>
                  <a:gd name="connsiteY87" fmla="*/ 110636 h 331787"/>
                  <a:gd name="connsiteX88" fmla="*/ 250825 w 331788"/>
                  <a:gd name="connsiteY88" fmla="*/ 98986 h 331787"/>
                  <a:gd name="connsiteX89" fmla="*/ 259962 w 331788"/>
                  <a:gd name="connsiteY89" fmla="*/ 78275 h 331787"/>
                  <a:gd name="connsiteX90" fmla="*/ 258657 w 331788"/>
                  <a:gd name="connsiteY90" fmla="*/ 70509 h 331787"/>
                  <a:gd name="connsiteX91" fmla="*/ 286068 w 331788"/>
                  <a:gd name="connsiteY91" fmla="*/ 52387 h 331787"/>
                  <a:gd name="connsiteX92" fmla="*/ 73025 w 331788"/>
                  <a:gd name="connsiteY92" fmla="*/ 28575 h 331787"/>
                  <a:gd name="connsiteX93" fmla="*/ 107950 w 331788"/>
                  <a:gd name="connsiteY93" fmla="*/ 126377 h 331787"/>
                  <a:gd name="connsiteX94" fmla="*/ 3175 w 331788"/>
                  <a:gd name="connsiteY94" fmla="*/ 138113 h 331787"/>
                  <a:gd name="connsiteX95" fmla="*/ 73025 w 331788"/>
                  <a:gd name="connsiteY95" fmla="*/ 28575 h 331787"/>
                  <a:gd name="connsiteX96" fmla="*/ 203200 w 331788"/>
                  <a:gd name="connsiteY96" fmla="*/ 4762 h 331787"/>
                  <a:gd name="connsiteX97" fmla="*/ 274638 w 331788"/>
                  <a:gd name="connsiteY97" fmla="*/ 41817 h 331787"/>
                  <a:gd name="connsiteX98" fmla="*/ 251258 w 331788"/>
                  <a:gd name="connsiteY98" fmla="*/ 57150 h 331787"/>
                  <a:gd name="connsiteX99" fmla="*/ 233074 w 331788"/>
                  <a:gd name="connsiteY99" fmla="*/ 50761 h 331787"/>
                  <a:gd name="connsiteX100" fmla="*/ 225281 w 331788"/>
                  <a:gd name="connsiteY100" fmla="*/ 52039 h 331787"/>
                  <a:gd name="connsiteX101" fmla="*/ 203200 w 331788"/>
                  <a:gd name="connsiteY101" fmla="*/ 4762 h 331787"/>
                  <a:gd name="connsiteX102" fmla="*/ 165260 w 331788"/>
                  <a:gd name="connsiteY102" fmla="*/ 0 h 331787"/>
                  <a:gd name="connsiteX103" fmla="*/ 185786 w 331788"/>
                  <a:gd name="connsiteY103" fmla="*/ 1290 h 331787"/>
                  <a:gd name="connsiteX104" fmla="*/ 212725 w 331788"/>
                  <a:gd name="connsiteY104" fmla="*/ 59333 h 331787"/>
                  <a:gd name="connsiteX105" fmla="*/ 205028 w 331788"/>
                  <a:gd name="connsiteY105" fmla="*/ 77390 h 331787"/>
                  <a:gd name="connsiteX106" fmla="*/ 208876 w 331788"/>
                  <a:gd name="connsiteY106" fmla="*/ 91579 h 331787"/>
                  <a:gd name="connsiteX107" fmla="*/ 179371 w 331788"/>
                  <a:gd name="connsiteY107" fmla="*/ 122535 h 331787"/>
                  <a:gd name="connsiteX108" fmla="*/ 176806 w 331788"/>
                  <a:gd name="connsiteY108" fmla="*/ 122535 h 331787"/>
                  <a:gd name="connsiteX109" fmla="*/ 122927 w 331788"/>
                  <a:gd name="connsiteY109" fmla="*/ 123825 h 331787"/>
                  <a:gd name="connsiteX110" fmla="*/ 85725 w 331788"/>
                  <a:gd name="connsiteY110" fmla="*/ 20637 h 331787"/>
                  <a:gd name="connsiteX111" fmla="*/ 165260 w 331788"/>
                  <a:gd name="connsiteY111" fmla="*/ 0 h 331787"/>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Lst>
                <a:rect l="l" t="t" r="r" b="b"/>
                <a:pathLst>
                  <a:path w="331788" h="331787">
                    <a:moveTo>
                      <a:pt x="199497" y="265112"/>
                    </a:moveTo>
                    <a:cubicBezTo>
                      <a:pt x="203360" y="270241"/>
                      <a:pt x="205935" y="274088"/>
                      <a:pt x="209798" y="279217"/>
                    </a:cubicBezTo>
                    <a:cubicBezTo>
                      <a:pt x="222674" y="295885"/>
                      <a:pt x="231688" y="307425"/>
                      <a:pt x="238126" y="315118"/>
                    </a:cubicBezTo>
                    <a:cubicBezTo>
                      <a:pt x="216236" y="325376"/>
                      <a:pt x="191771" y="331787"/>
                      <a:pt x="166018" y="331787"/>
                    </a:cubicBezTo>
                    <a:cubicBezTo>
                      <a:pt x="150566" y="331787"/>
                      <a:pt x="136402" y="329223"/>
                      <a:pt x="122238" y="325376"/>
                    </a:cubicBezTo>
                    <a:cubicBezTo>
                      <a:pt x="141553" y="312554"/>
                      <a:pt x="169881" y="293321"/>
                      <a:pt x="199497" y="265112"/>
                    </a:cubicBezTo>
                    <a:close/>
                    <a:moveTo>
                      <a:pt x="190500" y="228600"/>
                    </a:moveTo>
                    <a:cubicBezTo>
                      <a:pt x="194163" y="228600"/>
                      <a:pt x="197827" y="228600"/>
                      <a:pt x="201490" y="228600"/>
                    </a:cubicBezTo>
                    <a:cubicBezTo>
                      <a:pt x="202712" y="231198"/>
                      <a:pt x="203933" y="233796"/>
                      <a:pt x="206375" y="236394"/>
                    </a:cubicBezTo>
                    <a:cubicBezTo>
                      <a:pt x="203933" y="237693"/>
                      <a:pt x="201490" y="240290"/>
                      <a:pt x="200269" y="242888"/>
                    </a:cubicBezTo>
                    <a:cubicBezTo>
                      <a:pt x="196606" y="237693"/>
                      <a:pt x="194163" y="233796"/>
                      <a:pt x="190500" y="228600"/>
                    </a:cubicBezTo>
                    <a:close/>
                    <a:moveTo>
                      <a:pt x="146452" y="228600"/>
                    </a:moveTo>
                    <a:cubicBezTo>
                      <a:pt x="152930" y="228600"/>
                      <a:pt x="159408" y="229897"/>
                      <a:pt x="164590" y="229897"/>
                    </a:cubicBezTo>
                    <a:cubicBezTo>
                      <a:pt x="164590" y="229897"/>
                      <a:pt x="164590" y="229897"/>
                      <a:pt x="165885" y="229897"/>
                    </a:cubicBezTo>
                    <a:cubicBezTo>
                      <a:pt x="168477" y="229897"/>
                      <a:pt x="171068" y="229897"/>
                      <a:pt x="173659" y="229897"/>
                    </a:cubicBezTo>
                    <a:cubicBezTo>
                      <a:pt x="178841" y="237678"/>
                      <a:pt x="185319" y="245459"/>
                      <a:pt x="190501" y="253240"/>
                    </a:cubicBezTo>
                    <a:cubicBezTo>
                      <a:pt x="156817" y="286958"/>
                      <a:pt x="123132" y="309004"/>
                      <a:pt x="103699" y="320675"/>
                    </a:cubicBezTo>
                    <a:cubicBezTo>
                      <a:pt x="94630" y="316785"/>
                      <a:pt x="85561" y="311597"/>
                      <a:pt x="77788" y="306410"/>
                    </a:cubicBezTo>
                    <a:cubicBezTo>
                      <a:pt x="84266" y="293442"/>
                      <a:pt x="97221" y="271396"/>
                      <a:pt x="112768" y="244162"/>
                    </a:cubicBezTo>
                    <a:cubicBezTo>
                      <a:pt x="115359" y="245459"/>
                      <a:pt x="117950" y="245459"/>
                      <a:pt x="121837" y="245459"/>
                    </a:cubicBezTo>
                    <a:cubicBezTo>
                      <a:pt x="132201" y="245459"/>
                      <a:pt x="142566" y="238975"/>
                      <a:pt x="146452" y="228600"/>
                    </a:cubicBezTo>
                    <a:close/>
                    <a:moveTo>
                      <a:pt x="323851" y="217487"/>
                    </a:moveTo>
                    <a:cubicBezTo>
                      <a:pt x="310830" y="256268"/>
                      <a:pt x="284788" y="287292"/>
                      <a:pt x="249631" y="307975"/>
                    </a:cubicBezTo>
                    <a:cubicBezTo>
                      <a:pt x="240516" y="295048"/>
                      <a:pt x="224890" y="275658"/>
                      <a:pt x="207963" y="253682"/>
                    </a:cubicBezTo>
                    <a:cubicBezTo>
                      <a:pt x="211869" y="249804"/>
                      <a:pt x="214474" y="247219"/>
                      <a:pt x="218380" y="243341"/>
                    </a:cubicBezTo>
                    <a:cubicBezTo>
                      <a:pt x="220984" y="244634"/>
                      <a:pt x="223588" y="244634"/>
                      <a:pt x="227495" y="244634"/>
                    </a:cubicBezTo>
                    <a:cubicBezTo>
                      <a:pt x="239214" y="244634"/>
                      <a:pt x="250933" y="236878"/>
                      <a:pt x="253537" y="225243"/>
                    </a:cubicBezTo>
                    <a:cubicBezTo>
                      <a:pt x="280881" y="222658"/>
                      <a:pt x="304319" y="220073"/>
                      <a:pt x="323851" y="217487"/>
                    </a:cubicBezTo>
                    <a:close/>
                    <a:moveTo>
                      <a:pt x="3175" y="196850"/>
                    </a:moveTo>
                    <a:cubicBezTo>
                      <a:pt x="23562" y="204666"/>
                      <a:pt x="55417" y="215086"/>
                      <a:pt x="93642" y="222902"/>
                    </a:cubicBezTo>
                    <a:cubicBezTo>
                      <a:pt x="94916" y="228112"/>
                      <a:pt x="96190" y="232019"/>
                      <a:pt x="100013" y="235927"/>
                    </a:cubicBezTo>
                    <a:cubicBezTo>
                      <a:pt x="84723" y="261978"/>
                      <a:pt x="71981" y="284122"/>
                      <a:pt x="65610" y="298450"/>
                    </a:cubicBezTo>
                    <a:cubicBezTo>
                      <a:pt x="33755" y="273702"/>
                      <a:pt x="10820" y="237230"/>
                      <a:pt x="3175" y="196850"/>
                    </a:cubicBezTo>
                    <a:close/>
                    <a:moveTo>
                      <a:pt x="146517" y="192087"/>
                    </a:moveTo>
                    <a:cubicBezTo>
                      <a:pt x="151747" y="200025"/>
                      <a:pt x="156976" y="207963"/>
                      <a:pt x="163513" y="215900"/>
                    </a:cubicBezTo>
                    <a:cubicBezTo>
                      <a:pt x="158284" y="215900"/>
                      <a:pt x="153054" y="214577"/>
                      <a:pt x="147825" y="214577"/>
                    </a:cubicBezTo>
                    <a:cubicBezTo>
                      <a:pt x="147825" y="209286"/>
                      <a:pt x="145210" y="203994"/>
                      <a:pt x="141288" y="200025"/>
                    </a:cubicBezTo>
                    <a:cubicBezTo>
                      <a:pt x="142595" y="197379"/>
                      <a:pt x="145210" y="194733"/>
                      <a:pt x="146517" y="192087"/>
                    </a:cubicBezTo>
                    <a:close/>
                    <a:moveTo>
                      <a:pt x="277877" y="160337"/>
                    </a:moveTo>
                    <a:cubicBezTo>
                      <a:pt x="290894" y="175968"/>
                      <a:pt x="302610" y="190296"/>
                      <a:pt x="314326" y="204624"/>
                    </a:cubicBezTo>
                    <a:cubicBezTo>
                      <a:pt x="297403" y="205927"/>
                      <a:pt x="276575" y="208532"/>
                      <a:pt x="253143" y="211137"/>
                    </a:cubicBezTo>
                    <a:cubicBezTo>
                      <a:pt x="251842" y="207230"/>
                      <a:pt x="251842" y="204624"/>
                      <a:pt x="249238" y="203322"/>
                    </a:cubicBezTo>
                    <a:cubicBezTo>
                      <a:pt x="259652" y="188994"/>
                      <a:pt x="270066" y="174665"/>
                      <a:pt x="277877" y="160337"/>
                    </a:cubicBezTo>
                    <a:close/>
                    <a:moveTo>
                      <a:pt x="290513" y="153987"/>
                    </a:moveTo>
                    <a:cubicBezTo>
                      <a:pt x="306490" y="159216"/>
                      <a:pt x="321136" y="163139"/>
                      <a:pt x="331788" y="167061"/>
                    </a:cubicBezTo>
                    <a:cubicBezTo>
                      <a:pt x="331788" y="178827"/>
                      <a:pt x="330457" y="187978"/>
                      <a:pt x="329125" y="198437"/>
                    </a:cubicBezTo>
                    <a:cubicBezTo>
                      <a:pt x="317142" y="185364"/>
                      <a:pt x="303828" y="170983"/>
                      <a:pt x="290513" y="153987"/>
                    </a:cubicBezTo>
                    <a:close/>
                    <a:moveTo>
                      <a:pt x="113341" y="139700"/>
                    </a:moveTo>
                    <a:cubicBezTo>
                      <a:pt x="118493" y="150004"/>
                      <a:pt x="124933" y="160307"/>
                      <a:pt x="130085" y="169324"/>
                    </a:cubicBezTo>
                    <a:cubicBezTo>
                      <a:pt x="132661" y="171900"/>
                      <a:pt x="135237" y="175764"/>
                      <a:pt x="136525" y="178340"/>
                    </a:cubicBezTo>
                    <a:cubicBezTo>
                      <a:pt x="133949" y="183492"/>
                      <a:pt x="131373" y="187356"/>
                      <a:pt x="128797" y="191219"/>
                    </a:cubicBezTo>
                    <a:cubicBezTo>
                      <a:pt x="126221" y="189932"/>
                      <a:pt x="123645" y="189932"/>
                      <a:pt x="121069" y="189932"/>
                    </a:cubicBezTo>
                    <a:cubicBezTo>
                      <a:pt x="109478" y="189932"/>
                      <a:pt x="99174" y="197659"/>
                      <a:pt x="95310" y="207963"/>
                    </a:cubicBezTo>
                    <a:cubicBezTo>
                      <a:pt x="52807" y="200235"/>
                      <a:pt x="19320" y="187356"/>
                      <a:pt x="1288" y="179628"/>
                    </a:cubicBezTo>
                    <a:cubicBezTo>
                      <a:pt x="0" y="174476"/>
                      <a:pt x="0" y="170612"/>
                      <a:pt x="0" y="165460"/>
                    </a:cubicBezTo>
                    <a:cubicBezTo>
                      <a:pt x="0" y="160307"/>
                      <a:pt x="0" y="156444"/>
                      <a:pt x="1288" y="151292"/>
                    </a:cubicBezTo>
                    <a:cubicBezTo>
                      <a:pt x="23183" y="147428"/>
                      <a:pt x="64399" y="142276"/>
                      <a:pt x="113341" y="139700"/>
                    </a:cubicBezTo>
                    <a:close/>
                    <a:moveTo>
                      <a:pt x="186315" y="138112"/>
                    </a:moveTo>
                    <a:cubicBezTo>
                      <a:pt x="215774" y="139408"/>
                      <a:pt x="243952" y="143298"/>
                      <a:pt x="268288" y="149780"/>
                    </a:cubicBezTo>
                    <a:cubicBezTo>
                      <a:pt x="259322" y="164042"/>
                      <a:pt x="249076" y="179599"/>
                      <a:pt x="238829" y="193860"/>
                    </a:cubicBezTo>
                    <a:cubicBezTo>
                      <a:pt x="234986" y="192564"/>
                      <a:pt x="231144" y="191267"/>
                      <a:pt x="227301" y="191267"/>
                    </a:cubicBezTo>
                    <a:cubicBezTo>
                      <a:pt x="213212" y="191267"/>
                      <a:pt x="201685" y="201639"/>
                      <a:pt x="200404" y="214604"/>
                    </a:cubicBezTo>
                    <a:cubicBezTo>
                      <a:pt x="194000" y="214604"/>
                      <a:pt x="186315" y="214604"/>
                      <a:pt x="179911" y="215900"/>
                    </a:cubicBezTo>
                    <a:cubicBezTo>
                      <a:pt x="170945" y="202936"/>
                      <a:pt x="163260" y="191267"/>
                      <a:pt x="155575" y="179599"/>
                    </a:cubicBezTo>
                    <a:cubicBezTo>
                      <a:pt x="160698" y="171820"/>
                      <a:pt x="167102" y="162745"/>
                      <a:pt x="173507" y="154966"/>
                    </a:cubicBezTo>
                    <a:cubicBezTo>
                      <a:pt x="177349" y="148483"/>
                      <a:pt x="182472" y="143298"/>
                      <a:pt x="186315" y="138112"/>
                    </a:cubicBezTo>
                    <a:close/>
                    <a:moveTo>
                      <a:pt x="168276" y="138112"/>
                    </a:moveTo>
                    <a:cubicBezTo>
                      <a:pt x="165630" y="140597"/>
                      <a:pt x="164307" y="143081"/>
                      <a:pt x="161661" y="145566"/>
                    </a:cubicBezTo>
                    <a:cubicBezTo>
                      <a:pt x="156370" y="153020"/>
                      <a:pt x="151078" y="159232"/>
                      <a:pt x="145786" y="166687"/>
                    </a:cubicBezTo>
                    <a:cubicBezTo>
                      <a:pt x="144463" y="165445"/>
                      <a:pt x="143140" y="162960"/>
                      <a:pt x="141817" y="161718"/>
                    </a:cubicBezTo>
                    <a:cubicBezTo>
                      <a:pt x="137849" y="154263"/>
                      <a:pt x="132557" y="146808"/>
                      <a:pt x="128588" y="139354"/>
                    </a:cubicBezTo>
                    <a:cubicBezTo>
                      <a:pt x="141817" y="139354"/>
                      <a:pt x="155047" y="138112"/>
                      <a:pt x="168276" y="138112"/>
                    </a:cubicBezTo>
                    <a:close/>
                    <a:moveTo>
                      <a:pt x="220028" y="103187"/>
                    </a:moveTo>
                    <a:cubicBezTo>
                      <a:pt x="223838" y="104486"/>
                      <a:pt x="227648" y="105784"/>
                      <a:pt x="232728" y="105784"/>
                    </a:cubicBezTo>
                    <a:cubicBezTo>
                      <a:pt x="233998" y="105784"/>
                      <a:pt x="236538" y="105784"/>
                      <a:pt x="237808" y="105784"/>
                    </a:cubicBezTo>
                    <a:cubicBezTo>
                      <a:pt x="241618" y="109681"/>
                      <a:pt x="244158" y="114877"/>
                      <a:pt x="246698" y="118773"/>
                    </a:cubicBezTo>
                    <a:cubicBezTo>
                      <a:pt x="249238" y="122670"/>
                      <a:pt x="253048" y="127865"/>
                      <a:pt x="255588" y="131762"/>
                    </a:cubicBezTo>
                    <a:cubicBezTo>
                      <a:pt x="237808" y="129164"/>
                      <a:pt x="218758" y="126566"/>
                      <a:pt x="198438" y="125267"/>
                    </a:cubicBezTo>
                    <a:cubicBezTo>
                      <a:pt x="206058" y="117474"/>
                      <a:pt x="213678" y="109681"/>
                      <a:pt x="220028" y="103187"/>
                    </a:cubicBezTo>
                    <a:close/>
                    <a:moveTo>
                      <a:pt x="317236" y="98425"/>
                    </a:moveTo>
                    <a:cubicBezTo>
                      <a:pt x="325173" y="115539"/>
                      <a:pt x="329142" y="133969"/>
                      <a:pt x="331788" y="152400"/>
                    </a:cubicBezTo>
                    <a:cubicBezTo>
                      <a:pt x="319882" y="148450"/>
                      <a:pt x="306652" y="144501"/>
                      <a:pt x="292100" y="140552"/>
                    </a:cubicBezTo>
                    <a:cubicBezTo>
                      <a:pt x="301361" y="124754"/>
                      <a:pt x="310621" y="111589"/>
                      <a:pt x="317236" y="98425"/>
                    </a:cubicBezTo>
                    <a:close/>
                    <a:moveTo>
                      <a:pt x="286068" y="52387"/>
                    </a:moveTo>
                    <a:cubicBezTo>
                      <a:pt x="295205" y="61448"/>
                      <a:pt x="303037" y="71803"/>
                      <a:pt x="309563" y="84748"/>
                    </a:cubicBezTo>
                    <a:cubicBezTo>
                      <a:pt x="301731" y="98986"/>
                      <a:pt x="289984" y="117108"/>
                      <a:pt x="278236" y="136525"/>
                    </a:cubicBezTo>
                    <a:cubicBezTo>
                      <a:pt x="278236" y="136525"/>
                      <a:pt x="276931" y="136525"/>
                      <a:pt x="276931" y="136525"/>
                    </a:cubicBezTo>
                    <a:cubicBezTo>
                      <a:pt x="270404" y="127464"/>
                      <a:pt x="265183" y="119697"/>
                      <a:pt x="258657" y="110636"/>
                    </a:cubicBezTo>
                    <a:cubicBezTo>
                      <a:pt x="256046" y="106753"/>
                      <a:pt x="253436" y="102870"/>
                      <a:pt x="250825" y="98986"/>
                    </a:cubicBezTo>
                    <a:cubicBezTo>
                      <a:pt x="256046" y="93809"/>
                      <a:pt x="259962" y="86042"/>
                      <a:pt x="259962" y="78275"/>
                    </a:cubicBezTo>
                    <a:cubicBezTo>
                      <a:pt x="259962" y="75687"/>
                      <a:pt x="259962" y="73098"/>
                      <a:pt x="258657" y="70509"/>
                    </a:cubicBezTo>
                    <a:cubicBezTo>
                      <a:pt x="269099" y="62742"/>
                      <a:pt x="278236" y="57564"/>
                      <a:pt x="286068" y="52387"/>
                    </a:cubicBezTo>
                    <a:close/>
                    <a:moveTo>
                      <a:pt x="73025" y="28575"/>
                    </a:moveTo>
                    <a:cubicBezTo>
                      <a:pt x="79493" y="54655"/>
                      <a:pt x="92428" y="92472"/>
                      <a:pt x="107950" y="126377"/>
                    </a:cubicBezTo>
                    <a:cubicBezTo>
                      <a:pt x="63970" y="128985"/>
                      <a:pt x="25165" y="134201"/>
                      <a:pt x="3175" y="138113"/>
                    </a:cubicBezTo>
                    <a:cubicBezTo>
                      <a:pt x="10936" y="92472"/>
                      <a:pt x="36806" y="53351"/>
                      <a:pt x="73025" y="28575"/>
                    </a:cubicBezTo>
                    <a:close/>
                    <a:moveTo>
                      <a:pt x="203200" y="4762"/>
                    </a:moveTo>
                    <a:cubicBezTo>
                      <a:pt x="230476" y="11151"/>
                      <a:pt x="255155" y="23928"/>
                      <a:pt x="274638" y="41817"/>
                    </a:cubicBezTo>
                    <a:cubicBezTo>
                      <a:pt x="268144" y="45650"/>
                      <a:pt x="260350" y="52039"/>
                      <a:pt x="251258" y="57150"/>
                    </a:cubicBezTo>
                    <a:cubicBezTo>
                      <a:pt x="246063" y="53316"/>
                      <a:pt x="239568" y="50761"/>
                      <a:pt x="233074" y="50761"/>
                    </a:cubicBezTo>
                    <a:cubicBezTo>
                      <a:pt x="230476" y="50761"/>
                      <a:pt x="227879" y="50761"/>
                      <a:pt x="225281" y="52039"/>
                    </a:cubicBezTo>
                    <a:cubicBezTo>
                      <a:pt x="216189" y="34150"/>
                      <a:pt x="208395" y="17539"/>
                      <a:pt x="203200" y="4762"/>
                    </a:cubicBezTo>
                    <a:close/>
                    <a:moveTo>
                      <a:pt x="165260" y="0"/>
                    </a:moveTo>
                    <a:cubicBezTo>
                      <a:pt x="172957" y="0"/>
                      <a:pt x="179371" y="0"/>
                      <a:pt x="185786" y="1290"/>
                    </a:cubicBezTo>
                    <a:cubicBezTo>
                      <a:pt x="192200" y="15478"/>
                      <a:pt x="199897" y="36115"/>
                      <a:pt x="212725" y="59333"/>
                    </a:cubicBezTo>
                    <a:cubicBezTo>
                      <a:pt x="207594" y="63202"/>
                      <a:pt x="205028" y="69651"/>
                      <a:pt x="205028" y="77390"/>
                    </a:cubicBezTo>
                    <a:cubicBezTo>
                      <a:pt x="205028" y="82550"/>
                      <a:pt x="206311" y="87709"/>
                      <a:pt x="208876" y="91579"/>
                    </a:cubicBezTo>
                    <a:cubicBezTo>
                      <a:pt x="198614" y="100608"/>
                      <a:pt x="188351" y="110926"/>
                      <a:pt x="179371" y="122535"/>
                    </a:cubicBezTo>
                    <a:cubicBezTo>
                      <a:pt x="178089" y="122535"/>
                      <a:pt x="178089" y="122535"/>
                      <a:pt x="176806" y="122535"/>
                    </a:cubicBezTo>
                    <a:cubicBezTo>
                      <a:pt x="158846" y="122535"/>
                      <a:pt x="139604" y="123825"/>
                      <a:pt x="122927" y="123825"/>
                    </a:cubicBezTo>
                    <a:cubicBezTo>
                      <a:pt x="104967" y="87709"/>
                      <a:pt x="92139" y="45144"/>
                      <a:pt x="85725" y="20637"/>
                    </a:cubicBezTo>
                    <a:cubicBezTo>
                      <a:pt x="108816" y="7739"/>
                      <a:pt x="135755" y="0"/>
                      <a:pt x="16526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tx1"/>
                  </a:solidFill>
                  <a:latin typeface="微软雅黑 Light" panose="020b0502040204020203" pitchFamily="34" charset="-122"/>
                  <a:ea typeface="微软雅黑 Light" panose="020b0502040204020203" pitchFamily="34" charset="-122"/>
                </a:endParaRPr>
              </a:p>
            </p:txBody>
          </p:sp>
        </p:grpSp>
        <p:grpSp>
          <p:nvGrpSpPr>
            <p:cNvPr id="63" name="组合 62">
              <a:extLst>
                <a:ext uri="{FF2B5EF4-FFF2-40B4-BE49-F238E27FC236}">
                  <a16:creationId xmlns:a16="http://schemas.microsoft.com/office/drawing/2014/main" id="{A09BFAFE-EECA-45CD-B8C8-80A8CAEF681A}"/>
                </a:ext>
              </a:extLst>
            </p:cNvPr>
            <p:cNvGrpSpPr/>
            <p:nvPr/>
          </p:nvGrpSpPr>
          <p:grpSpPr>
            <a:xfrm>
              <a:off x="1789111" y="2108752"/>
              <a:ext cx="3712889" cy="1117404"/>
              <a:chOff x="874713" y="4293102"/>
              <a:chExt cx="3712889" cy="1117404"/>
            </a:xfrm>
          </p:grpSpPr>
          <p:sp>
            <p:nvSpPr>
              <p:cNvPr id="64" name="文本框 13">
                <a:extLst>
                  <a:ext uri="{FF2B5EF4-FFF2-40B4-BE49-F238E27FC236}">
                    <a16:creationId xmlns:a16="http://schemas.microsoft.com/office/drawing/2014/main" id="{E3583944-E394-42BC-93C4-DC5025C543A9}"/>
                  </a:ext>
                </a:extLst>
              </p:cNvPr>
              <p:cNvSpPr txBox="1"/>
              <p:nvPr/>
            </p:nvSpPr>
            <p:spPr>
              <a:xfrm>
                <a:off x="874713" y="4293102"/>
                <a:ext cx="1210588" cy="400110"/>
              </a:xfrm>
              <a:prstGeom prst="rect">
                <a:avLst/>
              </a:prstGeom>
              <a:noFill/>
            </p:spPr>
            <p:txBody>
              <a:bodyPr wrap="none" rtlCol="0">
                <a:spAutoFit/>
                <a:scene3d>
                  <a:camera prst="orthographicFront"/>
                  <a:lightRig rig="threePt" dir="t"/>
                </a:scene3d>
                <a:sp3d contourW="127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000" b="1">
                    <a:solidFill>
                      <a:schemeClr val="tx1">
                        <a:lumMod val="75000"/>
                        <a:lumOff val="25000"/>
                      </a:schemeClr>
                    </a:solidFill>
                    <a:latin typeface="思源黑体旧字形 Normal" panose="020b0400000000000000" pitchFamily="34" charset="-128"/>
                    <a:ea typeface="思源黑体旧字形 Normal" panose="020b0400000000000000" pitchFamily="34" charset="-128"/>
                  </a:rPr>
                  <a:t>验证成果</a:t>
                </a:r>
              </a:p>
            </p:txBody>
          </p:sp>
          <p:sp>
            <p:nvSpPr>
              <p:cNvPr id="65" name="文本框 14">
                <a:extLst>
                  <a:ext uri="{FF2B5EF4-FFF2-40B4-BE49-F238E27FC236}">
                    <a16:creationId xmlns:a16="http://schemas.microsoft.com/office/drawing/2014/main" id="{27655101-74AE-4888-9B8A-34E10D267F4F}"/>
                  </a:ext>
                </a:extLst>
              </p:cNvPr>
              <p:cNvSpPr txBox="1"/>
              <p:nvPr/>
            </p:nvSpPr>
            <p:spPr>
              <a:xfrm>
                <a:off x="874713" y="4671842"/>
                <a:ext cx="3712889" cy="738664"/>
              </a:xfrm>
              <a:prstGeom prst="rect">
                <a:avLst/>
              </a:prstGeom>
              <a:noFill/>
            </p:spPr>
            <p:txBody>
              <a:bodyPr wrap="square" rtlCol="0">
                <a:spAutoFit/>
                <a:scene3d>
                  <a:camera prst="orthographicFront"/>
                  <a:lightRig rig="threePt" dir="t"/>
                </a:scene3d>
                <a:sp3d contourW="127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r>
                  <a:rPr lang="zh-CN" altLang="en-US" sz="1400">
                    <a:latin typeface="思源黑体旧字形 Normal" panose="020b0400000000000000" pitchFamily="34" charset="-128"/>
                    <a:ea typeface="思源黑体旧字形 Normal" panose="020b0400000000000000" pitchFamily="34" charset="-128"/>
                  </a:rPr>
                  <a:t>请在此处添加详细描述文本，尽量与标题文本语言风格相符合，语言描述尽量简洁生动。请在此处添加详细描述文本</a:t>
                </a:r>
              </a:p>
            </p:txBody>
          </p:sp>
        </p:grpSp>
      </p:grpSp>
      <p:grpSp>
        <p:nvGrpSpPr>
          <p:cNvPr id="68" name="组合 67">
            <a:extLst>
              <a:ext uri="{FF2B5EF4-FFF2-40B4-BE49-F238E27FC236}">
                <a16:creationId xmlns:a16="http://schemas.microsoft.com/office/drawing/2014/main" id="{2A9ACDBB-CB4F-400D-95EE-5CAEFA238F8B}"/>
              </a:ext>
            </a:extLst>
          </p:cNvPr>
          <p:cNvGrpSpPr/>
          <p:nvPr/>
        </p:nvGrpSpPr>
        <p:grpSpPr>
          <a:xfrm>
            <a:off x="1048340" y="4793895"/>
            <a:ext cx="4627287" cy="1117404"/>
            <a:chOff x="874713" y="2108752"/>
            <a:chExt cx="4627287" cy="1117404"/>
          </a:xfrm>
        </p:grpSpPr>
        <p:grpSp>
          <p:nvGrpSpPr>
            <p:cNvPr id="69" name="组合 68">
              <a:extLst>
                <a:ext uri="{FF2B5EF4-FFF2-40B4-BE49-F238E27FC236}">
                  <a16:creationId xmlns:a16="http://schemas.microsoft.com/office/drawing/2014/main" id="{CDEC9479-C7A4-4FCF-9FCA-974B4B321360}"/>
                </a:ext>
              </a:extLst>
            </p:cNvPr>
            <p:cNvGrpSpPr/>
            <p:nvPr/>
          </p:nvGrpSpPr>
          <p:grpSpPr>
            <a:xfrm>
              <a:off x="874713" y="2213139"/>
              <a:ext cx="754742" cy="754742"/>
              <a:chOff x="1335315" y="2249715"/>
              <a:chExt cx="754742" cy="754742"/>
            </a:xfrm>
          </p:grpSpPr>
          <p:sp>
            <p:nvSpPr>
              <p:cNvPr id="73" name="椭圆 72">
                <a:extLst>
                  <a:ext uri="{FF2B5EF4-FFF2-40B4-BE49-F238E27FC236}">
                    <a16:creationId xmlns:a16="http://schemas.microsoft.com/office/drawing/2014/main" id="{D41C8D90-2295-4466-9613-9F46AC4D161B}"/>
                  </a:ext>
                </a:extLst>
              </p:cNvPr>
              <p:cNvSpPr/>
              <p:nvPr/>
            </p:nvSpPr>
            <p:spPr>
              <a:xfrm>
                <a:off x="1335315" y="2249715"/>
                <a:ext cx="754742" cy="754742"/>
              </a:xfrm>
              <a:prstGeom prst="ellipse">
                <a:avLst/>
              </a:prstGeom>
              <a:solidFill>
                <a:srgbClr val="545D79"/>
              </a:solidFill>
              <a:ln>
                <a:noFill/>
              </a:ln>
              <a:effectLst>
                <a:outerShdw blurRad="63500" algn="ctr" rotWithShape="0">
                  <a:prstClr val="black">
                    <a:alpha val="40000"/>
                  </a:prstClr>
                </a:outerShdw>
              </a:effectLst>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tx1"/>
                  </a:solidFill>
                  <a:latin typeface="思源黑体旧字形 Normal" panose="020b0400000000000000" pitchFamily="34" charset="-128"/>
                  <a:ea typeface="思源黑体旧字形 Normal" panose="020b0400000000000000" pitchFamily="34" charset="-128"/>
                </a:endParaRPr>
              </a:p>
            </p:txBody>
          </p:sp>
          <p:sp>
            <p:nvSpPr>
              <p:cNvPr id="74" name="椭圆 23">
                <a:extLst>
                  <a:ext uri="{FF2B5EF4-FFF2-40B4-BE49-F238E27FC236}">
                    <a16:creationId xmlns:a16="http://schemas.microsoft.com/office/drawing/2014/main" id="{20706551-4630-473F-85A3-D2A6C09B68E6}"/>
                  </a:ext>
                </a:extLst>
              </p:cNvPr>
              <p:cNvSpPr/>
              <p:nvPr/>
            </p:nvSpPr>
            <p:spPr>
              <a:xfrm>
                <a:off x="1494971" y="2409371"/>
                <a:ext cx="435430" cy="435430"/>
              </a:xfrm>
              <a:custGeom>
                <a:gdLst>
                  <a:gd name="connsiteX0" fmla="*/ 157638 w 338138"/>
                  <a:gd name="connsiteY0" fmla="*/ 144463 h 338138"/>
                  <a:gd name="connsiteX1" fmla="*/ 165544 w 338138"/>
                  <a:gd name="connsiteY1" fmla="*/ 148443 h 338138"/>
                  <a:gd name="connsiteX2" fmla="*/ 249865 w 338138"/>
                  <a:gd name="connsiteY2" fmla="*/ 233341 h 338138"/>
                  <a:gd name="connsiteX3" fmla="*/ 280167 w 338138"/>
                  <a:gd name="connsiteY3" fmla="*/ 232015 h 338138"/>
                  <a:gd name="connsiteX4" fmla="*/ 286755 w 338138"/>
                  <a:gd name="connsiteY4" fmla="*/ 234668 h 338138"/>
                  <a:gd name="connsiteX5" fmla="*/ 335503 w 338138"/>
                  <a:gd name="connsiteY5" fmla="*/ 283750 h 338138"/>
                  <a:gd name="connsiteX6" fmla="*/ 338138 w 338138"/>
                  <a:gd name="connsiteY6" fmla="*/ 293036 h 338138"/>
                  <a:gd name="connsiteX7" fmla="*/ 330233 w 338138"/>
                  <a:gd name="connsiteY7" fmla="*/ 298342 h 338138"/>
                  <a:gd name="connsiteX8" fmla="*/ 311788 w 338138"/>
                  <a:gd name="connsiteY8" fmla="*/ 303648 h 338138"/>
                  <a:gd name="connsiteX9" fmla="*/ 303883 w 338138"/>
                  <a:gd name="connsiteY9" fmla="*/ 310281 h 338138"/>
                  <a:gd name="connsiteX10" fmla="*/ 299930 w 338138"/>
                  <a:gd name="connsiteY10" fmla="*/ 331505 h 338138"/>
                  <a:gd name="connsiteX11" fmla="*/ 293343 w 338138"/>
                  <a:gd name="connsiteY11" fmla="*/ 338138 h 338138"/>
                  <a:gd name="connsiteX12" fmla="*/ 290708 w 338138"/>
                  <a:gd name="connsiteY12" fmla="*/ 338138 h 338138"/>
                  <a:gd name="connsiteX13" fmla="*/ 284120 w 338138"/>
                  <a:gd name="connsiteY13" fmla="*/ 335485 h 338138"/>
                  <a:gd name="connsiteX14" fmla="*/ 235372 w 338138"/>
                  <a:gd name="connsiteY14" fmla="*/ 286403 h 338138"/>
                  <a:gd name="connsiteX15" fmla="*/ 232737 w 338138"/>
                  <a:gd name="connsiteY15" fmla="*/ 279770 h 338138"/>
                  <a:gd name="connsiteX16" fmla="*/ 234054 w 338138"/>
                  <a:gd name="connsiteY16" fmla="*/ 249260 h 338138"/>
                  <a:gd name="connsiteX17" fmla="*/ 149733 w 338138"/>
                  <a:gd name="connsiteY17" fmla="*/ 164361 h 338138"/>
                  <a:gd name="connsiteX18" fmla="*/ 149733 w 338138"/>
                  <a:gd name="connsiteY18" fmla="*/ 148443 h 338138"/>
                  <a:gd name="connsiteX19" fmla="*/ 157638 w 338138"/>
                  <a:gd name="connsiteY19" fmla="*/ 144463 h 338138"/>
                  <a:gd name="connsiteX20" fmla="*/ 145922 w 338138"/>
                  <a:gd name="connsiteY20" fmla="*/ 120650 h 338138"/>
                  <a:gd name="connsiteX21" fmla="*/ 169863 w 338138"/>
                  <a:gd name="connsiteY21" fmla="*/ 137383 h 338138"/>
                  <a:gd name="connsiteX22" fmla="*/ 157893 w 338138"/>
                  <a:gd name="connsiteY22" fmla="*/ 133522 h 338138"/>
                  <a:gd name="connsiteX23" fmla="*/ 141931 w 338138"/>
                  <a:gd name="connsiteY23" fmla="*/ 141245 h 338138"/>
                  <a:gd name="connsiteX24" fmla="*/ 137941 w 338138"/>
                  <a:gd name="connsiteY24" fmla="*/ 168275 h 338138"/>
                  <a:gd name="connsiteX25" fmla="*/ 120650 w 338138"/>
                  <a:gd name="connsiteY25" fmla="*/ 145106 h 338138"/>
                  <a:gd name="connsiteX26" fmla="*/ 145922 w 338138"/>
                  <a:gd name="connsiteY26" fmla="*/ 120650 h 338138"/>
                  <a:gd name="connsiteX27" fmla="*/ 146051 w 338138"/>
                  <a:gd name="connsiteY27" fmla="*/ 60325 h 338138"/>
                  <a:gd name="connsiteX28" fmla="*/ 230188 w 338138"/>
                  <a:gd name="connsiteY28" fmla="*/ 145257 h 338138"/>
                  <a:gd name="connsiteX29" fmla="*/ 219671 w 338138"/>
                  <a:gd name="connsiteY29" fmla="*/ 186395 h 338138"/>
                  <a:gd name="connsiteX30" fmla="*/ 193378 w 338138"/>
                  <a:gd name="connsiteY30" fmla="*/ 161181 h 338138"/>
                  <a:gd name="connsiteX31" fmla="*/ 196007 w 338138"/>
                  <a:gd name="connsiteY31" fmla="*/ 145257 h 338138"/>
                  <a:gd name="connsiteX32" fmla="*/ 146051 w 338138"/>
                  <a:gd name="connsiteY32" fmla="*/ 94828 h 338138"/>
                  <a:gd name="connsiteX33" fmla="*/ 96094 w 338138"/>
                  <a:gd name="connsiteY33" fmla="*/ 145257 h 338138"/>
                  <a:gd name="connsiteX34" fmla="*/ 146051 w 338138"/>
                  <a:gd name="connsiteY34" fmla="*/ 195685 h 338138"/>
                  <a:gd name="connsiteX35" fmla="*/ 161827 w 338138"/>
                  <a:gd name="connsiteY35" fmla="*/ 193031 h 338138"/>
                  <a:gd name="connsiteX36" fmla="*/ 188119 w 338138"/>
                  <a:gd name="connsiteY36" fmla="*/ 219572 h 338138"/>
                  <a:gd name="connsiteX37" fmla="*/ 146051 w 338138"/>
                  <a:gd name="connsiteY37" fmla="*/ 230188 h 338138"/>
                  <a:gd name="connsiteX38" fmla="*/ 61913 w 338138"/>
                  <a:gd name="connsiteY38" fmla="*/ 145257 h 338138"/>
                  <a:gd name="connsiteX39" fmla="*/ 146051 w 338138"/>
                  <a:gd name="connsiteY39" fmla="*/ 60325 h 338138"/>
                  <a:gd name="connsiteX40" fmla="*/ 145257 w 338138"/>
                  <a:gd name="connsiteY40" fmla="*/ 0 h 338138"/>
                  <a:gd name="connsiteX41" fmla="*/ 290513 w 338138"/>
                  <a:gd name="connsiteY41" fmla="*/ 145257 h 338138"/>
                  <a:gd name="connsiteX42" fmla="*/ 269385 w 338138"/>
                  <a:gd name="connsiteY42" fmla="*/ 221846 h 338138"/>
                  <a:gd name="connsiteX43" fmla="*/ 254859 w 338138"/>
                  <a:gd name="connsiteY43" fmla="*/ 221846 h 338138"/>
                  <a:gd name="connsiteX44" fmla="*/ 239013 w 338138"/>
                  <a:gd name="connsiteY44" fmla="*/ 206000 h 338138"/>
                  <a:gd name="connsiteX45" fmla="*/ 256180 w 338138"/>
                  <a:gd name="connsiteY45" fmla="*/ 145257 h 338138"/>
                  <a:gd name="connsiteX46" fmla="*/ 145257 w 338138"/>
                  <a:gd name="connsiteY46" fmla="*/ 34333 h 338138"/>
                  <a:gd name="connsiteX47" fmla="*/ 34333 w 338138"/>
                  <a:gd name="connsiteY47" fmla="*/ 145257 h 338138"/>
                  <a:gd name="connsiteX48" fmla="*/ 145257 w 338138"/>
                  <a:gd name="connsiteY48" fmla="*/ 256180 h 338138"/>
                  <a:gd name="connsiteX49" fmla="*/ 206000 w 338138"/>
                  <a:gd name="connsiteY49" fmla="*/ 239013 h 338138"/>
                  <a:gd name="connsiteX50" fmla="*/ 221847 w 338138"/>
                  <a:gd name="connsiteY50" fmla="*/ 254859 h 338138"/>
                  <a:gd name="connsiteX51" fmla="*/ 221847 w 338138"/>
                  <a:gd name="connsiteY51" fmla="*/ 269385 h 338138"/>
                  <a:gd name="connsiteX52" fmla="*/ 145257 w 338138"/>
                  <a:gd name="connsiteY52" fmla="*/ 290513 h 338138"/>
                  <a:gd name="connsiteX53" fmla="*/ 0 w 338138"/>
                  <a:gd name="connsiteY53" fmla="*/ 145257 h 338138"/>
                  <a:gd name="connsiteX54" fmla="*/ 145257 w 338138"/>
                  <a:gd name="connsiteY54" fmla="*/ 0 h 338138"/>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338138" h="338138">
                    <a:moveTo>
                      <a:pt x="157638" y="144463"/>
                    </a:moveTo>
                    <a:cubicBezTo>
                      <a:pt x="160273" y="144463"/>
                      <a:pt x="162908" y="145790"/>
                      <a:pt x="165544" y="148443"/>
                    </a:cubicBezTo>
                    <a:cubicBezTo>
                      <a:pt x="165544" y="148443"/>
                      <a:pt x="165544" y="148443"/>
                      <a:pt x="249865" y="233341"/>
                    </a:cubicBezTo>
                    <a:cubicBezTo>
                      <a:pt x="249865" y="233341"/>
                      <a:pt x="249865" y="233341"/>
                      <a:pt x="280167" y="232015"/>
                    </a:cubicBezTo>
                    <a:cubicBezTo>
                      <a:pt x="282803" y="232015"/>
                      <a:pt x="285438" y="233341"/>
                      <a:pt x="286755" y="234668"/>
                    </a:cubicBezTo>
                    <a:cubicBezTo>
                      <a:pt x="286755" y="234668"/>
                      <a:pt x="286755" y="234668"/>
                      <a:pt x="335503" y="283750"/>
                    </a:cubicBezTo>
                    <a:cubicBezTo>
                      <a:pt x="338138" y="286403"/>
                      <a:pt x="338138" y="289056"/>
                      <a:pt x="338138" y="293036"/>
                    </a:cubicBezTo>
                    <a:cubicBezTo>
                      <a:pt x="336821" y="295689"/>
                      <a:pt x="334186" y="298342"/>
                      <a:pt x="330233" y="298342"/>
                    </a:cubicBezTo>
                    <a:cubicBezTo>
                      <a:pt x="330233" y="298342"/>
                      <a:pt x="330233" y="298342"/>
                      <a:pt x="311788" y="303648"/>
                    </a:cubicBezTo>
                    <a:cubicBezTo>
                      <a:pt x="307835" y="303648"/>
                      <a:pt x="305200" y="306301"/>
                      <a:pt x="303883" y="310281"/>
                    </a:cubicBezTo>
                    <a:cubicBezTo>
                      <a:pt x="303883" y="310281"/>
                      <a:pt x="303883" y="310281"/>
                      <a:pt x="299930" y="331505"/>
                    </a:cubicBezTo>
                    <a:cubicBezTo>
                      <a:pt x="298613" y="334158"/>
                      <a:pt x="295978" y="336812"/>
                      <a:pt x="293343" y="338138"/>
                    </a:cubicBezTo>
                    <a:cubicBezTo>
                      <a:pt x="292025" y="338138"/>
                      <a:pt x="292025" y="338138"/>
                      <a:pt x="290708" y="338138"/>
                    </a:cubicBezTo>
                    <a:cubicBezTo>
                      <a:pt x="288073" y="338138"/>
                      <a:pt x="285438" y="336812"/>
                      <a:pt x="284120" y="335485"/>
                    </a:cubicBezTo>
                    <a:cubicBezTo>
                      <a:pt x="284120" y="335485"/>
                      <a:pt x="284120" y="335485"/>
                      <a:pt x="235372" y="286403"/>
                    </a:cubicBezTo>
                    <a:cubicBezTo>
                      <a:pt x="232737" y="283750"/>
                      <a:pt x="232737" y="281097"/>
                      <a:pt x="232737" y="279770"/>
                    </a:cubicBezTo>
                    <a:cubicBezTo>
                      <a:pt x="232737" y="279770"/>
                      <a:pt x="232737" y="279770"/>
                      <a:pt x="234054" y="249260"/>
                    </a:cubicBezTo>
                    <a:cubicBezTo>
                      <a:pt x="234054" y="249260"/>
                      <a:pt x="234054" y="249260"/>
                      <a:pt x="149733" y="164361"/>
                    </a:cubicBezTo>
                    <a:cubicBezTo>
                      <a:pt x="144463" y="159055"/>
                      <a:pt x="144463" y="152422"/>
                      <a:pt x="149733" y="148443"/>
                    </a:cubicBezTo>
                    <a:cubicBezTo>
                      <a:pt x="151051" y="145790"/>
                      <a:pt x="155003" y="144463"/>
                      <a:pt x="157638" y="144463"/>
                    </a:cubicBezTo>
                    <a:close/>
                    <a:moveTo>
                      <a:pt x="145922" y="120650"/>
                    </a:moveTo>
                    <a:cubicBezTo>
                      <a:pt x="157893" y="120650"/>
                      <a:pt x="167203" y="128373"/>
                      <a:pt x="169863" y="137383"/>
                    </a:cubicBezTo>
                    <a:cubicBezTo>
                      <a:pt x="167203" y="134809"/>
                      <a:pt x="161883" y="133522"/>
                      <a:pt x="157893" y="133522"/>
                    </a:cubicBezTo>
                    <a:cubicBezTo>
                      <a:pt x="151242" y="133522"/>
                      <a:pt x="145922" y="136096"/>
                      <a:pt x="141931" y="141245"/>
                    </a:cubicBezTo>
                    <a:cubicBezTo>
                      <a:pt x="133951" y="147680"/>
                      <a:pt x="132620" y="160552"/>
                      <a:pt x="137941" y="168275"/>
                    </a:cubicBezTo>
                    <a:cubicBezTo>
                      <a:pt x="128630" y="165701"/>
                      <a:pt x="120650" y="156691"/>
                      <a:pt x="120650" y="145106"/>
                    </a:cubicBezTo>
                    <a:cubicBezTo>
                      <a:pt x="120650" y="132234"/>
                      <a:pt x="132620" y="120650"/>
                      <a:pt x="145922" y="120650"/>
                    </a:cubicBezTo>
                    <a:close/>
                    <a:moveTo>
                      <a:pt x="146051" y="60325"/>
                    </a:moveTo>
                    <a:cubicBezTo>
                      <a:pt x="192063" y="60325"/>
                      <a:pt x="230188" y="98810"/>
                      <a:pt x="230188" y="145257"/>
                    </a:cubicBezTo>
                    <a:cubicBezTo>
                      <a:pt x="230188" y="159854"/>
                      <a:pt x="226244" y="174452"/>
                      <a:pt x="219671" y="186395"/>
                    </a:cubicBezTo>
                    <a:lnTo>
                      <a:pt x="193378" y="161181"/>
                    </a:lnTo>
                    <a:cubicBezTo>
                      <a:pt x="196007" y="155873"/>
                      <a:pt x="196007" y="150565"/>
                      <a:pt x="196007" y="145257"/>
                    </a:cubicBezTo>
                    <a:cubicBezTo>
                      <a:pt x="196007" y="117388"/>
                      <a:pt x="173658" y="94828"/>
                      <a:pt x="146051" y="94828"/>
                    </a:cubicBezTo>
                    <a:cubicBezTo>
                      <a:pt x="118443" y="94828"/>
                      <a:pt x="96094" y="117388"/>
                      <a:pt x="96094" y="145257"/>
                    </a:cubicBezTo>
                    <a:cubicBezTo>
                      <a:pt x="96094" y="173125"/>
                      <a:pt x="118443" y="195685"/>
                      <a:pt x="146051" y="195685"/>
                    </a:cubicBezTo>
                    <a:cubicBezTo>
                      <a:pt x="151309" y="195685"/>
                      <a:pt x="156568" y="194358"/>
                      <a:pt x="161827" y="193031"/>
                    </a:cubicBezTo>
                    <a:cubicBezTo>
                      <a:pt x="161827" y="193031"/>
                      <a:pt x="161827" y="193031"/>
                      <a:pt x="188119" y="219572"/>
                    </a:cubicBezTo>
                    <a:cubicBezTo>
                      <a:pt x="174973" y="226207"/>
                      <a:pt x="161827" y="230188"/>
                      <a:pt x="146051" y="230188"/>
                    </a:cubicBezTo>
                    <a:cubicBezTo>
                      <a:pt x="100038" y="230188"/>
                      <a:pt x="61913" y="191703"/>
                      <a:pt x="61913" y="145257"/>
                    </a:cubicBezTo>
                    <a:cubicBezTo>
                      <a:pt x="61913" y="98810"/>
                      <a:pt x="100038" y="60325"/>
                      <a:pt x="146051" y="60325"/>
                    </a:cubicBezTo>
                    <a:close/>
                    <a:moveTo>
                      <a:pt x="145257" y="0"/>
                    </a:moveTo>
                    <a:cubicBezTo>
                      <a:pt x="225808" y="0"/>
                      <a:pt x="290513" y="64705"/>
                      <a:pt x="290513" y="145257"/>
                    </a:cubicBezTo>
                    <a:cubicBezTo>
                      <a:pt x="290513" y="172987"/>
                      <a:pt x="282590" y="199398"/>
                      <a:pt x="269385" y="221846"/>
                    </a:cubicBezTo>
                    <a:cubicBezTo>
                      <a:pt x="269385" y="221846"/>
                      <a:pt x="269385" y="221846"/>
                      <a:pt x="254859" y="221846"/>
                    </a:cubicBezTo>
                    <a:cubicBezTo>
                      <a:pt x="254859" y="221846"/>
                      <a:pt x="254859" y="221846"/>
                      <a:pt x="239013" y="206000"/>
                    </a:cubicBezTo>
                    <a:cubicBezTo>
                      <a:pt x="249577" y="188833"/>
                      <a:pt x="256180" y="167705"/>
                      <a:pt x="256180" y="145257"/>
                    </a:cubicBezTo>
                    <a:cubicBezTo>
                      <a:pt x="256180" y="84513"/>
                      <a:pt x="207321" y="34333"/>
                      <a:pt x="145257" y="34333"/>
                    </a:cubicBezTo>
                    <a:cubicBezTo>
                      <a:pt x="84513" y="34333"/>
                      <a:pt x="34333" y="84513"/>
                      <a:pt x="34333" y="145257"/>
                    </a:cubicBezTo>
                    <a:cubicBezTo>
                      <a:pt x="34333" y="207321"/>
                      <a:pt x="84513" y="256180"/>
                      <a:pt x="145257" y="256180"/>
                    </a:cubicBezTo>
                    <a:cubicBezTo>
                      <a:pt x="167705" y="256180"/>
                      <a:pt x="188834" y="249577"/>
                      <a:pt x="206000" y="239013"/>
                    </a:cubicBezTo>
                    <a:cubicBezTo>
                      <a:pt x="206000" y="239013"/>
                      <a:pt x="206000" y="239013"/>
                      <a:pt x="221847" y="254859"/>
                    </a:cubicBezTo>
                    <a:cubicBezTo>
                      <a:pt x="221847" y="254859"/>
                      <a:pt x="221847" y="254859"/>
                      <a:pt x="221847" y="269385"/>
                    </a:cubicBezTo>
                    <a:cubicBezTo>
                      <a:pt x="199398" y="282590"/>
                      <a:pt x="172988" y="290513"/>
                      <a:pt x="145257" y="290513"/>
                    </a:cubicBezTo>
                    <a:cubicBezTo>
                      <a:pt x="64705" y="290513"/>
                      <a:pt x="0" y="225808"/>
                      <a:pt x="0" y="145257"/>
                    </a:cubicBezTo>
                    <a:cubicBezTo>
                      <a:pt x="0" y="64705"/>
                      <a:pt x="64705" y="0"/>
                      <a:pt x="145257"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tx1"/>
                  </a:solidFill>
                  <a:latin typeface="微软雅黑 Light" panose="020b0502040204020203" pitchFamily="34" charset="-122"/>
                  <a:ea typeface="微软雅黑 Light" panose="020b0502040204020203" pitchFamily="34" charset="-122"/>
                </a:endParaRPr>
              </a:p>
            </p:txBody>
          </p:sp>
        </p:grpSp>
        <p:grpSp>
          <p:nvGrpSpPr>
            <p:cNvPr id="70" name="组合 69">
              <a:extLst>
                <a:ext uri="{FF2B5EF4-FFF2-40B4-BE49-F238E27FC236}">
                  <a16:creationId xmlns:a16="http://schemas.microsoft.com/office/drawing/2014/main" id="{4F9AC7E7-07CC-4362-BE62-DB8A48D433F6}"/>
                </a:ext>
              </a:extLst>
            </p:cNvPr>
            <p:cNvGrpSpPr/>
            <p:nvPr/>
          </p:nvGrpSpPr>
          <p:grpSpPr>
            <a:xfrm>
              <a:off x="1789111" y="2108752"/>
              <a:ext cx="3712889" cy="1117404"/>
              <a:chOff x="874713" y="4293102"/>
              <a:chExt cx="3712889" cy="1117404"/>
            </a:xfrm>
          </p:grpSpPr>
          <p:sp>
            <p:nvSpPr>
              <p:cNvPr id="71" name="文本框 20">
                <a:extLst>
                  <a:ext uri="{FF2B5EF4-FFF2-40B4-BE49-F238E27FC236}">
                    <a16:creationId xmlns:a16="http://schemas.microsoft.com/office/drawing/2014/main" id="{BCDDD376-30AB-4766-9429-C525FD3B06DE}"/>
                  </a:ext>
                </a:extLst>
              </p:cNvPr>
              <p:cNvSpPr txBox="1"/>
              <p:nvPr/>
            </p:nvSpPr>
            <p:spPr>
              <a:xfrm>
                <a:off x="874713" y="4293102"/>
                <a:ext cx="1210588" cy="400110"/>
              </a:xfrm>
              <a:prstGeom prst="rect">
                <a:avLst/>
              </a:prstGeom>
              <a:noFill/>
            </p:spPr>
            <p:txBody>
              <a:bodyPr wrap="none" rtlCol="0">
                <a:spAutoFit/>
                <a:scene3d>
                  <a:camera prst="orthographicFront"/>
                  <a:lightRig rig="threePt" dir="t"/>
                </a:scene3d>
                <a:sp3d contourW="127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000" b="1">
                    <a:solidFill>
                      <a:schemeClr val="tx1">
                        <a:lumMod val="75000"/>
                        <a:lumOff val="25000"/>
                      </a:schemeClr>
                    </a:solidFill>
                    <a:latin typeface="思源黑体旧字形 Normal" panose="020b0400000000000000" pitchFamily="34" charset="-128"/>
                    <a:ea typeface="思源黑体旧字形 Normal" panose="020b0400000000000000" pitchFamily="34" charset="-128"/>
                  </a:rPr>
                  <a:t>检验建设</a:t>
                </a:r>
              </a:p>
            </p:txBody>
          </p:sp>
          <p:sp>
            <p:nvSpPr>
              <p:cNvPr id="72" name="文本框 21">
                <a:extLst>
                  <a:ext uri="{FF2B5EF4-FFF2-40B4-BE49-F238E27FC236}">
                    <a16:creationId xmlns:a16="http://schemas.microsoft.com/office/drawing/2014/main" id="{7CD1239F-BF32-47E7-8B43-9685913480BB}"/>
                  </a:ext>
                </a:extLst>
              </p:cNvPr>
              <p:cNvSpPr txBox="1"/>
              <p:nvPr/>
            </p:nvSpPr>
            <p:spPr>
              <a:xfrm>
                <a:off x="874713" y="4671842"/>
                <a:ext cx="3712889" cy="738664"/>
              </a:xfrm>
              <a:prstGeom prst="rect">
                <a:avLst/>
              </a:prstGeom>
              <a:noFill/>
            </p:spPr>
            <p:txBody>
              <a:bodyPr wrap="square" rtlCol="0">
                <a:spAutoFit/>
                <a:scene3d>
                  <a:camera prst="orthographicFront"/>
                  <a:lightRig rig="threePt" dir="t"/>
                </a:scene3d>
                <a:sp3d contourW="127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r>
                  <a:rPr lang="zh-CN" altLang="en-US" sz="1400">
                    <a:latin typeface="思源黑体旧字形 Normal" panose="020b0400000000000000" pitchFamily="34" charset="-128"/>
                    <a:ea typeface="思源黑体旧字形 Normal" panose="020b0400000000000000" pitchFamily="34" charset="-128"/>
                  </a:rPr>
                  <a:t>请在此处添加详细描述文本，尽量与标题文本语言风格相符合，语言描述尽量简洁生动。请在此处添加详细描述文本</a:t>
                </a:r>
              </a:p>
            </p:txBody>
          </p:sp>
        </p:grpSp>
      </p:grpSp>
      <p:grpSp>
        <p:nvGrpSpPr>
          <p:cNvPr id="75" name="组合 74">
            <a:extLst>
              <a:ext uri="{FF2B5EF4-FFF2-40B4-BE49-F238E27FC236}">
                <a16:creationId xmlns:a16="http://schemas.microsoft.com/office/drawing/2014/main" id="{F67D2A61-55E0-4824-BED1-7E31B86D0701}"/>
              </a:ext>
            </a:extLst>
          </p:cNvPr>
          <p:cNvGrpSpPr/>
          <p:nvPr/>
        </p:nvGrpSpPr>
        <p:grpSpPr>
          <a:xfrm>
            <a:off x="6516373" y="1949095"/>
            <a:ext cx="4627287" cy="1117404"/>
            <a:chOff x="874713" y="2108752"/>
            <a:chExt cx="4627287" cy="1117404"/>
          </a:xfrm>
        </p:grpSpPr>
        <p:grpSp>
          <p:nvGrpSpPr>
            <p:cNvPr id="76" name="组合 75">
              <a:extLst>
                <a:ext uri="{FF2B5EF4-FFF2-40B4-BE49-F238E27FC236}">
                  <a16:creationId xmlns:a16="http://schemas.microsoft.com/office/drawing/2014/main" id="{6B78BB53-F2FF-496C-BD94-CCBAB482D3C9}"/>
                </a:ext>
              </a:extLst>
            </p:cNvPr>
            <p:cNvGrpSpPr/>
            <p:nvPr/>
          </p:nvGrpSpPr>
          <p:grpSpPr>
            <a:xfrm>
              <a:off x="874713" y="2213139"/>
              <a:ext cx="754742" cy="754742"/>
              <a:chOff x="1335315" y="2249715"/>
              <a:chExt cx="754742" cy="754742"/>
            </a:xfrm>
          </p:grpSpPr>
          <p:sp>
            <p:nvSpPr>
              <p:cNvPr id="80" name="椭圆 79">
                <a:extLst>
                  <a:ext uri="{FF2B5EF4-FFF2-40B4-BE49-F238E27FC236}">
                    <a16:creationId xmlns:a16="http://schemas.microsoft.com/office/drawing/2014/main" id="{051EE2BF-1F9B-4B0D-BF7F-5A77A5B6F45B}"/>
                  </a:ext>
                </a:extLst>
              </p:cNvPr>
              <p:cNvSpPr/>
              <p:nvPr/>
            </p:nvSpPr>
            <p:spPr>
              <a:xfrm>
                <a:off x="1335315" y="2249715"/>
                <a:ext cx="754742" cy="754742"/>
              </a:xfrm>
              <a:prstGeom prst="ellipse">
                <a:avLst/>
              </a:prstGeom>
              <a:solidFill>
                <a:srgbClr val="545D79"/>
              </a:solidFill>
              <a:ln>
                <a:noFill/>
              </a:ln>
              <a:effectLst>
                <a:outerShdw blurRad="63500" algn="ctr" rotWithShape="0">
                  <a:prstClr val="black">
                    <a:alpha val="40000"/>
                  </a:prstClr>
                </a:outerShdw>
              </a:effectLst>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tx1"/>
                  </a:solidFill>
                  <a:latin typeface="思源黑体旧字形 Normal" panose="020b0400000000000000" pitchFamily="34" charset="-128"/>
                  <a:ea typeface="思源黑体旧字形 Normal" panose="020b0400000000000000" pitchFamily="34" charset="-128"/>
                </a:endParaRPr>
              </a:p>
            </p:txBody>
          </p:sp>
          <p:sp>
            <p:nvSpPr>
              <p:cNvPr id="81" name="椭圆 30">
                <a:extLst>
                  <a:ext uri="{FF2B5EF4-FFF2-40B4-BE49-F238E27FC236}">
                    <a16:creationId xmlns:a16="http://schemas.microsoft.com/office/drawing/2014/main" id="{D63399B6-5DAC-4641-B7DF-1086B2CE3C85}"/>
                  </a:ext>
                </a:extLst>
              </p:cNvPr>
              <p:cNvSpPr/>
              <p:nvPr/>
            </p:nvSpPr>
            <p:spPr>
              <a:xfrm>
                <a:off x="1509281" y="2409371"/>
                <a:ext cx="406810" cy="435430"/>
              </a:xfrm>
              <a:custGeom>
                <a:gdLst>
                  <a:gd name="connsiteX0" fmla="*/ 270013 w 315913"/>
                  <a:gd name="connsiteY0" fmla="*/ 244475 h 338138"/>
                  <a:gd name="connsiteX1" fmla="*/ 315913 w 315913"/>
                  <a:gd name="connsiteY1" fmla="*/ 290647 h 338138"/>
                  <a:gd name="connsiteX2" fmla="*/ 315913 w 315913"/>
                  <a:gd name="connsiteY2" fmla="*/ 331542 h 338138"/>
                  <a:gd name="connsiteX3" fmla="*/ 313290 w 315913"/>
                  <a:gd name="connsiteY3" fmla="*/ 335500 h 338138"/>
                  <a:gd name="connsiteX4" fmla="*/ 309356 w 315913"/>
                  <a:gd name="connsiteY4" fmla="*/ 338138 h 338138"/>
                  <a:gd name="connsiteX5" fmla="*/ 231982 w 315913"/>
                  <a:gd name="connsiteY5" fmla="*/ 338138 h 338138"/>
                  <a:gd name="connsiteX6" fmla="*/ 225425 w 315913"/>
                  <a:gd name="connsiteY6" fmla="*/ 331542 h 338138"/>
                  <a:gd name="connsiteX7" fmla="*/ 225425 w 315913"/>
                  <a:gd name="connsiteY7" fmla="*/ 290647 h 338138"/>
                  <a:gd name="connsiteX8" fmla="*/ 270013 w 315913"/>
                  <a:gd name="connsiteY8" fmla="*/ 244475 h 338138"/>
                  <a:gd name="connsiteX9" fmla="*/ 157956 w 315913"/>
                  <a:gd name="connsiteY9" fmla="*/ 244475 h 338138"/>
                  <a:gd name="connsiteX10" fmla="*/ 203200 w 315913"/>
                  <a:gd name="connsiteY10" fmla="*/ 290647 h 338138"/>
                  <a:gd name="connsiteX11" fmla="*/ 203200 w 315913"/>
                  <a:gd name="connsiteY11" fmla="*/ 331542 h 338138"/>
                  <a:gd name="connsiteX12" fmla="*/ 201869 w 315913"/>
                  <a:gd name="connsiteY12" fmla="*/ 335500 h 338138"/>
                  <a:gd name="connsiteX13" fmla="*/ 196546 w 315913"/>
                  <a:gd name="connsiteY13" fmla="*/ 338138 h 338138"/>
                  <a:gd name="connsiteX14" fmla="*/ 119365 w 315913"/>
                  <a:gd name="connsiteY14" fmla="*/ 338138 h 338138"/>
                  <a:gd name="connsiteX15" fmla="*/ 112712 w 315913"/>
                  <a:gd name="connsiteY15" fmla="*/ 331542 h 338138"/>
                  <a:gd name="connsiteX16" fmla="*/ 112712 w 315913"/>
                  <a:gd name="connsiteY16" fmla="*/ 290647 h 338138"/>
                  <a:gd name="connsiteX17" fmla="*/ 157956 w 315913"/>
                  <a:gd name="connsiteY17" fmla="*/ 244475 h 338138"/>
                  <a:gd name="connsiteX18" fmla="*/ 45900 w 315913"/>
                  <a:gd name="connsiteY18" fmla="*/ 244475 h 338138"/>
                  <a:gd name="connsiteX19" fmla="*/ 90488 w 315913"/>
                  <a:gd name="connsiteY19" fmla="*/ 290647 h 338138"/>
                  <a:gd name="connsiteX20" fmla="*/ 90488 w 315913"/>
                  <a:gd name="connsiteY20" fmla="*/ 331542 h 338138"/>
                  <a:gd name="connsiteX21" fmla="*/ 89176 w 315913"/>
                  <a:gd name="connsiteY21" fmla="*/ 335500 h 338138"/>
                  <a:gd name="connsiteX22" fmla="*/ 83931 w 315913"/>
                  <a:gd name="connsiteY22" fmla="*/ 338138 h 338138"/>
                  <a:gd name="connsiteX23" fmla="*/ 6557 w 315913"/>
                  <a:gd name="connsiteY23" fmla="*/ 338138 h 338138"/>
                  <a:gd name="connsiteX24" fmla="*/ 0 w 315913"/>
                  <a:gd name="connsiteY24" fmla="*/ 331542 h 338138"/>
                  <a:gd name="connsiteX25" fmla="*/ 0 w 315913"/>
                  <a:gd name="connsiteY25" fmla="*/ 290647 h 338138"/>
                  <a:gd name="connsiteX26" fmla="*/ 45900 w 315913"/>
                  <a:gd name="connsiteY26" fmla="*/ 244475 h 338138"/>
                  <a:gd name="connsiteX27" fmla="*/ 271463 w 315913"/>
                  <a:gd name="connsiteY27" fmla="*/ 180975 h 338138"/>
                  <a:gd name="connsiteX28" fmla="*/ 301625 w 315913"/>
                  <a:gd name="connsiteY28" fmla="*/ 211138 h 338138"/>
                  <a:gd name="connsiteX29" fmla="*/ 271463 w 315913"/>
                  <a:gd name="connsiteY29" fmla="*/ 241300 h 338138"/>
                  <a:gd name="connsiteX30" fmla="*/ 241300 w 315913"/>
                  <a:gd name="connsiteY30" fmla="*/ 211138 h 338138"/>
                  <a:gd name="connsiteX31" fmla="*/ 271463 w 315913"/>
                  <a:gd name="connsiteY31" fmla="*/ 180975 h 338138"/>
                  <a:gd name="connsiteX32" fmla="*/ 159420 w 315913"/>
                  <a:gd name="connsiteY32" fmla="*/ 180975 h 338138"/>
                  <a:gd name="connsiteX33" fmla="*/ 188912 w 315913"/>
                  <a:gd name="connsiteY33" fmla="*/ 211138 h 338138"/>
                  <a:gd name="connsiteX34" fmla="*/ 159420 w 315913"/>
                  <a:gd name="connsiteY34" fmla="*/ 241300 h 338138"/>
                  <a:gd name="connsiteX35" fmla="*/ 128587 w 315913"/>
                  <a:gd name="connsiteY35" fmla="*/ 211138 h 338138"/>
                  <a:gd name="connsiteX36" fmla="*/ 159420 w 315913"/>
                  <a:gd name="connsiteY36" fmla="*/ 180975 h 338138"/>
                  <a:gd name="connsiteX37" fmla="*/ 46038 w 315913"/>
                  <a:gd name="connsiteY37" fmla="*/ 180975 h 338138"/>
                  <a:gd name="connsiteX38" fmla="*/ 76201 w 315913"/>
                  <a:gd name="connsiteY38" fmla="*/ 211138 h 338138"/>
                  <a:gd name="connsiteX39" fmla="*/ 46038 w 315913"/>
                  <a:gd name="connsiteY39" fmla="*/ 241301 h 338138"/>
                  <a:gd name="connsiteX40" fmla="*/ 15875 w 315913"/>
                  <a:gd name="connsiteY40" fmla="*/ 211138 h 338138"/>
                  <a:gd name="connsiteX41" fmla="*/ 46038 w 315913"/>
                  <a:gd name="connsiteY41" fmla="*/ 180975 h 338138"/>
                  <a:gd name="connsiteX42" fmla="*/ 270005 w 315913"/>
                  <a:gd name="connsiteY42" fmla="*/ 77788 h 338138"/>
                  <a:gd name="connsiteX43" fmla="*/ 238125 w 315913"/>
                  <a:gd name="connsiteY43" fmla="*/ 109792 h 338138"/>
                  <a:gd name="connsiteX44" fmla="*/ 238125 w 315913"/>
                  <a:gd name="connsiteY44" fmla="*/ 144463 h 338138"/>
                  <a:gd name="connsiteX45" fmla="*/ 303213 w 315913"/>
                  <a:gd name="connsiteY45" fmla="*/ 144463 h 338138"/>
                  <a:gd name="connsiteX46" fmla="*/ 303213 w 315913"/>
                  <a:gd name="connsiteY46" fmla="*/ 109792 h 338138"/>
                  <a:gd name="connsiteX47" fmla="*/ 270005 w 315913"/>
                  <a:gd name="connsiteY47" fmla="*/ 77788 h 338138"/>
                  <a:gd name="connsiteX48" fmla="*/ 270013 w 315913"/>
                  <a:gd name="connsiteY48" fmla="*/ 65088 h 338138"/>
                  <a:gd name="connsiteX49" fmla="*/ 315913 w 315913"/>
                  <a:gd name="connsiteY49" fmla="*/ 109941 h 338138"/>
                  <a:gd name="connsiteX50" fmla="*/ 315913 w 315913"/>
                  <a:gd name="connsiteY50" fmla="*/ 150836 h 338138"/>
                  <a:gd name="connsiteX51" fmla="*/ 313290 w 315913"/>
                  <a:gd name="connsiteY51" fmla="*/ 156113 h 338138"/>
                  <a:gd name="connsiteX52" fmla="*/ 309356 w 315913"/>
                  <a:gd name="connsiteY52" fmla="*/ 158751 h 338138"/>
                  <a:gd name="connsiteX53" fmla="*/ 231982 w 315913"/>
                  <a:gd name="connsiteY53" fmla="*/ 158751 h 338138"/>
                  <a:gd name="connsiteX54" fmla="*/ 225425 w 315913"/>
                  <a:gd name="connsiteY54" fmla="*/ 150836 h 338138"/>
                  <a:gd name="connsiteX55" fmla="*/ 225425 w 315913"/>
                  <a:gd name="connsiteY55" fmla="*/ 109941 h 338138"/>
                  <a:gd name="connsiteX56" fmla="*/ 270013 w 315913"/>
                  <a:gd name="connsiteY56" fmla="*/ 65088 h 338138"/>
                  <a:gd name="connsiteX57" fmla="*/ 157956 w 315913"/>
                  <a:gd name="connsiteY57" fmla="*/ 65088 h 338138"/>
                  <a:gd name="connsiteX58" fmla="*/ 203200 w 315913"/>
                  <a:gd name="connsiteY58" fmla="*/ 109941 h 338138"/>
                  <a:gd name="connsiteX59" fmla="*/ 203200 w 315913"/>
                  <a:gd name="connsiteY59" fmla="*/ 150836 h 338138"/>
                  <a:gd name="connsiteX60" fmla="*/ 201869 w 315913"/>
                  <a:gd name="connsiteY60" fmla="*/ 156113 h 338138"/>
                  <a:gd name="connsiteX61" fmla="*/ 196546 w 315913"/>
                  <a:gd name="connsiteY61" fmla="*/ 158751 h 338138"/>
                  <a:gd name="connsiteX62" fmla="*/ 119365 w 315913"/>
                  <a:gd name="connsiteY62" fmla="*/ 158751 h 338138"/>
                  <a:gd name="connsiteX63" fmla="*/ 112712 w 315913"/>
                  <a:gd name="connsiteY63" fmla="*/ 150836 h 338138"/>
                  <a:gd name="connsiteX64" fmla="*/ 112712 w 315913"/>
                  <a:gd name="connsiteY64" fmla="*/ 109941 h 338138"/>
                  <a:gd name="connsiteX65" fmla="*/ 157956 w 315913"/>
                  <a:gd name="connsiteY65" fmla="*/ 65088 h 338138"/>
                  <a:gd name="connsiteX66" fmla="*/ 45900 w 315913"/>
                  <a:gd name="connsiteY66" fmla="*/ 65088 h 338138"/>
                  <a:gd name="connsiteX67" fmla="*/ 90488 w 315913"/>
                  <a:gd name="connsiteY67" fmla="*/ 109941 h 338138"/>
                  <a:gd name="connsiteX68" fmla="*/ 90488 w 315913"/>
                  <a:gd name="connsiteY68" fmla="*/ 150836 h 338138"/>
                  <a:gd name="connsiteX69" fmla="*/ 89176 w 315913"/>
                  <a:gd name="connsiteY69" fmla="*/ 156113 h 338138"/>
                  <a:gd name="connsiteX70" fmla="*/ 83931 w 315913"/>
                  <a:gd name="connsiteY70" fmla="*/ 158751 h 338138"/>
                  <a:gd name="connsiteX71" fmla="*/ 6557 w 315913"/>
                  <a:gd name="connsiteY71" fmla="*/ 158751 h 338138"/>
                  <a:gd name="connsiteX72" fmla="*/ 0 w 315913"/>
                  <a:gd name="connsiteY72" fmla="*/ 150836 h 338138"/>
                  <a:gd name="connsiteX73" fmla="*/ 0 w 315913"/>
                  <a:gd name="connsiteY73" fmla="*/ 109941 h 338138"/>
                  <a:gd name="connsiteX74" fmla="*/ 45900 w 315913"/>
                  <a:gd name="connsiteY74" fmla="*/ 65088 h 338138"/>
                  <a:gd name="connsiteX75" fmla="*/ 270669 w 315913"/>
                  <a:gd name="connsiteY75" fmla="*/ 14288 h 338138"/>
                  <a:gd name="connsiteX76" fmla="*/ 254000 w 315913"/>
                  <a:gd name="connsiteY76" fmla="*/ 30957 h 338138"/>
                  <a:gd name="connsiteX77" fmla="*/ 270669 w 315913"/>
                  <a:gd name="connsiteY77" fmla="*/ 47626 h 338138"/>
                  <a:gd name="connsiteX78" fmla="*/ 287338 w 315913"/>
                  <a:gd name="connsiteY78" fmla="*/ 30957 h 338138"/>
                  <a:gd name="connsiteX79" fmla="*/ 270669 w 315913"/>
                  <a:gd name="connsiteY79" fmla="*/ 14288 h 338138"/>
                  <a:gd name="connsiteX80" fmla="*/ 271463 w 315913"/>
                  <a:gd name="connsiteY80" fmla="*/ 0 h 338138"/>
                  <a:gd name="connsiteX81" fmla="*/ 301625 w 315913"/>
                  <a:gd name="connsiteY81" fmla="*/ 30957 h 338138"/>
                  <a:gd name="connsiteX82" fmla="*/ 271463 w 315913"/>
                  <a:gd name="connsiteY82" fmla="*/ 61913 h 338138"/>
                  <a:gd name="connsiteX83" fmla="*/ 241300 w 315913"/>
                  <a:gd name="connsiteY83" fmla="*/ 30957 h 338138"/>
                  <a:gd name="connsiteX84" fmla="*/ 271463 w 315913"/>
                  <a:gd name="connsiteY84" fmla="*/ 0 h 338138"/>
                  <a:gd name="connsiteX85" fmla="*/ 159420 w 315913"/>
                  <a:gd name="connsiteY85" fmla="*/ 0 h 338138"/>
                  <a:gd name="connsiteX86" fmla="*/ 188912 w 315913"/>
                  <a:gd name="connsiteY86" fmla="*/ 30957 h 338138"/>
                  <a:gd name="connsiteX87" fmla="*/ 159420 w 315913"/>
                  <a:gd name="connsiteY87" fmla="*/ 61913 h 338138"/>
                  <a:gd name="connsiteX88" fmla="*/ 128587 w 315913"/>
                  <a:gd name="connsiteY88" fmla="*/ 30957 h 338138"/>
                  <a:gd name="connsiteX89" fmla="*/ 159420 w 315913"/>
                  <a:gd name="connsiteY89" fmla="*/ 0 h 338138"/>
                  <a:gd name="connsiteX90" fmla="*/ 46037 w 315913"/>
                  <a:gd name="connsiteY90" fmla="*/ 0 h 338138"/>
                  <a:gd name="connsiteX91" fmla="*/ 76200 w 315913"/>
                  <a:gd name="connsiteY91" fmla="*/ 30957 h 338138"/>
                  <a:gd name="connsiteX92" fmla="*/ 46037 w 315913"/>
                  <a:gd name="connsiteY92" fmla="*/ 61913 h 338138"/>
                  <a:gd name="connsiteX93" fmla="*/ 15875 w 315913"/>
                  <a:gd name="connsiteY93" fmla="*/ 30957 h 338138"/>
                  <a:gd name="connsiteX94" fmla="*/ 46037 w 315913"/>
                  <a:gd name="connsiteY94" fmla="*/ 0 h 338138"/>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315913" h="338138">
                    <a:moveTo>
                      <a:pt x="270013" y="244475"/>
                    </a:moveTo>
                    <a:cubicBezTo>
                      <a:pt x="294930" y="244475"/>
                      <a:pt x="315913" y="265582"/>
                      <a:pt x="315913" y="290647"/>
                    </a:cubicBezTo>
                    <a:cubicBezTo>
                      <a:pt x="315913" y="290647"/>
                      <a:pt x="315913" y="290647"/>
                      <a:pt x="315913" y="331542"/>
                    </a:cubicBezTo>
                    <a:cubicBezTo>
                      <a:pt x="315913" y="332861"/>
                      <a:pt x="314602" y="335500"/>
                      <a:pt x="313290" y="335500"/>
                    </a:cubicBezTo>
                    <a:cubicBezTo>
                      <a:pt x="313290" y="336819"/>
                      <a:pt x="310667" y="338138"/>
                      <a:pt x="309356" y="338138"/>
                    </a:cubicBezTo>
                    <a:cubicBezTo>
                      <a:pt x="309356" y="338138"/>
                      <a:pt x="309356" y="338138"/>
                      <a:pt x="231982" y="338138"/>
                    </a:cubicBezTo>
                    <a:cubicBezTo>
                      <a:pt x="228048" y="338138"/>
                      <a:pt x="225425" y="335500"/>
                      <a:pt x="225425" y="331542"/>
                    </a:cubicBezTo>
                    <a:cubicBezTo>
                      <a:pt x="225425" y="331542"/>
                      <a:pt x="225425" y="331542"/>
                      <a:pt x="225425" y="290647"/>
                    </a:cubicBezTo>
                    <a:cubicBezTo>
                      <a:pt x="225425" y="265582"/>
                      <a:pt x="246408" y="244475"/>
                      <a:pt x="270013" y="244475"/>
                    </a:cubicBezTo>
                    <a:close/>
                    <a:moveTo>
                      <a:pt x="157956" y="244475"/>
                    </a:moveTo>
                    <a:cubicBezTo>
                      <a:pt x="183239" y="244475"/>
                      <a:pt x="203200" y="265582"/>
                      <a:pt x="203200" y="290647"/>
                    </a:cubicBezTo>
                    <a:cubicBezTo>
                      <a:pt x="203200" y="290647"/>
                      <a:pt x="203200" y="290647"/>
                      <a:pt x="203200" y="331542"/>
                    </a:cubicBezTo>
                    <a:cubicBezTo>
                      <a:pt x="203200" y="332861"/>
                      <a:pt x="203200" y="335500"/>
                      <a:pt x="201869" y="335500"/>
                    </a:cubicBezTo>
                    <a:cubicBezTo>
                      <a:pt x="200538" y="336819"/>
                      <a:pt x="199208" y="338138"/>
                      <a:pt x="196546" y="338138"/>
                    </a:cubicBezTo>
                    <a:cubicBezTo>
                      <a:pt x="196546" y="338138"/>
                      <a:pt x="196546" y="338138"/>
                      <a:pt x="119365" y="338138"/>
                    </a:cubicBezTo>
                    <a:cubicBezTo>
                      <a:pt x="115373" y="338138"/>
                      <a:pt x="112712" y="335500"/>
                      <a:pt x="112712" y="331542"/>
                    </a:cubicBezTo>
                    <a:cubicBezTo>
                      <a:pt x="112712" y="331542"/>
                      <a:pt x="112712" y="331542"/>
                      <a:pt x="112712" y="290647"/>
                    </a:cubicBezTo>
                    <a:cubicBezTo>
                      <a:pt x="112712" y="265582"/>
                      <a:pt x="132672" y="244475"/>
                      <a:pt x="157956" y="244475"/>
                    </a:cubicBezTo>
                    <a:close/>
                    <a:moveTo>
                      <a:pt x="45900" y="244475"/>
                    </a:moveTo>
                    <a:cubicBezTo>
                      <a:pt x="69505" y="244475"/>
                      <a:pt x="90488" y="265582"/>
                      <a:pt x="90488" y="290647"/>
                    </a:cubicBezTo>
                    <a:cubicBezTo>
                      <a:pt x="90488" y="290647"/>
                      <a:pt x="90488" y="290647"/>
                      <a:pt x="90488" y="331542"/>
                    </a:cubicBezTo>
                    <a:cubicBezTo>
                      <a:pt x="90488" y="332861"/>
                      <a:pt x="90488" y="335500"/>
                      <a:pt x="89176" y="335500"/>
                    </a:cubicBezTo>
                    <a:cubicBezTo>
                      <a:pt x="87865" y="336819"/>
                      <a:pt x="85242" y="338138"/>
                      <a:pt x="83931" y="338138"/>
                    </a:cubicBezTo>
                    <a:cubicBezTo>
                      <a:pt x="83931" y="338138"/>
                      <a:pt x="83931" y="338138"/>
                      <a:pt x="6557" y="338138"/>
                    </a:cubicBezTo>
                    <a:cubicBezTo>
                      <a:pt x="3934" y="338138"/>
                      <a:pt x="0" y="335500"/>
                      <a:pt x="0" y="331542"/>
                    </a:cubicBezTo>
                    <a:cubicBezTo>
                      <a:pt x="0" y="331542"/>
                      <a:pt x="0" y="331542"/>
                      <a:pt x="0" y="290647"/>
                    </a:cubicBezTo>
                    <a:cubicBezTo>
                      <a:pt x="0" y="265582"/>
                      <a:pt x="20983" y="244475"/>
                      <a:pt x="45900" y="244475"/>
                    </a:cubicBezTo>
                    <a:close/>
                    <a:moveTo>
                      <a:pt x="271463" y="180975"/>
                    </a:moveTo>
                    <a:cubicBezTo>
                      <a:pt x="287200" y="180975"/>
                      <a:pt x="301625" y="194089"/>
                      <a:pt x="301625" y="211138"/>
                    </a:cubicBezTo>
                    <a:cubicBezTo>
                      <a:pt x="301625" y="228186"/>
                      <a:pt x="287200" y="241300"/>
                      <a:pt x="271463" y="241300"/>
                    </a:cubicBezTo>
                    <a:cubicBezTo>
                      <a:pt x="254414" y="241300"/>
                      <a:pt x="241300" y="228186"/>
                      <a:pt x="241300" y="211138"/>
                    </a:cubicBezTo>
                    <a:cubicBezTo>
                      <a:pt x="241300" y="194089"/>
                      <a:pt x="254414" y="180975"/>
                      <a:pt x="271463" y="180975"/>
                    </a:cubicBezTo>
                    <a:close/>
                    <a:moveTo>
                      <a:pt x="159420" y="180975"/>
                    </a:moveTo>
                    <a:cubicBezTo>
                      <a:pt x="175506" y="180975"/>
                      <a:pt x="188912" y="194089"/>
                      <a:pt x="188912" y="211138"/>
                    </a:cubicBezTo>
                    <a:cubicBezTo>
                      <a:pt x="188912" y="228186"/>
                      <a:pt x="175506" y="241300"/>
                      <a:pt x="159420" y="241300"/>
                    </a:cubicBezTo>
                    <a:cubicBezTo>
                      <a:pt x="141992" y="241300"/>
                      <a:pt x="128587" y="228186"/>
                      <a:pt x="128587" y="211138"/>
                    </a:cubicBezTo>
                    <a:cubicBezTo>
                      <a:pt x="128587" y="194089"/>
                      <a:pt x="141992" y="180975"/>
                      <a:pt x="159420" y="180975"/>
                    </a:cubicBezTo>
                    <a:close/>
                    <a:moveTo>
                      <a:pt x="46038" y="180975"/>
                    </a:moveTo>
                    <a:cubicBezTo>
                      <a:pt x="62697" y="180975"/>
                      <a:pt x="76201" y="194479"/>
                      <a:pt x="76201" y="211138"/>
                    </a:cubicBezTo>
                    <a:cubicBezTo>
                      <a:pt x="76201" y="227797"/>
                      <a:pt x="62697" y="241301"/>
                      <a:pt x="46038" y="241301"/>
                    </a:cubicBezTo>
                    <a:cubicBezTo>
                      <a:pt x="29379" y="241301"/>
                      <a:pt x="15875" y="227797"/>
                      <a:pt x="15875" y="211138"/>
                    </a:cubicBezTo>
                    <a:cubicBezTo>
                      <a:pt x="15875" y="194479"/>
                      <a:pt x="29379" y="180975"/>
                      <a:pt x="46038" y="180975"/>
                    </a:cubicBezTo>
                    <a:close/>
                    <a:moveTo>
                      <a:pt x="270005" y="77788"/>
                    </a:moveTo>
                    <a:cubicBezTo>
                      <a:pt x="252736" y="77788"/>
                      <a:pt x="238125" y="92457"/>
                      <a:pt x="238125" y="109792"/>
                    </a:cubicBezTo>
                    <a:cubicBezTo>
                      <a:pt x="238125" y="109792"/>
                      <a:pt x="238125" y="109792"/>
                      <a:pt x="238125" y="144463"/>
                    </a:cubicBezTo>
                    <a:cubicBezTo>
                      <a:pt x="238125" y="144463"/>
                      <a:pt x="238125" y="144463"/>
                      <a:pt x="303213" y="144463"/>
                    </a:cubicBezTo>
                    <a:lnTo>
                      <a:pt x="303213" y="109792"/>
                    </a:lnTo>
                    <a:cubicBezTo>
                      <a:pt x="303213" y="92457"/>
                      <a:pt x="288602" y="77788"/>
                      <a:pt x="270005" y="77788"/>
                    </a:cubicBezTo>
                    <a:close/>
                    <a:moveTo>
                      <a:pt x="270013" y="65088"/>
                    </a:moveTo>
                    <a:cubicBezTo>
                      <a:pt x="294930" y="65088"/>
                      <a:pt x="315913" y="84876"/>
                      <a:pt x="315913" y="109941"/>
                    </a:cubicBezTo>
                    <a:cubicBezTo>
                      <a:pt x="315913" y="109941"/>
                      <a:pt x="315913" y="109941"/>
                      <a:pt x="315913" y="150836"/>
                    </a:cubicBezTo>
                    <a:cubicBezTo>
                      <a:pt x="315913" y="153474"/>
                      <a:pt x="314602" y="154794"/>
                      <a:pt x="313290" y="156113"/>
                    </a:cubicBezTo>
                    <a:cubicBezTo>
                      <a:pt x="313290" y="157432"/>
                      <a:pt x="310667" y="158751"/>
                      <a:pt x="309356" y="158751"/>
                    </a:cubicBezTo>
                    <a:cubicBezTo>
                      <a:pt x="309356" y="158751"/>
                      <a:pt x="309356" y="158751"/>
                      <a:pt x="231982" y="158751"/>
                    </a:cubicBezTo>
                    <a:cubicBezTo>
                      <a:pt x="228048" y="158751"/>
                      <a:pt x="225425" y="154794"/>
                      <a:pt x="225425" y="150836"/>
                    </a:cubicBezTo>
                    <a:cubicBezTo>
                      <a:pt x="225425" y="150836"/>
                      <a:pt x="225425" y="150836"/>
                      <a:pt x="225425" y="109941"/>
                    </a:cubicBezTo>
                    <a:cubicBezTo>
                      <a:pt x="225425" y="84876"/>
                      <a:pt x="246408" y="65088"/>
                      <a:pt x="270013" y="65088"/>
                    </a:cubicBezTo>
                    <a:close/>
                    <a:moveTo>
                      <a:pt x="157956" y="65088"/>
                    </a:moveTo>
                    <a:cubicBezTo>
                      <a:pt x="183239" y="65088"/>
                      <a:pt x="203200" y="84876"/>
                      <a:pt x="203200" y="109941"/>
                    </a:cubicBezTo>
                    <a:cubicBezTo>
                      <a:pt x="203200" y="109941"/>
                      <a:pt x="203200" y="109941"/>
                      <a:pt x="203200" y="150836"/>
                    </a:cubicBezTo>
                    <a:cubicBezTo>
                      <a:pt x="203200" y="153474"/>
                      <a:pt x="203200" y="154794"/>
                      <a:pt x="201869" y="156113"/>
                    </a:cubicBezTo>
                    <a:cubicBezTo>
                      <a:pt x="200538" y="157432"/>
                      <a:pt x="199208" y="158751"/>
                      <a:pt x="196546" y="158751"/>
                    </a:cubicBezTo>
                    <a:cubicBezTo>
                      <a:pt x="196546" y="158751"/>
                      <a:pt x="196546" y="158751"/>
                      <a:pt x="119365" y="158751"/>
                    </a:cubicBezTo>
                    <a:cubicBezTo>
                      <a:pt x="115373" y="158751"/>
                      <a:pt x="112712" y="154794"/>
                      <a:pt x="112712" y="150836"/>
                    </a:cubicBezTo>
                    <a:cubicBezTo>
                      <a:pt x="112712" y="150836"/>
                      <a:pt x="112712" y="150836"/>
                      <a:pt x="112712" y="109941"/>
                    </a:cubicBezTo>
                    <a:cubicBezTo>
                      <a:pt x="112712" y="84876"/>
                      <a:pt x="132672" y="65088"/>
                      <a:pt x="157956" y="65088"/>
                    </a:cubicBezTo>
                    <a:close/>
                    <a:moveTo>
                      <a:pt x="45900" y="65088"/>
                    </a:moveTo>
                    <a:cubicBezTo>
                      <a:pt x="69505" y="65088"/>
                      <a:pt x="90488" y="84876"/>
                      <a:pt x="90488" y="109941"/>
                    </a:cubicBezTo>
                    <a:cubicBezTo>
                      <a:pt x="90488" y="109941"/>
                      <a:pt x="90488" y="109941"/>
                      <a:pt x="90488" y="150836"/>
                    </a:cubicBezTo>
                    <a:cubicBezTo>
                      <a:pt x="90488" y="153474"/>
                      <a:pt x="90488" y="154794"/>
                      <a:pt x="89176" y="156113"/>
                    </a:cubicBezTo>
                    <a:cubicBezTo>
                      <a:pt x="87865" y="157432"/>
                      <a:pt x="85242" y="158751"/>
                      <a:pt x="83931" y="158751"/>
                    </a:cubicBezTo>
                    <a:cubicBezTo>
                      <a:pt x="83931" y="158751"/>
                      <a:pt x="83931" y="158751"/>
                      <a:pt x="6557" y="158751"/>
                    </a:cubicBezTo>
                    <a:cubicBezTo>
                      <a:pt x="3934" y="158751"/>
                      <a:pt x="0" y="154794"/>
                      <a:pt x="0" y="150836"/>
                    </a:cubicBezTo>
                    <a:cubicBezTo>
                      <a:pt x="0" y="150836"/>
                      <a:pt x="0" y="150836"/>
                      <a:pt x="0" y="109941"/>
                    </a:cubicBezTo>
                    <a:cubicBezTo>
                      <a:pt x="0" y="84876"/>
                      <a:pt x="20983" y="65088"/>
                      <a:pt x="45900" y="65088"/>
                    </a:cubicBezTo>
                    <a:close/>
                    <a:moveTo>
                      <a:pt x="270669" y="14288"/>
                    </a:moveTo>
                    <a:cubicBezTo>
                      <a:pt x="261463" y="14288"/>
                      <a:pt x="254000" y="21751"/>
                      <a:pt x="254000" y="30957"/>
                    </a:cubicBezTo>
                    <a:cubicBezTo>
                      <a:pt x="254000" y="40163"/>
                      <a:pt x="261463" y="47626"/>
                      <a:pt x="270669" y="47626"/>
                    </a:cubicBezTo>
                    <a:cubicBezTo>
                      <a:pt x="279875" y="47626"/>
                      <a:pt x="287338" y="40163"/>
                      <a:pt x="287338" y="30957"/>
                    </a:cubicBezTo>
                    <a:cubicBezTo>
                      <a:pt x="287338" y="21751"/>
                      <a:pt x="279875" y="14288"/>
                      <a:pt x="270669" y="14288"/>
                    </a:cubicBezTo>
                    <a:close/>
                    <a:moveTo>
                      <a:pt x="271463" y="0"/>
                    </a:moveTo>
                    <a:cubicBezTo>
                      <a:pt x="287200" y="0"/>
                      <a:pt x="301625" y="13459"/>
                      <a:pt x="301625" y="30957"/>
                    </a:cubicBezTo>
                    <a:cubicBezTo>
                      <a:pt x="301625" y="48454"/>
                      <a:pt x="287200" y="61913"/>
                      <a:pt x="271463" y="61913"/>
                    </a:cubicBezTo>
                    <a:cubicBezTo>
                      <a:pt x="254414" y="61913"/>
                      <a:pt x="241300" y="48454"/>
                      <a:pt x="241300" y="30957"/>
                    </a:cubicBezTo>
                    <a:cubicBezTo>
                      <a:pt x="241300" y="13459"/>
                      <a:pt x="254414" y="0"/>
                      <a:pt x="271463" y="0"/>
                    </a:cubicBezTo>
                    <a:close/>
                    <a:moveTo>
                      <a:pt x="159420" y="0"/>
                    </a:moveTo>
                    <a:cubicBezTo>
                      <a:pt x="175506" y="0"/>
                      <a:pt x="188912" y="13459"/>
                      <a:pt x="188912" y="30957"/>
                    </a:cubicBezTo>
                    <a:cubicBezTo>
                      <a:pt x="188912" y="48454"/>
                      <a:pt x="175506" y="61913"/>
                      <a:pt x="159420" y="61913"/>
                    </a:cubicBezTo>
                    <a:cubicBezTo>
                      <a:pt x="141992" y="61913"/>
                      <a:pt x="128587" y="48454"/>
                      <a:pt x="128587" y="30957"/>
                    </a:cubicBezTo>
                    <a:cubicBezTo>
                      <a:pt x="128587" y="13459"/>
                      <a:pt x="141992" y="0"/>
                      <a:pt x="159420" y="0"/>
                    </a:cubicBezTo>
                    <a:close/>
                    <a:moveTo>
                      <a:pt x="46037" y="0"/>
                    </a:moveTo>
                    <a:cubicBezTo>
                      <a:pt x="63086" y="0"/>
                      <a:pt x="76200" y="13459"/>
                      <a:pt x="76200" y="30957"/>
                    </a:cubicBezTo>
                    <a:cubicBezTo>
                      <a:pt x="76200" y="48454"/>
                      <a:pt x="63086" y="61913"/>
                      <a:pt x="46037" y="61913"/>
                    </a:cubicBezTo>
                    <a:cubicBezTo>
                      <a:pt x="28989" y="61913"/>
                      <a:pt x="15875" y="48454"/>
                      <a:pt x="15875" y="30957"/>
                    </a:cubicBezTo>
                    <a:cubicBezTo>
                      <a:pt x="15875" y="13459"/>
                      <a:pt x="28989" y="0"/>
                      <a:pt x="46037"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tx1"/>
                  </a:solidFill>
                  <a:latin typeface="微软雅黑 Light" panose="020b0502040204020203" pitchFamily="34" charset="-122"/>
                  <a:ea typeface="微软雅黑 Light" panose="020b0502040204020203" pitchFamily="34" charset="-122"/>
                </a:endParaRPr>
              </a:p>
            </p:txBody>
          </p:sp>
        </p:grpSp>
        <p:grpSp>
          <p:nvGrpSpPr>
            <p:cNvPr id="77" name="组合 76">
              <a:extLst>
                <a:ext uri="{FF2B5EF4-FFF2-40B4-BE49-F238E27FC236}">
                  <a16:creationId xmlns:a16="http://schemas.microsoft.com/office/drawing/2014/main" id="{B89C1114-536F-440D-99EB-ECB6032AD48C}"/>
                </a:ext>
              </a:extLst>
            </p:cNvPr>
            <p:cNvGrpSpPr/>
            <p:nvPr/>
          </p:nvGrpSpPr>
          <p:grpSpPr>
            <a:xfrm>
              <a:off x="1789111" y="2108752"/>
              <a:ext cx="3712889" cy="1117404"/>
              <a:chOff x="874713" y="4293102"/>
              <a:chExt cx="3712889" cy="1117404"/>
            </a:xfrm>
          </p:grpSpPr>
          <p:sp>
            <p:nvSpPr>
              <p:cNvPr id="78" name="文本框 27">
                <a:extLst>
                  <a:ext uri="{FF2B5EF4-FFF2-40B4-BE49-F238E27FC236}">
                    <a16:creationId xmlns:a16="http://schemas.microsoft.com/office/drawing/2014/main" id="{C7AED1EB-34C3-4DEA-8996-D36E8F6D78BE}"/>
                  </a:ext>
                </a:extLst>
              </p:cNvPr>
              <p:cNvSpPr txBox="1"/>
              <p:nvPr/>
            </p:nvSpPr>
            <p:spPr>
              <a:xfrm>
                <a:off x="874713" y="4293102"/>
                <a:ext cx="1268296" cy="400110"/>
              </a:xfrm>
              <a:prstGeom prst="rect">
                <a:avLst/>
              </a:prstGeom>
              <a:noFill/>
            </p:spPr>
            <p:txBody>
              <a:bodyPr wrap="none" rtlCol="0">
                <a:spAutoFit/>
                <a:scene3d>
                  <a:camera prst="orthographicFront"/>
                  <a:lightRig rig="threePt" dir="t"/>
                </a:scene3d>
                <a:sp3d contourW="127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000" b="1">
                    <a:solidFill>
                      <a:schemeClr val="tx1">
                        <a:lumMod val="75000"/>
                        <a:lumOff val="25000"/>
                      </a:schemeClr>
                    </a:solidFill>
                    <a:latin typeface="思源黑体旧字形 Normal" panose="020b0400000000000000" pitchFamily="34" charset="-128"/>
                    <a:ea typeface="思源黑体旧字形 Normal" panose="020b0400000000000000" pitchFamily="34" charset="-128"/>
                  </a:rPr>
                  <a:t>发现问题 </a:t>
                </a:r>
              </a:p>
            </p:txBody>
          </p:sp>
          <p:sp>
            <p:nvSpPr>
              <p:cNvPr id="79" name="文本框 28">
                <a:extLst>
                  <a:ext uri="{FF2B5EF4-FFF2-40B4-BE49-F238E27FC236}">
                    <a16:creationId xmlns:a16="http://schemas.microsoft.com/office/drawing/2014/main" id="{085E4EA6-BDA0-46C6-BBD2-DD0185EFCDFE}"/>
                  </a:ext>
                </a:extLst>
              </p:cNvPr>
              <p:cNvSpPr txBox="1"/>
              <p:nvPr/>
            </p:nvSpPr>
            <p:spPr>
              <a:xfrm>
                <a:off x="874713" y="4671842"/>
                <a:ext cx="3712889" cy="738664"/>
              </a:xfrm>
              <a:prstGeom prst="rect">
                <a:avLst/>
              </a:prstGeom>
              <a:noFill/>
            </p:spPr>
            <p:txBody>
              <a:bodyPr wrap="square" rtlCol="0">
                <a:spAutoFit/>
                <a:scene3d>
                  <a:camera prst="orthographicFront"/>
                  <a:lightRig rig="threePt" dir="t"/>
                </a:scene3d>
                <a:sp3d contourW="127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r>
                  <a:rPr lang="zh-CN" altLang="en-US" sz="1400">
                    <a:latin typeface="思源黑体旧字形 Normal" panose="020b0400000000000000" pitchFamily="34" charset="-128"/>
                    <a:ea typeface="思源黑体旧字形 Normal" panose="020b0400000000000000" pitchFamily="34" charset="-128"/>
                  </a:rPr>
                  <a:t>请在此处添加详细描述文本，尽量与标题文本语言风格相符合，语言描述尽量简洁生动。请在此处添加详细描述文本</a:t>
                </a:r>
              </a:p>
            </p:txBody>
          </p:sp>
        </p:grpSp>
      </p:grpSp>
      <p:grpSp>
        <p:nvGrpSpPr>
          <p:cNvPr id="82" name="组合 81">
            <a:extLst>
              <a:ext uri="{FF2B5EF4-FFF2-40B4-BE49-F238E27FC236}">
                <a16:creationId xmlns:a16="http://schemas.microsoft.com/office/drawing/2014/main" id="{5F70EF00-056B-4B12-B515-7FC144EAC0D9}"/>
              </a:ext>
            </a:extLst>
          </p:cNvPr>
          <p:cNvGrpSpPr/>
          <p:nvPr/>
        </p:nvGrpSpPr>
        <p:grpSpPr>
          <a:xfrm>
            <a:off x="6516373" y="3371495"/>
            <a:ext cx="4627287" cy="1117404"/>
            <a:chOff x="874713" y="2108752"/>
            <a:chExt cx="4627287" cy="1117404"/>
          </a:xfrm>
        </p:grpSpPr>
        <p:grpSp>
          <p:nvGrpSpPr>
            <p:cNvPr id="83" name="组合 82">
              <a:extLst>
                <a:ext uri="{FF2B5EF4-FFF2-40B4-BE49-F238E27FC236}">
                  <a16:creationId xmlns:a16="http://schemas.microsoft.com/office/drawing/2014/main" id="{AAB4C638-8E55-44E6-9D14-B21FE2EDFF11}"/>
                </a:ext>
              </a:extLst>
            </p:cNvPr>
            <p:cNvGrpSpPr/>
            <p:nvPr/>
          </p:nvGrpSpPr>
          <p:grpSpPr>
            <a:xfrm>
              <a:off x="874713" y="2213139"/>
              <a:ext cx="754742" cy="754742"/>
              <a:chOff x="1335315" y="2249715"/>
              <a:chExt cx="754742" cy="754742"/>
            </a:xfrm>
          </p:grpSpPr>
          <p:sp>
            <p:nvSpPr>
              <p:cNvPr id="87" name="椭圆 86">
                <a:extLst>
                  <a:ext uri="{FF2B5EF4-FFF2-40B4-BE49-F238E27FC236}">
                    <a16:creationId xmlns:a16="http://schemas.microsoft.com/office/drawing/2014/main" id="{F57D25B6-1973-4E2B-A5E3-5CA120EB9CD6}"/>
                  </a:ext>
                </a:extLst>
              </p:cNvPr>
              <p:cNvSpPr/>
              <p:nvPr/>
            </p:nvSpPr>
            <p:spPr>
              <a:xfrm>
                <a:off x="1335315" y="2249715"/>
                <a:ext cx="754742" cy="754742"/>
              </a:xfrm>
              <a:prstGeom prst="ellipse">
                <a:avLst/>
              </a:prstGeom>
              <a:solidFill>
                <a:srgbClr val="3FB793"/>
              </a:solidFill>
              <a:ln>
                <a:noFill/>
              </a:ln>
              <a:effectLst>
                <a:outerShdw blurRad="63500" algn="ctr" rotWithShape="0">
                  <a:prstClr val="black">
                    <a:alpha val="40000"/>
                  </a:prstClr>
                </a:outerShdw>
              </a:effectLst>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tx1"/>
                  </a:solidFill>
                  <a:latin typeface="思源黑体旧字形 Normal" panose="020b0400000000000000" pitchFamily="34" charset="-128"/>
                  <a:ea typeface="思源黑体旧字形 Normal" panose="020b0400000000000000" pitchFamily="34" charset="-128"/>
                </a:endParaRPr>
              </a:p>
            </p:txBody>
          </p:sp>
          <p:sp>
            <p:nvSpPr>
              <p:cNvPr id="88" name="椭圆 37">
                <a:extLst>
                  <a:ext uri="{FF2B5EF4-FFF2-40B4-BE49-F238E27FC236}">
                    <a16:creationId xmlns:a16="http://schemas.microsoft.com/office/drawing/2014/main" id="{C37C7180-8BDC-48BB-9467-6BAEFE07A218}"/>
                  </a:ext>
                </a:extLst>
              </p:cNvPr>
              <p:cNvSpPr/>
              <p:nvPr/>
            </p:nvSpPr>
            <p:spPr>
              <a:xfrm>
                <a:off x="1494971" y="2421636"/>
                <a:ext cx="435430" cy="410899"/>
              </a:xfrm>
              <a:custGeom>
                <a:gdLst>
                  <a:gd name="connsiteX0" fmla="*/ 255815 w 338138"/>
                  <a:gd name="connsiteY0" fmla="*/ 276225 h 319088"/>
                  <a:gd name="connsiteX1" fmla="*/ 267653 w 338138"/>
                  <a:gd name="connsiteY1" fmla="*/ 282720 h 319088"/>
                  <a:gd name="connsiteX2" fmla="*/ 275546 w 338138"/>
                  <a:gd name="connsiteY2" fmla="*/ 282720 h 319088"/>
                  <a:gd name="connsiteX3" fmla="*/ 287384 w 338138"/>
                  <a:gd name="connsiteY3" fmla="*/ 276225 h 319088"/>
                  <a:gd name="connsiteX4" fmla="*/ 290015 w 338138"/>
                  <a:gd name="connsiteY4" fmla="*/ 277524 h 319088"/>
                  <a:gd name="connsiteX5" fmla="*/ 295276 w 338138"/>
                  <a:gd name="connsiteY5" fmla="*/ 284018 h 319088"/>
                  <a:gd name="connsiteX6" fmla="*/ 295276 w 338138"/>
                  <a:gd name="connsiteY6" fmla="*/ 315191 h 319088"/>
                  <a:gd name="connsiteX7" fmla="*/ 271600 w 338138"/>
                  <a:gd name="connsiteY7" fmla="*/ 319088 h 319088"/>
                  <a:gd name="connsiteX8" fmla="*/ 249238 w 338138"/>
                  <a:gd name="connsiteY8" fmla="*/ 315191 h 319088"/>
                  <a:gd name="connsiteX9" fmla="*/ 249238 w 338138"/>
                  <a:gd name="connsiteY9" fmla="*/ 284018 h 319088"/>
                  <a:gd name="connsiteX10" fmla="*/ 253184 w 338138"/>
                  <a:gd name="connsiteY10" fmla="*/ 277524 h 319088"/>
                  <a:gd name="connsiteX11" fmla="*/ 255815 w 338138"/>
                  <a:gd name="connsiteY11" fmla="*/ 276225 h 319088"/>
                  <a:gd name="connsiteX12" fmla="*/ 50755 w 338138"/>
                  <a:gd name="connsiteY12" fmla="*/ 276225 h 319088"/>
                  <a:gd name="connsiteX13" fmla="*/ 62593 w 338138"/>
                  <a:gd name="connsiteY13" fmla="*/ 282720 h 319088"/>
                  <a:gd name="connsiteX14" fmla="*/ 70486 w 338138"/>
                  <a:gd name="connsiteY14" fmla="*/ 282720 h 319088"/>
                  <a:gd name="connsiteX15" fmla="*/ 82324 w 338138"/>
                  <a:gd name="connsiteY15" fmla="*/ 276225 h 319088"/>
                  <a:gd name="connsiteX16" fmla="*/ 84955 w 338138"/>
                  <a:gd name="connsiteY16" fmla="*/ 277524 h 319088"/>
                  <a:gd name="connsiteX17" fmla="*/ 88901 w 338138"/>
                  <a:gd name="connsiteY17" fmla="*/ 284018 h 319088"/>
                  <a:gd name="connsiteX18" fmla="*/ 88901 w 338138"/>
                  <a:gd name="connsiteY18" fmla="*/ 315191 h 319088"/>
                  <a:gd name="connsiteX19" fmla="*/ 66539 w 338138"/>
                  <a:gd name="connsiteY19" fmla="*/ 319088 h 319088"/>
                  <a:gd name="connsiteX20" fmla="*/ 42863 w 338138"/>
                  <a:gd name="connsiteY20" fmla="*/ 315191 h 319088"/>
                  <a:gd name="connsiteX21" fmla="*/ 42863 w 338138"/>
                  <a:gd name="connsiteY21" fmla="*/ 284018 h 319088"/>
                  <a:gd name="connsiteX22" fmla="*/ 48124 w 338138"/>
                  <a:gd name="connsiteY22" fmla="*/ 277524 h 319088"/>
                  <a:gd name="connsiteX23" fmla="*/ 50755 w 338138"/>
                  <a:gd name="connsiteY23" fmla="*/ 276225 h 319088"/>
                  <a:gd name="connsiteX24" fmla="*/ 273050 w 338138"/>
                  <a:gd name="connsiteY24" fmla="*/ 214313 h 319088"/>
                  <a:gd name="connsiteX25" fmla="*/ 282575 w 338138"/>
                  <a:gd name="connsiteY25" fmla="*/ 224632 h 319088"/>
                  <a:gd name="connsiteX26" fmla="*/ 273050 w 338138"/>
                  <a:gd name="connsiteY26" fmla="*/ 234951 h 319088"/>
                  <a:gd name="connsiteX27" fmla="*/ 263525 w 338138"/>
                  <a:gd name="connsiteY27" fmla="*/ 224632 h 319088"/>
                  <a:gd name="connsiteX28" fmla="*/ 273050 w 338138"/>
                  <a:gd name="connsiteY28" fmla="*/ 214313 h 319088"/>
                  <a:gd name="connsiteX29" fmla="*/ 65882 w 338138"/>
                  <a:gd name="connsiteY29" fmla="*/ 214313 h 319088"/>
                  <a:gd name="connsiteX30" fmla="*/ 76201 w 338138"/>
                  <a:gd name="connsiteY30" fmla="*/ 224632 h 319088"/>
                  <a:gd name="connsiteX31" fmla="*/ 65882 w 338138"/>
                  <a:gd name="connsiteY31" fmla="*/ 234951 h 319088"/>
                  <a:gd name="connsiteX32" fmla="*/ 55563 w 338138"/>
                  <a:gd name="connsiteY32" fmla="*/ 224632 h 319088"/>
                  <a:gd name="connsiteX33" fmla="*/ 65882 w 338138"/>
                  <a:gd name="connsiteY33" fmla="*/ 214313 h 319088"/>
                  <a:gd name="connsiteX34" fmla="*/ 272257 w 338138"/>
                  <a:gd name="connsiteY34" fmla="*/ 196850 h 319088"/>
                  <a:gd name="connsiteX35" fmla="*/ 244475 w 338138"/>
                  <a:gd name="connsiteY35" fmla="*/ 224632 h 319088"/>
                  <a:gd name="connsiteX36" fmla="*/ 272257 w 338138"/>
                  <a:gd name="connsiteY36" fmla="*/ 252414 h 319088"/>
                  <a:gd name="connsiteX37" fmla="*/ 300039 w 338138"/>
                  <a:gd name="connsiteY37" fmla="*/ 224632 h 319088"/>
                  <a:gd name="connsiteX38" fmla="*/ 272257 w 338138"/>
                  <a:gd name="connsiteY38" fmla="*/ 196850 h 319088"/>
                  <a:gd name="connsiteX39" fmla="*/ 65882 w 338138"/>
                  <a:gd name="connsiteY39" fmla="*/ 196850 h 319088"/>
                  <a:gd name="connsiteX40" fmla="*/ 38100 w 338138"/>
                  <a:gd name="connsiteY40" fmla="*/ 224632 h 319088"/>
                  <a:gd name="connsiteX41" fmla="*/ 65882 w 338138"/>
                  <a:gd name="connsiteY41" fmla="*/ 252414 h 319088"/>
                  <a:gd name="connsiteX42" fmla="*/ 93664 w 338138"/>
                  <a:gd name="connsiteY42" fmla="*/ 224632 h 319088"/>
                  <a:gd name="connsiteX43" fmla="*/ 65882 w 338138"/>
                  <a:gd name="connsiteY43" fmla="*/ 196850 h 319088"/>
                  <a:gd name="connsiteX44" fmla="*/ 272257 w 338138"/>
                  <a:gd name="connsiteY44" fmla="*/ 187325 h 319088"/>
                  <a:gd name="connsiteX45" fmla="*/ 338138 w 338138"/>
                  <a:gd name="connsiteY45" fmla="*/ 253322 h 319088"/>
                  <a:gd name="connsiteX46" fmla="*/ 313103 w 338138"/>
                  <a:gd name="connsiteY46" fmla="*/ 304800 h 319088"/>
                  <a:gd name="connsiteX47" fmla="*/ 313103 w 338138"/>
                  <a:gd name="connsiteY47" fmla="*/ 283681 h 319088"/>
                  <a:gd name="connsiteX48" fmla="*/ 295974 w 338138"/>
                  <a:gd name="connsiteY48" fmla="*/ 259922 h 319088"/>
                  <a:gd name="connsiteX49" fmla="*/ 290704 w 338138"/>
                  <a:gd name="connsiteY49" fmla="*/ 258602 h 319088"/>
                  <a:gd name="connsiteX50" fmla="*/ 284115 w 338138"/>
                  <a:gd name="connsiteY50" fmla="*/ 258602 h 319088"/>
                  <a:gd name="connsiteX51" fmla="*/ 272257 w 338138"/>
                  <a:gd name="connsiteY51" fmla="*/ 265202 h 319088"/>
                  <a:gd name="connsiteX52" fmla="*/ 260398 w 338138"/>
                  <a:gd name="connsiteY52" fmla="*/ 258602 h 319088"/>
                  <a:gd name="connsiteX53" fmla="*/ 255128 w 338138"/>
                  <a:gd name="connsiteY53" fmla="*/ 258602 h 319088"/>
                  <a:gd name="connsiteX54" fmla="*/ 248539 w 338138"/>
                  <a:gd name="connsiteY54" fmla="*/ 259922 h 319088"/>
                  <a:gd name="connsiteX55" fmla="*/ 232728 w 338138"/>
                  <a:gd name="connsiteY55" fmla="*/ 283681 h 319088"/>
                  <a:gd name="connsiteX56" fmla="*/ 232728 w 338138"/>
                  <a:gd name="connsiteY56" fmla="*/ 304800 h 319088"/>
                  <a:gd name="connsiteX57" fmla="*/ 206375 w 338138"/>
                  <a:gd name="connsiteY57" fmla="*/ 253322 h 319088"/>
                  <a:gd name="connsiteX58" fmla="*/ 272257 w 338138"/>
                  <a:gd name="connsiteY58" fmla="*/ 187325 h 319088"/>
                  <a:gd name="connsiteX59" fmla="*/ 65881 w 338138"/>
                  <a:gd name="connsiteY59" fmla="*/ 187325 h 319088"/>
                  <a:gd name="connsiteX60" fmla="*/ 131763 w 338138"/>
                  <a:gd name="connsiteY60" fmla="*/ 253322 h 319088"/>
                  <a:gd name="connsiteX61" fmla="*/ 105410 w 338138"/>
                  <a:gd name="connsiteY61" fmla="*/ 304800 h 319088"/>
                  <a:gd name="connsiteX62" fmla="*/ 105410 w 338138"/>
                  <a:gd name="connsiteY62" fmla="*/ 283681 h 319088"/>
                  <a:gd name="connsiteX63" fmla="*/ 89599 w 338138"/>
                  <a:gd name="connsiteY63" fmla="*/ 259922 h 319088"/>
                  <a:gd name="connsiteX64" fmla="*/ 83010 w 338138"/>
                  <a:gd name="connsiteY64" fmla="*/ 258602 h 319088"/>
                  <a:gd name="connsiteX65" fmla="*/ 77740 w 338138"/>
                  <a:gd name="connsiteY65" fmla="*/ 258602 h 319088"/>
                  <a:gd name="connsiteX66" fmla="*/ 65881 w 338138"/>
                  <a:gd name="connsiteY66" fmla="*/ 265202 h 319088"/>
                  <a:gd name="connsiteX67" fmla="*/ 54023 w 338138"/>
                  <a:gd name="connsiteY67" fmla="*/ 258602 h 319088"/>
                  <a:gd name="connsiteX68" fmla="*/ 47434 w 338138"/>
                  <a:gd name="connsiteY68" fmla="*/ 258602 h 319088"/>
                  <a:gd name="connsiteX69" fmla="*/ 42164 w 338138"/>
                  <a:gd name="connsiteY69" fmla="*/ 259922 h 319088"/>
                  <a:gd name="connsiteX70" fmla="*/ 25035 w 338138"/>
                  <a:gd name="connsiteY70" fmla="*/ 283681 h 319088"/>
                  <a:gd name="connsiteX71" fmla="*/ 25035 w 338138"/>
                  <a:gd name="connsiteY71" fmla="*/ 304800 h 319088"/>
                  <a:gd name="connsiteX72" fmla="*/ 0 w 338138"/>
                  <a:gd name="connsiteY72" fmla="*/ 253322 h 319088"/>
                  <a:gd name="connsiteX73" fmla="*/ 65881 w 338138"/>
                  <a:gd name="connsiteY73" fmla="*/ 187325 h 319088"/>
                  <a:gd name="connsiteX74" fmla="*/ 159754 w 338138"/>
                  <a:gd name="connsiteY74" fmla="*/ 149225 h 319088"/>
                  <a:gd name="connsiteX75" fmla="*/ 169069 w 338138"/>
                  <a:gd name="connsiteY75" fmla="*/ 149225 h 319088"/>
                  <a:gd name="connsiteX76" fmla="*/ 178384 w 338138"/>
                  <a:gd name="connsiteY76" fmla="*/ 149225 h 319088"/>
                  <a:gd name="connsiteX77" fmla="*/ 178384 w 338138"/>
                  <a:gd name="connsiteY77" fmla="*/ 175331 h 319088"/>
                  <a:gd name="connsiteX78" fmla="*/ 214313 w 338138"/>
                  <a:gd name="connsiteY78" fmla="*/ 193605 h 319088"/>
                  <a:gd name="connsiteX79" fmla="*/ 202337 w 338138"/>
                  <a:gd name="connsiteY79" fmla="*/ 207963 h 319088"/>
                  <a:gd name="connsiteX80" fmla="*/ 169069 w 338138"/>
                  <a:gd name="connsiteY80" fmla="*/ 190994 h 319088"/>
                  <a:gd name="connsiteX81" fmla="*/ 135802 w 338138"/>
                  <a:gd name="connsiteY81" fmla="*/ 207963 h 319088"/>
                  <a:gd name="connsiteX82" fmla="*/ 123825 w 338138"/>
                  <a:gd name="connsiteY82" fmla="*/ 193605 h 319088"/>
                  <a:gd name="connsiteX83" fmla="*/ 159754 w 338138"/>
                  <a:gd name="connsiteY83" fmla="*/ 175331 h 319088"/>
                  <a:gd name="connsiteX84" fmla="*/ 159754 w 338138"/>
                  <a:gd name="connsiteY84" fmla="*/ 149225 h 319088"/>
                  <a:gd name="connsiteX85" fmla="*/ 154175 w 338138"/>
                  <a:gd name="connsiteY85" fmla="*/ 88900 h 319088"/>
                  <a:gd name="connsiteX86" fmla="*/ 165941 w 338138"/>
                  <a:gd name="connsiteY86" fmla="*/ 95394 h 319088"/>
                  <a:gd name="connsiteX87" fmla="*/ 173785 w 338138"/>
                  <a:gd name="connsiteY87" fmla="*/ 95394 h 319088"/>
                  <a:gd name="connsiteX88" fmla="*/ 185551 w 338138"/>
                  <a:gd name="connsiteY88" fmla="*/ 88900 h 319088"/>
                  <a:gd name="connsiteX89" fmla="*/ 188166 w 338138"/>
                  <a:gd name="connsiteY89" fmla="*/ 90199 h 319088"/>
                  <a:gd name="connsiteX90" fmla="*/ 192088 w 338138"/>
                  <a:gd name="connsiteY90" fmla="*/ 96693 h 319088"/>
                  <a:gd name="connsiteX91" fmla="*/ 192088 w 338138"/>
                  <a:gd name="connsiteY91" fmla="*/ 126567 h 319088"/>
                  <a:gd name="connsiteX92" fmla="*/ 169863 w 338138"/>
                  <a:gd name="connsiteY92" fmla="*/ 131763 h 319088"/>
                  <a:gd name="connsiteX93" fmla="*/ 147638 w 338138"/>
                  <a:gd name="connsiteY93" fmla="*/ 126567 h 319088"/>
                  <a:gd name="connsiteX94" fmla="*/ 147638 w 338138"/>
                  <a:gd name="connsiteY94" fmla="*/ 96693 h 319088"/>
                  <a:gd name="connsiteX95" fmla="*/ 151560 w 338138"/>
                  <a:gd name="connsiteY95" fmla="*/ 90199 h 319088"/>
                  <a:gd name="connsiteX96" fmla="*/ 154175 w 338138"/>
                  <a:gd name="connsiteY96" fmla="*/ 88900 h 319088"/>
                  <a:gd name="connsiteX97" fmla="*/ 169069 w 338138"/>
                  <a:gd name="connsiteY97" fmla="*/ 26988 h 319088"/>
                  <a:gd name="connsiteX98" fmla="*/ 179388 w 338138"/>
                  <a:gd name="connsiteY98" fmla="*/ 36513 h 319088"/>
                  <a:gd name="connsiteX99" fmla="*/ 169069 w 338138"/>
                  <a:gd name="connsiteY99" fmla="*/ 46038 h 319088"/>
                  <a:gd name="connsiteX100" fmla="*/ 158750 w 338138"/>
                  <a:gd name="connsiteY100" fmla="*/ 36513 h 319088"/>
                  <a:gd name="connsiteX101" fmla="*/ 169069 w 338138"/>
                  <a:gd name="connsiteY101" fmla="*/ 26988 h 319088"/>
                  <a:gd name="connsiteX102" fmla="*/ 169070 w 338138"/>
                  <a:gd name="connsiteY102" fmla="*/ 9525 h 319088"/>
                  <a:gd name="connsiteX103" fmla="*/ 141288 w 338138"/>
                  <a:gd name="connsiteY103" fmla="*/ 37307 h 319088"/>
                  <a:gd name="connsiteX104" fmla="*/ 169070 w 338138"/>
                  <a:gd name="connsiteY104" fmla="*/ 65089 h 319088"/>
                  <a:gd name="connsiteX105" fmla="*/ 196852 w 338138"/>
                  <a:gd name="connsiteY105" fmla="*/ 37307 h 319088"/>
                  <a:gd name="connsiteX106" fmla="*/ 169070 w 338138"/>
                  <a:gd name="connsiteY106" fmla="*/ 9525 h 319088"/>
                  <a:gd name="connsiteX107" fmla="*/ 169070 w 338138"/>
                  <a:gd name="connsiteY107" fmla="*/ 0 h 319088"/>
                  <a:gd name="connsiteX108" fmla="*/ 234951 w 338138"/>
                  <a:gd name="connsiteY108" fmla="*/ 65997 h 319088"/>
                  <a:gd name="connsiteX109" fmla="*/ 209916 w 338138"/>
                  <a:gd name="connsiteY109" fmla="*/ 117475 h 319088"/>
                  <a:gd name="connsiteX110" fmla="*/ 209916 w 338138"/>
                  <a:gd name="connsiteY110" fmla="*/ 96356 h 319088"/>
                  <a:gd name="connsiteX111" fmla="*/ 192787 w 338138"/>
                  <a:gd name="connsiteY111" fmla="*/ 72597 h 319088"/>
                  <a:gd name="connsiteX112" fmla="*/ 187517 w 338138"/>
                  <a:gd name="connsiteY112" fmla="*/ 71277 h 319088"/>
                  <a:gd name="connsiteX113" fmla="*/ 180928 w 338138"/>
                  <a:gd name="connsiteY113" fmla="*/ 71277 h 319088"/>
                  <a:gd name="connsiteX114" fmla="*/ 169070 w 338138"/>
                  <a:gd name="connsiteY114" fmla="*/ 76557 h 319088"/>
                  <a:gd name="connsiteX115" fmla="*/ 157211 w 338138"/>
                  <a:gd name="connsiteY115" fmla="*/ 71277 h 319088"/>
                  <a:gd name="connsiteX116" fmla="*/ 150623 w 338138"/>
                  <a:gd name="connsiteY116" fmla="*/ 71277 h 319088"/>
                  <a:gd name="connsiteX117" fmla="*/ 145352 w 338138"/>
                  <a:gd name="connsiteY117" fmla="*/ 72597 h 319088"/>
                  <a:gd name="connsiteX118" fmla="*/ 128223 w 338138"/>
                  <a:gd name="connsiteY118" fmla="*/ 96356 h 319088"/>
                  <a:gd name="connsiteX119" fmla="*/ 128223 w 338138"/>
                  <a:gd name="connsiteY119" fmla="*/ 117475 h 319088"/>
                  <a:gd name="connsiteX120" fmla="*/ 103188 w 338138"/>
                  <a:gd name="connsiteY120" fmla="*/ 65997 h 319088"/>
                  <a:gd name="connsiteX121" fmla="*/ 169070 w 338138"/>
                  <a:gd name="connsiteY121" fmla="*/ 0 h 319088"/>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338138" h="319088">
                    <a:moveTo>
                      <a:pt x="255815" y="276225"/>
                    </a:moveTo>
                    <a:cubicBezTo>
                      <a:pt x="255815" y="276225"/>
                      <a:pt x="255815" y="276225"/>
                      <a:pt x="267653" y="282720"/>
                    </a:cubicBezTo>
                    <a:cubicBezTo>
                      <a:pt x="270284" y="284018"/>
                      <a:pt x="272915" y="284018"/>
                      <a:pt x="275546" y="282720"/>
                    </a:cubicBezTo>
                    <a:cubicBezTo>
                      <a:pt x="275546" y="282720"/>
                      <a:pt x="275546" y="282720"/>
                      <a:pt x="287384" y="276225"/>
                    </a:cubicBezTo>
                    <a:cubicBezTo>
                      <a:pt x="287384" y="276225"/>
                      <a:pt x="287384" y="276225"/>
                      <a:pt x="290015" y="277524"/>
                    </a:cubicBezTo>
                    <a:cubicBezTo>
                      <a:pt x="292646" y="278823"/>
                      <a:pt x="295276" y="281421"/>
                      <a:pt x="295276" y="284018"/>
                    </a:cubicBezTo>
                    <a:cubicBezTo>
                      <a:pt x="295276" y="284018"/>
                      <a:pt x="295276" y="284018"/>
                      <a:pt x="295276" y="315191"/>
                    </a:cubicBezTo>
                    <a:cubicBezTo>
                      <a:pt x="287384" y="317789"/>
                      <a:pt x="279492" y="319088"/>
                      <a:pt x="271600" y="319088"/>
                    </a:cubicBezTo>
                    <a:cubicBezTo>
                      <a:pt x="263707" y="319088"/>
                      <a:pt x="255815" y="317789"/>
                      <a:pt x="249238" y="315191"/>
                    </a:cubicBezTo>
                    <a:cubicBezTo>
                      <a:pt x="249238" y="315191"/>
                      <a:pt x="249238" y="315191"/>
                      <a:pt x="249238" y="284018"/>
                    </a:cubicBezTo>
                    <a:cubicBezTo>
                      <a:pt x="249238" y="281421"/>
                      <a:pt x="250554" y="278823"/>
                      <a:pt x="253184" y="277524"/>
                    </a:cubicBezTo>
                    <a:cubicBezTo>
                      <a:pt x="253184" y="277524"/>
                      <a:pt x="253184" y="277524"/>
                      <a:pt x="255815" y="276225"/>
                    </a:cubicBezTo>
                    <a:close/>
                    <a:moveTo>
                      <a:pt x="50755" y="276225"/>
                    </a:moveTo>
                    <a:cubicBezTo>
                      <a:pt x="50755" y="276225"/>
                      <a:pt x="50755" y="276225"/>
                      <a:pt x="62593" y="282720"/>
                    </a:cubicBezTo>
                    <a:cubicBezTo>
                      <a:pt x="65224" y="284018"/>
                      <a:pt x="67855" y="284018"/>
                      <a:pt x="70486" y="282720"/>
                    </a:cubicBezTo>
                    <a:cubicBezTo>
                      <a:pt x="70486" y="282720"/>
                      <a:pt x="70486" y="282720"/>
                      <a:pt x="82324" y="276225"/>
                    </a:cubicBezTo>
                    <a:cubicBezTo>
                      <a:pt x="82324" y="276225"/>
                      <a:pt x="82324" y="276225"/>
                      <a:pt x="84955" y="277524"/>
                    </a:cubicBezTo>
                    <a:cubicBezTo>
                      <a:pt x="87585" y="278823"/>
                      <a:pt x="88901" y="281421"/>
                      <a:pt x="88901" y="284018"/>
                    </a:cubicBezTo>
                    <a:cubicBezTo>
                      <a:pt x="88901" y="284018"/>
                      <a:pt x="88901" y="284018"/>
                      <a:pt x="88901" y="315191"/>
                    </a:cubicBezTo>
                    <a:cubicBezTo>
                      <a:pt x="82324" y="317789"/>
                      <a:pt x="74432" y="319088"/>
                      <a:pt x="66539" y="319088"/>
                    </a:cubicBezTo>
                    <a:cubicBezTo>
                      <a:pt x="58647" y="319088"/>
                      <a:pt x="50755" y="317789"/>
                      <a:pt x="42863" y="315191"/>
                    </a:cubicBezTo>
                    <a:cubicBezTo>
                      <a:pt x="42863" y="315191"/>
                      <a:pt x="42863" y="315191"/>
                      <a:pt x="42863" y="284018"/>
                    </a:cubicBezTo>
                    <a:cubicBezTo>
                      <a:pt x="42863" y="281421"/>
                      <a:pt x="45493" y="278823"/>
                      <a:pt x="48124" y="277524"/>
                    </a:cubicBezTo>
                    <a:cubicBezTo>
                      <a:pt x="48124" y="277524"/>
                      <a:pt x="48124" y="277524"/>
                      <a:pt x="50755" y="276225"/>
                    </a:cubicBezTo>
                    <a:close/>
                    <a:moveTo>
                      <a:pt x="273050" y="214313"/>
                    </a:moveTo>
                    <a:cubicBezTo>
                      <a:pt x="278311" y="214313"/>
                      <a:pt x="282575" y="218933"/>
                      <a:pt x="282575" y="224632"/>
                    </a:cubicBezTo>
                    <a:cubicBezTo>
                      <a:pt x="282575" y="230331"/>
                      <a:pt x="278311" y="234951"/>
                      <a:pt x="273050" y="234951"/>
                    </a:cubicBezTo>
                    <a:cubicBezTo>
                      <a:pt x="267789" y="234951"/>
                      <a:pt x="263525" y="230331"/>
                      <a:pt x="263525" y="224632"/>
                    </a:cubicBezTo>
                    <a:cubicBezTo>
                      <a:pt x="263525" y="218933"/>
                      <a:pt x="267789" y="214313"/>
                      <a:pt x="273050" y="214313"/>
                    </a:cubicBezTo>
                    <a:close/>
                    <a:moveTo>
                      <a:pt x="65882" y="214313"/>
                    </a:moveTo>
                    <a:cubicBezTo>
                      <a:pt x="71581" y="214313"/>
                      <a:pt x="76201" y="218933"/>
                      <a:pt x="76201" y="224632"/>
                    </a:cubicBezTo>
                    <a:cubicBezTo>
                      <a:pt x="76201" y="230331"/>
                      <a:pt x="71581" y="234951"/>
                      <a:pt x="65882" y="234951"/>
                    </a:cubicBezTo>
                    <a:cubicBezTo>
                      <a:pt x="60183" y="234951"/>
                      <a:pt x="55563" y="230331"/>
                      <a:pt x="55563" y="224632"/>
                    </a:cubicBezTo>
                    <a:cubicBezTo>
                      <a:pt x="55563" y="218933"/>
                      <a:pt x="60183" y="214313"/>
                      <a:pt x="65882" y="214313"/>
                    </a:cubicBezTo>
                    <a:close/>
                    <a:moveTo>
                      <a:pt x="272257" y="196850"/>
                    </a:moveTo>
                    <a:cubicBezTo>
                      <a:pt x="256913" y="196850"/>
                      <a:pt x="244475" y="209288"/>
                      <a:pt x="244475" y="224632"/>
                    </a:cubicBezTo>
                    <a:cubicBezTo>
                      <a:pt x="244475" y="239976"/>
                      <a:pt x="256913" y="252414"/>
                      <a:pt x="272257" y="252414"/>
                    </a:cubicBezTo>
                    <a:cubicBezTo>
                      <a:pt x="287601" y="252414"/>
                      <a:pt x="300039" y="239976"/>
                      <a:pt x="300039" y="224632"/>
                    </a:cubicBezTo>
                    <a:cubicBezTo>
                      <a:pt x="300039" y="209288"/>
                      <a:pt x="287601" y="196850"/>
                      <a:pt x="272257" y="196850"/>
                    </a:cubicBezTo>
                    <a:close/>
                    <a:moveTo>
                      <a:pt x="65882" y="196850"/>
                    </a:moveTo>
                    <a:cubicBezTo>
                      <a:pt x="50538" y="196850"/>
                      <a:pt x="38100" y="209288"/>
                      <a:pt x="38100" y="224632"/>
                    </a:cubicBezTo>
                    <a:cubicBezTo>
                      <a:pt x="38100" y="239976"/>
                      <a:pt x="50538" y="252414"/>
                      <a:pt x="65882" y="252414"/>
                    </a:cubicBezTo>
                    <a:cubicBezTo>
                      <a:pt x="81226" y="252414"/>
                      <a:pt x="93664" y="239976"/>
                      <a:pt x="93664" y="224632"/>
                    </a:cubicBezTo>
                    <a:cubicBezTo>
                      <a:pt x="93664" y="209288"/>
                      <a:pt x="81226" y="196850"/>
                      <a:pt x="65882" y="196850"/>
                    </a:cubicBezTo>
                    <a:close/>
                    <a:moveTo>
                      <a:pt x="272257" y="187325"/>
                    </a:moveTo>
                    <a:cubicBezTo>
                      <a:pt x="309150" y="187325"/>
                      <a:pt x="338138" y="217684"/>
                      <a:pt x="338138" y="253322"/>
                    </a:cubicBezTo>
                    <a:cubicBezTo>
                      <a:pt x="338138" y="274441"/>
                      <a:pt x="328915" y="292921"/>
                      <a:pt x="313103" y="304800"/>
                    </a:cubicBezTo>
                    <a:cubicBezTo>
                      <a:pt x="313103" y="304800"/>
                      <a:pt x="313103" y="304800"/>
                      <a:pt x="313103" y="283681"/>
                    </a:cubicBezTo>
                    <a:cubicBezTo>
                      <a:pt x="313103" y="273121"/>
                      <a:pt x="306515" y="263882"/>
                      <a:pt x="295974" y="259922"/>
                    </a:cubicBezTo>
                    <a:cubicBezTo>
                      <a:pt x="295974" y="259922"/>
                      <a:pt x="290704" y="258602"/>
                      <a:pt x="290704" y="258602"/>
                    </a:cubicBezTo>
                    <a:cubicBezTo>
                      <a:pt x="288068" y="257282"/>
                      <a:pt x="286751" y="258602"/>
                      <a:pt x="284115" y="258602"/>
                    </a:cubicBezTo>
                    <a:cubicBezTo>
                      <a:pt x="284115" y="258602"/>
                      <a:pt x="284115" y="258602"/>
                      <a:pt x="272257" y="265202"/>
                    </a:cubicBezTo>
                    <a:cubicBezTo>
                      <a:pt x="272257" y="265202"/>
                      <a:pt x="272257" y="265202"/>
                      <a:pt x="260398" y="258602"/>
                    </a:cubicBezTo>
                    <a:cubicBezTo>
                      <a:pt x="259080" y="258602"/>
                      <a:pt x="256445" y="257282"/>
                      <a:pt x="255128" y="258602"/>
                    </a:cubicBezTo>
                    <a:cubicBezTo>
                      <a:pt x="255128" y="258602"/>
                      <a:pt x="248539" y="259922"/>
                      <a:pt x="248539" y="259922"/>
                    </a:cubicBezTo>
                    <a:cubicBezTo>
                      <a:pt x="239316" y="263882"/>
                      <a:pt x="232728" y="273121"/>
                      <a:pt x="232728" y="283681"/>
                    </a:cubicBezTo>
                    <a:cubicBezTo>
                      <a:pt x="232728" y="283681"/>
                      <a:pt x="232728" y="283681"/>
                      <a:pt x="232728" y="304800"/>
                    </a:cubicBezTo>
                    <a:cubicBezTo>
                      <a:pt x="216916" y="292921"/>
                      <a:pt x="206375" y="274441"/>
                      <a:pt x="206375" y="253322"/>
                    </a:cubicBezTo>
                    <a:cubicBezTo>
                      <a:pt x="206375" y="217684"/>
                      <a:pt x="236681" y="187325"/>
                      <a:pt x="272257" y="187325"/>
                    </a:cubicBezTo>
                    <a:close/>
                    <a:moveTo>
                      <a:pt x="65881" y="187325"/>
                    </a:moveTo>
                    <a:cubicBezTo>
                      <a:pt x="101457" y="187325"/>
                      <a:pt x="131763" y="217684"/>
                      <a:pt x="131763" y="253322"/>
                    </a:cubicBezTo>
                    <a:cubicBezTo>
                      <a:pt x="131763" y="274441"/>
                      <a:pt x="121222" y="292921"/>
                      <a:pt x="105410" y="304800"/>
                    </a:cubicBezTo>
                    <a:cubicBezTo>
                      <a:pt x="105410" y="304800"/>
                      <a:pt x="105410" y="304800"/>
                      <a:pt x="105410" y="283681"/>
                    </a:cubicBezTo>
                    <a:cubicBezTo>
                      <a:pt x="105410" y="273121"/>
                      <a:pt x="98822" y="263882"/>
                      <a:pt x="89599" y="259922"/>
                    </a:cubicBezTo>
                    <a:cubicBezTo>
                      <a:pt x="89599" y="259922"/>
                      <a:pt x="83010" y="258602"/>
                      <a:pt x="83010" y="258602"/>
                    </a:cubicBezTo>
                    <a:cubicBezTo>
                      <a:pt x="81693" y="257282"/>
                      <a:pt x="79058" y="258602"/>
                      <a:pt x="77740" y="258602"/>
                    </a:cubicBezTo>
                    <a:cubicBezTo>
                      <a:pt x="77740" y="258602"/>
                      <a:pt x="77740" y="258602"/>
                      <a:pt x="65881" y="265202"/>
                    </a:cubicBezTo>
                    <a:cubicBezTo>
                      <a:pt x="65881" y="265202"/>
                      <a:pt x="65881" y="265202"/>
                      <a:pt x="54023" y="258602"/>
                    </a:cubicBezTo>
                    <a:cubicBezTo>
                      <a:pt x="51387" y="258602"/>
                      <a:pt x="50070" y="257282"/>
                      <a:pt x="47434" y="258602"/>
                    </a:cubicBezTo>
                    <a:cubicBezTo>
                      <a:pt x="47434" y="258602"/>
                      <a:pt x="42164" y="259922"/>
                      <a:pt x="42164" y="259922"/>
                    </a:cubicBezTo>
                    <a:cubicBezTo>
                      <a:pt x="31623" y="263882"/>
                      <a:pt x="25035" y="273121"/>
                      <a:pt x="25035" y="283681"/>
                    </a:cubicBezTo>
                    <a:cubicBezTo>
                      <a:pt x="25035" y="283681"/>
                      <a:pt x="25035" y="283681"/>
                      <a:pt x="25035" y="304800"/>
                    </a:cubicBezTo>
                    <a:cubicBezTo>
                      <a:pt x="9223" y="292921"/>
                      <a:pt x="0" y="274441"/>
                      <a:pt x="0" y="253322"/>
                    </a:cubicBezTo>
                    <a:cubicBezTo>
                      <a:pt x="0" y="217684"/>
                      <a:pt x="28988" y="187325"/>
                      <a:pt x="65881" y="187325"/>
                    </a:cubicBezTo>
                    <a:close/>
                    <a:moveTo>
                      <a:pt x="159754" y="149225"/>
                    </a:moveTo>
                    <a:cubicBezTo>
                      <a:pt x="163746" y="149225"/>
                      <a:pt x="166408" y="149225"/>
                      <a:pt x="169069" y="149225"/>
                    </a:cubicBezTo>
                    <a:cubicBezTo>
                      <a:pt x="171731" y="149225"/>
                      <a:pt x="174392" y="149225"/>
                      <a:pt x="178384" y="149225"/>
                    </a:cubicBezTo>
                    <a:cubicBezTo>
                      <a:pt x="178384" y="149225"/>
                      <a:pt x="178384" y="149225"/>
                      <a:pt x="178384" y="175331"/>
                    </a:cubicBezTo>
                    <a:lnTo>
                      <a:pt x="214313" y="193605"/>
                    </a:lnTo>
                    <a:cubicBezTo>
                      <a:pt x="210321" y="197521"/>
                      <a:pt x="206329" y="202742"/>
                      <a:pt x="202337" y="207963"/>
                    </a:cubicBezTo>
                    <a:cubicBezTo>
                      <a:pt x="202337" y="207963"/>
                      <a:pt x="202337" y="207963"/>
                      <a:pt x="169069" y="190994"/>
                    </a:cubicBezTo>
                    <a:cubicBezTo>
                      <a:pt x="169069" y="190994"/>
                      <a:pt x="169069" y="190994"/>
                      <a:pt x="135802" y="207963"/>
                    </a:cubicBezTo>
                    <a:cubicBezTo>
                      <a:pt x="131809" y="202742"/>
                      <a:pt x="127817" y="197521"/>
                      <a:pt x="123825" y="193605"/>
                    </a:cubicBezTo>
                    <a:cubicBezTo>
                      <a:pt x="123825" y="193605"/>
                      <a:pt x="123825" y="193605"/>
                      <a:pt x="159754" y="175331"/>
                    </a:cubicBezTo>
                    <a:cubicBezTo>
                      <a:pt x="159754" y="175331"/>
                      <a:pt x="159754" y="175331"/>
                      <a:pt x="159754" y="149225"/>
                    </a:cubicBezTo>
                    <a:close/>
                    <a:moveTo>
                      <a:pt x="154175" y="88900"/>
                    </a:moveTo>
                    <a:cubicBezTo>
                      <a:pt x="154175" y="88900"/>
                      <a:pt x="154175" y="88900"/>
                      <a:pt x="165941" y="95394"/>
                    </a:cubicBezTo>
                    <a:cubicBezTo>
                      <a:pt x="168556" y="95394"/>
                      <a:pt x="171171" y="95394"/>
                      <a:pt x="173785" y="95394"/>
                    </a:cubicBezTo>
                    <a:cubicBezTo>
                      <a:pt x="173785" y="95394"/>
                      <a:pt x="173785" y="95394"/>
                      <a:pt x="185551" y="88900"/>
                    </a:cubicBezTo>
                    <a:lnTo>
                      <a:pt x="188166" y="90199"/>
                    </a:lnTo>
                    <a:cubicBezTo>
                      <a:pt x="190781" y="90199"/>
                      <a:pt x="192088" y="92797"/>
                      <a:pt x="192088" y="96693"/>
                    </a:cubicBezTo>
                    <a:cubicBezTo>
                      <a:pt x="192088" y="96693"/>
                      <a:pt x="192088" y="96693"/>
                      <a:pt x="192088" y="126567"/>
                    </a:cubicBezTo>
                    <a:cubicBezTo>
                      <a:pt x="185551" y="129165"/>
                      <a:pt x="177707" y="131763"/>
                      <a:pt x="169863" y="131763"/>
                    </a:cubicBezTo>
                    <a:cubicBezTo>
                      <a:pt x="162019" y="131763"/>
                      <a:pt x="154175" y="129165"/>
                      <a:pt x="147638" y="126567"/>
                    </a:cubicBezTo>
                    <a:cubicBezTo>
                      <a:pt x="147638" y="126567"/>
                      <a:pt x="147638" y="126567"/>
                      <a:pt x="147638" y="96693"/>
                    </a:cubicBezTo>
                    <a:cubicBezTo>
                      <a:pt x="147638" y="92797"/>
                      <a:pt x="148946" y="90199"/>
                      <a:pt x="151560" y="90199"/>
                    </a:cubicBezTo>
                    <a:cubicBezTo>
                      <a:pt x="151560" y="90199"/>
                      <a:pt x="151560" y="90199"/>
                      <a:pt x="154175" y="88900"/>
                    </a:cubicBezTo>
                    <a:close/>
                    <a:moveTo>
                      <a:pt x="169069" y="26988"/>
                    </a:moveTo>
                    <a:cubicBezTo>
                      <a:pt x="174768" y="26988"/>
                      <a:pt x="179388" y="31252"/>
                      <a:pt x="179388" y="36513"/>
                    </a:cubicBezTo>
                    <a:cubicBezTo>
                      <a:pt x="179388" y="41774"/>
                      <a:pt x="174768" y="46038"/>
                      <a:pt x="169069" y="46038"/>
                    </a:cubicBezTo>
                    <a:cubicBezTo>
                      <a:pt x="163370" y="46038"/>
                      <a:pt x="158750" y="41774"/>
                      <a:pt x="158750" y="36513"/>
                    </a:cubicBezTo>
                    <a:cubicBezTo>
                      <a:pt x="158750" y="31252"/>
                      <a:pt x="163370" y="26988"/>
                      <a:pt x="169069" y="26988"/>
                    </a:cubicBezTo>
                    <a:close/>
                    <a:moveTo>
                      <a:pt x="169070" y="9525"/>
                    </a:moveTo>
                    <a:cubicBezTo>
                      <a:pt x="153726" y="9525"/>
                      <a:pt x="141288" y="21963"/>
                      <a:pt x="141288" y="37307"/>
                    </a:cubicBezTo>
                    <a:cubicBezTo>
                      <a:pt x="141288" y="52651"/>
                      <a:pt x="153726" y="65089"/>
                      <a:pt x="169070" y="65089"/>
                    </a:cubicBezTo>
                    <a:cubicBezTo>
                      <a:pt x="184414" y="65089"/>
                      <a:pt x="196852" y="52651"/>
                      <a:pt x="196852" y="37307"/>
                    </a:cubicBezTo>
                    <a:cubicBezTo>
                      <a:pt x="196852" y="21963"/>
                      <a:pt x="184414" y="9525"/>
                      <a:pt x="169070" y="9525"/>
                    </a:cubicBezTo>
                    <a:close/>
                    <a:moveTo>
                      <a:pt x="169070" y="0"/>
                    </a:moveTo>
                    <a:cubicBezTo>
                      <a:pt x="204646" y="0"/>
                      <a:pt x="234951" y="29039"/>
                      <a:pt x="234951" y="65997"/>
                    </a:cubicBezTo>
                    <a:cubicBezTo>
                      <a:pt x="234951" y="87116"/>
                      <a:pt x="224410" y="105595"/>
                      <a:pt x="209916" y="117475"/>
                    </a:cubicBezTo>
                    <a:cubicBezTo>
                      <a:pt x="209916" y="117475"/>
                      <a:pt x="209916" y="117475"/>
                      <a:pt x="209916" y="96356"/>
                    </a:cubicBezTo>
                    <a:cubicBezTo>
                      <a:pt x="209916" y="85796"/>
                      <a:pt x="203328" y="75237"/>
                      <a:pt x="192787" y="72597"/>
                    </a:cubicBezTo>
                    <a:cubicBezTo>
                      <a:pt x="192787" y="72597"/>
                      <a:pt x="187517" y="71277"/>
                      <a:pt x="187517" y="71277"/>
                    </a:cubicBezTo>
                    <a:cubicBezTo>
                      <a:pt x="184881" y="69957"/>
                      <a:pt x="182246" y="69957"/>
                      <a:pt x="180928" y="71277"/>
                    </a:cubicBezTo>
                    <a:cubicBezTo>
                      <a:pt x="180928" y="71277"/>
                      <a:pt x="180928" y="71277"/>
                      <a:pt x="169070" y="76557"/>
                    </a:cubicBezTo>
                    <a:cubicBezTo>
                      <a:pt x="169070" y="76557"/>
                      <a:pt x="169070" y="76557"/>
                      <a:pt x="157211" y="71277"/>
                    </a:cubicBezTo>
                    <a:cubicBezTo>
                      <a:pt x="155893" y="69957"/>
                      <a:pt x="153258" y="69957"/>
                      <a:pt x="150623" y="71277"/>
                    </a:cubicBezTo>
                    <a:cubicBezTo>
                      <a:pt x="150623" y="71277"/>
                      <a:pt x="145352" y="72597"/>
                      <a:pt x="145352" y="72597"/>
                    </a:cubicBezTo>
                    <a:cubicBezTo>
                      <a:pt x="134811" y="75237"/>
                      <a:pt x="128223" y="85796"/>
                      <a:pt x="128223" y="96356"/>
                    </a:cubicBezTo>
                    <a:cubicBezTo>
                      <a:pt x="128223" y="96356"/>
                      <a:pt x="128223" y="96356"/>
                      <a:pt x="128223" y="117475"/>
                    </a:cubicBezTo>
                    <a:cubicBezTo>
                      <a:pt x="113729" y="105595"/>
                      <a:pt x="103188" y="87116"/>
                      <a:pt x="103188" y="65997"/>
                    </a:cubicBezTo>
                    <a:cubicBezTo>
                      <a:pt x="103188" y="29039"/>
                      <a:pt x="133494" y="0"/>
                      <a:pt x="16907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tx1"/>
                  </a:solidFill>
                  <a:latin typeface="微软雅黑 Light" panose="020b0502040204020203" pitchFamily="34" charset="-122"/>
                  <a:ea typeface="微软雅黑 Light" panose="020b0502040204020203" pitchFamily="34" charset="-122"/>
                </a:endParaRPr>
              </a:p>
            </p:txBody>
          </p:sp>
        </p:grpSp>
        <p:grpSp>
          <p:nvGrpSpPr>
            <p:cNvPr id="84" name="组合 83">
              <a:extLst>
                <a:ext uri="{FF2B5EF4-FFF2-40B4-BE49-F238E27FC236}">
                  <a16:creationId xmlns:a16="http://schemas.microsoft.com/office/drawing/2014/main" id="{5F9239EE-6BD2-423F-8A1D-E326A0AE07A6}"/>
                </a:ext>
              </a:extLst>
            </p:cNvPr>
            <p:cNvGrpSpPr/>
            <p:nvPr/>
          </p:nvGrpSpPr>
          <p:grpSpPr>
            <a:xfrm>
              <a:off x="1789111" y="2108752"/>
              <a:ext cx="3712889" cy="1117404"/>
              <a:chOff x="874713" y="4293102"/>
              <a:chExt cx="3712889" cy="1117404"/>
            </a:xfrm>
          </p:grpSpPr>
          <p:sp>
            <p:nvSpPr>
              <p:cNvPr id="85" name="文本框 34">
                <a:extLst>
                  <a:ext uri="{FF2B5EF4-FFF2-40B4-BE49-F238E27FC236}">
                    <a16:creationId xmlns:a16="http://schemas.microsoft.com/office/drawing/2014/main" id="{E7C15AB8-81CB-4E6F-A4E4-87467E355EA2}"/>
                  </a:ext>
                </a:extLst>
              </p:cNvPr>
              <p:cNvSpPr txBox="1"/>
              <p:nvPr/>
            </p:nvSpPr>
            <p:spPr>
              <a:xfrm>
                <a:off x="874713" y="4293102"/>
                <a:ext cx="1210588" cy="400110"/>
              </a:xfrm>
              <a:prstGeom prst="rect">
                <a:avLst/>
              </a:prstGeom>
              <a:noFill/>
            </p:spPr>
            <p:txBody>
              <a:bodyPr wrap="none" rtlCol="0">
                <a:spAutoFit/>
                <a:scene3d>
                  <a:camera prst="orthographicFront"/>
                  <a:lightRig rig="threePt" dir="t"/>
                </a:scene3d>
                <a:sp3d contourW="127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000" b="1">
                    <a:solidFill>
                      <a:schemeClr val="tx1">
                        <a:lumMod val="75000"/>
                        <a:lumOff val="25000"/>
                      </a:schemeClr>
                    </a:solidFill>
                    <a:latin typeface="思源黑体旧字形 Normal" panose="020b0400000000000000" pitchFamily="34" charset="-128"/>
                    <a:ea typeface="思源黑体旧字形 Normal" panose="020b0400000000000000" pitchFamily="34" charset="-128"/>
                  </a:rPr>
                  <a:t>分析问题</a:t>
                </a:r>
              </a:p>
            </p:txBody>
          </p:sp>
          <p:sp>
            <p:nvSpPr>
              <p:cNvPr id="86" name="文本框 35">
                <a:extLst>
                  <a:ext uri="{FF2B5EF4-FFF2-40B4-BE49-F238E27FC236}">
                    <a16:creationId xmlns:a16="http://schemas.microsoft.com/office/drawing/2014/main" id="{19967D62-ECE6-41CC-AC91-CE12530F0D11}"/>
                  </a:ext>
                </a:extLst>
              </p:cNvPr>
              <p:cNvSpPr txBox="1"/>
              <p:nvPr/>
            </p:nvSpPr>
            <p:spPr>
              <a:xfrm>
                <a:off x="874713" y="4671842"/>
                <a:ext cx="3712889" cy="738664"/>
              </a:xfrm>
              <a:prstGeom prst="rect">
                <a:avLst/>
              </a:prstGeom>
              <a:noFill/>
            </p:spPr>
            <p:txBody>
              <a:bodyPr wrap="square" rtlCol="0">
                <a:spAutoFit/>
                <a:scene3d>
                  <a:camera prst="orthographicFront"/>
                  <a:lightRig rig="threePt" dir="t"/>
                </a:scene3d>
                <a:sp3d contourW="127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r>
                  <a:rPr lang="zh-CN" altLang="en-US" sz="1400">
                    <a:latin typeface="思源黑体旧字形 Normal" panose="020b0400000000000000" pitchFamily="34" charset="-128"/>
                    <a:ea typeface="思源黑体旧字形 Normal" panose="020b0400000000000000" pitchFamily="34" charset="-128"/>
                  </a:rPr>
                  <a:t>请在此处添加详细描述文本，尽量与标题文本语言风格相符合，语言描述尽量简洁生动。请在此处添加详细描述文本</a:t>
                </a:r>
              </a:p>
            </p:txBody>
          </p:sp>
        </p:grpSp>
      </p:grpSp>
      <p:grpSp>
        <p:nvGrpSpPr>
          <p:cNvPr id="89" name="组合 88">
            <a:extLst>
              <a:ext uri="{FF2B5EF4-FFF2-40B4-BE49-F238E27FC236}">
                <a16:creationId xmlns:a16="http://schemas.microsoft.com/office/drawing/2014/main" id="{97EAD267-B7B6-4505-976F-3472310A6600}"/>
              </a:ext>
            </a:extLst>
          </p:cNvPr>
          <p:cNvGrpSpPr/>
          <p:nvPr/>
        </p:nvGrpSpPr>
        <p:grpSpPr>
          <a:xfrm>
            <a:off x="6516373" y="4793895"/>
            <a:ext cx="4627287" cy="1117404"/>
            <a:chOff x="874713" y="2108752"/>
            <a:chExt cx="4627287" cy="1117404"/>
          </a:xfrm>
        </p:grpSpPr>
        <p:grpSp>
          <p:nvGrpSpPr>
            <p:cNvPr id="90" name="组合 89">
              <a:extLst>
                <a:ext uri="{FF2B5EF4-FFF2-40B4-BE49-F238E27FC236}">
                  <a16:creationId xmlns:a16="http://schemas.microsoft.com/office/drawing/2014/main" id="{567106BA-7643-46C2-B546-6DC535BD2741}"/>
                </a:ext>
              </a:extLst>
            </p:cNvPr>
            <p:cNvGrpSpPr/>
            <p:nvPr/>
          </p:nvGrpSpPr>
          <p:grpSpPr>
            <a:xfrm>
              <a:off x="874713" y="2213139"/>
              <a:ext cx="754742" cy="754742"/>
              <a:chOff x="1335315" y="2249715"/>
              <a:chExt cx="754742" cy="754742"/>
            </a:xfrm>
          </p:grpSpPr>
          <p:sp>
            <p:nvSpPr>
              <p:cNvPr id="120" name="椭圆 119">
                <a:extLst>
                  <a:ext uri="{FF2B5EF4-FFF2-40B4-BE49-F238E27FC236}">
                    <a16:creationId xmlns:a16="http://schemas.microsoft.com/office/drawing/2014/main" id="{2000595C-9FC2-482B-BB0E-5A84A7413D2F}"/>
                  </a:ext>
                </a:extLst>
              </p:cNvPr>
              <p:cNvSpPr/>
              <p:nvPr/>
            </p:nvSpPr>
            <p:spPr>
              <a:xfrm>
                <a:off x="1335315" y="2249715"/>
                <a:ext cx="754742" cy="754742"/>
              </a:xfrm>
              <a:prstGeom prst="ellipse">
                <a:avLst/>
              </a:prstGeom>
              <a:solidFill>
                <a:srgbClr val="545D79"/>
              </a:solidFill>
              <a:ln>
                <a:noFill/>
              </a:ln>
              <a:effectLst>
                <a:outerShdw blurRad="63500" algn="ctr" rotWithShape="0">
                  <a:prstClr val="black">
                    <a:alpha val="40000"/>
                  </a:prstClr>
                </a:outerShdw>
              </a:effectLst>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tx1"/>
                  </a:solidFill>
                  <a:latin typeface="思源黑体旧字形 Normal" panose="020b0400000000000000" pitchFamily="34" charset="-128"/>
                  <a:ea typeface="思源黑体旧字形 Normal" panose="020b0400000000000000" pitchFamily="34" charset="-128"/>
                </a:endParaRPr>
              </a:p>
            </p:txBody>
          </p:sp>
          <p:sp>
            <p:nvSpPr>
              <p:cNvPr id="121" name="椭圆 44">
                <a:extLst>
                  <a:ext uri="{FF2B5EF4-FFF2-40B4-BE49-F238E27FC236}">
                    <a16:creationId xmlns:a16="http://schemas.microsoft.com/office/drawing/2014/main" id="{61D3BF44-8E80-4EAB-8420-84C2FF7E92A2}"/>
                  </a:ext>
                </a:extLst>
              </p:cNvPr>
              <p:cNvSpPr/>
              <p:nvPr/>
            </p:nvSpPr>
            <p:spPr>
              <a:xfrm>
                <a:off x="1502273" y="2409371"/>
                <a:ext cx="420826" cy="435430"/>
              </a:xfrm>
              <a:custGeom>
                <a:gdLst>
                  <a:gd name="connsiteX0" fmla="*/ 94055 w 317452"/>
                  <a:gd name="connsiteY0" fmla="*/ 135965 h 328468"/>
                  <a:gd name="connsiteX1" fmla="*/ 94407 w 317452"/>
                  <a:gd name="connsiteY1" fmla="*/ 136055 h 328468"/>
                  <a:gd name="connsiteX2" fmla="*/ 104825 w 317452"/>
                  <a:gd name="connsiteY2" fmla="*/ 158537 h 328468"/>
                  <a:gd name="connsiteX3" fmla="*/ 106109 w 317452"/>
                  <a:gd name="connsiteY3" fmla="*/ 161308 h 328468"/>
                  <a:gd name="connsiteX4" fmla="*/ 98162 w 317452"/>
                  <a:gd name="connsiteY4" fmla="*/ 160053 h 328468"/>
                  <a:gd name="connsiteX5" fmla="*/ 96849 w 317452"/>
                  <a:gd name="connsiteY5" fmla="*/ 160053 h 328468"/>
                  <a:gd name="connsiteX6" fmla="*/ 92911 w 317452"/>
                  <a:gd name="connsiteY6" fmla="*/ 137630 h 328468"/>
                  <a:gd name="connsiteX7" fmla="*/ 93506 w 317452"/>
                  <a:gd name="connsiteY7" fmla="*/ 136765 h 328468"/>
                  <a:gd name="connsiteX8" fmla="*/ 39496 w 317452"/>
                  <a:gd name="connsiteY8" fmla="*/ 115887 h 328468"/>
                  <a:gd name="connsiteX9" fmla="*/ 51437 w 317452"/>
                  <a:gd name="connsiteY9" fmla="*/ 165488 h 328468"/>
                  <a:gd name="connsiteX10" fmla="*/ 48784 w 317452"/>
                  <a:gd name="connsiteY10" fmla="*/ 166793 h 328468"/>
                  <a:gd name="connsiteX11" fmla="*/ 47457 w 317452"/>
                  <a:gd name="connsiteY11" fmla="*/ 170709 h 328468"/>
                  <a:gd name="connsiteX12" fmla="*/ 48784 w 317452"/>
                  <a:gd name="connsiteY12" fmla="*/ 173319 h 328468"/>
                  <a:gd name="connsiteX13" fmla="*/ 52764 w 317452"/>
                  <a:gd name="connsiteY13" fmla="*/ 175930 h 328468"/>
                  <a:gd name="connsiteX14" fmla="*/ 55418 w 317452"/>
                  <a:gd name="connsiteY14" fmla="*/ 174625 h 328468"/>
                  <a:gd name="connsiteX15" fmla="*/ 87263 w 317452"/>
                  <a:gd name="connsiteY15" fmla="*/ 216393 h 328468"/>
                  <a:gd name="connsiteX16" fmla="*/ 55418 w 317452"/>
                  <a:gd name="connsiteY16" fmla="*/ 230752 h 328468"/>
                  <a:gd name="connsiteX17" fmla="*/ 38169 w 317452"/>
                  <a:gd name="connsiteY17" fmla="*/ 224225 h 328468"/>
                  <a:gd name="connsiteX18" fmla="*/ 1017 w 317452"/>
                  <a:gd name="connsiteY18" fmla="*/ 147214 h 328468"/>
                  <a:gd name="connsiteX19" fmla="*/ 7651 w 317452"/>
                  <a:gd name="connsiteY19" fmla="*/ 128940 h 328468"/>
                  <a:gd name="connsiteX20" fmla="*/ 39496 w 317452"/>
                  <a:gd name="connsiteY20" fmla="*/ 115887 h 328468"/>
                  <a:gd name="connsiteX21" fmla="*/ 63900 w 317452"/>
                  <a:gd name="connsiteY21" fmla="*/ 106627 h 328468"/>
                  <a:gd name="connsiteX22" fmla="*/ 71807 w 317452"/>
                  <a:gd name="connsiteY22" fmla="*/ 114982 h 328468"/>
                  <a:gd name="connsiteX23" fmla="*/ 81033 w 317452"/>
                  <a:gd name="connsiteY23" fmla="*/ 133331 h 328468"/>
                  <a:gd name="connsiteX24" fmla="*/ 87623 w 317452"/>
                  <a:gd name="connsiteY24" fmla="*/ 130710 h 328468"/>
                  <a:gd name="connsiteX25" fmla="*/ 95803 w 317452"/>
                  <a:gd name="connsiteY25" fmla="*/ 133422 h 328468"/>
                  <a:gd name="connsiteX26" fmla="*/ 94055 w 317452"/>
                  <a:gd name="connsiteY26" fmla="*/ 135965 h 328468"/>
                  <a:gd name="connsiteX27" fmla="*/ 89115 w 317452"/>
                  <a:gd name="connsiteY27" fmla="*/ 134702 h 328468"/>
                  <a:gd name="connsiteX28" fmla="*/ 83823 w 317452"/>
                  <a:gd name="connsiteY28" fmla="*/ 137407 h 328468"/>
                  <a:gd name="connsiteX29" fmla="*/ 82500 w 317452"/>
                  <a:gd name="connsiteY29" fmla="*/ 137407 h 328468"/>
                  <a:gd name="connsiteX30" fmla="*/ 97053 w 317452"/>
                  <a:gd name="connsiteY30" fmla="*/ 169863 h 328468"/>
                  <a:gd name="connsiteX31" fmla="*/ 98375 w 317452"/>
                  <a:gd name="connsiteY31" fmla="*/ 169863 h 328468"/>
                  <a:gd name="connsiteX32" fmla="*/ 103667 w 317452"/>
                  <a:gd name="connsiteY32" fmla="*/ 167158 h 328468"/>
                  <a:gd name="connsiteX33" fmla="*/ 106313 w 317452"/>
                  <a:gd name="connsiteY33" fmla="*/ 161749 h 328468"/>
                  <a:gd name="connsiteX34" fmla="*/ 106109 w 317452"/>
                  <a:gd name="connsiteY34" fmla="*/ 161308 h 328468"/>
                  <a:gd name="connsiteX35" fmla="*/ 109648 w 317452"/>
                  <a:gd name="connsiteY35" fmla="*/ 161866 h 328468"/>
                  <a:gd name="connsiteX36" fmla="*/ 110272 w 317452"/>
                  <a:gd name="connsiteY36" fmla="*/ 161402 h 328468"/>
                  <a:gd name="connsiteX37" fmla="*/ 110522 w 317452"/>
                  <a:gd name="connsiteY37" fmla="*/ 164622 h 328468"/>
                  <a:gd name="connsiteX38" fmla="*/ 106074 w 317452"/>
                  <a:gd name="connsiteY38" fmla="*/ 170028 h 328468"/>
                  <a:gd name="connsiteX39" fmla="*/ 99484 w 317452"/>
                  <a:gd name="connsiteY39" fmla="*/ 172650 h 328468"/>
                  <a:gd name="connsiteX40" fmla="*/ 107391 w 317452"/>
                  <a:gd name="connsiteY40" fmla="*/ 192309 h 328468"/>
                  <a:gd name="connsiteX41" fmla="*/ 100802 w 317452"/>
                  <a:gd name="connsiteY41" fmla="*/ 211968 h 328468"/>
                  <a:gd name="connsiteX42" fmla="*/ 91576 w 317452"/>
                  <a:gd name="connsiteY42" fmla="*/ 215900 h 328468"/>
                  <a:gd name="connsiteX43" fmla="*/ 59946 w 317452"/>
                  <a:gd name="connsiteY43" fmla="*/ 172650 h 328468"/>
                  <a:gd name="connsiteX44" fmla="*/ 62582 w 317452"/>
                  <a:gd name="connsiteY44" fmla="*/ 171339 h 328468"/>
                  <a:gd name="connsiteX45" fmla="*/ 63900 w 317452"/>
                  <a:gd name="connsiteY45" fmla="*/ 166097 h 328468"/>
                  <a:gd name="connsiteX46" fmla="*/ 62582 w 317452"/>
                  <a:gd name="connsiteY46" fmla="*/ 163475 h 328468"/>
                  <a:gd name="connsiteX47" fmla="*/ 58628 w 317452"/>
                  <a:gd name="connsiteY47" fmla="*/ 162165 h 328468"/>
                  <a:gd name="connsiteX48" fmla="*/ 54674 w 317452"/>
                  <a:gd name="connsiteY48" fmla="*/ 163475 h 328468"/>
                  <a:gd name="connsiteX49" fmla="*/ 42813 w 317452"/>
                  <a:gd name="connsiteY49" fmla="*/ 111051 h 328468"/>
                  <a:gd name="connsiteX50" fmla="*/ 52038 w 317452"/>
                  <a:gd name="connsiteY50" fmla="*/ 107119 h 328468"/>
                  <a:gd name="connsiteX51" fmla="*/ 63900 w 317452"/>
                  <a:gd name="connsiteY51" fmla="*/ 106627 h 328468"/>
                  <a:gd name="connsiteX52" fmla="*/ 221560 w 317452"/>
                  <a:gd name="connsiteY52" fmla="*/ 67725 h 328468"/>
                  <a:gd name="connsiteX53" fmla="*/ 239938 w 317452"/>
                  <a:gd name="connsiteY53" fmla="*/ 67725 h 328468"/>
                  <a:gd name="connsiteX54" fmla="*/ 249127 w 317452"/>
                  <a:gd name="connsiteY54" fmla="*/ 90147 h 328468"/>
                  <a:gd name="connsiteX55" fmla="*/ 249127 w 317452"/>
                  <a:gd name="connsiteY55" fmla="*/ 99380 h 328468"/>
                  <a:gd name="connsiteX56" fmla="*/ 259629 w 317452"/>
                  <a:gd name="connsiteY56" fmla="*/ 162691 h 328468"/>
                  <a:gd name="connsiteX57" fmla="*/ 300324 w 317452"/>
                  <a:gd name="connsiteY57" fmla="*/ 193027 h 328468"/>
                  <a:gd name="connsiteX58" fmla="*/ 304262 w 317452"/>
                  <a:gd name="connsiteY58" fmla="*/ 215450 h 328468"/>
                  <a:gd name="connsiteX59" fmla="*/ 283258 w 317452"/>
                  <a:gd name="connsiteY59" fmla="*/ 219407 h 328468"/>
                  <a:gd name="connsiteX60" fmla="*/ 281946 w 317452"/>
                  <a:gd name="connsiteY60" fmla="*/ 218088 h 328468"/>
                  <a:gd name="connsiteX61" fmla="*/ 236000 w 317452"/>
                  <a:gd name="connsiteY61" fmla="*/ 185113 h 328468"/>
                  <a:gd name="connsiteX62" fmla="*/ 229436 w 317452"/>
                  <a:gd name="connsiteY62" fmla="*/ 174562 h 328468"/>
                  <a:gd name="connsiteX63" fmla="*/ 224185 w 317452"/>
                  <a:gd name="connsiteY63" fmla="*/ 145544 h 328468"/>
                  <a:gd name="connsiteX64" fmla="*/ 196617 w 317452"/>
                  <a:gd name="connsiteY64" fmla="*/ 194346 h 328468"/>
                  <a:gd name="connsiteX65" fmla="*/ 229436 w 317452"/>
                  <a:gd name="connsiteY65" fmla="*/ 243148 h 328468"/>
                  <a:gd name="connsiteX66" fmla="*/ 230749 w 317452"/>
                  <a:gd name="connsiteY66" fmla="*/ 265571 h 328468"/>
                  <a:gd name="connsiteX67" fmla="*/ 195305 w 317452"/>
                  <a:gd name="connsiteY67" fmla="*/ 318329 h 328468"/>
                  <a:gd name="connsiteX68" fmla="*/ 169050 w 317452"/>
                  <a:gd name="connsiteY68" fmla="*/ 323605 h 328468"/>
                  <a:gd name="connsiteX69" fmla="*/ 167737 w 317452"/>
                  <a:gd name="connsiteY69" fmla="*/ 323605 h 328468"/>
                  <a:gd name="connsiteX70" fmla="*/ 162486 w 317452"/>
                  <a:gd name="connsiteY70" fmla="*/ 297226 h 328468"/>
                  <a:gd name="connsiteX71" fmla="*/ 191366 w 317452"/>
                  <a:gd name="connsiteY71" fmla="*/ 255019 h 328468"/>
                  <a:gd name="connsiteX72" fmla="*/ 167737 w 317452"/>
                  <a:gd name="connsiteY72" fmla="*/ 220726 h 328468"/>
                  <a:gd name="connsiteX73" fmla="*/ 70594 w 317452"/>
                  <a:gd name="connsiteY73" fmla="*/ 322286 h 328468"/>
                  <a:gd name="connsiteX74" fmla="*/ 46965 w 317452"/>
                  <a:gd name="connsiteY74" fmla="*/ 326243 h 328468"/>
                  <a:gd name="connsiteX75" fmla="*/ 44339 w 317452"/>
                  <a:gd name="connsiteY75" fmla="*/ 322286 h 328468"/>
                  <a:gd name="connsiteX76" fmla="*/ 43027 w 317452"/>
                  <a:gd name="connsiteY76" fmla="*/ 295907 h 328468"/>
                  <a:gd name="connsiteX77" fmla="*/ 144108 w 317452"/>
                  <a:gd name="connsiteY77" fmla="*/ 189070 h 328468"/>
                  <a:gd name="connsiteX78" fmla="*/ 148046 w 317452"/>
                  <a:gd name="connsiteY78" fmla="*/ 177200 h 328468"/>
                  <a:gd name="connsiteX79" fmla="*/ 190054 w 317452"/>
                  <a:gd name="connsiteY79" fmla="*/ 103337 h 328468"/>
                  <a:gd name="connsiteX80" fmla="*/ 151984 w 317452"/>
                  <a:gd name="connsiteY80" fmla="*/ 107294 h 328468"/>
                  <a:gd name="connsiteX81" fmla="*/ 119166 w 317452"/>
                  <a:gd name="connsiteY81" fmla="*/ 154777 h 328468"/>
                  <a:gd name="connsiteX82" fmla="*/ 110272 w 317452"/>
                  <a:gd name="connsiteY82" fmla="*/ 161402 h 328468"/>
                  <a:gd name="connsiteX83" fmla="*/ 110027 w 317452"/>
                  <a:gd name="connsiteY83" fmla="*/ 158233 h 328468"/>
                  <a:gd name="connsiteX84" fmla="*/ 99484 w 317452"/>
                  <a:gd name="connsiteY84" fmla="*/ 134642 h 328468"/>
                  <a:gd name="connsiteX85" fmla="*/ 95803 w 317452"/>
                  <a:gd name="connsiteY85" fmla="*/ 133422 h 328468"/>
                  <a:gd name="connsiteX86" fmla="*/ 97670 w 317452"/>
                  <a:gd name="connsiteY86" fmla="*/ 130706 h 328468"/>
                  <a:gd name="connsiteX87" fmla="*/ 130980 w 317452"/>
                  <a:gd name="connsiteY87" fmla="*/ 82234 h 328468"/>
                  <a:gd name="connsiteX88" fmla="*/ 141482 w 317452"/>
                  <a:gd name="connsiteY88" fmla="*/ 75639 h 328468"/>
                  <a:gd name="connsiteX89" fmla="*/ 221560 w 317452"/>
                  <a:gd name="connsiteY89" fmla="*/ 67725 h 328468"/>
                  <a:gd name="connsiteX90" fmla="*/ 276970 w 317452"/>
                  <a:gd name="connsiteY90" fmla="*/ 0 h 328468"/>
                  <a:gd name="connsiteX91" fmla="*/ 317452 w 317452"/>
                  <a:gd name="connsiteY91" fmla="*/ 39688 h 328468"/>
                  <a:gd name="connsiteX92" fmla="*/ 276970 w 317452"/>
                  <a:gd name="connsiteY92" fmla="*/ 79376 h 328468"/>
                  <a:gd name="connsiteX93" fmla="*/ 236488 w 317452"/>
                  <a:gd name="connsiteY93" fmla="*/ 39688 h 328468"/>
                  <a:gd name="connsiteX94" fmla="*/ 276970 w 317452"/>
                  <a:gd name="connsiteY94" fmla="*/ 0 h 328468"/>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317452" h="328468">
                    <a:moveTo>
                      <a:pt x="94055" y="135965"/>
                    </a:moveTo>
                    <a:lnTo>
                      <a:pt x="94407" y="136055"/>
                    </a:lnTo>
                    <a:cubicBezTo>
                      <a:pt x="100360" y="148902"/>
                      <a:pt x="103337" y="155325"/>
                      <a:pt x="104825" y="158537"/>
                    </a:cubicBezTo>
                    <a:lnTo>
                      <a:pt x="106109" y="161308"/>
                    </a:lnTo>
                    <a:lnTo>
                      <a:pt x="98162" y="160053"/>
                    </a:lnTo>
                    <a:cubicBezTo>
                      <a:pt x="98162" y="160053"/>
                      <a:pt x="96849" y="160053"/>
                      <a:pt x="96849" y="160053"/>
                    </a:cubicBezTo>
                    <a:cubicBezTo>
                      <a:pt x="90285" y="154777"/>
                      <a:pt x="87660" y="144225"/>
                      <a:pt x="92911" y="137630"/>
                    </a:cubicBezTo>
                    <a:cubicBezTo>
                      <a:pt x="92911" y="137630"/>
                      <a:pt x="92911" y="137630"/>
                      <a:pt x="93506" y="136765"/>
                    </a:cubicBezTo>
                    <a:close/>
                    <a:moveTo>
                      <a:pt x="39496" y="115887"/>
                    </a:moveTo>
                    <a:cubicBezTo>
                      <a:pt x="39496" y="115887"/>
                      <a:pt x="39496" y="115887"/>
                      <a:pt x="51437" y="165488"/>
                    </a:cubicBezTo>
                    <a:cubicBezTo>
                      <a:pt x="51437" y="165488"/>
                      <a:pt x="51437" y="165488"/>
                      <a:pt x="48784" y="166793"/>
                    </a:cubicBezTo>
                    <a:cubicBezTo>
                      <a:pt x="47457" y="166793"/>
                      <a:pt x="47457" y="169403"/>
                      <a:pt x="47457" y="170709"/>
                    </a:cubicBezTo>
                    <a:cubicBezTo>
                      <a:pt x="47457" y="170709"/>
                      <a:pt x="47457" y="170709"/>
                      <a:pt x="48784" y="173319"/>
                    </a:cubicBezTo>
                    <a:cubicBezTo>
                      <a:pt x="50111" y="175930"/>
                      <a:pt x="51437" y="175930"/>
                      <a:pt x="52764" y="175930"/>
                    </a:cubicBezTo>
                    <a:lnTo>
                      <a:pt x="55418" y="174625"/>
                    </a:lnTo>
                    <a:cubicBezTo>
                      <a:pt x="55418" y="174625"/>
                      <a:pt x="55418" y="174625"/>
                      <a:pt x="87263" y="216393"/>
                    </a:cubicBezTo>
                    <a:cubicBezTo>
                      <a:pt x="87263" y="216393"/>
                      <a:pt x="87263" y="216393"/>
                      <a:pt x="55418" y="230752"/>
                    </a:cubicBezTo>
                    <a:cubicBezTo>
                      <a:pt x="48784" y="233362"/>
                      <a:pt x="40823" y="230752"/>
                      <a:pt x="38169" y="224225"/>
                    </a:cubicBezTo>
                    <a:cubicBezTo>
                      <a:pt x="38169" y="224225"/>
                      <a:pt x="38169" y="224225"/>
                      <a:pt x="1017" y="147214"/>
                    </a:cubicBezTo>
                    <a:cubicBezTo>
                      <a:pt x="-1637" y="140687"/>
                      <a:pt x="1017" y="132856"/>
                      <a:pt x="7651" y="128940"/>
                    </a:cubicBezTo>
                    <a:cubicBezTo>
                      <a:pt x="7651" y="128940"/>
                      <a:pt x="7651" y="128940"/>
                      <a:pt x="39496" y="115887"/>
                    </a:cubicBezTo>
                    <a:close/>
                    <a:moveTo>
                      <a:pt x="63900" y="106627"/>
                    </a:moveTo>
                    <a:cubicBezTo>
                      <a:pt x="67524" y="108102"/>
                      <a:pt x="70489" y="111051"/>
                      <a:pt x="71807" y="114982"/>
                    </a:cubicBezTo>
                    <a:cubicBezTo>
                      <a:pt x="71807" y="114982"/>
                      <a:pt x="71807" y="114982"/>
                      <a:pt x="81033" y="133331"/>
                    </a:cubicBezTo>
                    <a:cubicBezTo>
                      <a:pt x="81033" y="133331"/>
                      <a:pt x="81033" y="133331"/>
                      <a:pt x="87623" y="130710"/>
                    </a:cubicBezTo>
                    <a:lnTo>
                      <a:pt x="95803" y="133422"/>
                    </a:lnTo>
                    <a:lnTo>
                      <a:pt x="94055" y="135965"/>
                    </a:lnTo>
                    <a:lnTo>
                      <a:pt x="89115" y="134702"/>
                    </a:lnTo>
                    <a:cubicBezTo>
                      <a:pt x="89115" y="134702"/>
                      <a:pt x="89115" y="134702"/>
                      <a:pt x="83823" y="137407"/>
                    </a:cubicBezTo>
                    <a:cubicBezTo>
                      <a:pt x="83823" y="137407"/>
                      <a:pt x="82500" y="137407"/>
                      <a:pt x="82500" y="137407"/>
                    </a:cubicBezTo>
                    <a:cubicBezTo>
                      <a:pt x="82500" y="137407"/>
                      <a:pt x="82500" y="137407"/>
                      <a:pt x="97053" y="169863"/>
                    </a:cubicBezTo>
                    <a:cubicBezTo>
                      <a:pt x="97053" y="169863"/>
                      <a:pt x="97053" y="169863"/>
                      <a:pt x="98375" y="169863"/>
                    </a:cubicBezTo>
                    <a:lnTo>
                      <a:pt x="103667" y="167158"/>
                    </a:lnTo>
                    <a:cubicBezTo>
                      <a:pt x="106313" y="165806"/>
                      <a:pt x="106313" y="163101"/>
                      <a:pt x="106313" y="161749"/>
                    </a:cubicBezTo>
                    <a:lnTo>
                      <a:pt x="106109" y="161308"/>
                    </a:lnTo>
                    <a:lnTo>
                      <a:pt x="109648" y="161866"/>
                    </a:lnTo>
                    <a:lnTo>
                      <a:pt x="110272" y="161402"/>
                    </a:lnTo>
                    <a:lnTo>
                      <a:pt x="110522" y="164622"/>
                    </a:lnTo>
                    <a:cubicBezTo>
                      <a:pt x="109698" y="166752"/>
                      <a:pt x="108051" y="168718"/>
                      <a:pt x="106074" y="170028"/>
                    </a:cubicBezTo>
                    <a:cubicBezTo>
                      <a:pt x="106074" y="170028"/>
                      <a:pt x="106074" y="170028"/>
                      <a:pt x="99484" y="172650"/>
                    </a:cubicBezTo>
                    <a:cubicBezTo>
                      <a:pt x="99484" y="172650"/>
                      <a:pt x="99484" y="172650"/>
                      <a:pt x="107391" y="192309"/>
                    </a:cubicBezTo>
                    <a:cubicBezTo>
                      <a:pt x="111345" y="198862"/>
                      <a:pt x="107391" y="208036"/>
                      <a:pt x="100802" y="211968"/>
                    </a:cubicBezTo>
                    <a:cubicBezTo>
                      <a:pt x="100802" y="211968"/>
                      <a:pt x="100802" y="211968"/>
                      <a:pt x="91576" y="215900"/>
                    </a:cubicBezTo>
                    <a:cubicBezTo>
                      <a:pt x="91576" y="215900"/>
                      <a:pt x="91576" y="215900"/>
                      <a:pt x="59946" y="172650"/>
                    </a:cubicBezTo>
                    <a:cubicBezTo>
                      <a:pt x="59946" y="172650"/>
                      <a:pt x="59946" y="172650"/>
                      <a:pt x="62582" y="171339"/>
                    </a:cubicBezTo>
                    <a:cubicBezTo>
                      <a:pt x="65218" y="170028"/>
                      <a:pt x="65218" y="167407"/>
                      <a:pt x="63900" y="166097"/>
                    </a:cubicBezTo>
                    <a:cubicBezTo>
                      <a:pt x="63900" y="166097"/>
                      <a:pt x="63900" y="166097"/>
                      <a:pt x="62582" y="163475"/>
                    </a:cubicBezTo>
                    <a:cubicBezTo>
                      <a:pt x="62582" y="162165"/>
                      <a:pt x="59946" y="160854"/>
                      <a:pt x="58628" y="162165"/>
                    </a:cubicBezTo>
                    <a:cubicBezTo>
                      <a:pt x="58628" y="162165"/>
                      <a:pt x="58628" y="162165"/>
                      <a:pt x="54674" y="163475"/>
                    </a:cubicBezTo>
                    <a:cubicBezTo>
                      <a:pt x="54674" y="163475"/>
                      <a:pt x="54674" y="163475"/>
                      <a:pt x="42813" y="111051"/>
                    </a:cubicBezTo>
                    <a:cubicBezTo>
                      <a:pt x="42813" y="111051"/>
                      <a:pt x="42813" y="111051"/>
                      <a:pt x="52038" y="107119"/>
                    </a:cubicBezTo>
                    <a:cubicBezTo>
                      <a:pt x="55992" y="105153"/>
                      <a:pt x="60275" y="105153"/>
                      <a:pt x="63900" y="106627"/>
                    </a:cubicBezTo>
                    <a:close/>
                    <a:moveTo>
                      <a:pt x="221560" y="67725"/>
                    </a:moveTo>
                    <a:cubicBezTo>
                      <a:pt x="226810" y="65087"/>
                      <a:pt x="234687" y="65087"/>
                      <a:pt x="239938" y="67725"/>
                    </a:cubicBezTo>
                    <a:cubicBezTo>
                      <a:pt x="247814" y="73001"/>
                      <a:pt x="250440" y="80915"/>
                      <a:pt x="249127" y="90147"/>
                    </a:cubicBezTo>
                    <a:cubicBezTo>
                      <a:pt x="249127" y="92785"/>
                      <a:pt x="249127" y="96742"/>
                      <a:pt x="249127" y="99380"/>
                    </a:cubicBezTo>
                    <a:cubicBezTo>
                      <a:pt x="249127" y="99380"/>
                      <a:pt x="249127" y="99380"/>
                      <a:pt x="259629" y="162691"/>
                    </a:cubicBezTo>
                    <a:cubicBezTo>
                      <a:pt x="259629" y="162691"/>
                      <a:pt x="259629" y="162691"/>
                      <a:pt x="300324" y="193027"/>
                    </a:cubicBezTo>
                    <a:cubicBezTo>
                      <a:pt x="308200" y="198303"/>
                      <a:pt x="309513" y="207536"/>
                      <a:pt x="304262" y="215450"/>
                    </a:cubicBezTo>
                    <a:cubicBezTo>
                      <a:pt x="299011" y="222045"/>
                      <a:pt x="289822" y="223363"/>
                      <a:pt x="283258" y="219407"/>
                    </a:cubicBezTo>
                    <a:cubicBezTo>
                      <a:pt x="283258" y="219407"/>
                      <a:pt x="281946" y="219407"/>
                      <a:pt x="281946" y="218088"/>
                    </a:cubicBezTo>
                    <a:cubicBezTo>
                      <a:pt x="281946" y="218088"/>
                      <a:pt x="281946" y="218088"/>
                      <a:pt x="236000" y="185113"/>
                    </a:cubicBezTo>
                    <a:cubicBezTo>
                      <a:pt x="232061" y="182475"/>
                      <a:pt x="230749" y="178518"/>
                      <a:pt x="229436" y="174562"/>
                    </a:cubicBezTo>
                    <a:cubicBezTo>
                      <a:pt x="229436" y="174562"/>
                      <a:pt x="229436" y="174562"/>
                      <a:pt x="224185" y="145544"/>
                    </a:cubicBezTo>
                    <a:cubicBezTo>
                      <a:pt x="224185" y="145544"/>
                      <a:pt x="224185" y="145544"/>
                      <a:pt x="196617" y="194346"/>
                    </a:cubicBezTo>
                    <a:cubicBezTo>
                      <a:pt x="196617" y="194346"/>
                      <a:pt x="196617" y="194346"/>
                      <a:pt x="229436" y="243148"/>
                    </a:cubicBezTo>
                    <a:cubicBezTo>
                      <a:pt x="234687" y="249743"/>
                      <a:pt x="234687" y="258976"/>
                      <a:pt x="230749" y="265571"/>
                    </a:cubicBezTo>
                    <a:cubicBezTo>
                      <a:pt x="230749" y="265571"/>
                      <a:pt x="230749" y="265571"/>
                      <a:pt x="195305" y="318329"/>
                    </a:cubicBezTo>
                    <a:cubicBezTo>
                      <a:pt x="188741" y="326243"/>
                      <a:pt x="178239" y="328881"/>
                      <a:pt x="169050" y="323605"/>
                    </a:cubicBezTo>
                    <a:cubicBezTo>
                      <a:pt x="169050" y="323605"/>
                      <a:pt x="169050" y="323605"/>
                      <a:pt x="167737" y="323605"/>
                    </a:cubicBezTo>
                    <a:cubicBezTo>
                      <a:pt x="159861" y="318329"/>
                      <a:pt x="157235" y="305140"/>
                      <a:pt x="162486" y="297226"/>
                    </a:cubicBezTo>
                    <a:cubicBezTo>
                      <a:pt x="162486" y="297226"/>
                      <a:pt x="162486" y="297226"/>
                      <a:pt x="191366" y="255019"/>
                    </a:cubicBezTo>
                    <a:cubicBezTo>
                      <a:pt x="191366" y="255019"/>
                      <a:pt x="191366" y="255019"/>
                      <a:pt x="167737" y="220726"/>
                    </a:cubicBezTo>
                    <a:cubicBezTo>
                      <a:pt x="167737" y="220726"/>
                      <a:pt x="167737" y="220726"/>
                      <a:pt x="70594" y="322286"/>
                    </a:cubicBezTo>
                    <a:cubicBezTo>
                      <a:pt x="65343" y="328881"/>
                      <a:pt x="54841" y="330200"/>
                      <a:pt x="46965" y="326243"/>
                    </a:cubicBezTo>
                    <a:cubicBezTo>
                      <a:pt x="45652" y="324924"/>
                      <a:pt x="44339" y="323605"/>
                      <a:pt x="44339" y="322286"/>
                    </a:cubicBezTo>
                    <a:cubicBezTo>
                      <a:pt x="36463" y="315691"/>
                      <a:pt x="36463" y="303821"/>
                      <a:pt x="43027" y="295907"/>
                    </a:cubicBezTo>
                    <a:cubicBezTo>
                      <a:pt x="43027" y="295907"/>
                      <a:pt x="43027" y="295907"/>
                      <a:pt x="144108" y="189070"/>
                    </a:cubicBezTo>
                    <a:cubicBezTo>
                      <a:pt x="144108" y="185113"/>
                      <a:pt x="145421" y="181156"/>
                      <a:pt x="148046" y="177200"/>
                    </a:cubicBezTo>
                    <a:cubicBezTo>
                      <a:pt x="148046" y="177200"/>
                      <a:pt x="148046" y="177200"/>
                      <a:pt x="190054" y="103337"/>
                    </a:cubicBezTo>
                    <a:cubicBezTo>
                      <a:pt x="190054" y="103337"/>
                      <a:pt x="190054" y="103337"/>
                      <a:pt x="151984" y="107294"/>
                    </a:cubicBezTo>
                    <a:cubicBezTo>
                      <a:pt x="151984" y="107294"/>
                      <a:pt x="151984" y="107294"/>
                      <a:pt x="119166" y="154777"/>
                    </a:cubicBezTo>
                    <a:lnTo>
                      <a:pt x="110272" y="161402"/>
                    </a:lnTo>
                    <a:lnTo>
                      <a:pt x="110027" y="158233"/>
                    </a:lnTo>
                    <a:cubicBezTo>
                      <a:pt x="99484" y="134642"/>
                      <a:pt x="99484" y="134642"/>
                      <a:pt x="99484" y="134642"/>
                    </a:cubicBezTo>
                    <a:lnTo>
                      <a:pt x="95803" y="133422"/>
                    </a:lnTo>
                    <a:lnTo>
                      <a:pt x="97670" y="130706"/>
                    </a:lnTo>
                    <a:cubicBezTo>
                      <a:pt x="102428" y="123781"/>
                      <a:pt x="111946" y="109932"/>
                      <a:pt x="130980" y="82234"/>
                    </a:cubicBezTo>
                    <a:cubicBezTo>
                      <a:pt x="133606" y="78277"/>
                      <a:pt x="137544" y="75639"/>
                      <a:pt x="141482" y="75639"/>
                    </a:cubicBezTo>
                    <a:cubicBezTo>
                      <a:pt x="141482" y="75639"/>
                      <a:pt x="141482" y="75639"/>
                      <a:pt x="221560" y="67725"/>
                    </a:cubicBezTo>
                    <a:close/>
                    <a:moveTo>
                      <a:pt x="276970" y="0"/>
                    </a:moveTo>
                    <a:cubicBezTo>
                      <a:pt x="299328" y="0"/>
                      <a:pt x="317452" y="17769"/>
                      <a:pt x="317452" y="39688"/>
                    </a:cubicBezTo>
                    <a:cubicBezTo>
                      <a:pt x="317452" y="61607"/>
                      <a:pt x="299328" y="79376"/>
                      <a:pt x="276970" y="79376"/>
                    </a:cubicBezTo>
                    <a:cubicBezTo>
                      <a:pt x="254612" y="79376"/>
                      <a:pt x="236488" y="61607"/>
                      <a:pt x="236488" y="39688"/>
                    </a:cubicBezTo>
                    <a:cubicBezTo>
                      <a:pt x="236488" y="17769"/>
                      <a:pt x="254612" y="0"/>
                      <a:pt x="27697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tx1"/>
                  </a:solidFill>
                  <a:latin typeface="微软雅黑 Light" panose="020b0502040204020203" pitchFamily="34" charset="-122"/>
                  <a:ea typeface="微软雅黑 Light" panose="020b0502040204020203" pitchFamily="34" charset="-122"/>
                </a:endParaRPr>
              </a:p>
            </p:txBody>
          </p:sp>
        </p:grpSp>
        <p:grpSp>
          <p:nvGrpSpPr>
            <p:cNvPr id="91" name="组合 90">
              <a:extLst>
                <a:ext uri="{FF2B5EF4-FFF2-40B4-BE49-F238E27FC236}">
                  <a16:creationId xmlns:a16="http://schemas.microsoft.com/office/drawing/2014/main" id="{1F93F46C-0479-4E7D-B5F5-5DFDEBC692B8}"/>
                </a:ext>
              </a:extLst>
            </p:cNvPr>
            <p:cNvGrpSpPr/>
            <p:nvPr/>
          </p:nvGrpSpPr>
          <p:grpSpPr>
            <a:xfrm>
              <a:off x="1789111" y="2108752"/>
              <a:ext cx="3712889" cy="1117404"/>
              <a:chOff x="874713" y="4293102"/>
              <a:chExt cx="3712889" cy="1117404"/>
            </a:xfrm>
          </p:grpSpPr>
          <p:sp>
            <p:nvSpPr>
              <p:cNvPr id="92" name="文本框 41">
                <a:extLst>
                  <a:ext uri="{FF2B5EF4-FFF2-40B4-BE49-F238E27FC236}">
                    <a16:creationId xmlns:a16="http://schemas.microsoft.com/office/drawing/2014/main" id="{F93BAFA7-6808-4AAB-92D0-07B5F4EAC1D6}"/>
                  </a:ext>
                </a:extLst>
              </p:cNvPr>
              <p:cNvSpPr txBox="1"/>
              <p:nvPr/>
            </p:nvSpPr>
            <p:spPr>
              <a:xfrm>
                <a:off x="874713" y="4293102"/>
                <a:ext cx="1210588" cy="400110"/>
              </a:xfrm>
              <a:prstGeom prst="rect">
                <a:avLst/>
              </a:prstGeom>
              <a:noFill/>
            </p:spPr>
            <p:txBody>
              <a:bodyPr wrap="none" rtlCol="0">
                <a:spAutoFit/>
                <a:scene3d>
                  <a:camera prst="orthographicFront"/>
                  <a:lightRig rig="threePt" dir="t"/>
                </a:scene3d>
                <a:sp3d contourW="127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000" b="1">
                    <a:solidFill>
                      <a:schemeClr val="tx1">
                        <a:lumMod val="75000"/>
                        <a:lumOff val="25000"/>
                      </a:schemeClr>
                    </a:solidFill>
                    <a:latin typeface="思源黑体旧字形 Normal" panose="020b0400000000000000" pitchFamily="34" charset="-128"/>
                    <a:ea typeface="思源黑体旧字形 Normal" panose="020b0400000000000000" pitchFamily="34" charset="-128"/>
                  </a:rPr>
                  <a:t>提出建设</a:t>
                </a:r>
              </a:p>
            </p:txBody>
          </p:sp>
          <p:sp>
            <p:nvSpPr>
              <p:cNvPr id="119" name="文本框 42">
                <a:extLst>
                  <a:ext uri="{FF2B5EF4-FFF2-40B4-BE49-F238E27FC236}">
                    <a16:creationId xmlns:a16="http://schemas.microsoft.com/office/drawing/2014/main" id="{1321652F-1985-43D6-8286-6B5D7D228109}"/>
                  </a:ext>
                </a:extLst>
              </p:cNvPr>
              <p:cNvSpPr txBox="1"/>
              <p:nvPr/>
            </p:nvSpPr>
            <p:spPr>
              <a:xfrm>
                <a:off x="874713" y="4671842"/>
                <a:ext cx="3712889" cy="738664"/>
              </a:xfrm>
              <a:prstGeom prst="rect">
                <a:avLst/>
              </a:prstGeom>
              <a:noFill/>
            </p:spPr>
            <p:txBody>
              <a:bodyPr wrap="square" rtlCol="0">
                <a:spAutoFit/>
                <a:scene3d>
                  <a:camera prst="orthographicFront"/>
                  <a:lightRig rig="threePt" dir="t"/>
                </a:scene3d>
                <a:sp3d contourW="127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r>
                  <a:rPr lang="zh-CN" altLang="en-US" sz="1400">
                    <a:latin typeface="思源黑体旧字形 Normal" panose="020b0400000000000000" pitchFamily="34" charset="-128"/>
                    <a:ea typeface="思源黑体旧字形 Normal" panose="020b0400000000000000" pitchFamily="34" charset="-128"/>
                  </a:rPr>
                  <a:t>请在此处添加详细描述文本，尽量与标题文本语言风格相符合，语言描述尽量简洁生动。请在此处添加详细描述文本</a:t>
                </a:r>
              </a:p>
            </p:txBody>
          </p:sp>
        </p:grpSp>
      </p:grpSp>
    </p:spTree>
    <p:extLst>
      <p:ext uri="{BB962C8B-B14F-4D97-AF65-F5344CB8AC3E}">
        <p14:creationId val="1036852954"/>
      </p:ext>
    </p:extLst>
  </p:cSld>
  <p:clrMapOvr>
    <a:masterClrMapping/>
  </p:clrMapOvr>
  <mc:AlternateContent>
    <mc:Choice xmlns:p14="http://schemas.microsoft.com/office/powerpoint/2010/main" Requires="p14">
      <p:transition spd="slow" advClick="0" advTm="0" p14:dur="1250">
        <p14:switch dir="r"/>
      </p:transition>
    </mc:Choice>
    <mc:Fallback>
      <p:transition spd="slow" advClick="0" advTm="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49" presetClass="entr" presetSubtype="0" decel="10000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 calcmode="lin" valueType="num">
                                      <p:cBhvr>
                                        <p:cTn id="9" dur="500" fill="hold"/>
                                        <p:tgtEl>
                                          <p:spTgt spid="2"/>
                                        </p:tgtEl>
                                        <p:attrNameLst>
                                          <p:attrName>style.rotation</p:attrName>
                                        </p:attrNameLst>
                                      </p:cBhvr>
                                      <p:tavLst>
                                        <p:tav tm="0">
                                          <p:val>
                                            <p:fltVal val="360"/>
                                          </p:val>
                                        </p:tav>
                                        <p:tav tm="100000">
                                          <p:val>
                                            <p:fltVal val="0"/>
                                          </p:val>
                                        </p:tav>
                                      </p:tavLst>
                                    </p:anim>
                                    <p:animEffect transition="in" filter="fade">
                                      <p:cBhvr>
                                        <p:cTn id="10" dur="500"/>
                                        <p:tgtEl>
                                          <p:spTgt spid="2"/>
                                        </p:tgtEl>
                                      </p:cBhvr>
                                    </p:animEffect>
                                  </p:childTnLst>
                                </p:cTn>
                              </p:par>
                              <p:par>
                                <p:cTn id="11" presetID="41" presetClass="entr" presetSubtype="0" fill="hold" grpId="0" nodeType="withEffect">
                                  <p:stCondLst>
                                    <p:cond delay="0"/>
                                  </p:stCondLst>
                                  <p:iterate type="lt">
                                    <p:tmPct val="10000"/>
                                  </p:iterate>
                                  <p:childTnLst>
                                    <p:set>
                                      <p:cBhvr>
                                        <p:cTn id="12" dur="1" fill="hold">
                                          <p:stCondLst>
                                            <p:cond delay="0"/>
                                          </p:stCondLst>
                                        </p:cTn>
                                        <p:tgtEl>
                                          <p:spTgt spid="5"/>
                                        </p:tgtEl>
                                        <p:attrNameLst>
                                          <p:attrName>style.visibility</p:attrName>
                                        </p:attrNameLst>
                                      </p:cBhvr>
                                      <p:to>
                                        <p:strVal val="visible"/>
                                      </p:to>
                                    </p:set>
                                    <p:anim calcmode="lin" valueType="num">
                                      <p:cBhvr>
                                        <p:cTn id="13" dur="500" fill="hold"/>
                                        <p:tgtEl>
                                          <p:spTgt spid="5"/>
                                        </p:tgtEl>
                                        <p:attrNameLst>
                                          <p:attrName>ppt_x</p:attrName>
                                        </p:attrNameLst>
                                      </p:cBhvr>
                                      <p:tavLst>
                                        <p:tav tm="0">
                                          <p:val>
                                            <p:strVal val="#ppt_x"/>
                                          </p:val>
                                        </p:tav>
                                        <p:tav tm="50000">
                                          <p:val>
                                            <p:strVal val="#ppt_x+.1"/>
                                          </p:val>
                                        </p:tav>
                                        <p:tav tm="100000">
                                          <p:val>
                                            <p:strVal val="#ppt_x"/>
                                          </p:val>
                                        </p:tav>
                                      </p:tavLst>
                                    </p:anim>
                                    <p:anim calcmode="lin" valueType="num">
                                      <p:cBhvr>
                                        <p:cTn id="14" dur="500" fill="hold"/>
                                        <p:tgtEl>
                                          <p:spTgt spid="5"/>
                                        </p:tgtEl>
                                        <p:attrNameLst>
                                          <p:attrName>ppt_y</p:attrName>
                                        </p:attrNameLst>
                                      </p:cBhvr>
                                      <p:tavLst>
                                        <p:tav tm="0">
                                          <p:val>
                                            <p:strVal val="#ppt_y"/>
                                          </p:val>
                                        </p:tav>
                                        <p:tav tm="100000">
                                          <p:val>
                                            <p:strVal val="#ppt_y"/>
                                          </p:val>
                                        </p:tav>
                                      </p:tavLst>
                                    </p:anim>
                                    <p:anim calcmode="lin" valueType="num">
                                      <p:cBhvr>
                                        <p:cTn id="15" dur="500" fill="hold"/>
                                        <p:tgtEl>
                                          <p:spTgt spid="5"/>
                                        </p:tgtEl>
                                        <p:attrNameLst>
                                          <p:attrName>ppt_h</p:attrName>
                                        </p:attrNameLst>
                                      </p:cBhvr>
                                      <p:tavLst>
                                        <p:tav tm="0">
                                          <p:val>
                                            <p:strVal val="#ppt_h/10"/>
                                          </p:val>
                                        </p:tav>
                                        <p:tav tm="50000">
                                          <p:val>
                                            <p:strVal val="#ppt_h+.01"/>
                                          </p:val>
                                        </p:tav>
                                        <p:tav tm="100000">
                                          <p:val>
                                            <p:strVal val="#ppt_h"/>
                                          </p:val>
                                        </p:tav>
                                      </p:tavLst>
                                    </p:anim>
                                    <p:anim calcmode="lin" valueType="num">
                                      <p:cBhvr>
                                        <p:cTn id="16" dur="500" fill="hold"/>
                                        <p:tgtEl>
                                          <p:spTgt spid="5"/>
                                        </p:tgtEl>
                                        <p:attrNameLst>
                                          <p:attrName>ppt_w</p:attrName>
                                        </p:attrNameLst>
                                      </p:cBhvr>
                                      <p:tavLst>
                                        <p:tav tm="0">
                                          <p:val>
                                            <p:strVal val="#ppt_w/10"/>
                                          </p:val>
                                        </p:tav>
                                        <p:tav tm="50000">
                                          <p:val>
                                            <p:strVal val="#ppt_w+.01"/>
                                          </p:val>
                                        </p:tav>
                                        <p:tav tm="100000">
                                          <p:val>
                                            <p:strVal val="#ppt_w"/>
                                          </p:val>
                                        </p:tav>
                                      </p:tavLst>
                                    </p:anim>
                                    <p:animEffect transition="in" filter="fade">
                                      <p:cBhvr>
                                        <p:cTn id="17" dur="500" tmFilter="0,0; .5, 1; 1, 1"/>
                                        <p:tgtEl>
                                          <p:spTgt spid="5"/>
                                        </p:tgtEl>
                                      </p:cBhvr>
                                    </p:animEffect>
                                  </p:childTnLst>
                                </p:cTn>
                              </p:par>
                            </p:childTnLst>
                          </p:cTn>
                        </p:par>
                        <p:par>
                          <p:cTn id="18" fill="hold" nodeType="afterGroup">
                            <p:stCondLst>
                              <p:cond delay="500"/>
                            </p:stCondLst>
                            <p:childTnLst>
                              <p:par>
                                <p:cTn id="19" presetID="50" presetClass="entr" presetSubtype="0" decel="100000" fill="hold" nodeType="afterEffect">
                                  <p:stCondLst>
                                    <p:cond delay="0"/>
                                  </p:stCondLst>
                                  <p:childTnLst>
                                    <p:set>
                                      <p:cBhvr>
                                        <p:cTn id="20" dur="1" fill="hold">
                                          <p:stCondLst>
                                            <p:cond delay="0"/>
                                          </p:stCondLst>
                                        </p:cTn>
                                        <p:tgtEl>
                                          <p:spTgt spid="43"/>
                                        </p:tgtEl>
                                        <p:attrNameLst>
                                          <p:attrName>style.visibility</p:attrName>
                                        </p:attrNameLst>
                                      </p:cBhvr>
                                      <p:to>
                                        <p:strVal val="visible"/>
                                      </p:to>
                                    </p:set>
                                    <p:anim calcmode="lin" valueType="num">
                                      <p:cBhvr>
                                        <p:cTn id="21" dur="1000" fill="hold"/>
                                        <p:tgtEl>
                                          <p:spTgt spid="43"/>
                                        </p:tgtEl>
                                        <p:attrNameLst>
                                          <p:attrName>ppt_w</p:attrName>
                                        </p:attrNameLst>
                                      </p:cBhvr>
                                      <p:tavLst>
                                        <p:tav tm="0">
                                          <p:val>
                                            <p:strVal val="#ppt_w+.3"/>
                                          </p:val>
                                        </p:tav>
                                        <p:tav tm="100000">
                                          <p:val>
                                            <p:strVal val="#ppt_w"/>
                                          </p:val>
                                        </p:tav>
                                      </p:tavLst>
                                    </p:anim>
                                    <p:anim calcmode="lin" valueType="num">
                                      <p:cBhvr>
                                        <p:cTn id="22" dur="1000" fill="hold"/>
                                        <p:tgtEl>
                                          <p:spTgt spid="43"/>
                                        </p:tgtEl>
                                        <p:attrNameLst>
                                          <p:attrName>ppt_h</p:attrName>
                                        </p:attrNameLst>
                                      </p:cBhvr>
                                      <p:tavLst>
                                        <p:tav tm="0">
                                          <p:val>
                                            <p:strVal val="#ppt_h"/>
                                          </p:val>
                                        </p:tav>
                                        <p:tav tm="100000">
                                          <p:val>
                                            <p:strVal val="#ppt_h"/>
                                          </p:val>
                                        </p:tav>
                                      </p:tavLst>
                                    </p:anim>
                                    <p:animEffect transition="in" filter="fade">
                                      <p:cBhvr>
                                        <p:cTn id="23" dur="1000"/>
                                        <p:tgtEl>
                                          <p:spTgt spid="43"/>
                                        </p:tgtEl>
                                      </p:cBhvr>
                                    </p:animEffect>
                                  </p:childTnLst>
                                </p:cTn>
                              </p:par>
                              <p:par>
                                <p:cTn id="24" presetID="50" presetClass="entr" presetSubtype="0" decel="100000" fill="hold" nodeType="withEffect">
                                  <p:stCondLst>
                                    <p:cond delay="250"/>
                                  </p:stCondLst>
                                  <p:childTnLst>
                                    <p:set>
                                      <p:cBhvr>
                                        <p:cTn id="25" dur="1" fill="hold">
                                          <p:stCondLst>
                                            <p:cond delay="0"/>
                                          </p:stCondLst>
                                        </p:cTn>
                                        <p:tgtEl>
                                          <p:spTgt spid="61"/>
                                        </p:tgtEl>
                                        <p:attrNameLst>
                                          <p:attrName>style.visibility</p:attrName>
                                        </p:attrNameLst>
                                      </p:cBhvr>
                                      <p:to>
                                        <p:strVal val="visible"/>
                                      </p:to>
                                    </p:set>
                                    <p:anim calcmode="lin" valueType="num">
                                      <p:cBhvr>
                                        <p:cTn id="26" dur="1000" fill="hold"/>
                                        <p:tgtEl>
                                          <p:spTgt spid="61"/>
                                        </p:tgtEl>
                                        <p:attrNameLst>
                                          <p:attrName>ppt_w</p:attrName>
                                        </p:attrNameLst>
                                      </p:cBhvr>
                                      <p:tavLst>
                                        <p:tav tm="0">
                                          <p:val>
                                            <p:strVal val="#ppt_w+.3"/>
                                          </p:val>
                                        </p:tav>
                                        <p:tav tm="100000">
                                          <p:val>
                                            <p:strVal val="#ppt_w"/>
                                          </p:val>
                                        </p:tav>
                                      </p:tavLst>
                                    </p:anim>
                                    <p:anim calcmode="lin" valueType="num">
                                      <p:cBhvr>
                                        <p:cTn id="27" dur="1000" fill="hold"/>
                                        <p:tgtEl>
                                          <p:spTgt spid="61"/>
                                        </p:tgtEl>
                                        <p:attrNameLst>
                                          <p:attrName>ppt_h</p:attrName>
                                        </p:attrNameLst>
                                      </p:cBhvr>
                                      <p:tavLst>
                                        <p:tav tm="0">
                                          <p:val>
                                            <p:strVal val="#ppt_h"/>
                                          </p:val>
                                        </p:tav>
                                        <p:tav tm="100000">
                                          <p:val>
                                            <p:strVal val="#ppt_h"/>
                                          </p:val>
                                        </p:tav>
                                      </p:tavLst>
                                    </p:anim>
                                    <p:animEffect transition="in" filter="fade">
                                      <p:cBhvr>
                                        <p:cTn id="28" dur="1000"/>
                                        <p:tgtEl>
                                          <p:spTgt spid="61"/>
                                        </p:tgtEl>
                                      </p:cBhvr>
                                    </p:animEffect>
                                  </p:childTnLst>
                                </p:cTn>
                              </p:par>
                              <p:par>
                                <p:cTn id="29" presetID="50" presetClass="entr" presetSubtype="0" decel="100000" fill="hold" nodeType="withEffect">
                                  <p:stCondLst>
                                    <p:cond delay="500"/>
                                  </p:stCondLst>
                                  <p:childTnLst>
                                    <p:set>
                                      <p:cBhvr>
                                        <p:cTn id="30" dur="1" fill="hold">
                                          <p:stCondLst>
                                            <p:cond delay="0"/>
                                          </p:stCondLst>
                                        </p:cTn>
                                        <p:tgtEl>
                                          <p:spTgt spid="68"/>
                                        </p:tgtEl>
                                        <p:attrNameLst>
                                          <p:attrName>style.visibility</p:attrName>
                                        </p:attrNameLst>
                                      </p:cBhvr>
                                      <p:to>
                                        <p:strVal val="visible"/>
                                      </p:to>
                                    </p:set>
                                    <p:anim calcmode="lin" valueType="num">
                                      <p:cBhvr>
                                        <p:cTn id="31" dur="1000" fill="hold"/>
                                        <p:tgtEl>
                                          <p:spTgt spid="68"/>
                                        </p:tgtEl>
                                        <p:attrNameLst>
                                          <p:attrName>ppt_w</p:attrName>
                                        </p:attrNameLst>
                                      </p:cBhvr>
                                      <p:tavLst>
                                        <p:tav tm="0">
                                          <p:val>
                                            <p:strVal val="#ppt_w+.3"/>
                                          </p:val>
                                        </p:tav>
                                        <p:tav tm="100000">
                                          <p:val>
                                            <p:strVal val="#ppt_w"/>
                                          </p:val>
                                        </p:tav>
                                      </p:tavLst>
                                    </p:anim>
                                    <p:anim calcmode="lin" valueType="num">
                                      <p:cBhvr>
                                        <p:cTn id="32" dur="1000" fill="hold"/>
                                        <p:tgtEl>
                                          <p:spTgt spid="68"/>
                                        </p:tgtEl>
                                        <p:attrNameLst>
                                          <p:attrName>ppt_h</p:attrName>
                                        </p:attrNameLst>
                                      </p:cBhvr>
                                      <p:tavLst>
                                        <p:tav tm="0">
                                          <p:val>
                                            <p:strVal val="#ppt_h"/>
                                          </p:val>
                                        </p:tav>
                                        <p:tav tm="100000">
                                          <p:val>
                                            <p:strVal val="#ppt_h"/>
                                          </p:val>
                                        </p:tav>
                                      </p:tavLst>
                                    </p:anim>
                                    <p:animEffect transition="in" filter="fade">
                                      <p:cBhvr>
                                        <p:cTn id="33" dur="1000"/>
                                        <p:tgtEl>
                                          <p:spTgt spid="68"/>
                                        </p:tgtEl>
                                      </p:cBhvr>
                                    </p:animEffect>
                                  </p:childTnLst>
                                </p:cTn>
                              </p:par>
                              <p:par>
                                <p:cTn id="34" presetID="50" presetClass="entr" presetSubtype="0" decel="100000" fill="hold" nodeType="withEffect">
                                  <p:stCondLst>
                                    <p:cond delay="750"/>
                                  </p:stCondLst>
                                  <p:childTnLst>
                                    <p:set>
                                      <p:cBhvr>
                                        <p:cTn id="35" dur="1" fill="hold">
                                          <p:stCondLst>
                                            <p:cond delay="0"/>
                                          </p:stCondLst>
                                        </p:cTn>
                                        <p:tgtEl>
                                          <p:spTgt spid="75"/>
                                        </p:tgtEl>
                                        <p:attrNameLst>
                                          <p:attrName>style.visibility</p:attrName>
                                        </p:attrNameLst>
                                      </p:cBhvr>
                                      <p:to>
                                        <p:strVal val="visible"/>
                                      </p:to>
                                    </p:set>
                                    <p:anim calcmode="lin" valueType="num">
                                      <p:cBhvr>
                                        <p:cTn id="36" dur="1000" fill="hold"/>
                                        <p:tgtEl>
                                          <p:spTgt spid="75"/>
                                        </p:tgtEl>
                                        <p:attrNameLst>
                                          <p:attrName>ppt_w</p:attrName>
                                        </p:attrNameLst>
                                      </p:cBhvr>
                                      <p:tavLst>
                                        <p:tav tm="0">
                                          <p:val>
                                            <p:strVal val="#ppt_w+.3"/>
                                          </p:val>
                                        </p:tav>
                                        <p:tav tm="100000">
                                          <p:val>
                                            <p:strVal val="#ppt_w"/>
                                          </p:val>
                                        </p:tav>
                                      </p:tavLst>
                                    </p:anim>
                                    <p:anim calcmode="lin" valueType="num">
                                      <p:cBhvr>
                                        <p:cTn id="37" dur="1000" fill="hold"/>
                                        <p:tgtEl>
                                          <p:spTgt spid="75"/>
                                        </p:tgtEl>
                                        <p:attrNameLst>
                                          <p:attrName>ppt_h</p:attrName>
                                        </p:attrNameLst>
                                      </p:cBhvr>
                                      <p:tavLst>
                                        <p:tav tm="0">
                                          <p:val>
                                            <p:strVal val="#ppt_h"/>
                                          </p:val>
                                        </p:tav>
                                        <p:tav tm="100000">
                                          <p:val>
                                            <p:strVal val="#ppt_h"/>
                                          </p:val>
                                        </p:tav>
                                      </p:tavLst>
                                    </p:anim>
                                    <p:animEffect transition="in" filter="fade">
                                      <p:cBhvr>
                                        <p:cTn id="38" dur="1000"/>
                                        <p:tgtEl>
                                          <p:spTgt spid="75"/>
                                        </p:tgtEl>
                                      </p:cBhvr>
                                    </p:animEffect>
                                  </p:childTnLst>
                                </p:cTn>
                              </p:par>
                              <p:par>
                                <p:cTn id="39" presetID="50" presetClass="entr" presetSubtype="0" decel="100000" fill="hold" nodeType="withEffect">
                                  <p:stCondLst>
                                    <p:cond delay="1000"/>
                                  </p:stCondLst>
                                  <p:childTnLst>
                                    <p:set>
                                      <p:cBhvr>
                                        <p:cTn id="40" dur="1" fill="hold">
                                          <p:stCondLst>
                                            <p:cond delay="0"/>
                                          </p:stCondLst>
                                        </p:cTn>
                                        <p:tgtEl>
                                          <p:spTgt spid="82"/>
                                        </p:tgtEl>
                                        <p:attrNameLst>
                                          <p:attrName>style.visibility</p:attrName>
                                        </p:attrNameLst>
                                      </p:cBhvr>
                                      <p:to>
                                        <p:strVal val="visible"/>
                                      </p:to>
                                    </p:set>
                                    <p:anim calcmode="lin" valueType="num">
                                      <p:cBhvr>
                                        <p:cTn id="41" dur="1000" fill="hold"/>
                                        <p:tgtEl>
                                          <p:spTgt spid="82"/>
                                        </p:tgtEl>
                                        <p:attrNameLst>
                                          <p:attrName>ppt_w</p:attrName>
                                        </p:attrNameLst>
                                      </p:cBhvr>
                                      <p:tavLst>
                                        <p:tav tm="0">
                                          <p:val>
                                            <p:strVal val="#ppt_w+.3"/>
                                          </p:val>
                                        </p:tav>
                                        <p:tav tm="100000">
                                          <p:val>
                                            <p:strVal val="#ppt_w"/>
                                          </p:val>
                                        </p:tav>
                                      </p:tavLst>
                                    </p:anim>
                                    <p:anim calcmode="lin" valueType="num">
                                      <p:cBhvr>
                                        <p:cTn id="42" dur="1000" fill="hold"/>
                                        <p:tgtEl>
                                          <p:spTgt spid="82"/>
                                        </p:tgtEl>
                                        <p:attrNameLst>
                                          <p:attrName>ppt_h</p:attrName>
                                        </p:attrNameLst>
                                      </p:cBhvr>
                                      <p:tavLst>
                                        <p:tav tm="0">
                                          <p:val>
                                            <p:strVal val="#ppt_h"/>
                                          </p:val>
                                        </p:tav>
                                        <p:tav tm="100000">
                                          <p:val>
                                            <p:strVal val="#ppt_h"/>
                                          </p:val>
                                        </p:tav>
                                      </p:tavLst>
                                    </p:anim>
                                    <p:animEffect transition="in" filter="fade">
                                      <p:cBhvr>
                                        <p:cTn id="43" dur="1000"/>
                                        <p:tgtEl>
                                          <p:spTgt spid="82"/>
                                        </p:tgtEl>
                                      </p:cBhvr>
                                    </p:animEffect>
                                  </p:childTnLst>
                                </p:cTn>
                              </p:par>
                              <p:par>
                                <p:cTn id="44" presetID="50" presetClass="entr" presetSubtype="0" decel="100000" fill="hold" nodeType="withEffect">
                                  <p:stCondLst>
                                    <p:cond delay="1250"/>
                                  </p:stCondLst>
                                  <p:childTnLst>
                                    <p:set>
                                      <p:cBhvr>
                                        <p:cTn id="45" dur="1" fill="hold">
                                          <p:stCondLst>
                                            <p:cond delay="0"/>
                                          </p:stCondLst>
                                        </p:cTn>
                                        <p:tgtEl>
                                          <p:spTgt spid="89"/>
                                        </p:tgtEl>
                                        <p:attrNameLst>
                                          <p:attrName>style.visibility</p:attrName>
                                        </p:attrNameLst>
                                      </p:cBhvr>
                                      <p:to>
                                        <p:strVal val="visible"/>
                                      </p:to>
                                    </p:set>
                                    <p:anim calcmode="lin" valueType="num">
                                      <p:cBhvr>
                                        <p:cTn id="46" dur="1000" fill="hold"/>
                                        <p:tgtEl>
                                          <p:spTgt spid="89"/>
                                        </p:tgtEl>
                                        <p:attrNameLst>
                                          <p:attrName>ppt_w</p:attrName>
                                        </p:attrNameLst>
                                      </p:cBhvr>
                                      <p:tavLst>
                                        <p:tav tm="0">
                                          <p:val>
                                            <p:strVal val="#ppt_w+.3"/>
                                          </p:val>
                                        </p:tav>
                                        <p:tav tm="100000">
                                          <p:val>
                                            <p:strVal val="#ppt_w"/>
                                          </p:val>
                                        </p:tav>
                                      </p:tavLst>
                                    </p:anim>
                                    <p:anim calcmode="lin" valueType="num">
                                      <p:cBhvr>
                                        <p:cTn id="47" dur="1000" fill="hold"/>
                                        <p:tgtEl>
                                          <p:spTgt spid="89"/>
                                        </p:tgtEl>
                                        <p:attrNameLst>
                                          <p:attrName>ppt_h</p:attrName>
                                        </p:attrNameLst>
                                      </p:cBhvr>
                                      <p:tavLst>
                                        <p:tav tm="0">
                                          <p:val>
                                            <p:strVal val="#ppt_h"/>
                                          </p:val>
                                        </p:tav>
                                        <p:tav tm="100000">
                                          <p:val>
                                            <p:strVal val="#ppt_h"/>
                                          </p:val>
                                        </p:tav>
                                      </p:tavLst>
                                    </p:anim>
                                    <p:animEffect transition="in" filter="fade">
                                      <p:cBhvr>
                                        <p:cTn id="48" dur="1000"/>
                                        <p:tgtEl>
                                          <p:spTgt spid="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5.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椭圆 1">
            <a:extLst>
              <a:ext uri="{FF2B5EF4-FFF2-40B4-BE49-F238E27FC236}">
                <a16:creationId xmlns:a16="http://schemas.microsoft.com/office/drawing/2014/main" id="{D5A89A47-C7DD-4DAE-B24E-0EEF34FA726F}"/>
              </a:ext>
            </a:extLst>
          </p:cNvPr>
          <p:cNvSpPr/>
          <p:nvPr/>
        </p:nvSpPr>
        <p:spPr>
          <a:xfrm>
            <a:off x="-1372842" y="-4978635"/>
            <a:ext cx="11816179" cy="11816179"/>
          </a:xfrm>
          <a:prstGeom prst="ellipse">
            <a:avLst/>
          </a:prstGeom>
          <a:solidFill>
            <a:srgbClr val="3FB793"/>
          </a:solidFill>
          <a:ln w="28575">
            <a:solidFill>
              <a:schemeClr val="bg1"/>
            </a:solid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33" b="1">
              <a:ln w="6350">
                <a:noFill/>
              </a:ln>
              <a:gradFill flip="none" rotWithShape="1">
                <a:gsLst>
                  <a:gs pos="73000">
                    <a:srgbClr val="00C373"/>
                  </a:gs>
                  <a:gs pos="88000">
                    <a:srgbClr val="08ECDB"/>
                  </a:gs>
                  <a:gs pos="29000">
                    <a:srgbClr val="00C373"/>
                  </a:gs>
                  <a:gs pos="72000">
                    <a:srgbClr val="08ECDB"/>
                  </a:gs>
                </a:gsLst>
                <a:lin ang="1200000" scaled="0"/>
              </a:gradFill>
              <a:effectLst>
                <a:innerShdw blurRad="63500" dist="50800" dir="16200000">
                  <a:prstClr val="black">
                    <a:alpha val="50000"/>
                  </a:prstClr>
                </a:innerShdw>
              </a:effectLst>
              <a:latin typeface="Impact" pitchFamily="34" charset="0"/>
              <a:ea typeface="思源黑体旧字形 Normal" panose="020b0400000000000000" pitchFamily="34" charset="-128"/>
            </a:endParaRPr>
          </a:p>
        </p:txBody>
      </p:sp>
      <p:sp>
        <p:nvSpPr>
          <p:cNvPr id="4" name="Oval 4">
            <a:extLst>
              <a:ext uri="{FF2B5EF4-FFF2-40B4-BE49-F238E27FC236}">
                <a16:creationId xmlns:a16="http://schemas.microsoft.com/office/drawing/2014/main" id="{BDD848E0-48B3-4E0C-B992-FE1A13227BBC}"/>
              </a:ext>
            </a:extLst>
          </p:cNvPr>
          <p:cNvSpPr/>
          <p:nvPr/>
        </p:nvSpPr>
        <p:spPr>
          <a:xfrm rot="20977442">
            <a:off x="11017528" y="1177818"/>
            <a:ext cx="447268" cy="447268"/>
          </a:xfrm>
          <a:prstGeom prst="ellipse">
            <a:avLst/>
          </a:prstGeom>
          <a:solidFill>
            <a:srgbClr val="3FB793"/>
          </a:solidFill>
          <a:ln w="28575">
            <a:solidFill>
              <a:schemeClr val="bg1"/>
            </a:solid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2133" b="1">
              <a:ln w="6350">
                <a:noFill/>
              </a:ln>
              <a:gradFill flip="none" rotWithShape="1">
                <a:gsLst>
                  <a:gs pos="73000">
                    <a:srgbClr val="00C373"/>
                  </a:gs>
                  <a:gs pos="88000">
                    <a:srgbClr val="08ECDB"/>
                  </a:gs>
                  <a:gs pos="29000">
                    <a:srgbClr val="00C373"/>
                  </a:gs>
                  <a:gs pos="72000">
                    <a:srgbClr val="08ECDB"/>
                  </a:gs>
                </a:gsLst>
                <a:lin ang="1200000" scaled="0"/>
              </a:gradFill>
              <a:effectLst>
                <a:innerShdw blurRad="63500" dist="50800" dir="16200000">
                  <a:prstClr val="black">
                    <a:alpha val="50000"/>
                  </a:prstClr>
                </a:innerShdw>
              </a:effectLst>
              <a:latin typeface="Impact" pitchFamily="34" charset="0"/>
              <a:ea typeface="思源黑体旧字形 Normal" panose="020b0400000000000000" pitchFamily="34" charset="-128"/>
              <a:sym typeface="Century Gothic" panose="020b0502020202020204" pitchFamily="34" charset="0"/>
            </a:endParaRPr>
          </a:p>
        </p:txBody>
      </p:sp>
      <p:sp>
        <p:nvSpPr>
          <p:cNvPr id="5" name="Oval 5">
            <a:extLst>
              <a:ext uri="{FF2B5EF4-FFF2-40B4-BE49-F238E27FC236}">
                <a16:creationId xmlns:a16="http://schemas.microsoft.com/office/drawing/2014/main" id="{B44FECDE-6BCC-49F2-A12B-973D55B9C7FB}"/>
              </a:ext>
            </a:extLst>
          </p:cNvPr>
          <p:cNvSpPr/>
          <p:nvPr/>
        </p:nvSpPr>
        <p:spPr>
          <a:xfrm rot="904354">
            <a:off x="11061462" y="2071661"/>
            <a:ext cx="372546" cy="372546"/>
          </a:xfrm>
          <a:prstGeom prst="ellipse">
            <a:avLst/>
          </a:prstGeom>
          <a:solidFill>
            <a:srgbClr val="545D79"/>
          </a:solidFill>
          <a:ln w="28575">
            <a:solidFill>
              <a:schemeClr val="bg1"/>
            </a:solid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2133" b="1">
              <a:ln w="6350">
                <a:noFill/>
              </a:ln>
              <a:gradFill flip="none" rotWithShape="1">
                <a:gsLst>
                  <a:gs pos="73000">
                    <a:srgbClr val="00C373"/>
                  </a:gs>
                  <a:gs pos="88000">
                    <a:srgbClr val="08ECDB"/>
                  </a:gs>
                  <a:gs pos="29000">
                    <a:srgbClr val="00C373"/>
                  </a:gs>
                  <a:gs pos="72000">
                    <a:srgbClr val="08ECDB"/>
                  </a:gs>
                </a:gsLst>
                <a:lin ang="1200000" scaled="0"/>
              </a:gradFill>
              <a:effectLst>
                <a:innerShdw blurRad="63500" dist="50800" dir="16200000">
                  <a:prstClr val="black">
                    <a:alpha val="50000"/>
                  </a:prstClr>
                </a:innerShdw>
              </a:effectLst>
              <a:latin typeface="Impact" pitchFamily="34" charset="0"/>
              <a:ea typeface="思源黑体旧字形 Normal" panose="020b0400000000000000" pitchFamily="34" charset="-128"/>
              <a:sym typeface="Century Gothic" panose="020b0502020202020204" pitchFamily="34" charset="0"/>
            </a:endParaRPr>
          </a:p>
        </p:txBody>
      </p:sp>
      <p:sp>
        <p:nvSpPr>
          <p:cNvPr id="6" name="Oval 6">
            <a:extLst>
              <a:ext uri="{FF2B5EF4-FFF2-40B4-BE49-F238E27FC236}">
                <a16:creationId xmlns:a16="http://schemas.microsoft.com/office/drawing/2014/main" id="{58033B1D-1248-4559-8985-AAD62E754374}"/>
              </a:ext>
            </a:extLst>
          </p:cNvPr>
          <p:cNvSpPr/>
          <p:nvPr/>
        </p:nvSpPr>
        <p:spPr>
          <a:xfrm rot="20371916">
            <a:off x="5323581" y="4525046"/>
            <a:ext cx="372546" cy="372546"/>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id-ID" sz="1800" b="0" i="0" u="none" strike="noStrike" kern="1200" cap="none" spc="0" normalizeH="0" baseline="0" noProof="0">
              <a:ln>
                <a:noFill/>
              </a:ln>
              <a:solidFill>
                <a:prstClr val="white"/>
              </a:solidFill>
              <a:effectLst/>
              <a:uLnTx/>
              <a:uFillTx/>
              <a:latin typeface="Century Gothic" panose="020b0502020202020204" pitchFamily="34" charset="0"/>
              <a:ea typeface="思源黑体旧字形 Normal" panose="020b0400000000000000" pitchFamily="34" charset="-128"/>
              <a:cs typeface="+mn-cs"/>
              <a:sym typeface="Century Gothic" panose="020b0502020202020204" pitchFamily="34" charset="0"/>
            </a:endParaRPr>
          </a:p>
        </p:txBody>
      </p:sp>
      <p:sp>
        <p:nvSpPr>
          <p:cNvPr id="7" name="Oval 7">
            <a:extLst>
              <a:ext uri="{FF2B5EF4-FFF2-40B4-BE49-F238E27FC236}">
                <a16:creationId xmlns:a16="http://schemas.microsoft.com/office/drawing/2014/main" id="{78F0FCAA-E507-459F-9478-0CB3A665DC34}"/>
              </a:ext>
            </a:extLst>
          </p:cNvPr>
          <p:cNvSpPr/>
          <p:nvPr/>
        </p:nvSpPr>
        <p:spPr>
          <a:xfrm>
            <a:off x="6100578" y="5711320"/>
            <a:ext cx="447268" cy="447268"/>
          </a:xfrm>
          <a:prstGeom prst="ellipse">
            <a:avLst/>
          </a:prstGeom>
          <a:solidFill>
            <a:srgbClr val="545D79"/>
          </a:solidFill>
          <a:ln w="28575">
            <a:solidFill>
              <a:schemeClr val="bg1"/>
            </a:solid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2133" b="1">
              <a:ln w="6350">
                <a:noFill/>
              </a:ln>
              <a:gradFill flip="none" rotWithShape="1">
                <a:gsLst>
                  <a:gs pos="73000">
                    <a:srgbClr val="00C373"/>
                  </a:gs>
                  <a:gs pos="88000">
                    <a:srgbClr val="08ECDB"/>
                  </a:gs>
                  <a:gs pos="29000">
                    <a:srgbClr val="00C373"/>
                  </a:gs>
                  <a:gs pos="72000">
                    <a:srgbClr val="08ECDB"/>
                  </a:gs>
                </a:gsLst>
                <a:lin ang="1200000" scaled="0"/>
              </a:gradFill>
              <a:effectLst>
                <a:innerShdw blurRad="63500" dist="50800" dir="16200000">
                  <a:prstClr val="black">
                    <a:alpha val="50000"/>
                  </a:prstClr>
                </a:innerShdw>
              </a:effectLst>
              <a:latin typeface="Impact" pitchFamily="34" charset="0"/>
              <a:ea typeface="思源黑体旧字形 Normal" panose="020b0400000000000000" pitchFamily="34" charset="-128"/>
              <a:sym typeface="Century Gothic" panose="020b0502020202020204" pitchFamily="34" charset="0"/>
            </a:endParaRPr>
          </a:p>
        </p:txBody>
      </p:sp>
      <p:sp>
        <p:nvSpPr>
          <p:cNvPr id="8" name="Oval 8">
            <a:extLst>
              <a:ext uri="{FF2B5EF4-FFF2-40B4-BE49-F238E27FC236}">
                <a16:creationId xmlns:a16="http://schemas.microsoft.com/office/drawing/2014/main" id="{52726CB2-7391-46A5-B72A-6FE6AC53F481}"/>
              </a:ext>
            </a:extLst>
          </p:cNvPr>
          <p:cNvSpPr/>
          <p:nvPr/>
        </p:nvSpPr>
        <p:spPr>
          <a:xfrm rot="20556114">
            <a:off x="4978990" y="5347533"/>
            <a:ext cx="727575" cy="72757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id-ID" sz="1800" b="0" i="0" u="none" strike="noStrike" kern="1200" cap="none" spc="0" normalizeH="0" baseline="0" noProof="0">
              <a:ln>
                <a:noFill/>
              </a:ln>
              <a:solidFill>
                <a:prstClr val="white"/>
              </a:solidFill>
              <a:effectLst/>
              <a:uLnTx/>
              <a:uFillTx/>
              <a:latin typeface="Century Gothic" panose="020b0502020202020204" pitchFamily="34" charset="0"/>
              <a:ea typeface="思源黑体旧字形 Normal" panose="020b0400000000000000" pitchFamily="34" charset="-128"/>
              <a:cs typeface="+mn-cs"/>
              <a:sym typeface="Century Gothic" panose="020b0502020202020204" pitchFamily="34" charset="0"/>
            </a:endParaRPr>
          </a:p>
        </p:txBody>
      </p:sp>
      <p:sp>
        <p:nvSpPr>
          <p:cNvPr id="9" name="TextBox 12">
            <a:extLst>
              <a:ext uri="{FF2B5EF4-FFF2-40B4-BE49-F238E27FC236}">
                <a16:creationId xmlns:a16="http://schemas.microsoft.com/office/drawing/2014/main" id="{CD258312-8CD3-4433-BED6-741B336A042E}"/>
              </a:ext>
            </a:extLst>
          </p:cNvPr>
          <p:cNvSpPr txBox="1"/>
          <p:nvPr/>
        </p:nvSpPr>
        <p:spPr>
          <a:xfrm>
            <a:off x="808079" y="1366476"/>
            <a:ext cx="4315605" cy="1323439"/>
          </a:xfrm>
          <a:prstGeom prst="rect">
            <a:avLst/>
          </a:prstGeom>
          <a:noFill/>
        </p:spPr>
        <p:txBody>
          <a:bodyPr wrap="none" rtlCol="0">
            <a:spAutoFit/>
          </a:body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en-US" sz="8000" b="0" i="0" u="none" strike="noStrike" kern="1200" cap="none" spc="0" normalizeH="0" baseline="0" noProof="0">
                <a:ln>
                  <a:noFill/>
                </a:ln>
                <a:solidFill>
                  <a:schemeClr val="bg1"/>
                </a:solidFill>
                <a:effectLst/>
                <a:uLnTx/>
                <a:uFillTx/>
                <a:latin typeface="Century Gothic" panose="020b0502020202020204" pitchFamily="34" charset="0"/>
                <a:ea typeface="思源黑体旧字形 Normal" panose="020b0400000000000000" pitchFamily="34" charset="-128"/>
                <a:cs typeface="+mn-cs"/>
                <a:sym typeface="Century Gothic" panose="020b0502020202020204" pitchFamily="34" charset="0"/>
              </a:rPr>
              <a:t>PART 03</a:t>
            </a:r>
            <a:r>
              <a:rPr kumimoji="0" lang="id-ID" sz="8000" b="0" i="0" u="none" strike="noStrike" kern="1200" cap="none" spc="0" normalizeH="0" baseline="0" noProof="0">
                <a:ln>
                  <a:noFill/>
                </a:ln>
                <a:solidFill>
                  <a:schemeClr val="bg1"/>
                </a:solidFill>
                <a:effectLst/>
                <a:uLnTx/>
                <a:uFillTx/>
                <a:latin typeface="Century Gothic" panose="020b0502020202020204" pitchFamily="34" charset="0"/>
                <a:ea typeface="思源黑体旧字形 Normal" panose="020b0400000000000000" pitchFamily="34" charset="-128"/>
                <a:cs typeface="+mn-cs"/>
                <a:sym typeface="Century Gothic" panose="020b0502020202020204" pitchFamily="34" charset="0"/>
              </a:rPr>
              <a:t> </a:t>
            </a:r>
            <a:endParaRPr kumimoji="0" lang="en-US" sz="8000" b="0" i="0" u="none" strike="noStrike" kern="1200" cap="none" spc="0" normalizeH="0" baseline="0" noProof="0">
              <a:ln>
                <a:noFill/>
              </a:ln>
              <a:solidFill>
                <a:schemeClr val="bg1"/>
              </a:solidFill>
              <a:effectLst/>
              <a:uLnTx/>
              <a:uFillTx/>
              <a:latin typeface="Century Gothic" panose="020b0502020202020204" pitchFamily="34" charset="0"/>
              <a:ea typeface="思源黑体旧字形 Normal" panose="020b0400000000000000" pitchFamily="34" charset="-128"/>
              <a:cs typeface="+mn-cs"/>
              <a:sym typeface="Century Gothic" panose="020b0502020202020204" pitchFamily="34" charset="0"/>
            </a:endParaRPr>
          </a:p>
        </p:txBody>
      </p:sp>
      <p:sp>
        <p:nvSpPr>
          <p:cNvPr id="11" name="Oval 8">
            <a:extLst>
              <a:ext uri="{FF2B5EF4-FFF2-40B4-BE49-F238E27FC236}">
                <a16:creationId xmlns:a16="http://schemas.microsoft.com/office/drawing/2014/main" id="{DFA53670-AC33-4036-8737-ACD3DCC7B731}"/>
              </a:ext>
            </a:extLst>
          </p:cNvPr>
          <p:cNvSpPr/>
          <p:nvPr/>
        </p:nvSpPr>
        <p:spPr>
          <a:xfrm rot="20556114">
            <a:off x="9848801" y="5287930"/>
            <a:ext cx="727575" cy="727575"/>
          </a:xfrm>
          <a:prstGeom prst="ellipse">
            <a:avLst/>
          </a:prstGeom>
          <a:solidFill>
            <a:srgbClr val="545D79"/>
          </a:solidFill>
          <a:ln w="28575">
            <a:solidFill>
              <a:schemeClr val="bg1"/>
            </a:solid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2133" b="1">
              <a:ln w="6350">
                <a:noFill/>
              </a:ln>
              <a:gradFill flip="none" rotWithShape="1">
                <a:gsLst>
                  <a:gs pos="73000">
                    <a:srgbClr val="00C373"/>
                  </a:gs>
                  <a:gs pos="88000">
                    <a:srgbClr val="08ECDB"/>
                  </a:gs>
                  <a:gs pos="29000">
                    <a:srgbClr val="00C373"/>
                  </a:gs>
                  <a:gs pos="72000">
                    <a:srgbClr val="08ECDB"/>
                  </a:gs>
                </a:gsLst>
                <a:lin ang="1200000" scaled="0"/>
              </a:gradFill>
              <a:effectLst>
                <a:innerShdw blurRad="63500" dist="50800" dir="16200000">
                  <a:prstClr val="black">
                    <a:alpha val="50000"/>
                  </a:prstClr>
                </a:innerShdw>
              </a:effectLst>
              <a:latin typeface="Impact" pitchFamily="34" charset="0"/>
              <a:ea typeface="思源黑体旧字形 Normal" panose="020b0400000000000000" pitchFamily="34" charset="-128"/>
              <a:sym typeface="Century Gothic" panose="020b0502020202020204" pitchFamily="34" charset="0"/>
            </a:endParaRPr>
          </a:p>
        </p:txBody>
      </p:sp>
      <p:sp>
        <p:nvSpPr>
          <p:cNvPr id="12" name="Oval 8">
            <a:extLst>
              <a:ext uri="{FF2B5EF4-FFF2-40B4-BE49-F238E27FC236}">
                <a16:creationId xmlns:a16="http://schemas.microsoft.com/office/drawing/2014/main" id="{8257CA9B-334F-4972-8C67-585A711EBDCC}"/>
              </a:ext>
            </a:extLst>
          </p:cNvPr>
          <p:cNvSpPr/>
          <p:nvPr/>
        </p:nvSpPr>
        <p:spPr>
          <a:xfrm rot="20556114">
            <a:off x="11172137" y="5009595"/>
            <a:ext cx="462973" cy="462973"/>
          </a:xfrm>
          <a:prstGeom prst="ellipse">
            <a:avLst/>
          </a:prstGeom>
          <a:solidFill>
            <a:srgbClr val="3FB793"/>
          </a:solidFill>
          <a:ln w="28575">
            <a:solidFill>
              <a:schemeClr val="bg1"/>
            </a:solid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2133" b="1">
              <a:ln w="6350">
                <a:noFill/>
              </a:ln>
              <a:gradFill flip="none" rotWithShape="1">
                <a:gsLst>
                  <a:gs pos="73000">
                    <a:srgbClr val="00C373"/>
                  </a:gs>
                  <a:gs pos="88000">
                    <a:srgbClr val="08ECDB"/>
                  </a:gs>
                  <a:gs pos="29000">
                    <a:srgbClr val="00C373"/>
                  </a:gs>
                  <a:gs pos="72000">
                    <a:srgbClr val="08ECDB"/>
                  </a:gs>
                </a:gsLst>
                <a:lin ang="1200000" scaled="0"/>
              </a:gradFill>
              <a:effectLst>
                <a:innerShdw blurRad="63500" dist="50800" dir="16200000">
                  <a:prstClr val="black">
                    <a:alpha val="50000"/>
                  </a:prstClr>
                </a:innerShdw>
              </a:effectLst>
              <a:latin typeface="Impact" pitchFamily="34" charset="0"/>
              <a:ea typeface="思源黑体旧字形 Normal" panose="020b0400000000000000" pitchFamily="34" charset="-128"/>
              <a:sym typeface="Century Gothic" panose="020b0502020202020204" pitchFamily="34" charset="0"/>
            </a:endParaRPr>
          </a:p>
        </p:txBody>
      </p:sp>
      <p:sp>
        <p:nvSpPr>
          <p:cNvPr id="14" name="TextBox 11">
            <a:extLst>
              <a:ext uri="{FF2B5EF4-FFF2-40B4-BE49-F238E27FC236}">
                <a16:creationId xmlns:a16="http://schemas.microsoft.com/office/drawing/2014/main" id="{5A9AAC64-A441-4008-A2AD-C47499D6356D}"/>
              </a:ext>
            </a:extLst>
          </p:cNvPr>
          <p:cNvSpPr txBox="1">
            <a:spLocks noChangeArrowheads="1"/>
          </p:cNvSpPr>
          <p:nvPr/>
        </p:nvSpPr>
        <p:spPr bwMode="auto">
          <a:xfrm>
            <a:off x="808079" y="2917875"/>
            <a:ext cx="3877985"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2000">
                <a:solidFill>
                  <a:schemeClr val="accent2"/>
                </a:solidFill>
                <a:latin typeface="Arial" panose="020b0604020202020204" pitchFamily="34" charset="0"/>
                <a:ea typeface="微软雅黑" panose="020b0503020204020204" pitchFamily="34" charset="-122"/>
              </a:defRPr>
            </a:lvl1pPr>
            <a:lvl2pPr marL="742950" indent="-285750" eaLnBrk="0" hangingPunct="0">
              <a:spcBef>
                <a:spcPct val="20000"/>
              </a:spcBef>
              <a:buChar char="–"/>
              <a:defRPr sz="2000">
                <a:solidFill>
                  <a:schemeClr val="accent2"/>
                </a:solidFill>
                <a:latin typeface="Arial" panose="020b0604020202020204" pitchFamily="34" charset="0"/>
                <a:ea typeface="仿宋_GB2312" pitchFamily="1"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7200" b="1">
                <a:solidFill>
                  <a:srgbClr val="FFFFFF"/>
                </a:solidFill>
                <a:latin typeface="思源黑体旧字形 Normal" panose="020b0400000000000000" pitchFamily="34" charset="-128"/>
                <a:ea typeface="思源黑体旧字形 Normal" panose="020b0400000000000000" pitchFamily="34" charset="-128"/>
              </a:rPr>
              <a:t>胜任能力</a:t>
            </a:r>
          </a:p>
        </p:txBody>
      </p:sp>
      <p:sp>
        <p:nvSpPr>
          <p:cNvPr id="3" name="Oval 29">
            <a:extLst>
              <a:ext uri="{FF2B5EF4-FFF2-40B4-BE49-F238E27FC236}">
                <a16:creationId xmlns:a16="http://schemas.microsoft.com/office/drawing/2014/main" id="{FAA02FA7-3A0C-4FA7-A837-54BD3D067AEC}"/>
              </a:ext>
            </a:extLst>
          </p:cNvPr>
          <p:cNvSpPr/>
          <p:nvPr/>
        </p:nvSpPr>
        <p:spPr>
          <a:xfrm rot="21031272">
            <a:off x="5637776" y="476187"/>
            <a:ext cx="4867563" cy="4867561"/>
          </a:xfrm>
          <a:prstGeom prst="ellipse">
            <a:avLst/>
          </a:prstGeom>
          <a:blipFill dpi="0" rotWithShape="0">
            <a:blip r:embed="rId2"/>
            <a:stretch>
              <a:fillRect l="-21921" t="-10022" r="-65759" b="-14286"/>
            </a:stretch>
          </a:blipFill>
          <a:ln w="57150">
            <a:solidFill>
              <a:schemeClr val="bg1"/>
            </a:solid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2133" b="1">
              <a:ln w="6350">
                <a:noFill/>
              </a:ln>
              <a:gradFill flip="none" rotWithShape="1">
                <a:gsLst>
                  <a:gs pos="73000">
                    <a:srgbClr val="00C373"/>
                  </a:gs>
                  <a:gs pos="88000">
                    <a:srgbClr val="08ECDB"/>
                  </a:gs>
                  <a:gs pos="29000">
                    <a:srgbClr val="00C373"/>
                  </a:gs>
                  <a:gs pos="72000">
                    <a:srgbClr val="08ECDB"/>
                  </a:gs>
                </a:gsLst>
                <a:lin ang="1200000" scaled="0"/>
              </a:gradFill>
              <a:effectLst>
                <a:innerShdw blurRad="63500" dist="50800" dir="16200000">
                  <a:prstClr val="black">
                    <a:alpha val="50000"/>
                  </a:prstClr>
                </a:innerShdw>
              </a:effectLst>
              <a:latin typeface="Impact" pitchFamily="34" charset="0"/>
              <a:ea typeface="思源黑体旧字形 Normal" panose="020b0400000000000000" pitchFamily="34" charset="-128"/>
              <a:sym typeface="Century Gothic" panose="020b0502020202020204" pitchFamily="34" charset="0"/>
            </a:endParaRPr>
          </a:p>
        </p:txBody>
      </p:sp>
    </p:spTree>
    <p:extLst>
      <p:ext uri="{BB962C8B-B14F-4D97-AF65-F5344CB8AC3E}">
        <p14:creationId val="2682017919"/>
      </p:ext>
    </p:extLst>
  </p:cSld>
  <p:clrMapOvr>
    <a:masterClrMapping/>
  </p:clrMapOvr>
  <mc:AlternateContent>
    <mc:Choice xmlns:p14="http://schemas.microsoft.com/office/powerpoint/2010/main" Requires="p14">
      <p:transition spd="slow" advClick="0" advTm="0" p14:dur="800">
        <p14:flythrough/>
      </p:transition>
    </mc:Choice>
    <mc:Fallback>
      <p:transition spd="slow" advClick="0" advTm="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 presetClass="entr" presetSubtype="9"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250" fill="hold"/>
                                        <p:tgtEl>
                                          <p:spTgt spid="2"/>
                                        </p:tgtEl>
                                        <p:attrNameLst>
                                          <p:attrName>ppt_x</p:attrName>
                                        </p:attrNameLst>
                                      </p:cBhvr>
                                      <p:tavLst>
                                        <p:tav tm="0">
                                          <p:val>
                                            <p:strVal val="0-#ppt_w/2"/>
                                          </p:val>
                                        </p:tav>
                                        <p:tav tm="100000">
                                          <p:val>
                                            <p:strVal val="#ppt_x"/>
                                          </p:val>
                                        </p:tav>
                                      </p:tavLst>
                                    </p:anim>
                                    <p:anim calcmode="lin" valueType="num">
                                      <p:cBhvr additive="base">
                                        <p:cTn id="8" dur="1250" fill="hold"/>
                                        <p:tgtEl>
                                          <p:spTgt spid="2"/>
                                        </p:tgtEl>
                                        <p:attrNameLst>
                                          <p:attrName>ppt_y</p:attrName>
                                        </p:attrNameLst>
                                      </p:cBhvr>
                                      <p:tavLst>
                                        <p:tav tm="0">
                                          <p:val>
                                            <p:strVal val="0-#ppt_h/2"/>
                                          </p:val>
                                        </p:tav>
                                        <p:tav tm="100000">
                                          <p:val>
                                            <p:strVal val="#ppt_y"/>
                                          </p:val>
                                        </p:tav>
                                      </p:tavLst>
                                    </p:anim>
                                  </p:childTnLst>
                                </p:cTn>
                              </p:par>
                              <p:par>
                                <p:cTn id="9" presetID="2" presetClass="entr" presetSubtype="9" fill="hold" grpId="0" nodeType="withEffect">
                                  <p:stCondLst>
                                    <p:cond delay="50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1250" fill="hold"/>
                                        <p:tgtEl>
                                          <p:spTgt spid="3"/>
                                        </p:tgtEl>
                                        <p:attrNameLst>
                                          <p:attrName>ppt_x</p:attrName>
                                        </p:attrNameLst>
                                      </p:cBhvr>
                                      <p:tavLst>
                                        <p:tav tm="0">
                                          <p:val>
                                            <p:strVal val="0-#ppt_w/2"/>
                                          </p:val>
                                        </p:tav>
                                        <p:tav tm="100000">
                                          <p:val>
                                            <p:strVal val="#ppt_x"/>
                                          </p:val>
                                        </p:tav>
                                      </p:tavLst>
                                    </p:anim>
                                    <p:anim calcmode="lin" valueType="num">
                                      <p:cBhvr additive="base">
                                        <p:cTn id="12" dur="1250" fill="hold"/>
                                        <p:tgtEl>
                                          <p:spTgt spid="3"/>
                                        </p:tgtEl>
                                        <p:attrNameLst>
                                          <p:attrName>ppt_y</p:attrName>
                                        </p:attrNameLst>
                                      </p:cBhvr>
                                      <p:tavLst>
                                        <p:tav tm="0">
                                          <p:val>
                                            <p:strVal val="0-#ppt_h/2"/>
                                          </p:val>
                                        </p:tav>
                                        <p:tav tm="100000">
                                          <p:val>
                                            <p:strVal val="#ppt_y"/>
                                          </p:val>
                                        </p:tav>
                                      </p:tavLst>
                                    </p:anim>
                                  </p:childTnLst>
                                </p:cTn>
                              </p:par>
                            </p:childTnLst>
                          </p:cTn>
                        </p:par>
                        <p:par>
                          <p:cTn id="13" fill="hold" nodeType="afterGroup">
                            <p:stCondLst>
                              <p:cond delay="1750"/>
                            </p:stCondLst>
                            <p:childTnLst>
                              <p:par>
                                <p:cTn id="14" presetID="53" presetClass="entr" presetSubtype="16" fill="hold" grpId="0" nodeType="afterEffect">
                                  <p:stCondLst>
                                    <p:cond delay="0"/>
                                  </p:stCondLst>
                                  <p:childTnLst>
                                    <p:set>
                                      <p:cBhvr>
                                        <p:cTn id="15" dur="1" fill="hold">
                                          <p:stCondLst>
                                            <p:cond delay="0"/>
                                          </p:stCondLst>
                                        </p:cTn>
                                        <p:tgtEl>
                                          <p:spTgt spid="4"/>
                                        </p:tgtEl>
                                        <p:attrNameLst>
                                          <p:attrName>style.visibility</p:attrName>
                                        </p:attrNameLst>
                                      </p:cBhvr>
                                      <p:to>
                                        <p:strVal val="visible"/>
                                      </p:to>
                                    </p:set>
                                    <p:anim calcmode="lin" valueType="num">
                                      <p:cBhvr>
                                        <p:cTn id="16" dur="500" fill="hold"/>
                                        <p:tgtEl>
                                          <p:spTgt spid="4"/>
                                        </p:tgtEl>
                                        <p:attrNameLst>
                                          <p:attrName>ppt_w</p:attrName>
                                        </p:attrNameLst>
                                      </p:cBhvr>
                                      <p:tavLst>
                                        <p:tav tm="0">
                                          <p:val>
                                            <p:fltVal val="0"/>
                                          </p:val>
                                        </p:tav>
                                        <p:tav tm="100000">
                                          <p:val>
                                            <p:strVal val="#ppt_w"/>
                                          </p:val>
                                        </p:tav>
                                      </p:tavLst>
                                    </p:anim>
                                    <p:anim calcmode="lin" valueType="num">
                                      <p:cBhvr>
                                        <p:cTn id="17" dur="500" fill="hold"/>
                                        <p:tgtEl>
                                          <p:spTgt spid="4"/>
                                        </p:tgtEl>
                                        <p:attrNameLst>
                                          <p:attrName>ppt_h</p:attrName>
                                        </p:attrNameLst>
                                      </p:cBhvr>
                                      <p:tavLst>
                                        <p:tav tm="0">
                                          <p:val>
                                            <p:fltVal val="0"/>
                                          </p:val>
                                        </p:tav>
                                        <p:tav tm="100000">
                                          <p:val>
                                            <p:strVal val="#ppt_h"/>
                                          </p:val>
                                        </p:tav>
                                      </p:tavLst>
                                    </p:anim>
                                    <p:animEffect transition="in" filter="fade">
                                      <p:cBhvr>
                                        <p:cTn id="18" dur="500"/>
                                        <p:tgtEl>
                                          <p:spTgt spid="4"/>
                                        </p:tgtEl>
                                      </p:cBhvr>
                                    </p:animEffect>
                                  </p:childTnLst>
                                </p:cTn>
                              </p:par>
                              <p:par>
                                <p:cTn id="19" presetID="53" presetClass="entr" presetSubtype="16" fill="hold" grpId="0" nodeType="withEffect">
                                  <p:stCondLst>
                                    <p:cond delay="250"/>
                                  </p:stCondLst>
                                  <p:childTnLst>
                                    <p:set>
                                      <p:cBhvr>
                                        <p:cTn id="20" dur="1" fill="hold">
                                          <p:stCondLst>
                                            <p:cond delay="0"/>
                                          </p:stCondLst>
                                        </p:cTn>
                                        <p:tgtEl>
                                          <p:spTgt spid="5"/>
                                        </p:tgtEl>
                                        <p:attrNameLst>
                                          <p:attrName>style.visibility</p:attrName>
                                        </p:attrNameLst>
                                      </p:cBhvr>
                                      <p:to>
                                        <p:strVal val="visible"/>
                                      </p:to>
                                    </p:set>
                                    <p:anim calcmode="lin" valueType="num">
                                      <p:cBhvr>
                                        <p:cTn id="21" dur="500" fill="hold"/>
                                        <p:tgtEl>
                                          <p:spTgt spid="5"/>
                                        </p:tgtEl>
                                        <p:attrNameLst>
                                          <p:attrName>ppt_w</p:attrName>
                                        </p:attrNameLst>
                                      </p:cBhvr>
                                      <p:tavLst>
                                        <p:tav tm="0">
                                          <p:val>
                                            <p:fltVal val="0"/>
                                          </p:val>
                                        </p:tav>
                                        <p:tav tm="100000">
                                          <p:val>
                                            <p:strVal val="#ppt_w"/>
                                          </p:val>
                                        </p:tav>
                                      </p:tavLst>
                                    </p:anim>
                                    <p:anim calcmode="lin" valueType="num">
                                      <p:cBhvr>
                                        <p:cTn id="22" dur="500" fill="hold"/>
                                        <p:tgtEl>
                                          <p:spTgt spid="5"/>
                                        </p:tgtEl>
                                        <p:attrNameLst>
                                          <p:attrName>ppt_h</p:attrName>
                                        </p:attrNameLst>
                                      </p:cBhvr>
                                      <p:tavLst>
                                        <p:tav tm="0">
                                          <p:val>
                                            <p:fltVal val="0"/>
                                          </p:val>
                                        </p:tav>
                                        <p:tav tm="100000">
                                          <p:val>
                                            <p:strVal val="#ppt_h"/>
                                          </p:val>
                                        </p:tav>
                                      </p:tavLst>
                                    </p:anim>
                                    <p:animEffect transition="in" filter="fade">
                                      <p:cBhvr>
                                        <p:cTn id="23" dur="500"/>
                                        <p:tgtEl>
                                          <p:spTgt spid="5"/>
                                        </p:tgtEl>
                                      </p:cBhvr>
                                    </p:animEffect>
                                  </p:childTnLst>
                                </p:cTn>
                              </p:par>
                              <p:par>
                                <p:cTn id="24" presetID="53" presetClass="entr" presetSubtype="16" fill="hold" grpId="0" nodeType="withEffect">
                                  <p:stCondLst>
                                    <p:cond delay="500"/>
                                  </p:stCondLst>
                                  <p:childTnLst>
                                    <p:set>
                                      <p:cBhvr>
                                        <p:cTn id="25" dur="1" fill="hold">
                                          <p:stCondLst>
                                            <p:cond delay="0"/>
                                          </p:stCondLst>
                                        </p:cTn>
                                        <p:tgtEl>
                                          <p:spTgt spid="12"/>
                                        </p:tgtEl>
                                        <p:attrNameLst>
                                          <p:attrName>style.visibility</p:attrName>
                                        </p:attrNameLst>
                                      </p:cBhvr>
                                      <p:to>
                                        <p:strVal val="visible"/>
                                      </p:to>
                                    </p:set>
                                    <p:anim calcmode="lin" valueType="num">
                                      <p:cBhvr>
                                        <p:cTn id="26" dur="500" fill="hold"/>
                                        <p:tgtEl>
                                          <p:spTgt spid="12"/>
                                        </p:tgtEl>
                                        <p:attrNameLst>
                                          <p:attrName>ppt_w</p:attrName>
                                        </p:attrNameLst>
                                      </p:cBhvr>
                                      <p:tavLst>
                                        <p:tav tm="0">
                                          <p:val>
                                            <p:fltVal val="0"/>
                                          </p:val>
                                        </p:tav>
                                        <p:tav tm="100000">
                                          <p:val>
                                            <p:strVal val="#ppt_w"/>
                                          </p:val>
                                        </p:tav>
                                      </p:tavLst>
                                    </p:anim>
                                    <p:anim calcmode="lin" valueType="num">
                                      <p:cBhvr>
                                        <p:cTn id="27" dur="500" fill="hold"/>
                                        <p:tgtEl>
                                          <p:spTgt spid="12"/>
                                        </p:tgtEl>
                                        <p:attrNameLst>
                                          <p:attrName>ppt_h</p:attrName>
                                        </p:attrNameLst>
                                      </p:cBhvr>
                                      <p:tavLst>
                                        <p:tav tm="0">
                                          <p:val>
                                            <p:fltVal val="0"/>
                                          </p:val>
                                        </p:tav>
                                        <p:tav tm="100000">
                                          <p:val>
                                            <p:strVal val="#ppt_h"/>
                                          </p:val>
                                        </p:tav>
                                      </p:tavLst>
                                    </p:anim>
                                    <p:animEffect transition="in" filter="fade">
                                      <p:cBhvr>
                                        <p:cTn id="28" dur="500"/>
                                        <p:tgtEl>
                                          <p:spTgt spid="12"/>
                                        </p:tgtEl>
                                      </p:cBhvr>
                                    </p:animEffect>
                                  </p:childTnLst>
                                </p:cTn>
                              </p:par>
                              <p:par>
                                <p:cTn id="29" presetID="53" presetClass="entr" presetSubtype="16" fill="hold" grpId="0" nodeType="withEffect">
                                  <p:stCondLst>
                                    <p:cond delay="750"/>
                                  </p:stCondLst>
                                  <p:childTnLst>
                                    <p:set>
                                      <p:cBhvr>
                                        <p:cTn id="30" dur="1" fill="hold">
                                          <p:stCondLst>
                                            <p:cond delay="0"/>
                                          </p:stCondLst>
                                        </p:cTn>
                                        <p:tgtEl>
                                          <p:spTgt spid="11"/>
                                        </p:tgtEl>
                                        <p:attrNameLst>
                                          <p:attrName>style.visibility</p:attrName>
                                        </p:attrNameLst>
                                      </p:cBhvr>
                                      <p:to>
                                        <p:strVal val="visible"/>
                                      </p:to>
                                    </p:set>
                                    <p:anim calcmode="lin" valueType="num">
                                      <p:cBhvr>
                                        <p:cTn id="31" dur="500" fill="hold"/>
                                        <p:tgtEl>
                                          <p:spTgt spid="11"/>
                                        </p:tgtEl>
                                        <p:attrNameLst>
                                          <p:attrName>ppt_w</p:attrName>
                                        </p:attrNameLst>
                                      </p:cBhvr>
                                      <p:tavLst>
                                        <p:tav tm="0">
                                          <p:val>
                                            <p:fltVal val="0"/>
                                          </p:val>
                                        </p:tav>
                                        <p:tav tm="100000">
                                          <p:val>
                                            <p:strVal val="#ppt_w"/>
                                          </p:val>
                                        </p:tav>
                                      </p:tavLst>
                                    </p:anim>
                                    <p:anim calcmode="lin" valueType="num">
                                      <p:cBhvr>
                                        <p:cTn id="32" dur="500" fill="hold"/>
                                        <p:tgtEl>
                                          <p:spTgt spid="11"/>
                                        </p:tgtEl>
                                        <p:attrNameLst>
                                          <p:attrName>ppt_h</p:attrName>
                                        </p:attrNameLst>
                                      </p:cBhvr>
                                      <p:tavLst>
                                        <p:tav tm="0">
                                          <p:val>
                                            <p:fltVal val="0"/>
                                          </p:val>
                                        </p:tav>
                                        <p:tav tm="100000">
                                          <p:val>
                                            <p:strVal val="#ppt_h"/>
                                          </p:val>
                                        </p:tav>
                                      </p:tavLst>
                                    </p:anim>
                                    <p:animEffect transition="in" filter="fade">
                                      <p:cBhvr>
                                        <p:cTn id="33" dur="500"/>
                                        <p:tgtEl>
                                          <p:spTgt spid="11"/>
                                        </p:tgtEl>
                                      </p:cBhvr>
                                    </p:animEffect>
                                  </p:childTnLst>
                                </p:cTn>
                              </p:par>
                              <p:par>
                                <p:cTn id="34" presetID="53" presetClass="entr" presetSubtype="16" fill="hold" grpId="0" nodeType="withEffect">
                                  <p:stCondLst>
                                    <p:cond delay="1000"/>
                                  </p:stCondLst>
                                  <p:childTnLst>
                                    <p:set>
                                      <p:cBhvr>
                                        <p:cTn id="35" dur="1" fill="hold">
                                          <p:stCondLst>
                                            <p:cond delay="0"/>
                                          </p:stCondLst>
                                        </p:cTn>
                                        <p:tgtEl>
                                          <p:spTgt spid="6"/>
                                        </p:tgtEl>
                                        <p:attrNameLst>
                                          <p:attrName>style.visibility</p:attrName>
                                        </p:attrNameLst>
                                      </p:cBhvr>
                                      <p:to>
                                        <p:strVal val="visible"/>
                                      </p:to>
                                    </p:set>
                                    <p:anim calcmode="lin" valueType="num">
                                      <p:cBhvr>
                                        <p:cTn id="36" dur="500" fill="hold"/>
                                        <p:tgtEl>
                                          <p:spTgt spid="6"/>
                                        </p:tgtEl>
                                        <p:attrNameLst>
                                          <p:attrName>ppt_w</p:attrName>
                                        </p:attrNameLst>
                                      </p:cBhvr>
                                      <p:tavLst>
                                        <p:tav tm="0">
                                          <p:val>
                                            <p:fltVal val="0"/>
                                          </p:val>
                                        </p:tav>
                                        <p:tav tm="100000">
                                          <p:val>
                                            <p:strVal val="#ppt_w"/>
                                          </p:val>
                                        </p:tav>
                                      </p:tavLst>
                                    </p:anim>
                                    <p:anim calcmode="lin" valueType="num">
                                      <p:cBhvr>
                                        <p:cTn id="37" dur="500" fill="hold"/>
                                        <p:tgtEl>
                                          <p:spTgt spid="6"/>
                                        </p:tgtEl>
                                        <p:attrNameLst>
                                          <p:attrName>ppt_h</p:attrName>
                                        </p:attrNameLst>
                                      </p:cBhvr>
                                      <p:tavLst>
                                        <p:tav tm="0">
                                          <p:val>
                                            <p:fltVal val="0"/>
                                          </p:val>
                                        </p:tav>
                                        <p:tav tm="100000">
                                          <p:val>
                                            <p:strVal val="#ppt_h"/>
                                          </p:val>
                                        </p:tav>
                                      </p:tavLst>
                                    </p:anim>
                                    <p:animEffect transition="in" filter="fade">
                                      <p:cBhvr>
                                        <p:cTn id="38" dur="500"/>
                                        <p:tgtEl>
                                          <p:spTgt spid="6"/>
                                        </p:tgtEl>
                                      </p:cBhvr>
                                    </p:animEffect>
                                  </p:childTnLst>
                                </p:cTn>
                              </p:par>
                              <p:par>
                                <p:cTn id="39" presetID="53" presetClass="entr" presetSubtype="16" fill="hold" grpId="0" nodeType="withEffect">
                                  <p:stCondLst>
                                    <p:cond delay="1250"/>
                                  </p:stCondLst>
                                  <p:childTnLst>
                                    <p:set>
                                      <p:cBhvr>
                                        <p:cTn id="40" dur="1" fill="hold">
                                          <p:stCondLst>
                                            <p:cond delay="0"/>
                                          </p:stCondLst>
                                        </p:cTn>
                                        <p:tgtEl>
                                          <p:spTgt spid="8"/>
                                        </p:tgtEl>
                                        <p:attrNameLst>
                                          <p:attrName>style.visibility</p:attrName>
                                        </p:attrNameLst>
                                      </p:cBhvr>
                                      <p:to>
                                        <p:strVal val="visible"/>
                                      </p:to>
                                    </p:set>
                                    <p:anim calcmode="lin" valueType="num">
                                      <p:cBhvr>
                                        <p:cTn id="41" dur="500" fill="hold"/>
                                        <p:tgtEl>
                                          <p:spTgt spid="8"/>
                                        </p:tgtEl>
                                        <p:attrNameLst>
                                          <p:attrName>ppt_w</p:attrName>
                                        </p:attrNameLst>
                                      </p:cBhvr>
                                      <p:tavLst>
                                        <p:tav tm="0">
                                          <p:val>
                                            <p:fltVal val="0"/>
                                          </p:val>
                                        </p:tav>
                                        <p:tav tm="100000">
                                          <p:val>
                                            <p:strVal val="#ppt_w"/>
                                          </p:val>
                                        </p:tav>
                                      </p:tavLst>
                                    </p:anim>
                                    <p:anim calcmode="lin" valueType="num">
                                      <p:cBhvr>
                                        <p:cTn id="42" dur="500" fill="hold"/>
                                        <p:tgtEl>
                                          <p:spTgt spid="8"/>
                                        </p:tgtEl>
                                        <p:attrNameLst>
                                          <p:attrName>ppt_h</p:attrName>
                                        </p:attrNameLst>
                                      </p:cBhvr>
                                      <p:tavLst>
                                        <p:tav tm="0">
                                          <p:val>
                                            <p:fltVal val="0"/>
                                          </p:val>
                                        </p:tav>
                                        <p:tav tm="100000">
                                          <p:val>
                                            <p:strVal val="#ppt_h"/>
                                          </p:val>
                                        </p:tav>
                                      </p:tavLst>
                                    </p:anim>
                                    <p:animEffect transition="in" filter="fade">
                                      <p:cBhvr>
                                        <p:cTn id="43" dur="500"/>
                                        <p:tgtEl>
                                          <p:spTgt spid="8"/>
                                        </p:tgtEl>
                                      </p:cBhvr>
                                    </p:animEffect>
                                  </p:childTnLst>
                                </p:cTn>
                              </p:par>
                              <p:par>
                                <p:cTn id="44" presetID="53" presetClass="entr" presetSubtype="16" fill="hold" grpId="0" nodeType="withEffect">
                                  <p:stCondLst>
                                    <p:cond delay="1500"/>
                                  </p:stCondLst>
                                  <p:childTnLst>
                                    <p:set>
                                      <p:cBhvr>
                                        <p:cTn id="45" dur="1" fill="hold">
                                          <p:stCondLst>
                                            <p:cond delay="0"/>
                                          </p:stCondLst>
                                        </p:cTn>
                                        <p:tgtEl>
                                          <p:spTgt spid="7"/>
                                        </p:tgtEl>
                                        <p:attrNameLst>
                                          <p:attrName>style.visibility</p:attrName>
                                        </p:attrNameLst>
                                      </p:cBhvr>
                                      <p:to>
                                        <p:strVal val="visible"/>
                                      </p:to>
                                    </p:set>
                                    <p:anim calcmode="lin" valueType="num">
                                      <p:cBhvr>
                                        <p:cTn id="46" dur="500" fill="hold"/>
                                        <p:tgtEl>
                                          <p:spTgt spid="7"/>
                                        </p:tgtEl>
                                        <p:attrNameLst>
                                          <p:attrName>ppt_w</p:attrName>
                                        </p:attrNameLst>
                                      </p:cBhvr>
                                      <p:tavLst>
                                        <p:tav tm="0">
                                          <p:val>
                                            <p:fltVal val="0"/>
                                          </p:val>
                                        </p:tav>
                                        <p:tav tm="100000">
                                          <p:val>
                                            <p:strVal val="#ppt_w"/>
                                          </p:val>
                                        </p:tav>
                                      </p:tavLst>
                                    </p:anim>
                                    <p:anim calcmode="lin" valueType="num">
                                      <p:cBhvr>
                                        <p:cTn id="47" dur="500" fill="hold"/>
                                        <p:tgtEl>
                                          <p:spTgt spid="7"/>
                                        </p:tgtEl>
                                        <p:attrNameLst>
                                          <p:attrName>ppt_h</p:attrName>
                                        </p:attrNameLst>
                                      </p:cBhvr>
                                      <p:tavLst>
                                        <p:tav tm="0">
                                          <p:val>
                                            <p:fltVal val="0"/>
                                          </p:val>
                                        </p:tav>
                                        <p:tav tm="100000">
                                          <p:val>
                                            <p:strVal val="#ppt_h"/>
                                          </p:val>
                                        </p:tav>
                                      </p:tavLst>
                                    </p:anim>
                                    <p:animEffect transition="in" filter="fade">
                                      <p:cBhvr>
                                        <p:cTn id="48" dur="500"/>
                                        <p:tgtEl>
                                          <p:spTgt spid="7"/>
                                        </p:tgtEl>
                                      </p:cBhvr>
                                    </p:animEffect>
                                  </p:childTnLst>
                                </p:cTn>
                              </p:par>
                            </p:childTnLst>
                          </p:cTn>
                        </p:par>
                        <p:par>
                          <p:cTn id="49" fill="hold" nodeType="afterGroup">
                            <p:stCondLst>
                              <p:cond delay="3750"/>
                            </p:stCondLst>
                            <p:childTnLst>
                              <p:par>
                                <p:cTn id="50" presetID="22" presetClass="entr" presetSubtype="8" fill="hold" grpId="0" nodeType="afterEffect">
                                  <p:stCondLst>
                                    <p:cond delay="0"/>
                                  </p:stCondLst>
                                  <p:childTnLst>
                                    <p:set>
                                      <p:cBhvr>
                                        <p:cTn id="51" dur="1" fill="hold">
                                          <p:stCondLst>
                                            <p:cond delay="0"/>
                                          </p:stCondLst>
                                        </p:cTn>
                                        <p:tgtEl>
                                          <p:spTgt spid="9"/>
                                        </p:tgtEl>
                                        <p:attrNameLst>
                                          <p:attrName>style.visibility</p:attrName>
                                        </p:attrNameLst>
                                      </p:cBhvr>
                                      <p:to>
                                        <p:strVal val="visible"/>
                                      </p:to>
                                    </p:set>
                                    <p:animEffect transition="in" filter="wipe(left)">
                                      <p:cBhvr>
                                        <p:cTn id="52" dur="500"/>
                                        <p:tgtEl>
                                          <p:spTgt spid="9"/>
                                        </p:tgtEl>
                                      </p:cBhvr>
                                    </p:animEffect>
                                  </p:childTnLst>
                                </p:cTn>
                              </p:par>
                            </p:childTnLst>
                          </p:cTn>
                        </p:par>
                        <p:par>
                          <p:cTn id="53" fill="hold" nodeType="afterGroup">
                            <p:stCondLst>
                              <p:cond delay="4250"/>
                            </p:stCondLst>
                            <p:childTnLst>
                              <p:par>
                                <p:cTn id="54" presetID="53" presetClass="entr" presetSubtype="16" fill="hold" grpId="0" nodeType="afterEffect">
                                  <p:stCondLst>
                                    <p:cond delay="0"/>
                                  </p:stCondLst>
                                  <p:iterate type="lt">
                                    <p:tmPct val="10000"/>
                                  </p:iterate>
                                  <p:childTnLst>
                                    <p:set>
                                      <p:cBhvr>
                                        <p:cTn id="55" dur="1" fill="hold">
                                          <p:stCondLst>
                                            <p:cond delay="0"/>
                                          </p:stCondLst>
                                        </p:cTn>
                                        <p:tgtEl>
                                          <p:spTgt spid="14"/>
                                        </p:tgtEl>
                                        <p:attrNameLst>
                                          <p:attrName>style.visibility</p:attrName>
                                        </p:attrNameLst>
                                      </p:cBhvr>
                                      <p:to>
                                        <p:strVal val="visible"/>
                                      </p:to>
                                    </p:set>
                                    <p:anim calcmode="lin" valueType="num">
                                      <p:cBhvr>
                                        <p:cTn id="56" dur="500" fill="hold"/>
                                        <p:tgtEl>
                                          <p:spTgt spid="14"/>
                                        </p:tgtEl>
                                        <p:attrNameLst>
                                          <p:attrName>ppt_w</p:attrName>
                                        </p:attrNameLst>
                                      </p:cBhvr>
                                      <p:tavLst>
                                        <p:tav tm="0">
                                          <p:val>
                                            <p:fltVal val="0"/>
                                          </p:val>
                                        </p:tav>
                                        <p:tav tm="100000">
                                          <p:val>
                                            <p:strVal val="#ppt_w"/>
                                          </p:val>
                                        </p:tav>
                                      </p:tavLst>
                                    </p:anim>
                                    <p:anim calcmode="lin" valueType="num">
                                      <p:cBhvr>
                                        <p:cTn id="57" dur="500" fill="hold"/>
                                        <p:tgtEl>
                                          <p:spTgt spid="14"/>
                                        </p:tgtEl>
                                        <p:attrNameLst>
                                          <p:attrName>ppt_h</p:attrName>
                                        </p:attrNameLst>
                                      </p:cBhvr>
                                      <p:tavLst>
                                        <p:tav tm="0">
                                          <p:val>
                                            <p:fltVal val="0"/>
                                          </p:val>
                                        </p:tav>
                                        <p:tav tm="100000">
                                          <p:val>
                                            <p:strVal val="#ppt_h"/>
                                          </p:val>
                                        </p:tav>
                                      </p:tavLst>
                                    </p:anim>
                                    <p:animEffect transition="in" filter="fade">
                                      <p:cBhvr>
                                        <p:cTn id="58"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P spid="5" grpId="0" animBg="1"/>
      <p:bldP spid="6" grpId="0" animBg="1"/>
      <p:bldP spid="7" grpId="0" animBg="1"/>
      <p:bldP spid="8" grpId="0" animBg="1"/>
      <p:bldP spid="9" grpId="0"/>
      <p:bldP spid="11" grpId="0" animBg="1"/>
      <p:bldP spid="12" grpId="0" animBg="1"/>
      <p:bldP spid="14" grpId="0"/>
      <p:bldP spid="3" grpId="0" animBg="1"/>
    </p:bldLst>
  </p:timing>
</p:sld>
</file>

<file path=ppt/slides/slide16.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grpSp>
        <p:nvGrpSpPr>
          <p:cNvPr id="2" name="组合 1"/>
          <p:cNvGrpSpPr/>
          <p:nvPr/>
        </p:nvGrpSpPr>
        <p:grpSpPr>
          <a:xfrm>
            <a:off x="327153" y="318911"/>
            <a:ext cx="529037" cy="529037"/>
            <a:chOff x="327153" y="318911"/>
            <a:chExt cx="529037" cy="529037"/>
          </a:xfrm>
        </p:grpSpPr>
        <p:sp>
          <p:nvSpPr>
            <p:cNvPr id="3" name="圆角矩形 2"/>
            <p:cNvSpPr/>
            <p:nvPr/>
          </p:nvSpPr>
          <p:spPr>
            <a:xfrm rot="18926424">
              <a:off x="327153" y="318911"/>
              <a:ext cx="529037" cy="529037"/>
            </a:xfrm>
            <a:prstGeom prst="roundRect">
              <a:avLst/>
            </a:prstGeom>
            <a:solidFill>
              <a:srgbClr val="545D79"/>
            </a:solidFill>
            <a:ln>
              <a:noFill/>
            </a:ln>
            <a:effectLst>
              <a:outerShdw blurRad="63500" algn="ctr" rotWithShape="0">
                <a:prstClr val="black">
                  <a:alpha val="40000"/>
                </a:prstClr>
              </a:outerShdw>
            </a:effectLst>
          </p:spPr>
          <p:txBody>
            <a:bodyPr vert="horz" wrap="square" lIns="91440" tIns="45720" rIns="91440" bIns="45720" numCol="1" anchor="ctr" anchorCtr="0" compatLnSpc="1">
              <a:prstTxWarp prst="textNoShape">
                <a:avLst/>
              </a:prstTxWarp>
            </a:bodyPr>
            <a:lstStyle/>
            <a:p>
              <a:pPr algn="ctr"/>
              <a:endParaRPr lang="zh-CN" altLang="en-US" sz="4800">
                <a:solidFill>
                  <a:prstClr val="white"/>
                </a:solidFill>
                <a:latin typeface="思源黑体旧字形 Normal" panose="020b0400000000000000" pitchFamily="34" charset="-128"/>
                <a:ea typeface="思源黑体旧字形 Normal" panose="020b0400000000000000" pitchFamily="34" charset="-128"/>
              </a:endParaRPr>
            </a:p>
          </p:txBody>
        </p:sp>
        <p:sp>
          <p:nvSpPr>
            <p:cNvPr id="4" name="MH_Other_2"/>
            <p:cNvSpPr/>
            <p:nvPr>
              <p:custDataLst>
                <p:tags r:id="rId3"/>
              </p:custDataLst>
            </p:nvPr>
          </p:nvSpPr>
          <p:spPr bwMode="auto">
            <a:xfrm>
              <a:off x="440450" y="441196"/>
              <a:ext cx="302442" cy="284465"/>
            </a:xfrm>
            <a:custGeom>
              <a:gdLst>
                <a:gd name="T0" fmla="*/ 373604 w 1361803"/>
                <a:gd name="T1" fmla="*/ 882437 h 1281345"/>
                <a:gd name="T2" fmla="*/ 476200 w 1361803"/>
                <a:gd name="T3" fmla="*/ 923828 h 1281345"/>
                <a:gd name="T4" fmla="*/ 554139 w 1361803"/>
                <a:gd name="T5" fmla="*/ 940808 h 1281345"/>
                <a:gd name="T6" fmla="*/ 528484 w 1361803"/>
                <a:gd name="T7" fmla="*/ 1017215 h 1281345"/>
                <a:gd name="T8" fmla="*/ 460417 w 1361803"/>
                <a:gd name="T9" fmla="*/ 1039501 h 1281345"/>
                <a:gd name="T10" fmla="*/ 352881 w 1361803"/>
                <a:gd name="T11" fmla="*/ 976886 h 1281345"/>
                <a:gd name="T12" fmla="*/ 286785 w 1361803"/>
                <a:gd name="T13" fmla="*/ 1049049 h 1281345"/>
                <a:gd name="T14" fmla="*/ 312434 w 1361803"/>
                <a:gd name="T15" fmla="*/ 885625 h 1281345"/>
                <a:gd name="T16" fmla="*/ 274750 w 1361803"/>
                <a:gd name="T17" fmla="*/ 686240 h 1281345"/>
                <a:gd name="T18" fmla="*/ 665920 w 1361803"/>
                <a:gd name="T19" fmla="*/ 686240 h 1281345"/>
                <a:gd name="T20" fmla="*/ 633318 w 1361803"/>
                <a:gd name="T21" fmla="*/ 771039 h 1281345"/>
                <a:gd name="T22" fmla="*/ 270797 w 1361803"/>
                <a:gd name="T23" fmla="*/ 776338 h 1281345"/>
                <a:gd name="T24" fmla="*/ 255979 w 1361803"/>
                <a:gd name="T25" fmla="*/ 705323 h 1281345"/>
                <a:gd name="T26" fmla="*/ 278558 w 1361803"/>
                <a:gd name="T27" fmla="*/ 503808 h 1281345"/>
                <a:gd name="T28" fmla="*/ 746925 w 1361803"/>
                <a:gd name="T29" fmla="*/ 503808 h 1281345"/>
                <a:gd name="T30" fmla="*/ 766688 w 1361803"/>
                <a:gd name="T31" fmla="*/ 555844 h 1281345"/>
                <a:gd name="T32" fmla="*/ 279544 w 1361803"/>
                <a:gd name="T33" fmla="*/ 593008 h 1281345"/>
                <a:gd name="T34" fmla="*/ 256813 w 1361803"/>
                <a:gd name="T35" fmla="*/ 527172 h 1281345"/>
                <a:gd name="T36" fmla="*/ 944591 w 1361803"/>
                <a:gd name="T37" fmla="*/ 452716 h 1281345"/>
                <a:gd name="T38" fmla="*/ 1023588 w 1361803"/>
                <a:gd name="T39" fmla="*/ 643756 h 1281345"/>
                <a:gd name="T40" fmla="*/ 636495 w 1361803"/>
                <a:gd name="T41" fmla="*/ 1040700 h 1281345"/>
                <a:gd name="T42" fmla="*/ 601932 w 1361803"/>
                <a:gd name="T43" fmla="*/ 1010980 h 1281345"/>
                <a:gd name="T44" fmla="*/ 940644 w 1361803"/>
                <a:gd name="T45" fmla="*/ 460140 h 1281345"/>
                <a:gd name="T46" fmla="*/ 1339566 w 1361803"/>
                <a:gd name="T47" fmla="*/ 322482 h 1281345"/>
                <a:gd name="T48" fmla="*/ 1356355 w 1361803"/>
                <a:gd name="T49" fmla="*/ 373372 h 1281345"/>
                <a:gd name="T50" fmla="*/ 1136163 w 1361803"/>
                <a:gd name="T51" fmla="*/ 663855 h 1281345"/>
                <a:gd name="T52" fmla="*/ 1082839 w 1361803"/>
                <a:gd name="T53" fmla="*/ 676580 h 1281345"/>
                <a:gd name="T54" fmla="*/ 1123322 w 1361803"/>
                <a:gd name="T55" fmla="*/ 596008 h 1281345"/>
                <a:gd name="T56" fmla="*/ 1312908 w 1361803"/>
                <a:gd name="T57" fmla="*/ 334145 h 1281345"/>
                <a:gd name="T58" fmla="*/ 526769 w 1361803"/>
                <a:gd name="T59" fmla="*/ 229043 h 1281345"/>
                <a:gd name="T60" fmla="*/ 766688 w 1361803"/>
                <a:gd name="T61" fmla="*/ 244970 h 1281345"/>
                <a:gd name="T62" fmla="*/ 749907 w 1361803"/>
                <a:gd name="T63" fmla="*/ 318243 h 1281345"/>
                <a:gd name="T64" fmla="*/ 529735 w 1361803"/>
                <a:gd name="T65" fmla="*/ 318243 h 1281345"/>
                <a:gd name="T66" fmla="*/ 511959 w 1361803"/>
                <a:gd name="T67" fmla="*/ 246034 h 1281345"/>
                <a:gd name="T68" fmla="*/ 1245419 w 1361803"/>
                <a:gd name="T69" fmla="*/ 137724 h 1281345"/>
                <a:gd name="T70" fmla="*/ 1309122 w 1361803"/>
                <a:gd name="T71" fmla="*/ 239622 h 1281345"/>
                <a:gd name="T72" fmla="*/ 1116528 w 1361803"/>
                <a:gd name="T73" fmla="*/ 531150 h 1281345"/>
                <a:gd name="T74" fmla="*/ 998003 w 1361803"/>
                <a:gd name="T75" fmla="*/ 384860 h 1281345"/>
                <a:gd name="T76" fmla="*/ 1207394 w 1361803"/>
                <a:gd name="T77" fmla="*/ 148457 h 1281345"/>
                <a:gd name="T78" fmla="*/ 327005 w 1361803"/>
                <a:gd name="T79" fmla="*/ 0 h 1281345"/>
                <a:gd name="T80" fmla="*/ 1023501 w 1361803"/>
                <a:gd name="T81" fmla="*/ 136834 h 1281345"/>
                <a:gd name="T82" fmla="*/ 1015602 w 1361803"/>
                <a:gd name="T83" fmla="*/ 237608 h 1281345"/>
                <a:gd name="T84" fmla="*/ 909891 w 1361803"/>
                <a:gd name="T85" fmla="*/ 379745 h 1281345"/>
                <a:gd name="T86" fmla="*/ 897047 w 1361803"/>
                <a:gd name="T87" fmla="*/ 313980 h 1281345"/>
                <a:gd name="T88" fmla="*/ 872348 w 1361803"/>
                <a:gd name="T89" fmla="*/ 135772 h 1281345"/>
                <a:gd name="T90" fmla="*/ 382329 w 1361803"/>
                <a:gd name="T91" fmla="*/ 135772 h 1281345"/>
                <a:gd name="T92" fmla="*/ 382329 w 1361803"/>
                <a:gd name="T93" fmla="*/ 313980 h 1281345"/>
                <a:gd name="T94" fmla="*/ 143255 w 1361803"/>
                <a:gd name="T95" fmla="*/ 409444 h 1281345"/>
                <a:gd name="T96" fmla="*/ 126454 w 1361803"/>
                <a:gd name="T97" fmla="*/ 428538 h 1281345"/>
                <a:gd name="T98" fmla="*/ 151153 w 1361803"/>
                <a:gd name="T99" fmla="*/ 1143476 h 1281345"/>
                <a:gd name="T100" fmla="*/ 897047 w 1361803"/>
                <a:gd name="T101" fmla="*/ 1115897 h 1281345"/>
                <a:gd name="T102" fmla="*/ 902973 w 1361803"/>
                <a:gd name="T103" fmla="*/ 902690 h 1281345"/>
                <a:gd name="T104" fmla="*/ 1022515 w 1361803"/>
                <a:gd name="T105" fmla="*/ 767972 h 1281345"/>
                <a:gd name="T106" fmla="*/ 1023501 w 1361803"/>
                <a:gd name="T107" fmla="*/ 1133931 h 1281345"/>
                <a:gd name="T108" fmla="*/ 131394 w 1361803"/>
                <a:gd name="T109" fmla="*/ 1279248 h 1281345"/>
                <a:gd name="T110" fmla="*/ 0 w 1361803"/>
                <a:gd name="T111" fmla="*/ 335193 h 1281345"/>
                <a:gd name="T112" fmla="*/ 261801 w 1361803"/>
                <a:gd name="T113" fmla="*/ 28642 h 1281345"/>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1361803" h="1281345">
                  <a:moveTo>
                    <a:pt x="340187" y="867542"/>
                  </a:moveTo>
                  <a:cubicBezTo>
                    <a:pt x="351512" y="867144"/>
                    <a:pt x="363575" y="872724"/>
                    <a:pt x="372930" y="883885"/>
                  </a:cubicBezTo>
                  <a:cubicBezTo>
                    <a:pt x="394595" y="907270"/>
                    <a:pt x="415275" y="931718"/>
                    <a:pt x="436940" y="957229"/>
                  </a:cubicBezTo>
                  <a:cubicBezTo>
                    <a:pt x="449742" y="946599"/>
                    <a:pt x="462543" y="935970"/>
                    <a:pt x="475345" y="925340"/>
                  </a:cubicBezTo>
                  <a:cubicBezTo>
                    <a:pt x="492086" y="911522"/>
                    <a:pt x="506857" y="910459"/>
                    <a:pt x="525568" y="923214"/>
                  </a:cubicBezTo>
                  <a:cubicBezTo>
                    <a:pt x="535415" y="929592"/>
                    <a:pt x="544278" y="935970"/>
                    <a:pt x="553141" y="942347"/>
                  </a:cubicBezTo>
                  <a:cubicBezTo>
                    <a:pt x="545263" y="967858"/>
                    <a:pt x="538370" y="993369"/>
                    <a:pt x="530492" y="1018880"/>
                  </a:cubicBezTo>
                  <a:cubicBezTo>
                    <a:pt x="528522" y="1018880"/>
                    <a:pt x="528522" y="1018880"/>
                    <a:pt x="527537" y="1018880"/>
                  </a:cubicBezTo>
                  <a:cubicBezTo>
                    <a:pt x="509812" y="1000810"/>
                    <a:pt x="494056" y="1007187"/>
                    <a:pt x="479284" y="1024195"/>
                  </a:cubicBezTo>
                  <a:cubicBezTo>
                    <a:pt x="473376" y="1030572"/>
                    <a:pt x="466482" y="1035887"/>
                    <a:pt x="459589" y="1041202"/>
                  </a:cubicBezTo>
                  <a:cubicBezTo>
                    <a:pt x="438909" y="1058209"/>
                    <a:pt x="420199" y="1056083"/>
                    <a:pt x="402473" y="1035887"/>
                  </a:cubicBezTo>
                  <a:cubicBezTo>
                    <a:pt x="385732" y="1017817"/>
                    <a:pt x="369976" y="998684"/>
                    <a:pt x="352251" y="978488"/>
                  </a:cubicBezTo>
                  <a:cubicBezTo>
                    <a:pt x="343388" y="995495"/>
                    <a:pt x="335510" y="1012502"/>
                    <a:pt x="327632" y="1028446"/>
                  </a:cubicBezTo>
                  <a:cubicBezTo>
                    <a:pt x="318769" y="1046517"/>
                    <a:pt x="303013" y="1053957"/>
                    <a:pt x="286272" y="1050768"/>
                  </a:cubicBezTo>
                  <a:cubicBezTo>
                    <a:pt x="262638" y="1046517"/>
                    <a:pt x="248851" y="1019943"/>
                    <a:pt x="259683" y="995495"/>
                  </a:cubicBezTo>
                  <a:cubicBezTo>
                    <a:pt x="276424" y="959355"/>
                    <a:pt x="293165" y="922151"/>
                    <a:pt x="311876" y="887074"/>
                  </a:cubicBezTo>
                  <a:cubicBezTo>
                    <a:pt x="318276" y="874318"/>
                    <a:pt x="328863" y="867941"/>
                    <a:pt x="340187" y="867542"/>
                  </a:cubicBezTo>
                  <a:close/>
                  <a:moveTo>
                    <a:pt x="274255" y="687365"/>
                  </a:moveTo>
                  <a:cubicBezTo>
                    <a:pt x="330459" y="687365"/>
                    <a:pt x="386662" y="687365"/>
                    <a:pt x="442866" y="687365"/>
                  </a:cubicBezTo>
                  <a:cubicBezTo>
                    <a:pt x="516819" y="687365"/>
                    <a:pt x="590771" y="687365"/>
                    <a:pt x="664723" y="687365"/>
                  </a:cubicBezTo>
                  <a:cubicBezTo>
                    <a:pt x="670640" y="687365"/>
                    <a:pt x="675570" y="687365"/>
                    <a:pt x="684444" y="687365"/>
                  </a:cubicBezTo>
                  <a:cubicBezTo>
                    <a:pt x="666695" y="718154"/>
                    <a:pt x="649933" y="745757"/>
                    <a:pt x="632184" y="772299"/>
                  </a:cubicBezTo>
                  <a:cubicBezTo>
                    <a:pt x="630212" y="775484"/>
                    <a:pt x="625282" y="776545"/>
                    <a:pt x="621338" y="776545"/>
                  </a:cubicBezTo>
                  <a:cubicBezTo>
                    <a:pt x="504000" y="777607"/>
                    <a:pt x="387648" y="776545"/>
                    <a:pt x="270311" y="777607"/>
                  </a:cubicBezTo>
                  <a:cubicBezTo>
                    <a:pt x="259464" y="777607"/>
                    <a:pt x="255520" y="772299"/>
                    <a:pt x="256506" y="760620"/>
                  </a:cubicBezTo>
                  <a:cubicBezTo>
                    <a:pt x="256506" y="742572"/>
                    <a:pt x="256506" y="724524"/>
                    <a:pt x="255520" y="706475"/>
                  </a:cubicBezTo>
                  <a:cubicBezTo>
                    <a:pt x="255520" y="691612"/>
                    <a:pt x="261436" y="687365"/>
                    <a:pt x="274255" y="687365"/>
                  </a:cubicBezTo>
                  <a:close/>
                  <a:moveTo>
                    <a:pt x="278054" y="504636"/>
                  </a:moveTo>
                  <a:cubicBezTo>
                    <a:pt x="354989" y="504636"/>
                    <a:pt x="432911" y="504636"/>
                    <a:pt x="509846" y="504636"/>
                  </a:cubicBezTo>
                  <a:cubicBezTo>
                    <a:pt x="588754" y="504636"/>
                    <a:pt x="666676" y="504636"/>
                    <a:pt x="745584" y="504636"/>
                  </a:cubicBezTo>
                  <a:cubicBezTo>
                    <a:pt x="764325" y="504636"/>
                    <a:pt x="765311" y="505700"/>
                    <a:pt x="765311" y="524845"/>
                  </a:cubicBezTo>
                  <a:cubicBezTo>
                    <a:pt x="765311" y="535481"/>
                    <a:pt x="765311" y="546117"/>
                    <a:pt x="765311" y="556753"/>
                  </a:cubicBezTo>
                  <a:cubicBezTo>
                    <a:pt x="765311" y="580153"/>
                    <a:pt x="752489" y="593980"/>
                    <a:pt x="730789" y="593980"/>
                  </a:cubicBezTo>
                  <a:cubicBezTo>
                    <a:pt x="580863" y="593980"/>
                    <a:pt x="429952" y="593980"/>
                    <a:pt x="279040" y="593980"/>
                  </a:cubicBezTo>
                  <a:cubicBezTo>
                    <a:pt x="256354" y="593980"/>
                    <a:pt x="256354" y="592917"/>
                    <a:pt x="256354" y="569517"/>
                  </a:cubicBezTo>
                  <a:cubicBezTo>
                    <a:pt x="256354" y="555690"/>
                    <a:pt x="256354" y="541863"/>
                    <a:pt x="256354" y="528036"/>
                  </a:cubicBezTo>
                  <a:cubicBezTo>
                    <a:pt x="256354" y="504636"/>
                    <a:pt x="256354" y="504636"/>
                    <a:pt x="278054" y="504636"/>
                  </a:cubicBezTo>
                  <a:close/>
                  <a:moveTo>
                    <a:pt x="942895" y="453454"/>
                  </a:moveTo>
                  <a:cubicBezTo>
                    <a:pt x="989224" y="494914"/>
                    <a:pt x="1033581" y="534249"/>
                    <a:pt x="1077938" y="574646"/>
                  </a:cubicBezTo>
                  <a:cubicBezTo>
                    <a:pt x="1059210" y="599097"/>
                    <a:pt x="1040481" y="622484"/>
                    <a:pt x="1021752" y="644809"/>
                  </a:cubicBezTo>
                  <a:cubicBezTo>
                    <a:pt x="928109" y="760685"/>
                    <a:pt x="831509" y="874435"/>
                    <a:pt x="722095" y="974365"/>
                  </a:cubicBezTo>
                  <a:cubicBezTo>
                    <a:pt x="695481" y="999879"/>
                    <a:pt x="664923" y="1021141"/>
                    <a:pt x="635352" y="1042403"/>
                  </a:cubicBezTo>
                  <a:cubicBezTo>
                    <a:pt x="626481" y="1048781"/>
                    <a:pt x="613666" y="1046655"/>
                    <a:pt x="601838" y="1048781"/>
                  </a:cubicBezTo>
                  <a:cubicBezTo>
                    <a:pt x="601838" y="1037087"/>
                    <a:pt x="596909" y="1023267"/>
                    <a:pt x="600852" y="1012636"/>
                  </a:cubicBezTo>
                  <a:cubicBezTo>
                    <a:pt x="619581" y="969050"/>
                    <a:pt x="637323" y="924400"/>
                    <a:pt x="659995" y="882940"/>
                  </a:cubicBezTo>
                  <a:cubicBezTo>
                    <a:pt x="741809" y="734108"/>
                    <a:pt x="838409" y="595907"/>
                    <a:pt x="938952" y="460896"/>
                  </a:cubicBezTo>
                  <a:cubicBezTo>
                    <a:pt x="939938" y="458770"/>
                    <a:pt x="940924" y="456643"/>
                    <a:pt x="942895" y="453454"/>
                  </a:cubicBezTo>
                  <a:close/>
                  <a:moveTo>
                    <a:pt x="1337162" y="323013"/>
                  </a:moveTo>
                  <a:cubicBezTo>
                    <a:pt x="1348990" y="326198"/>
                    <a:pt x="1361803" y="343189"/>
                    <a:pt x="1361803" y="358055"/>
                  </a:cubicBezTo>
                  <a:cubicBezTo>
                    <a:pt x="1359832" y="361241"/>
                    <a:pt x="1357861" y="367612"/>
                    <a:pt x="1353918" y="373984"/>
                  </a:cubicBezTo>
                  <a:cubicBezTo>
                    <a:pt x="1300693" y="447255"/>
                    <a:pt x="1247469" y="521588"/>
                    <a:pt x="1194244" y="594859"/>
                  </a:cubicBezTo>
                  <a:cubicBezTo>
                    <a:pt x="1175517" y="619282"/>
                    <a:pt x="1154818" y="642644"/>
                    <a:pt x="1134120" y="664944"/>
                  </a:cubicBezTo>
                  <a:cubicBezTo>
                    <a:pt x="1125249" y="673439"/>
                    <a:pt x="1113421" y="678749"/>
                    <a:pt x="1101594" y="682996"/>
                  </a:cubicBezTo>
                  <a:cubicBezTo>
                    <a:pt x="1095680" y="685120"/>
                    <a:pt x="1083852" y="682996"/>
                    <a:pt x="1080895" y="677687"/>
                  </a:cubicBezTo>
                  <a:cubicBezTo>
                    <a:pt x="1077938" y="671315"/>
                    <a:pt x="1077938" y="658573"/>
                    <a:pt x="1080895" y="652201"/>
                  </a:cubicBezTo>
                  <a:cubicBezTo>
                    <a:pt x="1092723" y="633087"/>
                    <a:pt x="1107507" y="615035"/>
                    <a:pt x="1121306" y="596983"/>
                  </a:cubicBezTo>
                  <a:cubicBezTo>
                    <a:pt x="1175517" y="522650"/>
                    <a:pt x="1229727" y="449379"/>
                    <a:pt x="1284923" y="375046"/>
                  </a:cubicBezTo>
                  <a:cubicBezTo>
                    <a:pt x="1293794" y="362303"/>
                    <a:pt x="1302665" y="348498"/>
                    <a:pt x="1310550" y="334694"/>
                  </a:cubicBezTo>
                  <a:cubicBezTo>
                    <a:pt x="1317449" y="324075"/>
                    <a:pt x="1325334" y="318765"/>
                    <a:pt x="1337162" y="323013"/>
                  </a:cubicBezTo>
                  <a:close/>
                  <a:moveTo>
                    <a:pt x="525824" y="229421"/>
                  </a:moveTo>
                  <a:cubicBezTo>
                    <a:pt x="600725" y="229421"/>
                    <a:pt x="675627" y="229421"/>
                    <a:pt x="750528" y="229421"/>
                  </a:cubicBezTo>
                  <a:cubicBezTo>
                    <a:pt x="761369" y="229421"/>
                    <a:pt x="765311" y="233676"/>
                    <a:pt x="765311" y="245375"/>
                  </a:cubicBezTo>
                  <a:cubicBezTo>
                    <a:pt x="764326" y="264521"/>
                    <a:pt x="764326" y="282602"/>
                    <a:pt x="765311" y="301747"/>
                  </a:cubicBezTo>
                  <a:cubicBezTo>
                    <a:pt x="765311" y="314511"/>
                    <a:pt x="760383" y="318765"/>
                    <a:pt x="748557" y="318765"/>
                  </a:cubicBezTo>
                  <a:cubicBezTo>
                    <a:pt x="711106" y="318765"/>
                    <a:pt x="674641" y="318765"/>
                    <a:pt x="638176" y="318765"/>
                  </a:cubicBezTo>
                  <a:cubicBezTo>
                    <a:pt x="601711" y="318765"/>
                    <a:pt x="565246" y="317702"/>
                    <a:pt x="528781" y="318765"/>
                  </a:cubicBezTo>
                  <a:cubicBezTo>
                    <a:pt x="515969" y="318765"/>
                    <a:pt x="511041" y="313447"/>
                    <a:pt x="511041" y="299620"/>
                  </a:cubicBezTo>
                  <a:cubicBezTo>
                    <a:pt x="512027" y="282602"/>
                    <a:pt x="512027" y="264521"/>
                    <a:pt x="511041" y="246439"/>
                  </a:cubicBezTo>
                  <a:cubicBezTo>
                    <a:pt x="511041" y="234739"/>
                    <a:pt x="514983" y="229421"/>
                    <a:pt x="525824" y="229421"/>
                  </a:cubicBezTo>
                  <a:close/>
                  <a:moveTo>
                    <a:pt x="1243182" y="137949"/>
                  </a:moveTo>
                  <a:cubicBezTo>
                    <a:pt x="1255260" y="139675"/>
                    <a:pt x="1267337" y="146577"/>
                    <a:pt x="1281140" y="158257"/>
                  </a:cubicBezTo>
                  <a:cubicBezTo>
                    <a:pt x="1308745" y="183741"/>
                    <a:pt x="1317618" y="208163"/>
                    <a:pt x="1306773" y="240018"/>
                  </a:cubicBezTo>
                  <a:cubicBezTo>
                    <a:pt x="1300858" y="257008"/>
                    <a:pt x="1294942" y="275059"/>
                    <a:pt x="1285083" y="289925"/>
                  </a:cubicBezTo>
                  <a:cubicBezTo>
                    <a:pt x="1228886" y="370624"/>
                    <a:pt x="1171704" y="450262"/>
                    <a:pt x="1114521" y="532023"/>
                  </a:cubicBezTo>
                  <a:cubicBezTo>
                    <a:pt x="1066212" y="489550"/>
                    <a:pt x="1022832" y="450262"/>
                    <a:pt x="977480" y="410974"/>
                  </a:cubicBezTo>
                  <a:cubicBezTo>
                    <a:pt x="984381" y="401417"/>
                    <a:pt x="990297" y="392923"/>
                    <a:pt x="996212" y="385490"/>
                  </a:cubicBezTo>
                  <a:cubicBezTo>
                    <a:pt x="1050437" y="319656"/>
                    <a:pt x="1103676" y="252760"/>
                    <a:pt x="1157901" y="187988"/>
                  </a:cubicBezTo>
                  <a:cubicBezTo>
                    <a:pt x="1170718" y="172061"/>
                    <a:pt x="1188464" y="159319"/>
                    <a:pt x="1205225" y="148700"/>
                  </a:cubicBezTo>
                  <a:cubicBezTo>
                    <a:pt x="1219027" y="139675"/>
                    <a:pt x="1231105" y="136224"/>
                    <a:pt x="1243182" y="137949"/>
                  </a:cubicBezTo>
                  <a:close/>
                  <a:moveTo>
                    <a:pt x="326420" y="0"/>
                  </a:moveTo>
                  <a:cubicBezTo>
                    <a:pt x="513791" y="0"/>
                    <a:pt x="702148" y="0"/>
                    <a:pt x="889519" y="0"/>
                  </a:cubicBezTo>
                  <a:cubicBezTo>
                    <a:pt x="964468" y="1063"/>
                    <a:pt x="1018707" y="56311"/>
                    <a:pt x="1021665" y="137059"/>
                  </a:cubicBezTo>
                  <a:cubicBezTo>
                    <a:pt x="1021665" y="164684"/>
                    <a:pt x="1021665" y="191246"/>
                    <a:pt x="1020679" y="218870"/>
                  </a:cubicBezTo>
                  <a:cubicBezTo>
                    <a:pt x="1020679" y="225245"/>
                    <a:pt x="1017721" y="232682"/>
                    <a:pt x="1013776" y="237995"/>
                  </a:cubicBezTo>
                  <a:cubicBezTo>
                    <a:pt x="985177" y="275181"/>
                    <a:pt x="956578" y="311305"/>
                    <a:pt x="928966" y="348492"/>
                  </a:cubicBezTo>
                  <a:cubicBezTo>
                    <a:pt x="921077" y="358054"/>
                    <a:pt x="915160" y="369741"/>
                    <a:pt x="908256" y="380366"/>
                  </a:cubicBezTo>
                  <a:cubicBezTo>
                    <a:pt x="905298" y="384616"/>
                    <a:pt x="901353" y="387804"/>
                    <a:pt x="895436" y="395241"/>
                  </a:cubicBezTo>
                  <a:cubicBezTo>
                    <a:pt x="895436" y="365492"/>
                    <a:pt x="895436" y="339992"/>
                    <a:pt x="895436" y="314493"/>
                  </a:cubicBezTo>
                  <a:cubicBezTo>
                    <a:pt x="895436" y="263494"/>
                    <a:pt x="895436" y="212495"/>
                    <a:pt x="895436" y="161496"/>
                  </a:cubicBezTo>
                  <a:cubicBezTo>
                    <a:pt x="895436" y="139184"/>
                    <a:pt x="892478" y="135997"/>
                    <a:pt x="870782" y="135997"/>
                  </a:cubicBezTo>
                  <a:cubicBezTo>
                    <a:pt x="713982" y="135997"/>
                    <a:pt x="557182" y="135997"/>
                    <a:pt x="399396" y="135997"/>
                  </a:cubicBezTo>
                  <a:cubicBezTo>
                    <a:pt x="394465" y="135997"/>
                    <a:pt x="388548" y="135997"/>
                    <a:pt x="381645" y="135997"/>
                  </a:cubicBezTo>
                  <a:cubicBezTo>
                    <a:pt x="381645" y="145559"/>
                    <a:pt x="381645" y="152997"/>
                    <a:pt x="381645" y="159371"/>
                  </a:cubicBezTo>
                  <a:cubicBezTo>
                    <a:pt x="381645" y="211433"/>
                    <a:pt x="381645" y="262431"/>
                    <a:pt x="381645" y="314493"/>
                  </a:cubicBezTo>
                  <a:cubicBezTo>
                    <a:pt x="380659" y="373991"/>
                    <a:pt x="346143" y="410116"/>
                    <a:pt x="290918" y="410116"/>
                  </a:cubicBezTo>
                  <a:cubicBezTo>
                    <a:pt x="241610" y="410116"/>
                    <a:pt x="192302" y="410116"/>
                    <a:pt x="142994" y="410116"/>
                  </a:cubicBezTo>
                  <a:cubicBezTo>
                    <a:pt x="138063" y="410116"/>
                    <a:pt x="133132" y="410116"/>
                    <a:pt x="126229" y="410116"/>
                  </a:cubicBezTo>
                  <a:cubicBezTo>
                    <a:pt x="126229" y="418615"/>
                    <a:pt x="126229" y="423928"/>
                    <a:pt x="126229" y="429240"/>
                  </a:cubicBezTo>
                  <a:cubicBezTo>
                    <a:pt x="126229" y="658735"/>
                    <a:pt x="126229" y="888229"/>
                    <a:pt x="126229" y="1117724"/>
                  </a:cubicBezTo>
                  <a:cubicBezTo>
                    <a:pt x="126229" y="1143223"/>
                    <a:pt x="128201" y="1145348"/>
                    <a:pt x="150883" y="1145348"/>
                  </a:cubicBezTo>
                  <a:cubicBezTo>
                    <a:pt x="390521" y="1145348"/>
                    <a:pt x="630158" y="1145348"/>
                    <a:pt x="869796" y="1145348"/>
                  </a:cubicBezTo>
                  <a:cubicBezTo>
                    <a:pt x="893464" y="1145348"/>
                    <a:pt x="895436" y="1143223"/>
                    <a:pt x="895436" y="1117724"/>
                  </a:cubicBezTo>
                  <a:cubicBezTo>
                    <a:pt x="895436" y="1052913"/>
                    <a:pt x="895436" y="988102"/>
                    <a:pt x="895436" y="923291"/>
                  </a:cubicBezTo>
                  <a:cubicBezTo>
                    <a:pt x="895436" y="916916"/>
                    <a:pt x="897409" y="908416"/>
                    <a:pt x="901353" y="904166"/>
                  </a:cubicBezTo>
                  <a:cubicBezTo>
                    <a:pt x="938827" y="860605"/>
                    <a:pt x="976302" y="818106"/>
                    <a:pt x="1013776" y="774545"/>
                  </a:cubicBezTo>
                  <a:cubicBezTo>
                    <a:pt x="1015748" y="773482"/>
                    <a:pt x="1016734" y="772420"/>
                    <a:pt x="1020679" y="769232"/>
                  </a:cubicBezTo>
                  <a:cubicBezTo>
                    <a:pt x="1020679" y="775607"/>
                    <a:pt x="1021665" y="779857"/>
                    <a:pt x="1021665" y="784107"/>
                  </a:cubicBezTo>
                  <a:cubicBezTo>
                    <a:pt x="1021665" y="902042"/>
                    <a:pt x="1021665" y="1018914"/>
                    <a:pt x="1021665" y="1135786"/>
                  </a:cubicBezTo>
                  <a:cubicBezTo>
                    <a:pt x="1020679" y="1222909"/>
                    <a:pt x="967426" y="1281345"/>
                    <a:pt x="886561" y="1281345"/>
                  </a:cubicBezTo>
                  <a:cubicBezTo>
                    <a:pt x="634103" y="1281345"/>
                    <a:pt x="382631" y="1281345"/>
                    <a:pt x="131160" y="1281345"/>
                  </a:cubicBezTo>
                  <a:cubicBezTo>
                    <a:pt x="55225" y="1281345"/>
                    <a:pt x="0" y="1221847"/>
                    <a:pt x="0" y="1140036"/>
                  </a:cubicBezTo>
                  <a:cubicBezTo>
                    <a:pt x="0" y="872292"/>
                    <a:pt x="0" y="603486"/>
                    <a:pt x="0" y="335742"/>
                  </a:cubicBezTo>
                  <a:cubicBezTo>
                    <a:pt x="0" y="315555"/>
                    <a:pt x="5917" y="298556"/>
                    <a:pt x="18737" y="283681"/>
                  </a:cubicBezTo>
                  <a:cubicBezTo>
                    <a:pt x="99603" y="198683"/>
                    <a:pt x="180468" y="113685"/>
                    <a:pt x="261333" y="28687"/>
                  </a:cubicBezTo>
                  <a:cubicBezTo>
                    <a:pt x="279084" y="9562"/>
                    <a:pt x="300780" y="0"/>
                    <a:pt x="32642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5" name="文本框 4"/>
          <p:cNvSpPr txBox="1"/>
          <p:nvPr/>
        </p:nvSpPr>
        <p:spPr>
          <a:xfrm>
            <a:off x="974526" y="321818"/>
            <a:ext cx="1261884" cy="523220"/>
          </a:xfrm>
          <a:prstGeom prst="rect">
            <a:avLst/>
          </a:prstGeom>
          <a:noFill/>
        </p:spPr>
        <p:txBody>
          <a:bodyPr wrap="none" rtlCol="0">
            <a:spAutoFit/>
          </a:bodyPr>
          <a:lstStyle/>
          <a:p>
            <a:r>
              <a:rPr lang="zh-CN" altLang="en-US" sz="2800" b="1">
                <a:solidFill>
                  <a:srgbClr val="3FB793"/>
                </a:solidFill>
                <a:latin typeface="思源黑体旧字形 Normal" panose="020b0400000000000000" pitchFamily="34" charset="-128"/>
                <a:ea typeface="思源黑体旧字形 Normal" panose="020b0400000000000000" pitchFamily="34" charset="-128"/>
              </a:rPr>
              <a:t>领导力</a:t>
            </a:r>
          </a:p>
        </p:txBody>
      </p:sp>
      <p:sp>
        <p:nvSpPr>
          <p:cNvPr id="41" name="MH_Other_1">
            <a:extLst>
              <a:ext uri="{FF2B5EF4-FFF2-40B4-BE49-F238E27FC236}">
                <a16:creationId xmlns:a16="http://schemas.microsoft.com/office/drawing/2014/main" id="{96E62146-A1F9-4B15-95D7-25A006561026}"/>
              </a:ext>
            </a:extLst>
          </p:cNvPr>
          <p:cNvSpPr/>
          <p:nvPr>
            <p:custDataLst>
              <p:tags r:id="rId4"/>
            </p:custDataLst>
          </p:nvPr>
        </p:nvSpPr>
        <p:spPr>
          <a:xfrm rot="16200000">
            <a:off x="4080008" y="-186022"/>
            <a:ext cx="1118090" cy="8016117"/>
          </a:xfrm>
          <a:custGeom>
            <a:gdLst>
              <a:gd name="connsiteX0" fmla="*/ 804334 w 1109136"/>
              <a:gd name="connsiteY0" fmla="*/ 5994403 h 7018869"/>
              <a:gd name="connsiteX1" fmla="*/ 304801 w 1109136"/>
              <a:gd name="connsiteY1" fmla="*/ 5994403 h 7018869"/>
              <a:gd name="connsiteX2" fmla="*/ 554568 w 1109136"/>
              <a:gd name="connsiteY2" fmla="*/ 0 h 7018869"/>
              <a:gd name="connsiteX3" fmla="*/ 1109136 w 1109136"/>
              <a:gd name="connsiteY3" fmla="*/ 5994405 h 7018869"/>
              <a:gd name="connsiteX4" fmla="*/ 554568 w 1109136"/>
              <a:gd name="connsiteY4" fmla="*/ 7018869 h 7018869"/>
              <a:gd name="connsiteX5" fmla="*/ 0 w 1109136"/>
              <a:gd name="connsiteY5" fmla="*/ 5994405 h 7018869"/>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09136" h="7018869">
                <a:moveTo>
                  <a:pt x="804334" y="5994403"/>
                </a:moveTo>
                <a:lnTo>
                  <a:pt x="304801" y="5994403"/>
                </a:lnTo>
                <a:lnTo>
                  <a:pt x="554568" y="0"/>
                </a:lnTo>
                <a:close/>
                <a:moveTo>
                  <a:pt x="1109136" y="5994405"/>
                </a:moveTo>
                <a:lnTo>
                  <a:pt x="554568" y="7018869"/>
                </a:lnTo>
                <a:lnTo>
                  <a:pt x="0" y="5994405"/>
                </a:lnTo>
                <a:close/>
              </a:path>
            </a:pathLst>
          </a:custGeom>
          <a:gradFill flip="none" rotWithShape="1">
            <a:gsLst>
              <a:gs pos="100000">
                <a:schemeClr val="bg1"/>
              </a:gs>
              <a:gs pos="0">
                <a:srgbClr val="E0E0E0"/>
              </a:gs>
            </a:gsLst>
            <a:lin ang="8100000" scaled="0"/>
          </a:gradFill>
          <a:ln w="19050">
            <a:gradFill>
              <a:gsLst>
                <a:gs pos="100000">
                  <a:schemeClr val="bg1">
                    <a:lumMod val="85000"/>
                  </a:schemeClr>
                </a:gs>
                <a:gs pos="0">
                  <a:schemeClr val="bg1"/>
                </a:gs>
              </a:gsLst>
              <a:lin ang="8100000" scaled="0"/>
            </a:gradFill>
          </a:ln>
          <a:effectLst>
            <a:outerShdw blurRad="279400" dist="2540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cs typeface="+mn-ea"/>
              <a:sym typeface="+mn-lt"/>
            </a:endParaRPr>
          </a:p>
        </p:txBody>
      </p:sp>
      <p:sp>
        <p:nvSpPr>
          <p:cNvPr id="42" name="MH_SubTitle_1">
            <a:extLst>
              <a:ext uri="{FF2B5EF4-FFF2-40B4-BE49-F238E27FC236}">
                <a16:creationId xmlns:a16="http://schemas.microsoft.com/office/drawing/2014/main" id="{5CE1F981-02CA-47EB-A959-79F4BE010C52}"/>
              </a:ext>
            </a:extLst>
          </p:cNvPr>
          <p:cNvSpPr/>
          <p:nvPr>
            <p:custDataLst>
              <p:tags r:id="rId5"/>
            </p:custDataLst>
          </p:nvPr>
        </p:nvSpPr>
        <p:spPr>
          <a:xfrm rot="21000000">
            <a:off x="2839592" y="2433229"/>
            <a:ext cx="1307714" cy="532772"/>
          </a:xfrm>
          <a:custGeom>
            <a:gdLst>
              <a:gd name="connsiteX0" fmla="*/ 1179667 w 1179667"/>
              <a:gd name="connsiteY0" fmla="*/ 0 h 440338"/>
              <a:gd name="connsiteX1" fmla="*/ 1179667 w 1179667"/>
              <a:gd name="connsiteY1" fmla="*/ 440338 h 440338"/>
              <a:gd name="connsiteX2" fmla="*/ 0 w 1179667"/>
              <a:gd name="connsiteY2" fmla="*/ 402694 h 440338"/>
              <a:gd name="connsiteX3" fmla="*/ 0 w 1179667"/>
              <a:gd name="connsiteY3" fmla="*/ 37644 h 440338"/>
            </a:gdLst>
            <a:cxnLst>
              <a:cxn ang="0">
                <a:pos x="connsiteX0" y="connsiteY0"/>
              </a:cxn>
              <a:cxn ang="0">
                <a:pos x="connsiteX1" y="connsiteY1"/>
              </a:cxn>
              <a:cxn ang="0">
                <a:pos x="connsiteX2" y="connsiteY2"/>
              </a:cxn>
              <a:cxn ang="0">
                <a:pos x="connsiteX3" y="connsiteY3"/>
              </a:cxn>
            </a:cxnLst>
            <a:rect l="l" t="t" r="r" b="b"/>
            <a:pathLst>
              <a:path w="1179667" h="440338">
                <a:moveTo>
                  <a:pt x="1179667" y="0"/>
                </a:moveTo>
                <a:lnTo>
                  <a:pt x="1179667" y="440338"/>
                </a:lnTo>
                <a:lnTo>
                  <a:pt x="0" y="402694"/>
                </a:lnTo>
                <a:lnTo>
                  <a:pt x="0" y="37644"/>
                </a:lnTo>
                <a:close/>
              </a:path>
            </a:pathLst>
          </a:custGeom>
          <a:gradFill flip="none" rotWithShape="1">
            <a:gsLst>
              <a:gs pos="100000">
                <a:schemeClr val="bg1"/>
              </a:gs>
              <a:gs pos="0">
                <a:srgbClr val="E0E0E0"/>
              </a:gs>
            </a:gsLst>
            <a:lin ang="8100000" scaled="0"/>
          </a:gradFill>
          <a:ln w="19050">
            <a:gradFill>
              <a:gsLst>
                <a:gs pos="100000">
                  <a:schemeClr val="bg1">
                    <a:lumMod val="85000"/>
                  </a:schemeClr>
                </a:gs>
                <a:gs pos="0">
                  <a:schemeClr val="bg1"/>
                </a:gs>
              </a:gsLst>
              <a:lin ang="8100000" scaled="0"/>
            </a:gradFill>
          </a:ln>
          <a:effectLst>
            <a:outerShdw blurRad="279400" dist="2540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1200" b="1">
                <a:solidFill>
                  <a:schemeClr val="tx1">
                    <a:lumMod val="85000"/>
                    <a:lumOff val="15000"/>
                  </a:schemeClr>
                </a:solidFill>
                <a:cs typeface="+mn-ea"/>
                <a:sym typeface="+mn-lt"/>
              </a:rPr>
              <a:t>协调能力</a:t>
            </a:r>
          </a:p>
        </p:txBody>
      </p:sp>
      <p:sp>
        <p:nvSpPr>
          <p:cNvPr id="43" name="MH_SubTitle_1">
            <a:extLst>
              <a:ext uri="{FF2B5EF4-FFF2-40B4-BE49-F238E27FC236}">
                <a16:creationId xmlns:a16="http://schemas.microsoft.com/office/drawing/2014/main" id="{697309A8-6A75-42F6-BA1E-19B1C0DF4C78}"/>
              </a:ext>
            </a:extLst>
          </p:cNvPr>
          <p:cNvSpPr/>
          <p:nvPr>
            <p:custDataLst>
              <p:tags r:id="rId6"/>
            </p:custDataLst>
          </p:nvPr>
        </p:nvSpPr>
        <p:spPr>
          <a:xfrm rot="21000000">
            <a:off x="900884" y="2791993"/>
            <a:ext cx="1307714" cy="547316"/>
          </a:xfrm>
          <a:custGeom>
            <a:gdLst>
              <a:gd name="connsiteX0" fmla="*/ 1179667 w 1179667"/>
              <a:gd name="connsiteY0" fmla="*/ 0 h 440338"/>
              <a:gd name="connsiteX1" fmla="*/ 1179667 w 1179667"/>
              <a:gd name="connsiteY1" fmla="*/ 440338 h 440338"/>
              <a:gd name="connsiteX2" fmla="*/ 0 w 1179667"/>
              <a:gd name="connsiteY2" fmla="*/ 402694 h 440338"/>
              <a:gd name="connsiteX3" fmla="*/ 0 w 1179667"/>
              <a:gd name="connsiteY3" fmla="*/ 37644 h 440338"/>
            </a:gdLst>
            <a:cxnLst>
              <a:cxn ang="0">
                <a:pos x="connsiteX0" y="connsiteY0"/>
              </a:cxn>
              <a:cxn ang="0">
                <a:pos x="connsiteX1" y="connsiteY1"/>
              </a:cxn>
              <a:cxn ang="0">
                <a:pos x="connsiteX2" y="connsiteY2"/>
              </a:cxn>
              <a:cxn ang="0">
                <a:pos x="connsiteX3" y="connsiteY3"/>
              </a:cxn>
            </a:cxnLst>
            <a:rect l="l" t="t" r="r" b="b"/>
            <a:pathLst>
              <a:path w="1179667" h="440338">
                <a:moveTo>
                  <a:pt x="1179667" y="0"/>
                </a:moveTo>
                <a:lnTo>
                  <a:pt x="1179667" y="440338"/>
                </a:lnTo>
                <a:lnTo>
                  <a:pt x="0" y="402694"/>
                </a:lnTo>
                <a:lnTo>
                  <a:pt x="0" y="37644"/>
                </a:lnTo>
                <a:close/>
              </a:path>
            </a:pathLst>
          </a:custGeom>
          <a:gradFill flip="none" rotWithShape="1">
            <a:gsLst>
              <a:gs pos="100000">
                <a:schemeClr val="bg1"/>
              </a:gs>
              <a:gs pos="0">
                <a:srgbClr val="E0E0E0"/>
              </a:gs>
            </a:gsLst>
            <a:lin ang="8100000" scaled="0"/>
          </a:gradFill>
          <a:ln w="19050">
            <a:gradFill>
              <a:gsLst>
                <a:gs pos="100000">
                  <a:schemeClr val="bg1">
                    <a:lumMod val="85000"/>
                  </a:schemeClr>
                </a:gs>
                <a:gs pos="0">
                  <a:schemeClr val="bg1"/>
                </a:gs>
              </a:gsLst>
              <a:lin ang="8100000" scaled="0"/>
            </a:gradFill>
          </a:ln>
          <a:effectLst>
            <a:outerShdw blurRad="279400" dist="2540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1200" b="1">
                <a:solidFill>
                  <a:schemeClr val="tx1">
                    <a:lumMod val="85000"/>
                    <a:lumOff val="15000"/>
                  </a:schemeClr>
                </a:solidFill>
                <a:cs typeface="+mn-ea"/>
                <a:sym typeface="+mn-lt"/>
              </a:rPr>
              <a:t>领导能力</a:t>
            </a:r>
          </a:p>
        </p:txBody>
      </p:sp>
      <p:sp>
        <p:nvSpPr>
          <p:cNvPr id="44" name="MH_SubTitle_4">
            <a:extLst>
              <a:ext uri="{FF2B5EF4-FFF2-40B4-BE49-F238E27FC236}">
                <a16:creationId xmlns:a16="http://schemas.microsoft.com/office/drawing/2014/main" id="{318FBB3A-4865-4DAC-9B05-ABD4AE4FD418}"/>
              </a:ext>
            </a:extLst>
          </p:cNvPr>
          <p:cNvSpPr/>
          <p:nvPr>
            <p:custDataLst>
              <p:tags r:id="rId7"/>
            </p:custDataLst>
          </p:nvPr>
        </p:nvSpPr>
        <p:spPr>
          <a:xfrm rot="900000">
            <a:off x="911843" y="4286750"/>
            <a:ext cx="1307714" cy="547303"/>
          </a:xfrm>
          <a:custGeom>
            <a:gdLst>
              <a:gd name="connsiteX0" fmla="*/ 0 w 1473056"/>
              <a:gd name="connsiteY0" fmla="*/ 45170 h 528376"/>
              <a:gd name="connsiteX1" fmla="*/ 1473056 w 1473056"/>
              <a:gd name="connsiteY1" fmla="*/ 0 h 528376"/>
              <a:gd name="connsiteX2" fmla="*/ 1473056 w 1473056"/>
              <a:gd name="connsiteY2" fmla="*/ 528376 h 528376"/>
              <a:gd name="connsiteX3" fmla="*/ 0 w 1473056"/>
              <a:gd name="connsiteY3" fmla="*/ 483205 h 528376"/>
            </a:gdLst>
            <a:cxnLst>
              <a:cxn ang="0">
                <a:pos x="connsiteX0" y="connsiteY0"/>
              </a:cxn>
              <a:cxn ang="0">
                <a:pos x="connsiteX1" y="connsiteY1"/>
              </a:cxn>
              <a:cxn ang="0">
                <a:pos x="connsiteX2" y="connsiteY2"/>
              </a:cxn>
              <a:cxn ang="0">
                <a:pos x="connsiteX3" y="connsiteY3"/>
              </a:cxn>
            </a:cxnLst>
            <a:rect l="l" t="t" r="r" b="b"/>
            <a:pathLst>
              <a:path w="1473056" h="528376">
                <a:moveTo>
                  <a:pt x="0" y="45170"/>
                </a:moveTo>
                <a:lnTo>
                  <a:pt x="1473056" y="0"/>
                </a:lnTo>
                <a:lnTo>
                  <a:pt x="1473056" y="528376"/>
                </a:lnTo>
                <a:lnTo>
                  <a:pt x="0" y="483205"/>
                </a:lnTo>
                <a:close/>
              </a:path>
            </a:pathLst>
          </a:custGeom>
          <a:gradFill flip="none" rotWithShape="1">
            <a:gsLst>
              <a:gs pos="100000">
                <a:schemeClr val="bg1"/>
              </a:gs>
              <a:gs pos="0">
                <a:srgbClr val="E0E0E0"/>
              </a:gs>
            </a:gsLst>
            <a:lin ang="8100000" scaled="0"/>
          </a:gradFill>
          <a:ln w="19050">
            <a:gradFill>
              <a:gsLst>
                <a:gs pos="100000">
                  <a:schemeClr val="bg1">
                    <a:lumMod val="85000"/>
                  </a:schemeClr>
                </a:gs>
                <a:gs pos="0">
                  <a:schemeClr val="bg1"/>
                </a:gs>
              </a:gsLst>
              <a:lin ang="8100000" scaled="0"/>
            </a:gradFill>
          </a:ln>
          <a:effectLst>
            <a:outerShdw blurRad="279400" dist="2540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1200" b="1">
                <a:solidFill>
                  <a:schemeClr val="tx1">
                    <a:lumMod val="85000"/>
                    <a:lumOff val="15000"/>
                  </a:schemeClr>
                </a:solidFill>
                <a:cs typeface="+mn-ea"/>
                <a:sym typeface="+mn-lt"/>
              </a:rPr>
              <a:t>专业技能</a:t>
            </a:r>
          </a:p>
        </p:txBody>
      </p:sp>
      <p:sp>
        <p:nvSpPr>
          <p:cNvPr id="45" name="MH_SubTitle_4">
            <a:extLst>
              <a:ext uri="{FF2B5EF4-FFF2-40B4-BE49-F238E27FC236}">
                <a16:creationId xmlns:a16="http://schemas.microsoft.com/office/drawing/2014/main" id="{8CCC18DB-A43A-4446-B2F5-C56E9706434F}"/>
              </a:ext>
            </a:extLst>
          </p:cNvPr>
          <p:cNvSpPr/>
          <p:nvPr>
            <p:custDataLst>
              <p:tags r:id="rId8"/>
            </p:custDataLst>
          </p:nvPr>
        </p:nvSpPr>
        <p:spPr>
          <a:xfrm rot="900000">
            <a:off x="2840224" y="4703668"/>
            <a:ext cx="1307714" cy="581206"/>
          </a:xfrm>
          <a:custGeom>
            <a:gdLst>
              <a:gd name="connsiteX0" fmla="*/ 0 w 1473056"/>
              <a:gd name="connsiteY0" fmla="*/ 45170 h 528376"/>
              <a:gd name="connsiteX1" fmla="*/ 1473056 w 1473056"/>
              <a:gd name="connsiteY1" fmla="*/ 0 h 528376"/>
              <a:gd name="connsiteX2" fmla="*/ 1473056 w 1473056"/>
              <a:gd name="connsiteY2" fmla="*/ 528376 h 528376"/>
              <a:gd name="connsiteX3" fmla="*/ 0 w 1473056"/>
              <a:gd name="connsiteY3" fmla="*/ 483205 h 528376"/>
            </a:gdLst>
            <a:cxnLst>
              <a:cxn ang="0">
                <a:pos x="connsiteX0" y="connsiteY0"/>
              </a:cxn>
              <a:cxn ang="0">
                <a:pos x="connsiteX1" y="connsiteY1"/>
              </a:cxn>
              <a:cxn ang="0">
                <a:pos x="connsiteX2" y="connsiteY2"/>
              </a:cxn>
              <a:cxn ang="0">
                <a:pos x="connsiteX3" y="connsiteY3"/>
              </a:cxn>
            </a:cxnLst>
            <a:rect l="l" t="t" r="r" b="b"/>
            <a:pathLst>
              <a:path w="1473056" h="528376">
                <a:moveTo>
                  <a:pt x="0" y="45170"/>
                </a:moveTo>
                <a:lnTo>
                  <a:pt x="1473056" y="0"/>
                </a:lnTo>
                <a:lnTo>
                  <a:pt x="1473056" y="528376"/>
                </a:lnTo>
                <a:lnTo>
                  <a:pt x="0" y="483205"/>
                </a:lnTo>
                <a:close/>
              </a:path>
            </a:pathLst>
          </a:custGeom>
          <a:gradFill flip="none" rotWithShape="1">
            <a:gsLst>
              <a:gs pos="100000">
                <a:schemeClr val="bg1"/>
              </a:gs>
              <a:gs pos="0">
                <a:srgbClr val="E0E0E0"/>
              </a:gs>
            </a:gsLst>
            <a:lin ang="8100000" scaled="0"/>
          </a:gradFill>
          <a:ln w="19050">
            <a:gradFill>
              <a:gsLst>
                <a:gs pos="100000">
                  <a:schemeClr val="bg1">
                    <a:lumMod val="85000"/>
                  </a:schemeClr>
                </a:gs>
                <a:gs pos="0">
                  <a:schemeClr val="bg1"/>
                </a:gs>
              </a:gsLst>
              <a:lin ang="8100000" scaled="0"/>
            </a:gradFill>
          </a:ln>
          <a:effectLst>
            <a:outerShdw blurRad="279400" dist="2540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1200" b="1">
                <a:solidFill>
                  <a:schemeClr val="tx1">
                    <a:lumMod val="85000"/>
                    <a:lumOff val="15000"/>
                  </a:schemeClr>
                </a:solidFill>
                <a:cs typeface="+mn-ea"/>
                <a:sym typeface="+mn-lt"/>
              </a:rPr>
              <a:t>创新能力</a:t>
            </a:r>
          </a:p>
        </p:txBody>
      </p:sp>
      <p:sp>
        <p:nvSpPr>
          <p:cNvPr id="46" name="KSO_Shape">
            <a:extLst>
              <a:ext uri="{FF2B5EF4-FFF2-40B4-BE49-F238E27FC236}">
                <a16:creationId xmlns:a16="http://schemas.microsoft.com/office/drawing/2014/main" id="{0B37B373-445D-40A8-A1C5-877493B03213}"/>
              </a:ext>
            </a:extLst>
          </p:cNvPr>
          <p:cNvSpPr/>
          <p:nvPr/>
        </p:nvSpPr>
        <p:spPr bwMode="auto">
          <a:xfrm>
            <a:off x="6031391" y="3211287"/>
            <a:ext cx="1281479" cy="1196047"/>
          </a:xfrm>
          <a:custGeom>
            <a:gdLst>
              <a:gd name="T0" fmla="*/ 1516226 w 900113"/>
              <a:gd name="T1" fmla="*/ 397797 h 839788"/>
              <a:gd name="T2" fmla="*/ 1842604 w 900113"/>
              <a:gd name="T3" fmla="*/ 646339 h 839788"/>
              <a:gd name="T4" fmla="*/ 1880522 w 900113"/>
              <a:gd name="T5" fmla="*/ 670376 h 839788"/>
              <a:gd name="T6" fmla="*/ 1904041 w 900113"/>
              <a:gd name="T7" fmla="*/ 714123 h 839788"/>
              <a:gd name="T8" fmla="*/ 1898761 w 900113"/>
              <a:gd name="T9" fmla="*/ 762199 h 839788"/>
              <a:gd name="T10" fmla="*/ 1868522 w 900113"/>
              <a:gd name="T11" fmla="*/ 799694 h 839788"/>
              <a:gd name="T12" fmla="*/ 1829165 w 900113"/>
              <a:gd name="T13" fmla="*/ 814117 h 839788"/>
              <a:gd name="T14" fmla="*/ 1428871 w 900113"/>
              <a:gd name="T15" fmla="*/ 808349 h 839788"/>
              <a:gd name="T16" fmla="*/ 1394793 w 900113"/>
              <a:gd name="T17" fmla="*/ 789119 h 839788"/>
              <a:gd name="T18" fmla="*/ 1371273 w 900113"/>
              <a:gd name="T19" fmla="*/ 752102 h 839788"/>
              <a:gd name="T20" fmla="*/ 1367434 w 900113"/>
              <a:gd name="T21" fmla="*/ 581921 h 839788"/>
              <a:gd name="T22" fmla="*/ 1360715 w 900113"/>
              <a:gd name="T23" fmla="*/ 1029489 h 839788"/>
              <a:gd name="T24" fmla="*/ 1375593 w 900113"/>
              <a:gd name="T25" fmla="*/ 1084293 h 839788"/>
              <a:gd name="T26" fmla="*/ 1367434 w 900113"/>
              <a:gd name="T27" fmla="*/ 1141021 h 839788"/>
              <a:gd name="T28" fmla="*/ 1225362 w 900113"/>
              <a:gd name="T29" fmla="*/ 1734733 h 839788"/>
              <a:gd name="T30" fmla="*/ 1185045 w 900113"/>
              <a:gd name="T31" fmla="*/ 1768386 h 839788"/>
              <a:gd name="T32" fmla="*/ 1129369 w 900113"/>
              <a:gd name="T33" fmla="*/ 1777519 h 839788"/>
              <a:gd name="T34" fmla="*/ 1073693 w 900113"/>
              <a:gd name="T35" fmla="*/ 1754444 h 839788"/>
              <a:gd name="T36" fmla="*/ 1039614 w 900113"/>
              <a:gd name="T37" fmla="*/ 1704446 h 839788"/>
              <a:gd name="T38" fmla="*/ 1037214 w 900113"/>
              <a:gd name="T39" fmla="*/ 1653009 h 839788"/>
              <a:gd name="T40" fmla="*/ 666199 w 900113"/>
              <a:gd name="T41" fmla="*/ 1195825 h 839788"/>
              <a:gd name="T42" fmla="*/ 626362 w 900113"/>
              <a:gd name="T43" fmla="*/ 1217939 h 839788"/>
              <a:gd name="T44" fmla="*/ 545727 w 900113"/>
              <a:gd name="T45" fmla="*/ 1229476 h 839788"/>
              <a:gd name="T46" fmla="*/ 63837 w 900113"/>
              <a:gd name="T47" fmla="*/ 1221303 h 839788"/>
              <a:gd name="T48" fmla="*/ 22078 w 900113"/>
              <a:gd name="T49" fmla="*/ 1189094 h 839788"/>
              <a:gd name="T50" fmla="*/ 961 w 900113"/>
              <a:gd name="T51" fmla="*/ 1137174 h 839788"/>
              <a:gd name="T52" fmla="*/ 11039 w 900113"/>
              <a:gd name="T53" fmla="*/ 1077562 h 839788"/>
              <a:gd name="T54" fmla="*/ 52317 w 900113"/>
              <a:gd name="T55" fmla="*/ 1033817 h 839788"/>
              <a:gd name="T56" fmla="*/ 101274 w 900113"/>
              <a:gd name="T57" fmla="*/ 1019875 h 839788"/>
              <a:gd name="T58" fmla="*/ 637401 w 900113"/>
              <a:gd name="T59" fmla="*/ 672781 h 839788"/>
              <a:gd name="T60" fmla="*/ 589883 w 900113"/>
              <a:gd name="T61" fmla="*/ 695376 h 839788"/>
              <a:gd name="T62" fmla="*/ 541407 w 900113"/>
              <a:gd name="T63" fmla="*/ 686240 h 839788"/>
              <a:gd name="T64" fmla="*/ 508288 w 900113"/>
              <a:gd name="T65" fmla="*/ 653550 h 839788"/>
              <a:gd name="T66" fmla="*/ 499170 w 900113"/>
              <a:gd name="T67" fmla="*/ 605477 h 839788"/>
              <a:gd name="T68" fmla="*/ 519807 w 900113"/>
              <a:gd name="T69" fmla="*/ 558846 h 839788"/>
              <a:gd name="T70" fmla="*/ 826029 w 900113"/>
              <a:gd name="T71" fmla="*/ 217039 h 839788"/>
              <a:gd name="T72" fmla="*/ 1503745 w 900113"/>
              <a:gd name="T73" fmla="*/ 0 h 839788"/>
              <a:gd name="T74" fmla="*/ 1552221 w 900113"/>
              <a:gd name="T75" fmla="*/ 7203 h 839788"/>
              <a:gd name="T76" fmla="*/ 1594939 w 900113"/>
              <a:gd name="T77" fmla="*/ 27848 h 839788"/>
              <a:gd name="T78" fmla="*/ 1629017 w 900113"/>
              <a:gd name="T79" fmla="*/ 59059 h 839788"/>
              <a:gd name="T80" fmla="*/ 1653976 w 900113"/>
              <a:gd name="T81" fmla="*/ 99870 h 839788"/>
              <a:gd name="T82" fmla="*/ 1665495 w 900113"/>
              <a:gd name="T83" fmla="*/ 145966 h 839788"/>
              <a:gd name="T84" fmla="*/ 1663576 w 900113"/>
              <a:gd name="T85" fmla="*/ 195902 h 839788"/>
              <a:gd name="T86" fmla="*/ 1647256 w 900113"/>
              <a:gd name="T87" fmla="*/ 240556 h 839788"/>
              <a:gd name="T88" fmla="*/ 1618458 w 900113"/>
              <a:gd name="T89" fmla="*/ 278008 h 839788"/>
              <a:gd name="T90" fmla="*/ 1581019 w 900113"/>
              <a:gd name="T91" fmla="*/ 306338 h 839788"/>
              <a:gd name="T92" fmla="*/ 1536382 w 900113"/>
              <a:gd name="T93" fmla="*/ 323142 h 839788"/>
              <a:gd name="T94" fmla="*/ 1486945 w 900113"/>
              <a:gd name="T95" fmla="*/ 325064 h 839788"/>
              <a:gd name="T96" fmla="*/ 1440389 w 900113"/>
              <a:gd name="T97" fmla="*/ 313541 h 839788"/>
              <a:gd name="T98" fmla="*/ 1399591 w 900113"/>
              <a:gd name="T99" fmla="*/ 288572 h 839788"/>
              <a:gd name="T100" fmla="*/ 1368393 w 900113"/>
              <a:gd name="T101" fmla="*/ 254481 h 839788"/>
              <a:gd name="T102" fmla="*/ 1348234 w 900113"/>
              <a:gd name="T103" fmla="*/ 211748 h 839788"/>
              <a:gd name="T104" fmla="*/ 1340554 w 900113"/>
              <a:gd name="T105" fmla="*/ 163251 h 839788"/>
              <a:gd name="T106" fmla="*/ 1348234 w 900113"/>
              <a:gd name="T107" fmla="*/ 114276 h 839788"/>
              <a:gd name="T108" fmla="*/ 1368393 w 900113"/>
              <a:gd name="T109" fmla="*/ 71542 h 839788"/>
              <a:gd name="T110" fmla="*/ 1399591 w 900113"/>
              <a:gd name="T111" fmla="*/ 37451 h 839788"/>
              <a:gd name="T112" fmla="*/ 1440389 w 900113"/>
              <a:gd name="T113" fmla="*/ 12483 h 839788"/>
              <a:gd name="T114" fmla="*/ 1486945 w 900113"/>
              <a:gd name="T115" fmla="*/ 959 h 839788"/>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900113" h="839788">
                <a:moveTo>
                  <a:pt x="407081" y="98425"/>
                </a:moveTo>
                <a:lnTo>
                  <a:pt x="593726" y="98425"/>
                </a:lnTo>
                <a:lnTo>
                  <a:pt x="613002" y="112276"/>
                </a:lnTo>
                <a:lnTo>
                  <a:pt x="655865" y="143157"/>
                </a:lnTo>
                <a:lnTo>
                  <a:pt x="700542" y="175627"/>
                </a:lnTo>
                <a:lnTo>
                  <a:pt x="716417" y="187888"/>
                </a:lnTo>
                <a:lnTo>
                  <a:pt x="721633" y="191748"/>
                </a:lnTo>
                <a:lnTo>
                  <a:pt x="724581" y="194246"/>
                </a:lnTo>
                <a:lnTo>
                  <a:pt x="724581" y="304145"/>
                </a:lnTo>
                <a:lnTo>
                  <a:pt x="864054" y="304145"/>
                </a:lnTo>
                <a:lnTo>
                  <a:pt x="867456" y="304599"/>
                </a:lnTo>
                <a:lnTo>
                  <a:pt x="870631" y="305280"/>
                </a:lnTo>
                <a:lnTo>
                  <a:pt x="874033" y="306643"/>
                </a:lnTo>
                <a:lnTo>
                  <a:pt x="877208" y="308005"/>
                </a:lnTo>
                <a:lnTo>
                  <a:pt x="880156" y="309821"/>
                </a:lnTo>
                <a:lnTo>
                  <a:pt x="883104" y="311865"/>
                </a:lnTo>
                <a:lnTo>
                  <a:pt x="885826" y="314136"/>
                </a:lnTo>
                <a:lnTo>
                  <a:pt x="888547" y="316633"/>
                </a:lnTo>
                <a:lnTo>
                  <a:pt x="891495" y="319585"/>
                </a:lnTo>
                <a:lnTo>
                  <a:pt x="893536" y="322764"/>
                </a:lnTo>
                <a:lnTo>
                  <a:pt x="895578" y="326397"/>
                </a:lnTo>
                <a:lnTo>
                  <a:pt x="897392" y="329803"/>
                </a:lnTo>
                <a:lnTo>
                  <a:pt x="898526" y="333436"/>
                </a:lnTo>
                <a:lnTo>
                  <a:pt x="899660" y="337296"/>
                </a:lnTo>
                <a:lnTo>
                  <a:pt x="900113" y="340929"/>
                </a:lnTo>
                <a:lnTo>
                  <a:pt x="900113" y="345016"/>
                </a:lnTo>
                <a:lnTo>
                  <a:pt x="900113" y="348876"/>
                </a:lnTo>
                <a:lnTo>
                  <a:pt x="899433" y="352509"/>
                </a:lnTo>
                <a:lnTo>
                  <a:pt x="898526" y="356142"/>
                </a:lnTo>
                <a:lnTo>
                  <a:pt x="897165" y="360003"/>
                </a:lnTo>
                <a:lnTo>
                  <a:pt x="895578" y="363408"/>
                </a:lnTo>
                <a:lnTo>
                  <a:pt x="893536" y="367042"/>
                </a:lnTo>
                <a:lnTo>
                  <a:pt x="891042" y="369993"/>
                </a:lnTo>
                <a:lnTo>
                  <a:pt x="888320" y="373172"/>
                </a:lnTo>
                <a:lnTo>
                  <a:pt x="885599" y="375443"/>
                </a:lnTo>
                <a:lnTo>
                  <a:pt x="882877" y="377713"/>
                </a:lnTo>
                <a:lnTo>
                  <a:pt x="879929" y="379530"/>
                </a:lnTo>
                <a:lnTo>
                  <a:pt x="876981" y="381119"/>
                </a:lnTo>
                <a:lnTo>
                  <a:pt x="874033" y="382482"/>
                </a:lnTo>
                <a:lnTo>
                  <a:pt x="870631" y="383390"/>
                </a:lnTo>
                <a:lnTo>
                  <a:pt x="867456" y="384298"/>
                </a:lnTo>
                <a:lnTo>
                  <a:pt x="864281" y="384525"/>
                </a:lnTo>
                <a:lnTo>
                  <a:pt x="695552" y="384525"/>
                </a:lnTo>
                <a:lnTo>
                  <a:pt x="690790" y="384525"/>
                </a:lnTo>
                <a:lnTo>
                  <a:pt x="686481" y="383844"/>
                </a:lnTo>
                <a:lnTo>
                  <a:pt x="682172" y="383390"/>
                </a:lnTo>
                <a:lnTo>
                  <a:pt x="678543" y="382709"/>
                </a:lnTo>
                <a:lnTo>
                  <a:pt x="675142" y="381801"/>
                </a:lnTo>
                <a:lnTo>
                  <a:pt x="671740" y="380438"/>
                </a:lnTo>
                <a:lnTo>
                  <a:pt x="668792" y="379303"/>
                </a:lnTo>
                <a:lnTo>
                  <a:pt x="666070" y="377713"/>
                </a:lnTo>
                <a:lnTo>
                  <a:pt x="663576" y="376124"/>
                </a:lnTo>
                <a:lnTo>
                  <a:pt x="661308" y="374535"/>
                </a:lnTo>
                <a:lnTo>
                  <a:pt x="659040" y="372718"/>
                </a:lnTo>
                <a:lnTo>
                  <a:pt x="657226" y="370902"/>
                </a:lnTo>
                <a:lnTo>
                  <a:pt x="655638" y="369085"/>
                </a:lnTo>
                <a:lnTo>
                  <a:pt x="653824" y="367042"/>
                </a:lnTo>
                <a:lnTo>
                  <a:pt x="651329" y="362954"/>
                </a:lnTo>
                <a:lnTo>
                  <a:pt x="649288" y="359321"/>
                </a:lnTo>
                <a:lnTo>
                  <a:pt x="647927" y="355234"/>
                </a:lnTo>
                <a:lnTo>
                  <a:pt x="646793" y="351828"/>
                </a:lnTo>
                <a:lnTo>
                  <a:pt x="646340" y="348422"/>
                </a:lnTo>
                <a:lnTo>
                  <a:pt x="645886" y="345698"/>
                </a:lnTo>
                <a:lnTo>
                  <a:pt x="645660" y="343881"/>
                </a:lnTo>
                <a:lnTo>
                  <a:pt x="645660" y="341837"/>
                </a:lnTo>
                <a:lnTo>
                  <a:pt x="646113" y="274854"/>
                </a:lnTo>
                <a:lnTo>
                  <a:pt x="547008" y="387931"/>
                </a:lnTo>
                <a:lnTo>
                  <a:pt x="636588" y="477849"/>
                </a:lnTo>
                <a:lnTo>
                  <a:pt x="637722" y="478757"/>
                </a:lnTo>
                <a:lnTo>
                  <a:pt x="639990" y="481482"/>
                </a:lnTo>
                <a:lnTo>
                  <a:pt x="641351" y="483752"/>
                </a:lnTo>
                <a:lnTo>
                  <a:pt x="642938" y="486250"/>
                </a:lnTo>
                <a:lnTo>
                  <a:pt x="644299" y="489429"/>
                </a:lnTo>
                <a:lnTo>
                  <a:pt x="646113" y="493062"/>
                </a:lnTo>
                <a:lnTo>
                  <a:pt x="647474" y="497149"/>
                </a:lnTo>
                <a:lnTo>
                  <a:pt x="648608" y="501690"/>
                </a:lnTo>
                <a:lnTo>
                  <a:pt x="649288" y="506686"/>
                </a:lnTo>
                <a:lnTo>
                  <a:pt x="649968" y="512135"/>
                </a:lnTo>
                <a:lnTo>
                  <a:pt x="649968" y="518266"/>
                </a:lnTo>
                <a:lnTo>
                  <a:pt x="649061" y="524624"/>
                </a:lnTo>
                <a:lnTo>
                  <a:pt x="648608" y="528030"/>
                </a:lnTo>
                <a:lnTo>
                  <a:pt x="647927" y="531663"/>
                </a:lnTo>
                <a:lnTo>
                  <a:pt x="647020" y="535296"/>
                </a:lnTo>
                <a:lnTo>
                  <a:pt x="646113" y="538929"/>
                </a:lnTo>
                <a:lnTo>
                  <a:pt x="587602" y="800279"/>
                </a:lnTo>
                <a:lnTo>
                  <a:pt x="586468" y="804366"/>
                </a:lnTo>
                <a:lnTo>
                  <a:pt x="585108" y="808453"/>
                </a:lnTo>
                <a:lnTo>
                  <a:pt x="583293" y="812086"/>
                </a:lnTo>
                <a:lnTo>
                  <a:pt x="581252" y="815946"/>
                </a:lnTo>
                <a:lnTo>
                  <a:pt x="578984" y="819352"/>
                </a:lnTo>
                <a:lnTo>
                  <a:pt x="576263" y="822758"/>
                </a:lnTo>
                <a:lnTo>
                  <a:pt x="573542" y="825710"/>
                </a:lnTo>
                <a:lnTo>
                  <a:pt x="570367" y="828662"/>
                </a:lnTo>
                <a:lnTo>
                  <a:pt x="567192" y="831160"/>
                </a:lnTo>
                <a:lnTo>
                  <a:pt x="563563" y="833430"/>
                </a:lnTo>
                <a:lnTo>
                  <a:pt x="559934" y="835247"/>
                </a:lnTo>
                <a:lnTo>
                  <a:pt x="555852" y="836836"/>
                </a:lnTo>
                <a:lnTo>
                  <a:pt x="551997" y="838199"/>
                </a:lnTo>
                <a:lnTo>
                  <a:pt x="547688" y="839107"/>
                </a:lnTo>
                <a:lnTo>
                  <a:pt x="543152" y="839561"/>
                </a:lnTo>
                <a:lnTo>
                  <a:pt x="538843" y="839788"/>
                </a:lnTo>
                <a:lnTo>
                  <a:pt x="533627" y="839561"/>
                </a:lnTo>
                <a:lnTo>
                  <a:pt x="528638" y="838880"/>
                </a:lnTo>
                <a:lnTo>
                  <a:pt x="523876" y="837745"/>
                </a:lnTo>
                <a:lnTo>
                  <a:pt x="519567" y="835928"/>
                </a:lnTo>
                <a:lnTo>
                  <a:pt x="515258" y="833884"/>
                </a:lnTo>
                <a:lnTo>
                  <a:pt x="510949" y="831387"/>
                </a:lnTo>
                <a:lnTo>
                  <a:pt x="507320" y="828662"/>
                </a:lnTo>
                <a:lnTo>
                  <a:pt x="503692" y="825483"/>
                </a:lnTo>
                <a:lnTo>
                  <a:pt x="500517" y="821850"/>
                </a:lnTo>
                <a:lnTo>
                  <a:pt x="497568" y="817990"/>
                </a:lnTo>
                <a:lnTo>
                  <a:pt x="495074" y="813903"/>
                </a:lnTo>
                <a:lnTo>
                  <a:pt x="493033" y="809362"/>
                </a:lnTo>
                <a:lnTo>
                  <a:pt x="491218" y="805047"/>
                </a:lnTo>
                <a:lnTo>
                  <a:pt x="490084" y="800279"/>
                </a:lnTo>
                <a:lnTo>
                  <a:pt x="489404" y="795284"/>
                </a:lnTo>
                <a:lnTo>
                  <a:pt x="489177" y="790288"/>
                </a:lnTo>
                <a:lnTo>
                  <a:pt x="489177" y="786882"/>
                </a:lnTo>
                <a:lnTo>
                  <a:pt x="489631" y="783703"/>
                </a:lnTo>
                <a:lnTo>
                  <a:pt x="490084" y="780752"/>
                </a:lnTo>
                <a:lnTo>
                  <a:pt x="490538" y="777800"/>
                </a:lnTo>
                <a:lnTo>
                  <a:pt x="538843" y="563225"/>
                </a:lnTo>
                <a:lnTo>
                  <a:pt x="420234" y="447876"/>
                </a:lnTo>
                <a:lnTo>
                  <a:pt x="318181" y="561635"/>
                </a:lnTo>
                <a:lnTo>
                  <a:pt x="317274" y="562543"/>
                </a:lnTo>
                <a:lnTo>
                  <a:pt x="314779" y="564814"/>
                </a:lnTo>
                <a:lnTo>
                  <a:pt x="312738" y="566403"/>
                </a:lnTo>
                <a:lnTo>
                  <a:pt x="310697" y="568220"/>
                </a:lnTo>
                <a:lnTo>
                  <a:pt x="307522" y="569809"/>
                </a:lnTo>
                <a:lnTo>
                  <a:pt x="304347" y="571853"/>
                </a:lnTo>
                <a:lnTo>
                  <a:pt x="300491" y="573669"/>
                </a:lnTo>
                <a:lnTo>
                  <a:pt x="295956" y="575259"/>
                </a:lnTo>
                <a:lnTo>
                  <a:pt x="291193" y="576848"/>
                </a:lnTo>
                <a:lnTo>
                  <a:pt x="285750" y="578438"/>
                </a:lnTo>
                <a:lnTo>
                  <a:pt x="279400" y="579346"/>
                </a:lnTo>
                <a:lnTo>
                  <a:pt x="272824" y="580027"/>
                </a:lnTo>
                <a:lnTo>
                  <a:pt x="265566" y="580708"/>
                </a:lnTo>
                <a:lnTo>
                  <a:pt x="257856" y="580708"/>
                </a:lnTo>
                <a:lnTo>
                  <a:pt x="50573" y="580936"/>
                </a:lnTo>
                <a:lnTo>
                  <a:pt x="46491" y="580936"/>
                </a:lnTo>
                <a:lnTo>
                  <a:pt x="42182" y="580254"/>
                </a:lnTo>
                <a:lnTo>
                  <a:pt x="37873" y="579573"/>
                </a:lnTo>
                <a:lnTo>
                  <a:pt x="34018" y="578438"/>
                </a:lnTo>
                <a:lnTo>
                  <a:pt x="30163" y="576848"/>
                </a:lnTo>
                <a:lnTo>
                  <a:pt x="26081" y="575032"/>
                </a:lnTo>
                <a:lnTo>
                  <a:pt x="22679" y="572761"/>
                </a:lnTo>
                <a:lnTo>
                  <a:pt x="19277" y="570264"/>
                </a:lnTo>
                <a:lnTo>
                  <a:pt x="16329" y="567993"/>
                </a:lnTo>
                <a:lnTo>
                  <a:pt x="13154" y="564814"/>
                </a:lnTo>
                <a:lnTo>
                  <a:pt x="10432" y="561635"/>
                </a:lnTo>
                <a:lnTo>
                  <a:pt x="7938" y="558229"/>
                </a:lnTo>
                <a:lnTo>
                  <a:pt x="5670" y="554369"/>
                </a:lnTo>
                <a:lnTo>
                  <a:pt x="4082" y="550736"/>
                </a:lnTo>
                <a:lnTo>
                  <a:pt x="2495" y="546422"/>
                </a:lnTo>
                <a:lnTo>
                  <a:pt x="1361" y="542108"/>
                </a:lnTo>
                <a:lnTo>
                  <a:pt x="454" y="537112"/>
                </a:lnTo>
                <a:lnTo>
                  <a:pt x="0" y="532117"/>
                </a:lnTo>
                <a:lnTo>
                  <a:pt x="227" y="527121"/>
                </a:lnTo>
                <a:lnTo>
                  <a:pt x="681" y="522353"/>
                </a:lnTo>
                <a:lnTo>
                  <a:pt x="1815" y="517812"/>
                </a:lnTo>
                <a:lnTo>
                  <a:pt x="3175" y="513271"/>
                </a:lnTo>
                <a:lnTo>
                  <a:pt x="5216" y="508956"/>
                </a:lnTo>
                <a:lnTo>
                  <a:pt x="7484" y="504642"/>
                </a:lnTo>
                <a:lnTo>
                  <a:pt x="10206" y="500782"/>
                </a:lnTo>
                <a:lnTo>
                  <a:pt x="13381" y="497149"/>
                </a:lnTo>
                <a:lnTo>
                  <a:pt x="16782" y="493970"/>
                </a:lnTo>
                <a:lnTo>
                  <a:pt x="20411" y="491018"/>
                </a:lnTo>
                <a:lnTo>
                  <a:pt x="24720" y="488294"/>
                </a:lnTo>
                <a:lnTo>
                  <a:pt x="29029" y="486250"/>
                </a:lnTo>
                <a:lnTo>
                  <a:pt x="33565" y="484206"/>
                </a:lnTo>
                <a:lnTo>
                  <a:pt x="38554" y="483071"/>
                </a:lnTo>
                <a:lnTo>
                  <a:pt x="41729" y="482617"/>
                </a:lnTo>
                <a:lnTo>
                  <a:pt x="44904" y="481936"/>
                </a:lnTo>
                <a:lnTo>
                  <a:pt x="47852" y="481709"/>
                </a:lnTo>
                <a:lnTo>
                  <a:pt x="50800" y="481936"/>
                </a:lnTo>
                <a:lnTo>
                  <a:pt x="229054" y="482390"/>
                </a:lnTo>
                <a:lnTo>
                  <a:pt x="492352" y="176762"/>
                </a:lnTo>
                <a:lnTo>
                  <a:pt x="423409" y="176308"/>
                </a:lnTo>
                <a:lnTo>
                  <a:pt x="304120" y="314590"/>
                </a:lnTo>
                <a:lnTo>
                  <a:pt x="301172" y="317769"/>
                </a:lnTo>
                <a:lnTo>
                  <a:pt x="298224" y="320493"/>
                </a:lnTo>
                <a:lnTo>
                  <a:pt x="294595" y="322991"/>
                </a:lnTo>
                <a:lnTo>
                  <a:pt x="290966" y="325035"/>
                </a:lnTo>
                <a:lnTo>
                  <a:pt x="286884" y="326624"/>
                </a:lnTo>
                <a:lnTo>
                  <a:pt x="283029" y="327759"/>
                </a:lnTo>
                <a:lnTo>
                  <a:pt x="278720" y="328441"/>
                </a:lnTo>
                <a:lnTo>
                  <a:pt x="274184" y="328895"/>
                </a:lnTo>
                <a:lnTo>
                  <a:pt x="270329" y="328441"/>
                </a:lnTo>
                <a:lnTo>
                  <a:pt x="266247" y="327987"/>
                </a:lnTo>
                <a:lnTo>
                  <a:pt x="262391" y="327078"/>
                </a:lnTo>
                <a:lnTo>
                  <a:pt x="258990" y="325716"/>
                </a:lnTo>
                <a:lnTo>
                  <a:pt x="255815" y="324126"/>
                </a:lnTo>
                <a:lnTo>
                  <a:pt x="252413" y="322310"/>
                </a:lnTo>
                <a:lnTo>
                  <a:pt x="249465" y="320039"/>
                </a:lnTo>
                <a:lnTo>
                  <a:pt x="246743" y="317542"/>
                </a:lnTo>
                <a:lnTo>
                  <a:pt x="244249" y="314817"/>
                </a:lnTo>
                <a:lnTo>
                  <a:pt x="241981" y="311865"/>
                </a:lnTo>
                <a:lnTo>
                  <a:pt x="240166" y="308686"/>
                </a:lnTo>
                <a:lnTo>
                  <a:pt x="238579" y="305053"/>
                </a:lnTo>
                <a:lnTo>
                  <a:pt x="237218" y="301647"/>
                </a:lnTo>
                <a:lnTo>
                  <a:pt x="236311" y="297787"/>
                </a:lnTo>
                <a:lnTo>
                  <a:pt x="235631" y="294154"/>
                </a:lnTo>
                <a:lnTo>
                  <a:pt x="235631" y="290067"/>
                </a:lnTo>
                <a:lnTo>
                  <a:pt x="235858" y="285980"/>
                </a:lnTo>
                <a:lnTo>
                  <a:pt x="236311" y="281666"/>
                </a:lnTo>
                <a:lnTo>
                  <a:pt x="237672" y="277578"/>
                </a:lnTo>
                <a:lnTo>
                  <a:pt x="239033" y="273945"/>
                </a:lnTo>
                <a:lnTo>
                  <a:pt x="240847" y="270312"/>
                </a:lnTo>
                <a:lnTo>
                  <a:pt x="243115" y="266906"/>
                </a:lnTo>
                <a:lnTo>
                  <a:pt x="245609" y="263955"/>
                </a:lnTo>
                <a:lnTo>
                  <a:pt x="248558" y="261230"/>
                </a:lnTo>
                <a:lnTo>
                  <a:pt x="377372" y="112503"/>
                </a:lnTo>
                <a:lnTo>
                  <a:pt x="380093" y="109324"/>
                </a:lnTo>
                <a:lnTo>
                  <a:pt x="383495" y="106599"/>
                </a:lnTo>
                <a:lnTo>
                  <a:pt x="386897" y="104556"/>
                </a:lnTo>
                <a:lnTo>
                  <a:pt x="390299" y="102512"/>
                </a:lnTo>
                <a:lnTo>
                  <a:pt x="394381" y="100696"/>
                </a:lnTo>
                <a:lnTo>
                  <a:pt x="398236" y="99560"/>
                </a:lnTo>
                <a:lnTo>
                  <a:pt x="402772" y="98652"/>
                </a:lnTo>
                <a:lnTo>
                  <a:pt x="407081" y="98425"/>
                </a:lnTo>
                <a:close/>
                <a:moveTo>
                  <a:pt x="706437" y="0"/>
                </a:moveTo>
                <a:lnTo>
                  <a:pt x="710520" y="0"/>
                </a:lnTo>
                <a:lnTo>
                  <a:pt x="714375" y="0"/>
                </a:lnTo>
                <a:lnTo>
                  <a:pt x="718230" y="453"/>
                </a:lnTo>
                <a:lnTo>
                  <a:pt x="722086" y="907"/>
                </a:lnTo>
                <a:lnTo>
                  <a:pt x="725941" y="1361"/>
                </a:lnTo>
                <a:lnTo>
                  <a:pt x="729570" y="2495"/>
                </a:lnTo>
                <a:lnTo>
                  <a:pt x="733425" y="3402"/>
                </a:lnTo>
                <a:lnTo>
                  <a:pt x="736827" y="4762"/>
                </a:lnTo>
                <a:lnTo>
                  <a:pt x="740455" y="5896"/>
                </a:lnTo>
                <a:lnTo>
                  <a:pt x="743857" y="7711"/>
                </a:lnTo>
                <a:lnTo>
                  <a:pt x="747032" y="9298"/>
                </a:lnTo>
                <a:lnTo>
                  <a:pt x="750434" y="11112"/>
                </a:lnTo>
                <a:lnTo>
                  <a:pt x="753609" y="13153"/>
                </a:lnTo>
                <a:lnTo>
                  <a:pt x="756557" y="15195"/>
                </a:lnTo>
                <a:lnTo>
                  <a:pt x="759279" y="17689"/>
                </a:lnTo>
                <a:lnTo>
                  <a:pt x="762227" y="19957"/>
                </a:lnTo>
                <a:lnTo>
                  <a:pt x="764722" y="22679"/>
                </a:lnTo>
                <a:lnTo>
                  <a:pt x="767670" y="25173"/>
                </a:lnTo>
                <a:lnTo>
                  <a:pt x="769711" y="27895"/>
                </a:lnTo>
                <a:lnTo>
                  <a:pt x="771979" y="30843"/>
                </a:lnTo>
                <a:lnTo>
                  <a:pt x="774247" y="33791"/>
                </a:lnTo>
                <a:lnTo>
                  <a:pt x="776288" y="37193"/>
                </a:lnTo>
                <a:lnTo>
                  <a:pt x="778329" y="40368"/>
                </a:lnTo>
                <a:lnTo>
                  <a:pt x="779690" y="43543"/>
                </a:lnTo>
                <a:lnTo>
                  <a:pt x="781504" y="47171"/>
                </a:lnTo>
                <a:lnTo>
                  <a:pt x="782865" y="50573"/>
                </a:lnTo>
                <a:lnTo>
                  <a:pt x="783998" y="53975"/>
                </a:lnTo>
                <a:lnTo>
                  <a:pt x="784906" y="57830"/>
                </a:lnTo>
                <a:lnTo>
                  <a:pt x="786040" y="61459"/>
                </a:lnTo>
                <a:lnTo>
                  <a:pt x="786493" y="65314"/>
                </a:lnTo>
                <a:lnTo>
                  <a:pt x="786947" y="68943"/>
                </a:lnTo>
                <a:lnTo>
                  <a:pt x="787400" y="73025"/>
                </a:lnTo>
                <a:lnTo>
                  <a:pt x="787400" y="77107"/>
                </a:lnTo>
                <a:lnTo>
                  <a:pt x="787400" y="80963"/>
                </a:lnTo>
                <a:lnTo>
                  <a:pt x="786947" y="84818"/>
                </a:lnTo>
                <a:lnTo>
                  <a:pt x="786493" y="88673"/>
                </a:lnTo>
                <a:lnTo>
                  <a:pt x="786040" y="92529"/>
                </a:lnTo>
                <a:lnTo>
                  <a:pt x="784906" y="96157"/>
                </a:lnTo>
                <a:lnTo>
                  <a:pt x="783998" y="100013"/>
                </a:lnTo>
                <a:lnTo>
                  <a:pt x="782865" y="103415"/>
                </a:lnTo>
                <a:lnTo>
                  <a:pt x="781504" y="106817"/>
                </a:lnTo>
                <a:lnTo>
                  <a:pt x="779690" y="110445"/>
                </a:lnTo>
                <a:lnTo>
                  <a:pt x="778329" y="113620"/>
                </a:lnTo>
                <a:lnTo>
                  <a:pt x="776288" y="116795"/>
                </a:lnTo>
                <a:lnTo>
                  <a:pt x="774247" y="120197"/>
                </a:lnTo>
                <a:lnTo>
                  <a:pt x="772206" y="123145"/>
                </a:lnTo>
                <a:lnTo>
                  <a:pt x="769711" y="125867"/>
                </a:lnTo>
                <a:lnTo>
                  <a:pt x="767670" y="128815"/>
                </a:lnTo>
                <a:lnTo>
                  <a:pt x="764722" y="131309"/>
                </a:lnTo>
                <a:lnTo>
                  <a:pt x="762227" y="134031"/>
                </a:lnTo>
                <a:lnTo>
                  <a:pt x="759279" y="136299"/>
                </a:lnTo>
                <a:lnTo>
                  <a:pt x="756557" y="138567"/>
                </a:lnTo>
                <a:lnTo>
                  <a:pt x="753609" y="140835"/>
                </a:lnTo>
                <a:lnTo>
                  <a:pt x="750434" y="142876"/>
                </a:lnTo>
                <a:lnTo>
                  <a:pt x="747032" y="144690"/>
                </a:lnTo>
                <a:lnTo>
                  <a:pt x="743857" y="146277"/>
                </a:lnTo>
                <a:lnTo>
                  <a:pt x="740455" y="148092"/>
                </a:lnTo>
                <a:lnTo>
                  <a:pt x="736827" y="149226"/>
                </a:lnTo>
                <a:lnTo>
                  <a:pt x="733425" y="150586"/>
                </a:lnTo>
                <a:lnTo>
                  <a:pt x="729570" y="151493"/>
                </a:lnTo>
                <a:lnTo>
                  <a:pt x="725941" y="152627"/>
                </a:lnTo>
                <a:lnTo>
                  <a:pt x="722086" y="153081"/>
                </a:lnTo>
                <a:lnTo>
                  <a:pt x="718230" y="153535"/>
                </a:lnTo>
                <a:lnTo>
                  <a:pt x="714375" y="153988"/>
                </a:lnTo>
                <a:lnTo>
                  <a:pt x="710520" y="153988"/>
                </a:lnTo>
                <a:lnTo>
                  <a:pt x="706437" y="153988"/>
                </a:lnTo>
                <a:lnTo>
                  <a:pt x="702582" y="153535"/>
                </a:lnTo>
                <a:lnTo>
                  <a:pt x="698727" y="153081"/>
                </a:lnTo>
                <a:lnTo>
                  <a:pt x="695098" y="152627"/>
                </a:lnTo>
                <a:lnTo>
                  <a:pt x="691243" y="151493"/>
                </a:lnTo>
                <a:lnTo>
                  <a:pt x="687614" y="150586"/>
                </a:lnTo>
                <a:lnTo>
                  <a:pt x="683986" y="149226"/>
                </a:lnTo>
                <a:lnTo>
                  <a:pt x="680584" y="148092"/>
                </a:lnTo>
                <a:lnTo>
                  <a:pt x="677182" y="146277"/>
                </a:lnTo>
                <a:lnTo>
                  <a:pt x="673553" y="144690"/>
                </a:lnTo>
                <a:lnTo>
                  <a:pt x="670605" y="142876"/>
                </a:lnTo>
                <a:lnTo>
                  <a:pt x="667430" y="140835"/>
                </a:lnTo>
                <a:lnTo>
                  <a:pt x="664255" y="138567"/>
                </a:lnTo>
                <a:lnTo>
                  <a:pt x="661307" y="136299"/>
                </a:lnTo>
                <a:lnTo>
                  <a:pt x="658586" y="134031"/>
                </a:lnTo>
                <a:lnTo>
                  <a:pt x="655864" y="131309"/>
                </a:lnTo>
                <a:lnTo>
                  <a:pt x="653369" y="128815"/>
                </a:lnTo>
                <a:lnTo>
                  <a:pt x="650875" y="125867"/>
                </a:lnTo>
                <a:lnTo>
                  <a:pt x="648607" y="123145"/>
                </a:lnTo>
                <a:lnTo>
                  <a:pt x="646566" y="120197"/>
                </a:lnTo>
                <a:lnTo>
                  <a:pt x="644752" y="116795"/>
                </a:lnTo>
                <a:lnTo>
                  <a:pt x="642710" y="113620"/>
                </a:lnTo>
                <a:lnTo>
                  <a:pt x="640896" y="110445"/>
                </a:lnTo>
                <a:lnTo>
                  <a:pt x="639535" y="106817"/>
                </a:lnTo>
                <a:lnTo>
                  <a:pt x="638175" y="103415"/>
                </a:lnTo>
                <a:lnTo>
                  <a:pt x="637041" y="100013"/>
                </a:lnTo>
                <a:lnTo>
                  <a:pt x="635907" y="96157"/>
                </a:lnTo>
                <a:lnTo>
                  <a:pt x="635000" y="92529"/>
                </a:lnTo>
                <a:lnTo>
                  <a:pt x="634546" y="88673"/>
                </a:lnTo>
                <a:lnTo>
                  <a:pt x="633866" y="84818"/>
                </a:lnTo>
                <a:lnTo>
                  <a:pt x="633412" y="80963"/>
                </a:lnTo>
                <a:lnTo>
                  <a:pt x="633412" y="77107"/>
                </a:lnTo>
                <a:lnTo>
                  <a:pt x="633412" y="73025"/>
                </a:lnTo>
                <a:lnTo>
                  <a:pt x="633866" y="68943"/>
                </a:lnTo>
                <a:lnTo>
                  <a:pt x="634546" y="65314"/>
                </a:lnTo>
                <a:lnTo>
                  <a:pt x="635000" y="61232"/>
                </a:lnTo>
                <a:lnTo>
                  <a:pt x="635907" y="57830"/>
                </a:lnTo>
                <a:lnTo>
                  <a:pt x="637041" y="53975"/>
                </a:lnTo>
                <a:lnTo>
                  <a:pt x="638175" y="50573"/>
                </a:lnTo>
                <a:lnTo>
                  <a:pt x="639535" y="47171"/>
                </a:lnTo>
                <a:lnTo>
                  <a:pt x="640896" y="43543"/>
                </a:lnTo>
                <a:lnTo>
                  <a:pt x="642710" y="40368"/>
                </a:lnTo>
                <a:lnTo>
                  <a:pt x="644752" y="37193"/>
                </a:lnTo>
                <a:lnTo>
                  <a:pt x="646566" y="33791"/>
                </a:lnTo>
                <a:lnTo>
                  <a:pt x="648607" y="30843"/>
                </a:lnTo>
                <a:lnTo>
                  <a:pt x="650875" y="27895"/>
                </a:lnTo>
                <a:lnTo>
                  <a:pt x="653369" y="25173"/>
                </a:lnTo>
                <a:lnTo>
                  <a:pt x="655864" y="22452"/>
                </a:lnTo>
                <a:lnTo>
                  <a:pt x="658586" y="19957"/>
                </a:lnTo>
                <a:lnTo>
                  <a:pt x="661307" y="17689"/>
                </a:lnTo>
                <a:lnTo>
                  <a:pt x="664255" y="15195"/>
                </a:lnTo>
                <a:lnTo>
                  <a:pt x="667430" y="13153"/>
                </a:lnTo>
                <a:lnTo>
                  <a:pt x="670605" y="11112"/>
                </a:lnTo>
                <a:lnTo>
                  <a:pt x="673553" y="9298"/>
                </a:lnTo>
                <a:lnTo>
                  <a:pt x="677182" y="7484"/>
                </a:lnTo>
                <a:lnTo>
                  <a:pt x="680584" y="5896"/>
                </a:lnTo>
                <a:lnTo>
                  <a:pt x="683986" y="4762"/>
                </a:lnTo>
                <a:lnTo>
                  <a:pt x="687614" y="3402"/>
                </a:lnTo>
                <a:lnTo>
                  <a:pt x="691243" y="2495"/>
                </a:lnTo>
                <a:lnTo>
                  <a:pt x="695098" y="1361"/>
                </a:lnTo>
                <a:lnTo>
                  <a:pt x="698727" y="907"/>
                </a:lnTo>
                <a:lnTo>
                  <a:pt x="702582" y="453"/>
                </a:lnTo>
                <a:lnTo>
                  <a:pt x="706437" y="0"/>
                </a:lnTo>
                <a:close/>
              </a:path>
            </a:pathLst>
          </a:custGeom>
          <a:solidFill>
            <a:srgbClr val="545D79"/>
          </a:solidFill>
          <a:ln>
            <a:noFill/>
          </a:ln>
          <a:effectLst>
            <a:outerShdw blurRad="63500" algn="ctr" rotWithShape="0">
              <a:prstClr val="black">
                <a:alpha val="40000"/>
              </a:prstClr>
            </a:outerShdw>
          </a:effectLst>
        </p:spPr>
        <p:txBody>
          <a:bodyPr vert="horz" wrap="square" lIns="91440" tIns="45720" rIns="91440" bIns="45720" numCol="1" anchor="ctr" anchorCtr="0" compatLnSpc="1">
            <a:prstTxWarp prst="textNoShape">
              <a:avLst/>
            </a:prstTxWarp>
          </a:bodyPr>
          <a:lstStyle/>
          <a:p>
            <a:pPr algn="ctr"/>
            <a:endParaRPr lang="zh-CN" altLang="en-US" sz="4800">
              <a:solidFill>
                <a:prstClr val="white"/>
              </a:solidFill>
              <a:latin typeface="思源黑体旧字形 Normal" panose="020b0400000000000000" pitchFamily="34" charset="-128"/>
              <a:ea typeface="思源黑体旧字形 Normal" panose="020b0400000000000000" pitchFamily="34" charset="-128"/>
              <a:sym typeface="+mn-lt"/>
            </a:endParaRPr>
          </a:p>
        </p:txBody>
      </p:sp>
      <p:sp>
        <p:nvSpPr>
          <p:cNvPr id="47" name="椭圆 46">
            <a:extLst>
              <a:ext uri="{FF2B5EF4-FFF2-40B4-BE49-F238E27FC236}">
                <a16:creationId xmlns:a16="http://schemas.microsoft.com/office/drawing/2014/main" id="{B0BFC2E5-D2F2-484A-993A-A2F9A2DB8317}"/>
              </a:ext>
            </a:extLst>
          </p:cNvPr>
          <p:cNvSpPr/>
          <p:nvPr/>
        </p:nvSpPr>
        <p:spPr>
          <a:xfrm>
            <a:off x="646420" y="4163683"/>
            <a:ext cx="459067" cy="459067"/>
          </a:xfrm>
          <a:prstGeom prst="ellipse">
            <a:avLst/>
          </a:prstGeom>
          <a:solidFill>
            <a:srgbClr val="545D79"/>
          </a:solidFill>
          <a:ln w="15875">
            <a:gradFill>
              <a:gsLst>
                <a:gs pos="100000">
                  <a:schemeClr val="bg1">
                    <a:lumMod val="85000"/>
                  </a:schemeClr>
                </a:gs>
                <a:gs pos="0">
                  <a:schemeClr val="bg1"/>
                </a:gs>
              </a:gsLst>
              <a:lin ang="8100000" scaled="0"/>
            </a:gradFill>
          </a:ln>
          <a:effectLst>
            <a:outerShdw blurRad="279400" dist="2540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none" lIns="0" rIns="0" anchor="ctr"/>
          <a:lstStyle/>
          <a:p>
            <a:pPr algn="ctr"/>
            <a:r>
              <a:rPr lang="en-US" altLang="zh-CN" sz="1600">
                <a:solidFill>
                  <a:schemeClr val="bg1"/>
                </a:solidFill>
                <a:ea typeface="思源黑体旧字形 Normal" panose="020b0400000000000000" pitchFamily="34" charset="-128"/>
                <a:cs typeface="+mn-ea"/>
                <a:sym typeface="+mn-lt"/>
              </a:rPr>
              <a:t>02</a:t>
            </a:r>
            <a:endParaRPr lang="zh-CN" altLang="en-US" sz="1600">
              <a:solidFill>
                <a:schemeClr val="bg1"/>
              </a:solidFill>
              <a:ea typeface="思源黑体旧字形 Normal" panose="020b0400000000000000" pitchFamily="34" charset="-128"/>
              <a:cs typeface="+mn-ea"/>
              <a:sym typeface="+mn-lt"/>
            </a:endParaRPr>
          </a:p>
        </p:txBody>
      </p:sp>
      <p:sp>
        <p:nvSpPr>
          <p:cNvPr id="48" name="椭圆 47">
            <a:extLst>
              <a:ext uri="{FF2B5EF4-FFF2-40B4-BE49-F238E27FC236}">
                <a16:creationId xmlns:a16="http://schemas.microsoft.com/office/drawing/2014/main" id="{65A9B22C-6F93-472F-A970-D4A8E8BBB86E}"/>
              </a:ext>
            </a:extLst>
          </p:cNvPr>
          <p:cNvSpPr/>
          <p:nvPr/>
        </p:nvSpPr>
        <p:spPr>
          <a:xfrm>
            <a:off x="2593339" y="2582098"/>
            <a:ext cx="459067" cy="459067"/>
          </a:xfrm>
          <a:prstGeom prst="ellipse">
            <a:avLst/>
          </a:prstGeom>
          <a:solidFill>
            <a:srgbClr val="545D79"/>
          </a:solidFill>
          <a:ln w="15875">
            <a:gradFill>
              <a:gsLst>
                <a:gs pos="100000">
                  <a:schemeClr val="bg1">
                    <a:lumMod val="85000"/>
                  </a:schemeClr>
                </a:gs>
                <a:gs pos="0">
                  <a:schemeClr val="bg1"/>
                </a:gs>
              </a:gsLst>
              <a:lin ang="8100000" scaled="0"/>
            </a:gradFill>
          </a:ln>
          <a:effectLst>
            <a:outerShdw blurRad="279400" dist="2540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none" lIns="0" rIns="0" anchor="ctr"/>
          <a:lstStyle/>
          <a:p>
            <a:pPr algn="ctr"/>
            <a:r>
              <a:rPr lang="en-US" altLang="zh-CN" sz="1600">
                <a:solidFill>
                  <a:schemeClr val="bg1"/>
                </a:solidFill>
                <a:ea typeface="思源黑体旧字形 Normal" panose="020b0400000000000000" pitchFamily="34" charset="-128"/>
                <a:cs typeface="+mn-ea"/>
                <a:sym typeface="+mn-lt"/>
              </a:rPr>
              <a:t>03</a:t>
            </a:r>
            <a:endParaRPr lang="zh-CN" altLang="en-US" sz="1600">
              <a:solidFill>
                <a:schemeClr val="bg1"/>
              </a:solidFill>
              <a:ea typeface="思源黑体旧字形 Normal" panose="020b0400000000000000" pitchFamily="34" charset="-128"/>
              <a:cs typeface="+mn-ea"/>
              <a:sym typeface="+mn-lt"/>
            </a:endParaRPr>
          </a:p>
        </p:txBody>
      </p:sp>
      <p:sp>
        <p:nvSpPr>
          <p:cNvPr id="49" name="椭圆 48">
            <a:extLst>
              <a:ext uri="{FF2B5EF4-FFF2-40B4-BE49-F238E27FC236}">
                <a16:creationId xmlns:a16="http://schemas.microsoft.com/office/drawing/2014/main" id="{6C87B704-B0DE-42EE-B49F-F707EB88B32F}"/>
              </a:ext>
            </a:extLst>
          </p:cNvPr>
          <p:cNvSpPr/>
          <p:nvPr/>
        </p:nvSpPr>
        <p:spPr>
          <a:xfrm>
            <a:off x="2593339" y="4575109"/>
            <a:ext cx="459067" cy="459067"/>
          </a:xfrm>
          <a:prstGeom prst="ellipse">
            <a:avLst/>
          </a:prstGeom>
          <a:solidFill>
            <a:srgbClr val="3FB793"/>
          </a:solidFill>
          <a:ln w="15875">
            <a:gradFill>
              <a:gsLst>
                <a:gs pos="100000">
                  <a:schemeClr val="bg1">
                    <a:lumMod val="85000"/>
                  </a:schemeClr>
                </a:gs>
                <a:gs pos="0">
                  <a:schemeClr val="bg1"/>
                </a:gs>
              </a:gsLst>
              <a:lin ang="8100000" scaled="0"/>
            </a:gradFill>
          </a:ln>
          <a:effectLst>
            <a:outerShdw blurRad="279400" dist="2540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none" lIns="0" rIns="0" anchor="ctr"/>
          <a:lstStyle/>
          <a:p>
            <a:pPr algn="ctr"/>
            <a:r>
              <a:rPr lang="en-US" altLang="zh-CN" sz="1600">
                <a:solidFill>
                  <a:schemeClr val="bg1"/>
                </a:solidFill>
                <a:ea typeface="思源黑体旧字形 Normal" panose="020b0400000000000000" pitchFamily="34" charset="-128"/>
                <a:cs typeface="+mn-ea"/>
                <a:sym typeface="+mn-lt"/>
              </a:rPr>
              <a:t>04</a:t>
            </a:r>
            <a:endParaRPr lang="zh-CN" altLang="en-US" sz="1600">
              <a:solidFill>
                <a:schemeClr val="bg1"/>
              </a:solidFill>
              <a:ea typeface="思源黑体旧字形 Normal" panose="020b0400000000000000" pitchFamily="34" charset="-128"/>
              <a:cs typeface="+mn-ea"/>
              <a:sym typeface="+mn-lt"/>
            </a:endParaRPr>
          </a:p>
        </p:txBody>
      </p:sp>
      <p:sp>
        <p:nvSpPr>
          <p:cNvPr id="50" name="椭圆 49">
            <a:extLst>
              <a:ext uri="{FF2B5EF4-FFF2-40B4-BE49-F238E27FC236}">
                <a16:creationId xmlns:a16="http://schemas.microsoft.com/office/drawing/2014/main" id="{0015ACE9-86AA-40E3-8BDF-4C1D6D22F4AA}"/>
              </a:ext>
            </a:extLst>
          </p:cNvPr>
          <p:cNvSpPr/>
          <p:nvPr/>
        </p:nvSpPr>
        <p:spPr>
          <a:xfrm>
            <a:off x="646420" y="2936975"/>
            <a:ext cx="459067" cy="459067"/>
          </a:xfrm>
          <a:prstGeom prst="ellipse">
            <a:avLst/>
          </a:prstGeom>
          <a:solidFill>
            <a:srgbClr val="3FB793"/>
          </a:solidFill>
          <a:ln w="15875">
            <a:gradFill>
              <a:gsLst>
                <a:gs pos="100000">
                  <a:schemeClr val="bg1">
                    <a:lumMod val="85000"/>
                  </a:schemeClr>
                </a:gs>
                <a:gs pos="0">
                  <a:schemeClr val="bg1"/>
                </a:gs>
              </a:gsLst>
              <a:lin ang="8100000" scaled="0"/>
            </a:gradFill>
          </a:ln>
          <a:effectLst>
            <a:outerShdw blurRad="279400" dist="2540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none" lIns="0" rIns="0" anchor="ctr"/>
          <a:lstStyle/>
          <a:p>
            <a:pPr algn="ctr"/>
            <a:r>
              <a:rPr lang="en-US" altLang="zh-CN" sz="1600">
                <a:solidFill>
                  <a:schemeClr val="bg1"/>
                </a:solidFill>
                <a:ea typeface="思源黑体旧字形 Normal" panose="020b0400000000000000" pitchFamily="34" charset="-128"/>
                <a:cs typeface="+mn-ea"/>
                <a:sym typeface="+mn-lt"/>
              </a:rPr>
              <a:t>01</a:t>
            </a:r>
            <a:endParaRPr lang="zh-CN" altLang="en-US" sz="1600">
              <a:solidFill>
                <a:schemeClr val="bg1"/>
              </a:solidFill>
              <a:ea typeface="思源黑体旧字形 Normal" panose="020b0400000000000000" pitchFamily="34" charset="-128"/>
              <a:cs typeface="+mn-ea"/>
              <a:sym typeface="+mn-lt"/>
            </a:endParaRPr>
          </a:p>
        </p:txBody>
      </p:sp>
      <p:sp>
        <p:nvSpPr>
          <p:cNvPr id="51" name="MH_SubTitle_1">
            <a:extLst>
              <a:ext uri="{FF2B5EF4-FFF2-40B4-BE49-F238E27FC236}">
                <a16:creationId xmlns:a16="http://schemas.microsoft.com/office/drawing/2014/main" id="{D3798CFD-119B-49E1-87E3-3BDD532F2669}"/>
              </a:ext>
            </a:extLst>
          </p:cNvPr>
          <p:cNvSpPr/>
          <p:nvPr>
            <p:custDataLst>
              <p:tags r:id="rId9"/>
            </p:custDataLst>
          </p:nvPr>
        </p:nvSpPr>
        <p:spPr>
          <a:xfrm rot="21000000">
            <a:off x="4705759" y="2123645"/>
            <a:ext cx="1307714" cy="532772"/>
          </a:xfrm>
          <a:custGeom>
            <a:gdLst>
              <a:gd name="connsiteX0" fmla="*/ 1179667 w 1179667"/>
              <a:gd name="connsiteY0" fmla="*/ 0 h 440338"/>
              <a:gd name="connsiteX1" fmla="*/ 1179667 w 1179667"/>
              <a:gd name="connsiteY1" fmla="*/ 440338 h 440338"/>
              <a:gd name="connsiteX2" fmla="*/ 0 w 1179667"/>
              <a:gd name="connsiteY2" fmla="*/ 402694 h 440338"/>
              <a:gd name="connsiteX3" fmla="*/ 0 w 1179667"/>
              <a:gd name="connsiteY3" fmla="*/ 37644 h 440338"/>
            </a:gdLst>
            <a:cxnLst>
              <a:cxn ang="0">
                <a:pos x="connsiteX0" y="connsiteY0"/>
              </a:cxn>
              <a:cxn ang="0">
                <a:pos x="connsiteX1" y="connsiteY1"/>
              </a:cxn>
              <a:cxn ang="0">
                <a:pos x="connsiteX2" y="connsiteY2"/>
              </a:cxn>
              <a:cxn ang="0">
                <a:pos x="connsiteX3" y="connsiteY3"/>
              </a:cxn>
            </a:cxnLst>
            <a:rect l="l" t="t" r="r" b="b"/>
            <a:pathLst>
              <a:path w="1179667" h="440338">
                <a:moveTo>
                  <a:pt x="1179667" y="0"/>
                </a:moveTo>
                <a:lnTo>
                  <a:pt x="1179667" y="440338"/>
                </a:lnTo>
                <a:lnTo>
                  <a:pt x="0" y="402694"/>
                </a:lnTo>
                <a:lnTo>
                  <a:pt x="0" y="37644"/>
                </a:lnTo>
                <a:close/>
              </a:path>
            </a:pathLst>
          </a:custGeom>
          <a:gradFill flip="none" rotWithShape="1">
            <a:gsLst>
              <a:gs pos="100000">
                <a:schemeClr val="bg1"/>
              </a:gs>
              <a:gs pos="0">
                <a:srgbClr val="E0E0E0"/>
              </a:gs>
            </a:gsLst>
            <a:lin ang="8100000" scaled="0"/>
          </a:gradFill>
          <a:ln w="19050">
            <a:gradFill>
              <a:gsLst>
                <a:gs pos="100000">
                  <a:schemeClr val="bg1">
                    <a:lumMod val="85000"/>
                  </a:schemeClr>
                </a:gs>
                <a:gs pos="0">
                  <a:schemeClr val="bg1"/>
                </a:gs>
              </a:gsLst>
              <a:lin ang="8100000" scaled="0"/>
            </a:gradFill>
          </a:ln>
          <a:effectLst>
            <a:outerShdw blurRad="279400" dist="2540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1200" b="1">
                <a:solidFill>
                  <a:schemeClr val="tx1">
                    <a:lumMod val="85000"/>
                    <a:lumOff val="15000"/>
                  </a:schemeClr>
                </a:solidFill>
                <a:cs typeface="+mn-ea"/>
                <a:sym typeface="+mn-lt"/>
              </a:rPr>
              <a:t>团队协作</a:t>
            </a:r>
          </a:p>
        </p:txBody>
      </p:sp>
      <p:sp>
        <p:nvSpPr>
          <p:cNvPr id="52" name="MH_SubTitle_4">
            <a:extLst>
              <a:ext uri="{FF2B5EF4-FFF2-40B4-BE49-F238E27FC236}">
                <a16:creationId xmlns:a16="http://schemas.microsoft.com/office/drawing/2014/main" id="{02C7A21A-5D0F-4A8B-859A-0E9B4EE9A311}"/>
              </a:ext>
            </a:extLst>
          </p:cNvPr>
          <p:cNvSpPr/>
          <p:nvPr>
            <p:custDataLst>
              <p:tags r:id="rId10"/>
            </p:custDataLst>
          </p:nvPr>
        </p:nvSpPr>
        <p:spPr>
          <a:xfrm rot="900000">
            <a:off x="4690416" y="5184773"/>
            <a:ext cx="1307714" cy="581206"/>
          </a:xfrm>
          <a:custGeom>
            <a:gdLst>
              <a:gd name="connsiteX0" fmla="*/ 0 w 1473056"/>
              <a:gd name="connsiteY0" fmla="*/ 45170 h 528376"/>
              <a:gd name="connsiteX1" fmla="*/ 1473056 w 1473056"/>
              <a:gd name="connsiteY1" fmla="*/ 0 h 528376"/>
              <a:gd name="connsiteX2" fmla="*/ 1473056 w 1473056"/>
              <a:gd name="connsiteY2" fmla="*/ 528376 h 528376"/>
              <a:gd name="connsiteX3" fmla="*/ 0 w 1473056"/>
              <a:gd name="connsiteY3" fmla="*/ 483205 h 528376"/>
            </a:gdLst>
            <a:cxnLst>
              <a:cxn ang="0">
                <a:pos x="connsiteX0" y="connsiteY0"/>
              </a:cxn>
              <a:cxn ang="0">
                <a:pos x="connsiteX1" y="connsiteY1"/>
              </a:cxn>
              <a:cxn ang="0">
                <a:pos x="connsiteX2" y="connsiteY2"/>
              </a:cxn>
              <a:cxn ang="0">
                <a:pos x="connsiteX3" y="connsiteY3"/>
              </a:cxn>
            </a:cxnLst>
            <a:rect l="l" t="t" r="r" b="b"/>
            <a:pathLst>
              <a:path w="1473056" h="528376">
                <a:moveTo>
                  <a:pt x="0" y="45170"/>
                </a:moveTo>
                <a:lnTo>
                  <a:pt x="1473056" y="0"/>
                </a:lnTo>
                <a:lnTo>
                  <a:pt x="1473056" y="528376"/>
                </a:lnTo>
                <a:lnTo>
                  <a:pt x="0" y="483205"/>
                </a:lnTo>
                <a:close/>
              </a:path>
            </a:pathLst>
          </a:custGeom>
          <a:gradFill flip="none" rotWithShape="1">
            <a:gsLst>
              <a:gs pos="100000">
                <a:schemeClr val="bg1"/>
              </a:gs>
              <a:gs pos="0">
                <a:srgbClr val="E0E0E0"/>
              </a:gs>
            </a:gsLst>
            <a:lin ang="8100000" scaled="0"/>
          </a:gradFill>
          <a:ln w="19050">
            <a:gradFill>
              <a:gsLst>
                <a:gs pos="100000">
                  <a:schemeClr val="bg1">
                    <a:lumMod val="85000"/>
                  </a:schemeClr>
                </a:gs>
                <a:gs pos="0">
                  <a:schemeClr val="bg1"/>
                </a:gs>
              </a:gsLst>
              <a:lin ang="8100000" scaled="0"/>
            </a:gradFill>
          </a:ln>
          <a:effectLst>
            <a:outerShdw blurRad="279400" dist="2540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1200" b="1">
                <a:solidFill>
                  <a:schemeClr val="tx1">
                    <a:lumMod val="85000"/>
                    <a:lumOff val="15000"/>
                  </a:schemeClr>
                </a:solidFill>
                <a:cs typeface="+mn-ea"/>
                <a:sym typeface="+mn-lt"/>
              </a:rPr>
              <a:t>执行能力</a:t>
            </a:r>
          </a:p>
        </p:txBody>
      </p:sp>
      <p:sp>
        <p:nvSpPr>
          <p:cNvPr id="53" name="椭圆 52">
            <a:extLst>
              <a:ext uri="{FF2B5EF4-FFF2-40B4-BE49-F238E27FC236}">
                <a16:creationId xmlns:a16="http://schemas.microsoft.com/office/drawing/2014/main" id="{E64C62EC-D431-41BC-9950-ED03F436BA32}"/>
              </a:ext>
            </a:extLst>
          </p:cNvPr>
          <p:cNvSpPr/>
          <p:nvPr/>
        </p:nvSpPr>
        <p:spPr>
          <a:xfrm>
            <a:off x="4424681" y="2276661"/>
            <a:ext cx="459067" cy="459067"/>
          </a:xfrm>
          <a:prstGeom prst="ellipse">
            <a:avLst/>
          </a:prstGeom>
          <a:solidFill>
            <a:srgbClr val="3FB793"/>
          </a:solidFill>
          <a:ln w="15875">
            <a:gradFill>
              <a:gsLst>
                <a:gs pos="100000">
                  <a:schemeClr val="bg1">
                    <a:lumMod val="85000"/>
                  </a:schemeClr>
                </a:gs>
                <a:gs pos="0">
                  <a:schemeClr val="bg1"/>
                </a:gs>
              </a:gsLst>
              <a:lin ang="8100000" scaled="0"/>
            </a:gradFill>
          </a:ln>
          <a:effectLst>
            <a:outerShdw blurRad="279400" dist="2540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none" lIns="0" rIns="0" anchor="ctr"/>
          <a:lstStyle/>
          <a:p>
            <a:pPr algn="ctr"/>
            <a:r>
              <a:rPr lang="en-US" altLang="zh-CN" sz="1600">
                <a:solidFill>
                  <a:schemeClr val="bg1"/>
                </a:solidFill>
                <a:ea typeface="思源黑体旧字形 Normal" panose="020b0400000000000000" pitchFamily="34" charset="-128"/>
                <a:cs typeface="+mn-ea"/>
                <a:sym typeface="+mn-lt"/>
              </a:rPr>
              <a:t>05</a:t>
            </a:r>
            <a:endParaRPr lang="zh-CN" altLang="en-US" sz="1600">
              <a:solidFill>
                <a:schemeClr val="bg1"/>
              </a:solidFill>
              <a:ea typeface="思源黑体旧字形 Normal" panose="020b0400000000000000" pitchFamily="34" charset="-128"/>
              <a:cs typeface="+mn-ea"/>
              <a:sym typeface="+mn-lt"/>
            </a:endParaRPr>
          </a:p>
        </p:txBody>
      </p:sp>
      <p:sp>
        <p:nvSpPr>
          <p:cNvPr id="54" name="椭圆 53">
            <a:extLst>
              <a:ext uri="{FF2B5EF4-FFF2-40B4-BE49-F238E27FC236}">
                <a16:creationId xmlns:a16="http://schemas.microsoft.com/office/drawing/2014/main" id="{E87F4BD1-FB34-44CE-B71E-1272C5B48F64}"/>
              </a:ext>
            </a:extLst>
          </p:cNvPr>
          <p:cNvSpPr/>
          <p:nvPr/>
        </p:nvSpPr>
        <p:spPr>
          <a:xfrm>
            <a:off x="4424681" y="5049088"/>
            <a:ext cx="459067" cy="459067"/>
          </a:xfrm>
          <a:prstGeom prst="ellipse">
            <a:avLst/>
          </a:prstGeom>
          <a:solidFill>
            <a:srgbClr val="545D79"/>
          </a:solidFill>
          <a:ln w="15875">
            <a:gradFill>
              <a:gsLst>
                <a:gs pos="100000">
                  <a:schemeClr val="bg1">
                    <a:lumMod val="85000"/>
                  </a:schemeClr>
                </a:gs>
                <a:gs pos="0">
                  <a:schemeClr val="bg1"/>
                </a:gs>
              </a:gsLst>
              <a:lin ang="8100000" scaled="0"/>
            </a:gradFill>
          </a:ln>
          <a:effectLst>
            <a:outerShdw blurRad="279400" dist="2540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none" lIns="0" rIns="0" anchor="ctr"/>
          <a:lstStyle/>
          <a:p>
            <a:pPr algn="ctr"/>
            <a:r>
              <a:rPr lang="en-US" altLang="zh-CN" sz="1600">
                <a:solidFill>
                  <a:schemeClr val="bg1"/>
                </a:solidFill>
                <a:ea typeface="思源黑体旧字形 Normal" panose="020b0400000000000000" pitchFamily="34" charset="-128"/>
                <a:cs typeface="+mn-ea"/>
                <a:sym typeface="+mn-lt"/>
              </a:rPr>
              <a:t>06</a:t>
            </a:r>
            <a:endParaRPr lang="zh-CN" altLang="en-US" sz="1600">
              <a:solidFill>
                <a:schemeClr val="bg1"/>
              </a:solidFill>
              <a:ea typeface="思源黑体旧字形 Normal" panose="020b0400000000000000" pitchFamily="34" charset="-128"/>
              <a:cs typeface="+mn-ea"/>
              <a:sym typeface="+mn-lt"/>
            </a:endParaRPr>
          </a:p>
        </p:txBody>
      </p:sp>
      <p:grpSp>
        <p:nvGrpSpPr>
          <p:cNvPr id="55" name="组合 54">
            <a:extLst>
              <a:ext uri="{FF2B5EF4-FFF2-40B4-BE49-F238E27FC236}">
                <a16:creationId xmlns:a16="http://schemas.microsoft.com/office/drawing/2014/main" id="{1AB072EB-1F72-4C91-8C99-207FB961FB64}"/>
              </a:ext>
            </a:extLst>
          </p:cNvPr>
          <p:cNvGrpSpPr/>
          <p:nvPr/>
        </p:nvGrpSpPr>
        <p:grpSpPr>
          <a:xfrm>
            <a:off x="9171996" y="2633302"/>
            <a:ext cx="2421693" cy="2421693"/>
            <a:chOff x="9154067" y="2290901"/>
            <a:chExt cx="2421693" cy="2421693"/>
          </a:xfrm>
        </p:grpSpPr>
        <p:sp>
          <p:nvSpPr>
            <p:cNvPr id="56" name="MH_Other_2">
              <a:extLst>
                <a:ext uri="{FF2B5EF4-FFF2-40B4-BE49-F238E27FC236}">
                  <a16:creationId xmlns:a16="http://schemas.microsoft.com/office/drawing/2014/main" id="{7F5B7B8C-A51A-498E-90C1-232CB8C24F53}"/>
                </a:ext>
              </a:extLst>
            </p:cNvPr>
            <p:cNvSpPr/>
            <p:nvPr>
              <p:custDataLst>
                <p:tags r:id="rId11"/>
              </p:custDataLst>
            </p:nvPr>
          </p:nvSpPr>
          <p:spPr>
            <a:xfrm>
              <a:off x="9154067" y="2290901"/>
              <a:ext cx="2421693" cy="2421693"/>
            </a:xfrm>
            <a:prstGeom prst="ellipse">
              <a:avLst/>
            </a:prstGeom>
            <a:gradFill flip="none" rotWithShape="1">
              <a:gsLst>
                <a:gs pos="100000">
                  <a:schemeClr val="bg1"/>
                </a:gs>
                <a:gs pos="0">
                  <a:srgbClr val="E0E0E0"/>
                </a:gs>
              </a:gsLst>
              <a:lin ang="8100000" scaled="0"/>
            </a:gradFill>
            <a:ln w="63500">
              <a:gradFill>
                <a:gsLst>
                  <a:gs pos="100000">
                    <a:schemeClr val="bg1">
                      <a:lumMod val="85000"/>
                    </a:schemeClr>
                  </a:gs>
                  <a:gs pos="0">
                    <a:schemeClr val="bg1"/>
                  </a:gs>
                </a:gsLst>
                <a:lin ang="8100000" scaled="0"/>
              </a:gradFill>
            </a:ln>
            <a:effectLst>
              <a:outerShdw blurRad="279400" dist="2540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思源黑体旧字形 Normal" panose="020b0400000000000000" pitchFamily="34" charset="-128"/>
                <a:ea typeface="思源黑体旧字形 Normal" panose="020b0400000000000000" pitchFamily="34" charset="-128"/>
                <a:cs typeface="+mn-ea"/>
                <a:sym typeface="+mn-lt"/>
              </a:endParaRPr>
            </a:p>
          </p:txBody>
        </p:sp>
        <p:sp>
          <p:nvSpPr>
            <p:cNvPr id="57" name="MH_Other_9">
              <a:extLst>
                <a:ext uri="{FF2B5EF4-FFF2-40B4-BE49-F238E27FC236}">
                  <a16:creationId xmlns:a16="http://schemas.microsoft.com/office/drawing/2014/main" id="{91C92E08-3110-45E1-B578-E2C3D79B418B}"/>
                </a:ext>
              </a:extLst>
            </p:cNvPr>
            <p:cNvSpPr/>
            <p:nvPr>
              <p:custDataLst>
                <p:tags r:id="rId12"/>
              </p:custDataLst>
            </p:nvPr>
          </p:nvSpPr>
          <p:spPr>
            <a:xfrm>
              <a:off x="9626491" y="2780420"/>
              <a:ext cx="1476845" cy="1479381"/>
            </a:xfrm>
            <a:prstGeom prst="ellipse">
              <a:avLst/>
            </a:prstGeom>
            <a:solidFill>
              <a:srgbClr val="3FB793"/>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r>
                <a:rPr lang="zh-CN" altLang="en-US" sz="2000" b="1">
                  <a:latin typeface="思源黑体旧字形 Normal" panose="020b0400000000000000" pitchFamily="34" charset="-128"/>
                  <a:ea typeface="思源黑体旧字形 Normal" panose="020b0400000000000000" pitchFamily="34" charset="-128"/>
                  <a:cs typeface="+mn-ea"/>
                  <a:sym typeface="+mn-lt"/>
                </a:rPr>
                <a:t>核心竞争力</a:t>
              </a:r>
            </a:p>
          </p:txBody>
        </p:sp>
      </p:grpSp>
      <p:sp>
        <p:nvSpPr>
          <p:cNvPr id="58" name="MH_Text_1">
            <a:extLst>
              <a:ext uri="{FF2B5EF4-FFF2-40B4-BE49-F238E27FC236}">
                <a16:creationId xmlns:a16="http://schemas.microsoft.com/office/drawing/2014/main" id="{E4187189-3EA7-4906-9087-9EF9D7F8E8F1}"/>
              </a:ext>
            </a:extLst>
          </p:cNvPr>
          <p:cNvSpPr/>
          <p:nvPr>
            <p:custDataLst>
              <p:tags r:id="rId13"/>
            </p:custDataLst>
          </p:nvPr>
        </p:nvSpPr>
        <p:spPr>
          <a:xfrm>
            <a:off x="7319135" y="1539153"/>
            <a:ext cx="2538416" cy="39390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33605" tIns="0" rIns="133605" bIns="0" rtlCol="0" anchor="t">
            <a:noAutofit/>
          </a:bodyPr>
          <a:lstStyle/>
          <a:p>
            <a:pPr>
              <a:lnSpc>
                <a:spcPct val="120000"/>
              </a:lnSpc>
              <a:buClr>
                <a:schemeClr val="accent1"/>
              </a:buClr>
            </a:pPr>
            <a:r>
              <a:rPr lang="zh-CN" altLang="en-US" b="1">
                <a:solidFill>
                  <a:schemeClr val="tx1">
                    <a:lumMod val="75000"/>
                    <a:lumOff val="25000"/>
                  </a:schemeClr>
                </a:solidFill>
                <a:latin typeface="思源黑体旧字形 Normal" panose="020b0400000000000000" pitchFamily="34" charset="-128"/>
                <a:ea typeface="思源黑体旧字形 Normal" panose="020b0400000000000000" pitchFamily="34" charset="-128"/>
                <a:cs typeface="+mn-ea"/>
                <a:sym typeface="+mn-lt"/>
              </a:rPr>
              <a:t>点击输入标题</a:t>
            </a:r>
            <a:endParaRPr lang="en-US" altLang="zh-CN" b="1">
              <a:solidFill>
                <a:schemeClr val="tx1">
                  <a:lumMod val="75000"/>
                  <a:lumOff val="25000"/>
                </a:schemeClr>
              </a:solidFill>
              <a:latin typeface="思源黑体旧字形 Normal" panose="020b0400000000000000" pitchFamily="34" charset="-128"/>
              <a:ea typeface="思源黑体旧字形 Normal" panose="020b0400000000000000" pitchFamily="34" charset="-128"/>
              <a:cs typeface="+mn-ea"/>
              <a:sym typeface="+mn-lt"/>
            </a:endParaRPr>
          </a:p>
        </p:txBody>
      </p:sp>
      <p:sp>
        <p:nvSpPr>
          <p:cNvPr id="59" name="MH_Text_1">
            <a:extLst>
              <a:ext uri="{FF2B5EF4-FFF2-40B4-BE49-F238E27FC236}">
                <a16:creationId xmlns:a16="http://schemas.microsoft.com/office/drawing/2014/main" id="{0CAA74BB-7BCA-40BC-A096-435FDCA5EF7C}"/>
              </a:ext>
            </a:extLst>
          </p:cNvPr>
          <p:cNvSpPr/>
          <p:nvPr>
            <p:custDataLst>
              <p:tags r:id="rId14"/>
            </p:custDataLst>
          </p:nvPr>
        </p:nvSpPr>
        <p:spPr>
          <a:xfrm>
            <a:off x="6473175" y="1971201"/>
            <a:ext cx="3909667" cy="76118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33605" tIns="0" rIns="133605" bIns="0" rtlCol="0" anchor="t">
            <a:noAutofit/>
          </a:bodyPr>
          <a:lstStyle/>
          <a:p>
            <a:r>
              <a:rPr lang="zh-CN" altLang="en-US" sz="1200">
                <a:solidFill>
                  <a:schemeClr val="tx1">
                    <a:lumMod val="85000"/>
                    <a:lumOff val="15000"/>
                  </a:schemeClr>
                </a:solidFill>
                <a:latin typeface="思源黑体旧字形 Normal" panose="020b0400000000000000" pitchFamily="34" charset="-128"/>
                <a:ea typeface="思源黑体旧字形 Normal" panose="020b0400000000000000" pitchFamily="34" charset="-128"/>
                <a:cs typeface="+mn-ea"/>
                <a:sym typeface="+mn-lt"/>
              </a:rPr>
              <a:t>您的内容打在这里，或者通过复制您的文本后，在此框中选择粘贴，并选择只保留文字。</a:t>
            </a:r>
            <a:endParaRPr lang="en-US" altLang="zh-CN" sz="1200">
              <a:solidFill>
                <a:schemeClr val="tx1">
                  <a:lumMod val="85000"/>
                  <a:lumOff val="15000"/>
                </a:schemeClr>
              </a:solidFill>
              <a:latin typeface="思源黑体旧字形 Normal" panose="020b0400000000000000" pitchFamily="34" charset="-128"/>
              <a:ea typeface="思源黑体旧字形 Normal" panose="020b0400000000000000" pitchFamily="34" charset="-128"/>
              <a:cs typeface="+mn-ea"/>
              <a:sym typeface="+mn-lt"/>
            </a:endParaRPr>
          </a:p>
          <a:p>
            <a:endParaRPr lang="en-US" altLang="zh-CN" sz="1200">
              <a:solidFill>
                <a:schemeClr val="tx1">
                  <a:lumMod val="85000"/>
                  <a:lumOff val="15000"/>
                </a:schemeClr>
              </a:solidFill>
              <a:latin typeface="思源黑体旧字形 Normal" panose="020b0400000000000000" pitchFamily="34" charset="-128"/>
              <a:ea typeface="思源黑体旧字形 Normal" panose="020b0400000000000000" pitchFamily="34" charset="-128"/>
              <a:cs typeface="+mn-ea"/>
              <a:sym typeface="+mn-lt"/>
            </a:endParaRPr>
          </a:p>
        </p:txBody>
      </p:sp>
      <p:sp>
        <p:nvSpPr>
          <p:cNvPr id="60" name="MH_Text_1">
            <a:extLst>
              <a:ext uri="{FF2B5EF4-FFF2-40B4-BE49-F238E27FC236}">
                <a16:creationId xmlns:a16="http://schemas.microsoft.com/office/drawing/2014/main" id="{9FB7E071-477F-4A04-B963-DA24313B9991}"/>
              </a:ext>
            </a:extLst>
          </p:cNvPr>
          <p:cNvSpPr/>
          <p:nvPr>
            <p:custDataLst>
              <p:tags r:id="rId15"/>
            </p:custDataLst>
          </p:nvPr>
        </p:nvSpPr>
        <p:spPr>
          <a:xfrm>
            <a:off x="7319135" y="5170460"/>
            <a:ext cx="2538416" cy="39390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33605" tIns="0" rIns="133605" bIns="0" rtlCol="0" anchor="t">
            <a:noAutofit/>
          </a:bodyPr>
          <a:lstStyle/>
          <a:p>
            <a:pPr>
              <a:lnSpc>
                <a:spcPct val="120000"/>
              </a:lnSpc>
              <a:buClr>
                <a:schemeClr val="accent1"/>
              </a:buClr>
            </a:pPr>
            <a:r>
              <a:rPr lang="zh-CN" altLang="en-US" b="1">
                <a:solidFill>
                  <a:schemeClr val="tx1">
                    <a:lumMod val="75000"/>
                    <a:lumOff val="25000"/>
                  </a:schemeClr>
                </a:solidFill>
                <a:latin typeface="思源黑体旧字形 Normal" panose="020b0400000000000000" pitchFamily="34" charset="-128"/>
                <a:ea typeface="思源黑体旧字形 Normal" panose="020b0400000000000000" pitchFamily="34" charset="-128"/>
                <a:cs typeface="+mn-ea"/>
                <a:sym typeface="+mn-lt"/>
              </a:rPr>
              <a:t>点击输入标题</a:t>
            </a:r>
            <a:endParaRPr lang="en-US" altLang="zh-CN" b="1">
              <a:solidFill>
                <a:schemeClr val="tx1">
                  <a:lumMod val="75000"/>
                  <a:lumOff val="25000"/>
                </a:schemeClr>
              </a:solidFill>
              <a:latin typeface="思源黑体旧字形 Normal" panose="020b0400000000000000" pitchFamily="34" charset="-128"/>
              <a:ea typeface="思源黑体旧字形 Normal" panose="020b0400000000000000" pitchFamily="34" charset="-128"/>
              <a:cs typeface="+mn-ea"/>
              <a:sym typeface="+mn-lt"/>
            </a:endParaRPr>
          </a:p>
        </p:txBody>
      </p:sp>
      <p:sp>
        <p:nvSpPr>
          <p:cNvPr id="61" name="MH_Text_1">
            <a:extLst>
              <a:ext uri="{FF2B5EF4-FFF2-40B4-BE49-F238E27FC236}">
                <a16:creationId xmlns:a16="http://schemas.microsoft.com/office/drawing/2014/main" id="{DC642E7E-781B-4A60-BAFF-68862DC8BC69}"/>
              </a:ext>
            </a:extLst>
          </p:cNvPr>
          <p:cNvSpPr/>
          <p:nvPr>
            <p:custDataLst>
              <p:tags r:id="rId16"/>
            </p:custDataLst>
          </p:nvPr>
        </p:nvSpPr>
        <p:spPr>
          <a:xfrm>
            <a:off x="6473175" y="5602508"/>
            <a:ext cx="3909667" cy="76118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33605" tIns="0" rIns="133605" bIns="0" rtlCol="0" anchor="t">
            <a:noAutofit/>
          </a:bodyPr>
          <a:lstStyle/>
          <a:p>
            <a:r>
              <a:rPr lang="zh-CN" altLang="en-US" sz="1200">
                <a:solidFill>
                  <a:schemeClr val="tx1">
                    <a:lumMod val="85000"/>
                    <a:lumOff val="15000"/>
                  </a:schemeClr>
                </a:solidFill>
                <a:latin typeface="思源黑体旧字形 Normal" panose="020b0400000000000000" pitchFamily="34" charset="-128"/>
                <a:ea typeface="思源黑体旧字形 Normal" panose="020b0400000000000000" pitchFamily="34" charset="-128"/>
                <a:cs typeface="+mn-ea"/>
                <a:sym typeface="+mn-lt"/>
              </a:rPr>
              <a:t>您的内容打在这里，或者通过复制您的文本后，在此框中选择粘贴，并选择只保留文字。</a:t>
            </a:r>
            <a:endParaRPr lang="en-US" altLang="zh-CN" sz="1200">
              <a:solidFill>
                <a:schemeClr val="tx1">
                  <a:lumMod val="85000"/>
                  <a:lumOff val="15000"/>
                </a:schemeClr>
              </a:solidFill>
              <a:latin typeface="思源黑体旧字形 Normal" panose="020b0400000000000000" pitchFamily="34" charset="-128"/>
              <a:ea typeface="思源黑体旧字形 Normal" panose="020b0400000000000000" pitchFamily="34" charset="-128"/>
              <a:cs typeface="+mn-ea"/>
              <a:sym typeface="+mn-lt"/>
            </a:endParaRPr>
          </a:p>
          <a:p>
            <a:endParaRPr lang="en-US" altLang="zh-CN" sz="1200">
              <a:solidFill>
                <a:schemeClr val="tx1">
                  <a:lumMod val="85000"/>
                  <a:lumOff val="15000"/>
                </a:schemeClr>
              </a:solidFill>
              <a:latin typeface="思源黑体旧字形 Normal" panose="020b0400000000000000" pitchFamily="34" charset="-128"/>
              <a:ea typeface="思源黑体旧字形 Normal" panose="020b0400000000000000" pitchFamily="34" charset="-128"/>
              <a:cs typeface="+mn-ea"/>
              <a:sym typeface="+mn-lt"/>
            </a:endParaRPr>
          </a:p>
        </p:txBody>
      </p:sp>
    </p:spTree>
    <p:extLst>
      <p:ext uri="{BB962C8B-B14F-4D97-AF65-F5344CB8AC3E}">
        <p14:creationId val="3576188849"/>
      </p:ext>
    </p:extLst>
  </p:cSld>
  <p:clrMapOvr>
    <a:masterClrMapping/>
  </p:clrMapOvr>
  <mc:AlternateContent>
    <mc:Choice xmlns:p14="http://schemas.microsoft.com/office/powerpoint/2010/main" Requires="p14">
      <p:transition spd="slow" advClick="0" advTm="0" p14:dur="2000">
        <p14:ferris dir="l"/>
      </p:transition>
    </mc:Choice>
    <mc:Fallback>
      <p:transition spd="slow" advClick="0" advTm="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49" presetClass="entr" presetSubtype="0" decel="10000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 calcmode="lin" valueType="num">
                                      <p:cBhvr>
                                        <p:cTn id="9" dur="500" fill="hold"/>
                                        <p:tgtEl>
                                          <p:spTgt spid="2"/>
                                        </p:tgtEl>
                                        <p:attrNameLst>
                                          <p:attrName>style.rotation</p:attrName>
                                        </p:attrNameLst>
                                      </p:cBhvr>
                                      <p:tavLst>
                                        <p:tav tm="0">
                                          <p:val>
                                            <p:fltVal val="360"/>
                                          </p:val>
                                        </p:tav>
                                        <p:tav tm="100000">
                                          <p:val>
                                            <p:fltVal val="0"/>
                                          </p:val>
                                        </p:tav>
                                      </p:tavLst>
                                    </p:anim>
                                    <p:animEffect transition="in" filter="fade">
                                      <p:cBhvr>
                                        <p:cTn id="10" dur="500"/>
                                        <p:tgtEl>
                                          <p:spTgt spid="2"/>
                                        </p:tgtEl>
                                      </p:cBhvr>
                                    </p:animEffect>
                                  </p:childTnLst>
                                </p:cTn>
                              </p:par>
                              <p:par>
                                <p:cTn id="11" presetID="41" presetClass="entr" presetSubtype="0" fill="hold" grpId="0" nodeType="withEffect">
                                  <p:stCondLst>
                                    <p:cond delay="0"/>
                                  </p:stCondLst>
                                  <p:iterate type="lt">
                                    <p:tmPct val="10000"/>
                                  </p:iterate>
                                  <p:childTnLst>
                                    <p:set>
                                      <p:cBhvr>
                                        <p:cTn id="12" dur="1" fill="hold">
                                          <p:stCondLst>
                                            <p:cond delay="0"/>
                                          </p:stCondLst>
                                        </p:cTn>
                                        <p:tgtEl>
                                          <p:spTgt spid="5"/>
                                        </p:tgtEl>
                                        <p:attrNameLst>
                                          <p:attrName>style.visibility</p:attrName>
                                        </p:attrNameLst>
                                      </p:cBhvr>
                                      <p:to>
                                        <p:strVal val="visible"/>
                                      </p:to>
                                    </p:set>
                                    <p:anim calcmode="lin" valueType="num">
                                      <p:cBhvr>
                                        <p:cTn id="13" dur="500" fill="hold"/>
                                        <p:tgtEl>
                                          <p:spTgt spid="5"/>
                                        </p:tgtEl>
                                        <p:attrNameLst>
                                          <p:attrName>ppt_x</p:attrName>
                                        </p:attrNameLst>
                                      </p:cBhvr>
                                      <p:tavLst>
                                        <p:tav tm="0">
                                          <p:val>
                                            <p:strVal val="#ppt_x"/>
                                          </p:val>
                                        </p:tav>
                                        <p:tav tm="50000">
                                          <p:val>
                                            <p:strVal val="#ppt_x+.1"/>
                                          </p:val>
                                        </p:tav>
                                        <p:tav tm="100000">
                                          <p:val>
                                            <p:strVal val="#ppt_x"/>
                                          </p:val>
                                        </p:tav>
                                      </p:tavLst>
                                    </p:anim>
                                    <p:anim calcmode="lin" valueType="num">
                                      <p:cBhvr>
                                        <p:cTn id="14" dur="500" fill="hold"/>
                                        <p:tgtEl>
                                          <p:spTgt spid="5"/>
                                        </p:tgtEl>
                                        <p:attrNameLst>
                                          <p:attrName>ppt_y</p:attrName>
                                        </p:attrNameLst>
                                      </p:cBhvr>
                                      <p:tavLst>
                                        <p:tav tm="0">
                                          <p:val>
                                            <p:strVal val="#ppt_y"/>
                                          </p:val>
                                        </p:tav>
                                        <p:tav tm="100000">
                                          <p:val>
                                            <p:strVal val="#ppt_y"/>
                                          </p:val>
                                        </p:tav>
                                      </p:tavLst>
                                    </p:anim>
                                    <p:anim calcmode="lin" valueType="num">
                                      <p:cBhvr>
                                        <p:cTn id="15" dur="500" fill="hold"/>
                                        <p:tgtEl>
                                          <p:spTgt spid="5"/>
                                        </p:tgtEl>
                                        <p:attrNameLst>
                                          <p:attrName>ppt_h</p:attrName>
                                        </p:attrNameLst>
                                      </p:cBhvr>
                                      <p:tavLst>
                                        <p:tav tm="0">
                                          <p:val>
                                            <p:strVal val="#ppt_h/10"/>
                                          </p:val>
                                        </p:tav>
                                        <p:tav tm="50000">
                                          <p:val>
                                            <p:strVal val="#ppt_h+.01"/>
                                          </p:val>
                                        </p:tav>
                                        <p:tav tm="100000">
                                          <p:val>
                                            <p:strVal val="#ppt_h"/>
                                          </p:val>
                                        </p:tav>
                                      </p:tavLst>
                                    </p:anim>
                                    <p:anim calcmode="lin" valueType="num">
                                      <p:cBhvr>
                                        <p:cTn id="16" dur="500" fill="hold"/>
                                        <p:tgtEl>
                                          <p:spTgt spid="5"/>
                                        </p:tgtEl>
                                        <p:attrNameLst>
                                          <p:attrName>ppt_w</p:attrName>
                                        </p:attrNameLst>
                                      </p:cBhvr>
                                      <p:tavLst>
                                        <p:tav tm="0">
                                          <p:val>
                                            <p:strVal val="#ppt_w/10"/>
                                          </p:val>
                                        </p:tav>
                                        <p:tav tm="50000">
                                          <p:val>
                                            <p:strVal val="#ppt_w+.01"/>
                                          </p:val>
                                        </p:tav>
                                        <p:tav tm="100000">
                                          <p:val>
                                            <p:strVal val="#ppt_w"/>
                                          </p:val>
                                        </p:tav>
                                      </p:tavLst>
                                    </p:anim>
                                    <p:animEffect transition="in" filter="fade">
                                      <p:cBhvr>
                                        <p:cTn id="17" dur="500" tmFilter="0,0; .5, 1; 1, 1"/>
                                        <p:tgtEl>
                                          <p:spTgt spid="5"/>
                                        </p:tgtEl>
                                      </p:cBhvr>
                                    </p:animEffect>
                                  </p:childTnLst>
                                </p:cTn>
                              </p:par>
                            </p:childTnLst>
                          </p:cTn>
                        </p:par>
                        <p:par>
                          <p:cTn id="18" fill="hold" nodeType="afterGroup">
                            <p:stCondLst>
                              <p:cond delay="500"/>
                            </p:stCondLst>
                            <p:childTnLst>
                              <p:par>
                                <p:cTn id="19" presetID="2" presetClass="entr" presetSubtype="8" fill="hold" grpId="0" nodeType="afterEffect">
                                  <p:stCondLst>
                                    <p:cond delay="0"/>
                                  </p:stCondLst>
                                  <p:childTnLst>
                                    <p:set>
                                      <p:cBhvr>
                                        <p:cTn id="20" dur="1" fill="hold">
                                          <p:stCondLst>
                                            <p:cond delay="0"/>
                                          </p:stCondLst>
                                        </p:cTn>
                                        <p:tgtEl>
                                          <p:spTgt spid="41"/>
                                        </p:tgtEl>
                                        <p:attrNameLst>
                                          <p:attrName>style.visibility</p:attrName>
                                        </p:attrNameLst>
                                      </p:cBhvr>
                                      <p:to>
                                        <p:strVal val="visible"/>
                                      </p:to>
                                    </p:set>
                                    <p:anim calcmode="lin" valueType="num">
                                      <p:cBhvr additive="base">
                                        <p:cTn id="21" dur="500" fill="hold"/>
                                        <p:tgtEl>
                                          <p:spTgt spid="41"/>
                                        </p:tgtEl>
                                        <p:attrNameLst>
                                          <p:attrName>ppt_x</p:attrName>
                                        </p:attrNameLst>
                                      </p:cBhvr>
                                      <p:tavLst>
                                        <p:tav tm="0">
                                          <p:val>
                                            <p:strVal val="0-#ppt_w/2"/>
                                          </p:val>
                                        </p:tav>
                                        <p:tav tm="100000">
                                          <p:val>
                                            <p:strVal val="#ppt_x"/>
                                          </p:val>
                                        </p:tav>
                                      </p:tavLst>
                                    </p:anim>
                                    <p:anim calcmode="lin" valueType="num">
                                      <p:cBhvr additive="base">
                                        <p:cTn id="22" dur="500" fill="hold"/>
                                        <p:tgtEl>
                                          <p:spTgt spid="41"/>
                                        </p:tgtEl>
                                        <p:attrNameLst>
                                          <p:attrName>ppt_y</p:attrName>
                                        </p:attrNameLst>
                                      </p:cBhvr>
                                      <p:tavLst>
                                        <p:tav tm="0">
                                          <p:val>
                                            <p:strVal val="#ppt_y"/>
                                          </p:val>
                                        </p:tav>
                                        <p:tav tm="100000">
                                          <p:val>
                                            <p:strVal val="#ppt_y"/>
                                          </p:val>
                                        </p:tav>
                                      </p:tavLst>
                                    </p:anim>
                                  </p:childTnLst>
                                </p:cTn>
                              </p:par>
                            </p:childTnLst>
                          </p:cTn>
                        </p:par>
                        <p:par>
                          <p:cTn id="23" fill="hold" nodeType="afterGroup">
                            <p:stCondLst>
                              <p:cond delay="1000"/>
                            </p:stCondLst>
                            <p:childTnLst>
                              <p:par>
                                <p:cTn id="24" presetID="10" presetClass="entr" presetSubtype="0" fill="hold" grpId="0" nodeType="afterEffect">
                                  <p:stCondLst>
                                    <p:cond delay="0"/>
                                  </p:stCondLst>
                                  <p:childTnLst>
                                    <p:set>
                                      <p:cBhvr>
                                        <p:cTn id="25" dur="1" fill="hold">
                                          <p:stCondLst>
                                            <p:cond delay="0"/>
                                          </p:stCondLst>
                                        </p:cTn>
                                        <p:tgtEl>
                                          <p:spTgt spid="46"/>
                                        </p:tgtEl>
                                        <p:attrNameLst>
                                          <p:attrName>style.visibility</p:attrName>
                                        </p:attrNameLst>
                                      </p:cBhvr>
                                      <p:to>
                                        <p:strVal val="visible"/>
                                      </p:to>
                                    </p:set>
                                    <p:animEffect transition="in" filter="fade">
                                      <p:cBhvr>
                                        <p:cTn id="26" dur="500"/>
                                        <p:tgtEl>
                                          <p:spTgt spid="46"/>
                                        </p:tgtEl>
                                      </p:cBhvr>
                                    </p:animEffect>
                                  </p:childTnLst>
                                </p:cTn>
                              </p:par>
                            </p:childTnLst>
                          </p:cTn>
                        </p:par>
                        <p:par>
                          <p:cTn id="27" fill="hold" nodeType="afterGroup">
                            <p:stCondLst>
                              <p:cond delay="1500"/>
                            </p:stCondLst>
                            <p:childTnLst>
                              <p:par>
                                <p:cTn id="28" presetID="53" presetClass="entr" presetSubtype="16" fill="hold" nodeType="afterEffect">
                                  <p:stCondLst>
                                    <p:cond delay="0"/>
                                  </p:stCondLst>
                                  <p:childTnLst>
                                    <p:set>
                                      <p:cBhvr>
                                        <p:cTn id="29" dur="1" fill="hold">
                                          <p:stCondLst>
                                            <p:cond delay="0"/>
                                          </p:stCondLst>
                                        </p:cTn>
                                        <p:tgtEl>
                                          <p:spTgt spid="55"/>
                                        </p:tgtEl>
                                        <p:attrNameLst>
                                          <p:attrName>style.visibility</p:attrName>
                                        </p:attrNameLst>
                                      </p:cBhvr>
                                      <p:to>
                                        <p:strVal val="visible"/>
                                      </p:to>
                                    </p:set>
                                    <p:anim calcmode="lin" valueType="num">
                                      <p:cBhvr>
                                        <p:cTn id="30" dur="500" fill="hold"/>
                                        <p:tgtEl>
                                          <p:spTgt spid="55"/>
                                        </p:tgtEl>
                                        <p:attrNameLst>
                                          <p:attrName>ppt_w</p:attrName>
                                        </p:attrNameLst>
                                      </p:cBhvr>
                                      <p:tavLst>
                                        <p:tav tm="0">
                                          <p:val>
                                            <p:fltVal val="0"/>
                                          </p:val>
                                        </p:tav>
                                        <p:tav tm="100000">
                                          <p:val>
                                            <p:strVal val="#ppt_w"/>
                                          </p:val>
                                        </p:tav>
                                      </p:tavLst>
                                    </p:anim>
                                    <p:anim calcmode="lin" valueType="num">
                                      <p:cBhvr>
                                        <p:cTn id="31" dur="500" fill="hold"/>
                                        <p:tgtEl>
                                          <p:spTgt spid="55"/>
                                        </p:tgtEl>
                                        <p:attrNameLst>
                                          <p:attrName>ppt_h</p:attrName>
                                        </p:attrNameLst>
                                      </p:cBhvr>
                                      <p:tavLst>
                                        <p:tav tm="0">
                                          <p:val>
                                            <p:fltVal val="0"/>
                                          </p:val>
                                        </p:tav>
                                        <p:tav tm="100000">
                                          <p:val>
                                            <p:strVal val="#ppt_h"/>
                                          </p:val>
                                        </p:tav>
                                      </p:tavLst>
                                    </p:anim>
                                    <p:animEffect transition="in" filter="fade">
                                      <p:cBhvr>
                                        <p:cTn id="32" dur="500"/>
                                        <p:tgtEl>
                                          <p:spTgt spid="55"/>
                                        </p:tgtEl>
                                      </p:cBhvr>
                                    </p:animEffect>
                                  </p:childTnLst>
                                </p:cTn>
                              </p:par>
                              <p:par>
                                <p:cTn id="33" presetID="2" presetClass="entr" presetSubtype="8" fill="hold" grpId="0" nodeType="withEffect">
                                  <p:stCondLst>
                                    <p:cond delay="500"/>
                                  </p:stCondLst>
                                  <p:childTnLst>
                                    <p:set>
                                      <p:cBhvr>
                                        <p:cTn id="34" dur="1" fill="hold">
                                          <p:stCondLst>
                                            <p:cond delay="0"/>
                                          </p:stCondLst>
                                        </p:cTn>
                                        <p:tgtEl>
                                          <p:spTgt spid="42"/>
                                        </p:tgtEl>
                                        <p:attrNameLst>
                                          <p:attrName>style.visibility</p:attrName>
                                        </p:attrNameLst>
                                      </p:cBhvr>
                                      <p:to>
                                        <p:strVal val="visible"/>
                                      </p:to>
                                    </p:set>
                                    <p:anim calcmode="lin" valueType="num">
                                      <p:cBhvr additive="base">
                                        <p:cTn id="35" dur="500" fill="hold"/>
                                        <p:tgtEl>
                                          <p:spTgt spid="42"/>
                                        </p:tgtEl>
                                        <p:attrNameLst>
                                          <p:attrName>ppt_x</p:attrName>
                                        </p:attrNameLst>
                                      </p:cBhvr>
                                      <p:tavLst>
                                        <p:tav tm="0">
                                          <p:val>
                                            <p:strVal val="0-#ppt_w/2"/>
                                          </p:val>
                                        </p:tav>
                                        <p:tav tm="100000">
                                          <p:val>
                                            <p:strVal val="#ppt_x"/>
                                          </p:val>
                                        </p:tav>
                                      </p:tavLst>
                                    </p:anim>
                                    <p:anim calcmode="lin" valueType="num">
                                      <p:cBhvr additive="base">
                                        <p:cTn id="36" dur="500" fill="hold"/>
                                        <p:tgtEl>
                                          <p:spTgt spid="42"/>
                                        </p:tgtEl>
                                        <p:attrNameLst>
                                          <p:attrName>ppt_y</p:attrName>
                                        </p:attrNameLst>
                                      </p:cBhvr>
                                      <p:tavLst>
                                        <p:tav tm="0">
                                          <p:val>
                                            <p:strVal val="#ppt_y"/>
                                          </p:val>
                                        </p:tav>
                                        <p:tav tm="100000">
                                          <p:val>
                                            <p:strVal val="#ppt_y"/>
                                          </p:val>
                                        </p:tav>
                                      </p:tavLst>
                                    </p:anim>
                                  </p:childTnLst>
                                </p:cTn>
                              </p:par>
                              <p:par>
                                <p:cTn id="37" presetID="2" presetClass="entr" presetSubtype="8" fill="hold" grpId="0" nodeType="withEffect">
                                  <p:stCondLst>
                                    <p:cond delay="500"/>
                                  </p:stCondLst>
                                  <p:childTnLst>
                                    <p:set>
                                      <p:cBhvr>
                                        <p:cTn id="38" dur="1" fill="hold">
                                          <p:stCondLst>
                                            <p:cond delay="0"/>
                                          </p:stCondLst>
                                        </p:cTn>
                                        <p:tgtEl>
                                          <p:spTgt spid="43"/>
                                        </p:tgtEl>
                                        <p:attrNameLst>
                                          <p:attrName>style.visibility</p:attrName>
                                        </p:attrNameLst>
                                      </p:cBhvr>
                                      <p:to>
                                        <p:strVal val="visible"/>
                                      </p:to>
                                    </p:set>
                                    <p:anim calcmode="lin" valueType="num">
                                      <p:cBhvr additive="base">
                                        <p:cTn id="39" dur="500" fill="hold"/>
                                        <p:tgtEl>
                                          <p:spTgt spid="43"/>
                                        </p:tgtEl>
                                        <p:attrNameLst>
                                          <p:attrName>ppt_x</p:attrName>
                                        </p:attrNameLst>
                                      </p:cBhvr>
                                      <p:tavLst>
                                        <p:tav tm="0">
                                          <p:val>
                                            <p:strVal val="0-#ppt_w/2"/>
                                          </p:val>
                                        </p:tav>
                                        <p:tav tm="100000">
                                          <p:val>
                                            <p:strVal val="#ppt_x"/>
                                          </p:val>
                                        </p:tav>
                                      </p:tavLst>
                                    </p:anim>
                                    <p:anim calcmode="lin" valueType="num">
                                      <p:cBhvr additive="base">
                                        <p:cTn id="40" dur="500" fill="hold"/>
                                        <p:tgtEl>
                                          <p:spTgt spid="43"/>
                                        </p:tgtEl>
                                        <p:attrNameLst>
                                          <p:attrName>ppt_y</p:attrName>
                                        </p:attrNameLst>
                                      </p:cBhvr>
                                      <p:tavLst>
                                        <p:tav tm="0">
                                          <p:val>
                                            <p:strVal val="#ppt_y"/>
                                          </p:val>
                                        </p:tav>
                                        <p:tav tm="100000">
                                          <p:val>
                                            <p:strVal val="#ppt_y"/>
                                          </p:val>
                                        </p:tav>
                                      </p:tavLst>
                                    </p:anim>
                                  </p:childTnLst>
                                </p:cTn>
                              </p:par>
                              <p:par>
                                <p:cTn id="41" presetID="2" presetClass="entr" presetSubtype="8" fill="hold" grpId="0" nodeType="withEffect">
                                  <p:stCondLst>
                                    <p:cond delay="500"/>
                                  </p:stCondLst>
                                  <p:childTnLst>
                                    <p:set>
                                      <p:cBhvr>
                                        <p:cTn id="42" dur="1" fill="hold">
                                          <p:stCondLst>
                                            <p:cond delay="0"/>
                                          </p:stCondLst>
                                        </p:cTn>
                                        <p:tgtEl>
                                          <p:spTgt spid="48"/>
                                        </p:tgtEl>
                                        <p:attrNameLst>
                                          <p:attrName>style.visibility</p:attrName>
                                        </p:attrNameLst>
                                      </p:cBhvr>
                                      <p:to>
                                        <p:strVal val="visible"/>
                                      </p:to>
                                    </p:set>
                                    <p:anim calcmode="lin" valueType="num">
                                      <p:cBhvr additive="base">
                                        <p:cTn id="43" dur="500" fill="hold"/>
                                        <p:tgtEl>
                                          <p:spTgt spid="48"/>
                                        </p:tgtEl>
                                        <p:attrNameLst>
                                          <p:attrName>ppt_x</p:attrName>
                                        </p:attrNameLst>
                                      </p:cBhvr>
                                      <p:tavLst>
                                        <p:tav tm="0">
                                          <p:val>
                                            <p:strVal val="0-#ppt_w/2"/>
                                          </p:val>
                                        </p:tav>
                                        <p:tav tm="100000">
                                          <p:val>
                                            <p:strVal val="#ppt_x"/>
                                          </p:val>
                                        </p:tav>
                                      </p:tavLst>
                                    </p:anim>
                                    <p:anim calcmode="lin" valueType="num">
                                      <p:cBhvr additive="base">
                                        <p:cTn id="44" dur="500" fill="hold"/>
                                        <p:tgtEl>
                                          <p:spTgt spid="48"/>
                                        </p:tgtEl>
                                        <p:attrNameLst>
                                          <p:attrName>ppt_y</p:attrName>
                                        </p:attrNameLst>
                                      </p:cBhvr>
                                      <p:tavLst>
                                        <p:tav tm="0">
                                          <p:val>
                                            <p:strVal val="#ppt_y"/>
                                          </p:val>
                                        </p:tav>
                                        <p:tav tm="100000">
                                          <p:val>
                                            <p:strVal val="#ppt_y"/>
                                          </p:val>
                                        </p:tav>
                                      </p:tavLst>
                                    </p:anim>
                                  </p:childTnLst>
                                </p:cTn>
                              </p:par>
                              <p:par>
                                <p:cTn id="45" presetID="2" presetClass="entr" presetSubtype="8" fill="hold" grpId="0" nodeType="withEffect">
                                  <p:stCondLst>
                                    <p:cond delay="500"/>
                                  </p:stCondLst>
                                  <p:childTnLst>
                                    <p:set>
                                      <p:cBhvr>
                                        <p:cTn id="46" dur="1" fill="hold">
                                          <p:stCondLst>
                                            <p:cond delay="0"/>
                                          </p:stCondLst>
                                        </p:cTn>
                                        <p:tgtEl>
                                          <p:spTgt spid="50"/>
                                        </p:tgtEl>
                                        <p:attrNameLst>
                                          <p:attrName>style.visibility</p:attrName>
                                        </p:attrNameLst>
                                      </p:cBhvr>
                                      <p:to>
                                        <p:strVal val="visible"/>
                                      </p:to>
                                    </p:set>
                                    <p:anim calcmode="lin" valueType="num">
                                      <p:cBhvr additive="base">
                                        <p:cTn id="47" dur="500" fill="hold"/>
                                        <p:tgtEl>
                                          <p:spTgt spid="50"/>
                                        </p:tgtEl>
                                        <p:attrNameLst>
                                          <p:attrName>ppt_x</p:attrName>
                                        </p:attrNameLst>
                                      </p:cBhvr>
                                      <p:tavLst>
                                        <p:tav tm="0">
                                          <p:val>
                                            <p:strVal val="0-#ppt_w/2"/>
                                          </p:val>
                                        </p:tav>
                                        <p:tav tm="100000">
                                          <p:val>
                                            <p:strVal val="#ppt_x"/>
                                          </p:val>
                                        </p:tav>
                                      </p:tavLst>
                                    </p:anim>
                                    <p:anim calcmode="lin" valueType="num">
                                      <p:cBhvr additive="base">
                                        <p:cTn id="48" dur="500" fill="hold"/>
                                        <p:tgtEl>
                                          <p:spTgt spid="50"/>
                                        </p:tgtEl>
                                        <p:attrNameLst>
                                          <p:attrName>ppt_y</p:attrName>
                                        </p:attrNameLst>
                                      </p:cBhvr>
                                      <p:tavLst>
                                        <p:tav tm="0">
                                          <p:val>
                                            <p:strVal val="#ppt_y"/>
                                          </p:val>
                                        </p:tav>
                                        <p:tav tm="100000">
                                          <p:val>
                                            <p:strVal val="#ppt_y"/>
                                          </p:val>
                                        </p:tav>
                                      </p:tavLst>
                                    </p:anim>
                                  </p:childTnLst>
                                </p:cTn>
                              </p:par>
                              <p:par>
                                <p:cTn id="49" presetID="2" presetClass="entr" presetSubtype="8" fill="hold" grpId="0" nodeType="withEffect">
                                  <p:stCondLst>
                                    <p:cond delay="500"/>
                                  </p:stCondLst>
                                  <p:childTnLst>
                                    <p:set>
                                      <p:cBhvr>
                                        <p:cTn id="50" dur="1" fill="hold">
                                          <p:stCondLst>
                                            <p:cond delay="0"/>
                                          </p:stCondLst>
                                        </p:cTn>
                                        <p:tgtEl>
                                          <p:spTgt spid="51"/>
                                        </p:tgtEl>
                                        <p:attrNameLst>
                                          <p:attrName>style.visibility</p:attrName>
                                        </p:attrNameLst>
                                      </p:cBhvr>
                                      <p:to>
                                        <p:strVal val="visible"/>
                                      </p:to>
                                    </p:set>
                                    <p:anim calcmode="lin" valueType="num">
                                      <p:cBhvr additive="base">
                                        <p:cTn id="51" dur="500" fill="hold"/>
                                        <p:tgtEl>
                                          <p:spTgt spid="51"/>
                                        </p:tgtEl>
                                        <p:attrNameLst>
                                          <p:attrName>ppt_x</p:attrName>
                                        </p:attrNameLst>
                                      </p:cBhvr>
                                      <p:tavLst>
                                        <p:tav tm="0">
                                          <p:val>
                                            <p:strVal val="0-#ppt_w/2"/>
                                          </p:val>
                                        </p:tav>
                                        <p:tav tm="100000">
                                          <p:val>
                                            <p:strVal val="#ppt_x"/>
                                          </p:val>
                                        </p:tav>
                                      </p:tavLst>
                                    </p:anim>
                                    <p:anim calcmode="lin" valueType="num">
                                      <p:cBhvr additive="base">
                                        <p:cTn id="52" dur="500" fill="hold"/>
                                        <p:tgtEl>
                                          <p:spTgt spid="51"/>
                                        </p:tgtEl>
                                        <p:attrNameLst>
                                          <p:attrName>ppt_y</p:attrName>
                                        </p:attrNameLst>
                                      </p:cBhvr>
                                      <p:tavLst>
                                        <p:tav tm="0">
                                          <p:val>
                                            <p:strVal val="#ppt_y"/>
                                          </p:val>
                                        </p:tav>
                                        <p:tav tm="100000">
                                          <p:val>
                                            <p:strVal val="#ppt_y"/>
                                          </p:val>
                                        </p:tav>
                                      </p:tavLst>
                                    </p:anim>
                                  </p:childTnLst>
                                </p:cTn>
                              </p:par>
                              <p:par>
                                <p:cTn id="53" presetID="2" presetClass="entr" presetSubtype="8" fill="hold" grpId="0" nodeType="withEffect">
                                  <p:stCondLst>
                                    <p:cond delay="500"/>
                                  </p:stCondLst>
                                  <p:childTnLst>
                                    <p:set>
                                      <p:cBhvr>
                                        <p:cTn id="54" dur="1" fill="hold">
                                          <p:stCondLst>
                                            <p:cond delay="0"/>
                                          </p:stCondLst>
                                        </p:cTn>
                                        <p:tgtEl>
                                          <p:spTgt spid="53"/>
                                        </p:tgtEl>
                                        <p:attrNameLst>
                                          <p:attrName>style.visibility</p:attrName>
                                        </p:attrNameLst>
                                      </p:cBhvr>
                                      <p:to>
                                        <p:strVal val="visible"/>
                                      </p:to>
                                    </p:set>
                                    <p:anim calcmode="lin" valueType="num">
                                      <p:cBhvr additive="base">
                                        <p:cTn id="55" dur="500" fill="hold"/>
                                        <p:tgtEl>
                                          <p:spTgt spid="53"/>
                                        </p:tgtEl>
                                        <p:attrNameLst>
                                          <p:attrName>ppt_x</p:attrName>
                                        </p:attrNameLst>
                                      </p:cBhvr>
                                      <p:tavLst>
                                        <p:tav tm="0">
                                          <p:val>
                                            <p:strVal val="0-#ppt_w/2"/>
                                          </p:val>
                                        </p:tav>
                                        <p:tav tm="100000">
                                          <p:val>
                                            <p:strVal val="#ppt_x"/>
                                          </p:val>
                                        </p:tav>
                                      </p:tavLst>
                                    </p:anim>
                                    <p:anim calcmode="lin" valueType="num">
                                      <p:cBhvr additive="base">
                                        <p:cTn id="56" dur="500" fill="hold"/>
                                        <p:tgtEl>
                                          <p:spTgt spid="53"/>
                                        </p:tgtEl>
                                        <p:attrNameLst>
                                          <p:attrName>ppt_y</p:attrName>
                                        </p:attrNameLst>
                                      </p:cBhvr>
                                      <p:tavLst>
                                        <p:tav tm="0">
                                          <p:val>
                                            <p:strVal val="#ppt_y"/>
                                          </p:val>
                                        </p:tav>
                                        <p:tav tm="100000">
                                          <p:val>
                                            <p:strVal val="#ppt_y"/>
                                          </p:val>
                                        </p:tav>
                                      </p:tavLst>
                                    </p:anim>
                                  </p:childTnLst>
                                </p:cTn>
                              </p:par>
                              <p:par>
                                <p:cTn id="57" presetID="2" presetClass="entr" presetSubtype="8" fill="hold" grpId="0" nodeType="withEffect">
                                  <p:stCondLst>
                                    <p:cond delay="500"/>
                                  </p:stCondLst>
                                  <p:childTnLst>
                                    <p:set>
                                      <p:cBhvr>
                                        <p:cTn id="58" dur="1" fill="hold">
                                          <p:stCondLst>
                                            <p:cond delay="0"/>
                                          </p:stCondLst>
                                        </p:cTn>
                                        <p:tgtEl>
                                          <p:spTgt spid="44"/>
                                        </p:tgtEl>
                                        <p:attrNameLst>
                                          <p:attrName>style.visibility</p:attrName>
                                        </p:attrNameLst>
                                      </p:cBhvr>
                                      <p:to>
                                        <p:strVal val="visible"/>
                                      </p:to>
                                    </p:set>
                                    <p:anim calcmode="lin" valueType="num">
                                      <p:cBhvr additive="base">
                                        <p:cTn id="59" dur="500" fill="hold"/>
                                        <p:tgtEl>
                                          <p:spTgt spid="44"/>
                                        </p:tgtEl>
                                        <p:attrNameLst>
                                          <p:attrName>ppt_x</p:attrName>
                                        </p:attrNameLst>
                                      </p:cBhvr>
                                      <p:tavLst>
                                        <p:tav tm="0">
                                          <p:val>
                                            <p:strVal val="0-#ppt_w/2"/>
                                          </p:val>
                                        </p:tav>
                                        <p:tav tm="100000">
                                          <p:val>
                                            <p:strVal val="#ppt_x"/>
                                          </p:val>
                                        </p:tav>
                                      </p:tavLst>
                                    </p:anim>
                                    <p:anim calcmode="lin" valueType="num">
                                      <p:cBhvr additive="base">
                                        <p:cTn id="60" dur="500" fill="hold"/>
                                        <p:tgtEl>
                                          <p:spTgt spid="44"/>
                                        </p:tgtEl>
                                        <p:attrNameLst>
                                          <p:attrName>ppt_y</p:attrName>
                                        </p:attrNameLst>
                                      </p:cBhvr>
                                      <p:tavLst>
                                        <p:tav tm="0">
                                          <p:val>
                                            <p:strVal val="#ppt_y"/>
                                          </p:val>
                                        </p:tav>
                                        <p:tav tm="100000">
                                          <p:val>
                                            <p:strVal val="#ppt_y"/>
                                          </p:val>
                                        </p:tav>
                                      </p:tavLst>
                                    </p:anim>
                                  </p:childTnLst>
                                </p:cTn>
                              </p:par>
                              <p:par>
                                <p:cTn id="61" presetID="2" presetClass="entr" presetSubtype="8" fill="hold" grpId="0" nodeType="withEffect">
                                  <p:stCondLst>
                                    <p:cond delay="500"/>
                                  </p:stCondLst>
                                  <p:childTnLst>
                                    <p:set>
                                      <p:cBhvr>
                                        <p:cTn id="62" dur="1" fill="hold">
                                          <p:stCondLst>
                                            <p:cond delay="0"/>
                                          </p:stCondLst>
                                        </p:cTn>
                                        <p:tgtEl>
                                          <p:spTgt spid="45"/>
                                        </p:tgtEl>
                                        <p:attrNameLst>
                                          <p:attrName>style.visibility</p:attrName>
                                        </p:attrNameLst>
                                      </p:cBhvr>
                                      <p:to>
                                        <p:strVal val="visible"/>
                                      </p:to>
                                    </p:set>
                                    <p:anim calcmode="lin" valueType="num">
                                      <p:cBhvr additive="base">
                                        <p:cTn id="63" dur="500" fill="hold"/>
                                        <p:tgtEl>
                                          <p:spTgt spid="45"/>
                                        </p:tgtEl>
                                        <p:attrNameLst>
                                          <p:attrName>ppt_x</p:attrName>
                                        </p:attrNameLst>
                                      </p:cBhvr>
                                      <p:tavLst>
                                        <p:tav tm="0">
                                          <p:val>
                                            <p:strVal val="0-#ppt_w/2"/>
                                          </p:val>
                                        </p:tav>
                                        <p:tav tm="100000">
                                          <p:val>
                                            <p:strVal val="#ppt_x"/>
                                          </p:val>
                                        </p:tav>
                                      </p:tavLst>
                                    </p:anim>
                                    <p:anim calcmode="lin" valueType="num">
                                      <p:cBhvr additive="base">
                                        <p:cTn id="64" dur="500" fill="hold"/>
                                        <p:tgtEl>
                                          <p:spTgt spid="45"/>
                                        </p:tgtEl>
                                        <p:attrNameLst>
                                          <p:attrName>ppt_y</p:attrName>
                                        </p:attrNameLst>
                                      </p:cBhvr>
                                      <p:tavLst>
                                        <p:tav tm="0">
                                          <p:val>
                                            <p:strVal val="#ppt_y"/>
                                          </p:val>
                                        </p:tav>
                                        <p:tav tm="100000">
                                          <p:val>
                                            <p:strVal val="#ppt_y"/>
                                          </p:val>
                                        </p:tav>
                                      </p:tavLst>
                                    </p:anim>
                                  </p:childTnLst>
                                </p:cTn>
                              </p:par>
                              <p:par>
                                <p:cTn id="65" presetID="2" presetClass="entr" presetSubtype="8" fill="hold" grpId="0" nodeType="withEffect">
                                  <p:stCondLst>
                                    <p:cond delay="500"/>
                                  </p:stCondLst>
                                  <p:childTnLst>
                                    <p:set>
                                      <p:cBhvr>
                                        <p:cTn id="66" dur="1" fill="hold">
                                          <p:stCondLst>
                                            <p:cond delay="0"/>
                                          </p:stCondLst>
                                        </p:cTn>
                                        <p:tgtEl>
                                          <p:spTgt spid="47"/>
                                        </p:tgtEl>
                                        <p:attrNameLst>
                                          <p:attrName>style.visibility</p:attrName>
                                        </p:attrNameLst>
                                      </p:cBhvr>
                                      <p:to>
                                        <p:strVal val="visible"/>
                                      </p:to>
                                    </p:set>
                                    <p:anim calcmode="lin" valueType="num">
                                      <p:cBhvr additive="base">
                                        <p:cTn id="67" dur="500" fill="hold"/>
                                        <p:tgtEl>
                                          <p:spTgt spid="47"/>
                                        </p:tgtEl>
                                        <p:attrNameLst>
                                          <p:attrName>ppt_x</p:attrName>
                                        </p:attrNameLst>
                                      </p:cBhvr>
                                      <p:tavLst>
                                        <p:tav tm="0">
                                          <p:val>
                                            <p:strVal val="0-#ppt_w/2"/>
                                          </p:val>
                                        </p:tav>
                                        <p:tav tm="100000">
                                          <p:val>
                                            <p:strVal val="#ppt_x"/>
                                          </p:val>
                                        </p:tav>
                                      </p:tavLst>
                                    </p:anim>
                                    <p:anim calcmode="lin" valueType="num">
                                      <p:cBhvr additive="base">
                                        <p:cTn id="68" dur="500" fill="hold"/>
                                        <p:tgtEl>
                                          <p:spTgt spid="47"/>
                                        </p:tgtEl>
                                        <p:attrNameLst>
                                          <p:attrName>ppt_y</p:attrName>
                                        </p:attrNameLst>
                                      </p:cBhvr>
                                      <p:tavLst>
                                        <p:tav tm="0">
                                          <p:val>
                                            <p:strVal val="#ppt_y"/>
                                          </p:val>
                                        </p:tav>
                                        <p:tav tm="100000">
                                          <p:val>
                                            <p:strVal val="#ppt_y"/>
                                          </p:val>
                                        </p:tav>
                                      </p:tavLst>
                                    </p:anim>
                                  </p:childTnLst>
                                </p:cTn>
                              </p:par>
                              <p:par>
                                <p:cTn id="69" presetID="2" presetClass="entr" presetSubtype="8" fill="hold" grpId="0" nodeType="withEffect">
                                  <p:stCondLst>
                                    <p:cond delay="500"/>
                                  </p:stCondLst>
                                  <p:childTnLst>
                                    <p:set>
                                      <p:cBhvr>
                                        <p:cTn id="70" dur="1" fill="hold">
                                          <p:stCondLst>
                                            <p:cond delay="0"/>
                                          </p:stCondLst>
                                        </p:cTn>
                                        <p:tgtEl>
                                          <p:spTgt spid="49"/>
                                        </p:tgtEl>
                                        <p:attrNameLst>
                                          <p:attrName>style.visibility</p:attrName>
                                        </p:attrNameLst>
                                      </p:cBhvr>
                                      <p:to>
                                        <p:strVal val="visible"/>
                                      </p:to>
                                    </p:set>
                                    <p:anim calcmode="lin" valueType="num">
                                      <p:cBhvr additive="base">
                                        <p:cTn id="71" dur="500" fill="hold"/>
                                        <p:tgtEl>
                                          <p:spTgt spid="49"/>
                                        </p:tgtEl>
                                        <p:attrNameLst>
                                          <p:attrName>ppt_x</p:attrName>
                                        </p:attrNameLst>
                                      </p:cBhvr>
                                      <p:tavLst>
                                        <p:tav tm="0">
                                          <p:val>
                                            <p:strVal val="0-#ppt_w/2"/>
                                          </p:val>
                                        </p:tav>
                                        <p:tav tm="100000">
                                          <p:val>
                                            <p:strVal val="#ppt_x"/>
                                          </p:val>
                                        </p:tav>
                                      </p:tavLst>
                                    </p:anim>
                                    <p:anim calcmode="lin" valueType="num">
                                      <p:cBhvr additive="base">
                                        <p:cTn id="72" dur="500" fill="hold"/>
                                        <p:tgtEl>
                                          <p:spTgt spid="49"/>
                                        </p:tgtEl>
                                        <p:attrNameLst>
                                          <p:attrName>ppt_y</p:attrName>
                                        </p:attrNameLst>
                                      </p:cBhvr>
                                      <p:tavLst>
                                        <p:tav tm="0">
                                          <p:val>
                                            <p:strVal val="#ppt_y"/>
                                          </p:val>
                                        </p:tav>
                                        <p:tav tm="100000">
                                          <p:val>
                                            <p:strVal val="#ppt_y"/>
                                          </p:val>
                                        </p:tav>
                                      </p:tavLst>
                                    </p:anim>
                                  </p:childTnLst>
                                </p:cTn>
                              </p:par>
                              <p:par>
                                <p:cTn id="73" presetID="2" presetClass="entr" presetSubtype="8" fill="hold" grpId="0" nodeType="withEffect">
                                  <p:stCondLst>
                                    <p:cond delay="500"/>
                                  </p:stCondLst>
                                  <p:childTnLst>
                                    <p:set>
                                      <p:cBhvr>
                                        <p:cTn id="74" dur="1" fill="hold">
                                          <p:stCondLst>
                                            <p:cond delay="0"/>
                                          </p:stCondLst>
                                        </p:cTn>
                                        <p:tgtEl>
                                          <p:spTgt spid="52"/>
                                        </p:tgtEl>
                                        <p:attrNameLst>
                                          <p:attrName>style.visibility</p:attrName>
                                        </p:attrNameLst>
                                      </p:cBhvr>
                                      <p:to>
                                        <p:strVal val="visible"/>
                                      </p:to>
                                    </p:set>
                                    <p:anim calcmode="lin" valueType="num">
                                      <p:cBhvr additive="base">
                                        <p:cTn id="75" dur="500" fill="hold"/>
                                        <p:tgtEl>
                                          <p:spTgt spid="52"/>
                                        </p:tgtEl>
                                        <p:attrNameLst>
                                          <p:attrName>ppt_x</p:attrName>
                                        </p:attrNameLst>
                                      </p:cBhvr>
                                      <p:tavLst>
                                        <p:tav tm="0">
                                          <p:val>
                                            <p:strVal val="0-#ppt_w/2"/>
                                          </p:val>
                                        </p:tav>
                                        <p:tav tm="100000">
                                          <p:val>
                                            <p:strVal val="#ppt_x"/>
                                          </p:val>
                                        </p:tav>
                                      </p:tavLst>
                                    </p:anim>
                                    <p:anim calcmode="lin" valueType="num">
                                      <p:cBhvr additive="base">
                                        <p:cTn id="76" dur="500" fill="hold"/>
                                        <p:tgtEl>
                                          <p:spTgt spid="52"/>
                                        </p:tgtEl>
                                        <p:attrNameLst>
                                          <p:attrName>ppt_y</p:attrName>
                                        </p:attrNameLst>
                                      </p:cBhvr>
                                      <p:tavLst>
                                        <p:tav tm="0">
                                          <p:val>
                                            <p:strVal val="#ppt_y"/>
                                          </p:val>
                                        </p:tav>
                                        <p:tav tm="100000">
                                          <p:val>
                                            <p:strVal val="#ppt_y"/>
                                          </p:val>
                                        </p:tav>
                                      </p:tavLst>
                                    </p:anim>
                                  </p:childTnLst>
                                </p:cTn>
                              </p:par>
                              <p:par>
                                <p:cTn id="77" presetID="2" presetClass="entr" presetSubtype="8" fill="hold" grpId="0" nodeType="withEffect">
                                  <p:stCondLst>
                                    <p:cond delay="500"/>
                                  </p:stCondLst>
                                  <p:childTnLst>
                                    <p:set>
                                      <p:cBhvr>
                                        <p:cTn id="78" dur="1" fill="hold">
                                          <p:stCondLst>
                                            <p:cond delay="0"/>
                                          </p:stCondLst>
                                        </p:cTn>
                                        <p:tgtEl>
                                          <p:spTgt spid="54"/>
                                        </p:tgtEl>
                                        <p:attrNameLst>
                                          <p:attrName>style.visibility</p:attrName>
                                        </p:attrNameLst>
                                      </p:cBhvr>
                                      <p:to>
                                        <p:strVal val="visible"/>
                                      </p:to>
                                    </p:set>
                                    <p:anim calcmode="lin" valueType="num">
                                      <p:cBhvr additive="base">
                                        <p:cTn id="79" dur="500" fill="hold"/>
                                        <p:tgtEl>
                                          <p:spTgt spid="54"/>
                                        </p:tgtEl>
                                        <p:attrNameLst>
                                          <p:attrName>ppt_x</p:attrName>
                                        </p:attrNameLst>
                                      </p:cBhvr>
                                      <p:tavLst>
                                        <p:tav tm="0">
                                          <p:val>
                                            <p:strVal val="0-#ppt_w/2"/>
                                          </p:val>
                                        </p:tav>
                                        <p:tav tm="100000">
                                          <p:val>
                                            <p:strVal val="#ppt_x"/>
                                          </p:val>
                                        </p:tav>
                                      </p:tavLst>
                                    </p:anim>
                                    <p:anim calcmode="lin" valueType="num">
                                      <p:cBhvr additive="base">
                                        <p:cTn id="80" dur="500" fill="hold"/>
                                        <p:tgtEl>
                                          <p:spTgt spid="54"/>
                                        </p:tgtEl>
                                        <p:attrNameLst>
                                          <p:attrName>ppt_y</p:attrName>
                                        </p:attrNameLst>
                                      </p:cBhvr>
                                      <p:tavLst>
                                        <p:tav tm="0">
                                          <p:val>
                                            <p:strVal val="#ppt_y"/>
                                          </p:val>
                                        </p:tav>
                                        <p:tav tm="100000">
                                          <p:val>
                                            <p:strVal val="#ppt_y"/>
                                          </p:val>
                                        </p:tav>
                                      </p:tavLst>
                                    </p:anim>
                                  </p:childTnLst>
                                </p:cTn>
                              </p:par>
                              <p:par>
                                <p:cTn id="81" presetID="42" presetClass="entr" presetSubtype="0" fill="hold" grpId="0" nodeType="withEffect">
                                  <p:stCondLst>
                                    <p:cond delay="1500"/>
                                  </p:stCondLst>
                                  <p:childTnLst>
                                    <p:set>
                                      <p:cBhvr>
                                        <p:cTn id="82" dur="1" fill="hold">
                                          <p:stCondLst>
                                            <p:cond delay="0"/>
                                          </p:stCondLst>
                                        </p:cTn>
                                        <p:tgtEl>
                                          <p:spTgt spid="58"/>
                                        </p:tgtEl>
                                        <p:attrNameLst>
                                          <p:attrName>style.visibility</p:attrName>
                                        </p:attrNameLst>
                                      </p:cBhvr>
                                      <p:to>
                                        <p:strVal val="visible"/>
                                      </p:to>
                                    </p:set>
                                    <p:animEffect transition="in" filter="fade">
                                      <p:cBhvr>
                                        <p:cTn id="83" dur="1000"/>
                                        <p:tgtEl>
                                          <p:spTgt spid="58"/>
                                        </p:tgtEl>
                                      </p:cBhvr>
                                    </p:animEffect>
                                    <p:anim calcmode="lin" valueType="num">
                                      <p:cBhvr>
                                        <p:cTn id="84" dur="1000" fill="hold"/>
                                        <p:tgtEl>
                                          <p:spTgt spid="58"/>
                                        </p:tgtEl>
                                        <p:attrNameLst>
                                          <p:attrName>ppt_x</p:attrName>
                                        </p:attrNameLst>
                                      </p:cBhvr>
                                      <p:tavLst>
                                        <p:tav tm="0">
                                          <p:val>
                                            <p:strVal val="#ppt_x"/>
                                          </p:val>
                                        </p:tav>
                                        <p:tav tm="100000">
                                          <p:val>
                                            <p:strVal val="#ppt_x"/>
                                          </p:val>
                                        </p:tav>
                                      </p:tavLst>
                                    </p:anim>
                                    <p:anim calcmode="lin" valueType="num">
                                      <p:cBhvr>
                                        <p:cTn id="85" dur="1000" fill="hold"/>
                                        <p:tgtEl>
                                          <p:spTgt spid="58"/>
                                        </p:tgtEl>
                                        <p:attrNameLst>
                                          <p:attrName>ppt_y</p:attrName>
                                        </p:attrNameLst>
                                      </p:cBhvr>
                                      <p:tavLst>
                                        <p:tav tm="0">
                                          <p:val>
                                            <p:strVal val="#ppt_y+.1"/>
                                          </p:val>
                                        </p:tav>
                                        <p:tav tm="100000">
                                          <p:val>
                                            <p:strVal val="#ppt_y"/>
                                          </p:val>
                                        </p:tav>
                                      </p:tavLst>
                                    </p:anim>
                                  </p:childTnLst>
                                </p:cTn>
                              </p:par>
                              <p:par>
                                <p:cTn id="86" presetID="2" presetClass="entr" presetSubtype="2" fill="hold" grpId="0" nodeType="withEffect">
                                  <p:stCondLst>
                                    <p:cond delay="2000"/>
                                  </p:stCondLst>
                                  <p:childTnLst>
                                    <p:set>
                                      <p:cBhvr>
                                        <p:cTn id="87" dur="1" fill="hold">
                                          <p:stCondLst>
                                            <p:cond delay="0"/>
                                          </p:stCondLst>
                                        </p:cTn>
                                        <p:tgtEl>
                                          <p:spTgt spid="59"/>
                                        </p:tgtEl>
                                        <p:attrNameLst>
                                          <p:attrName>style.visibility</p:attrName>
                                        </p:attrNameLst>
                                      </p:cBhvr>
                                      <p:to>
                                        <p:strVal val="visible"/>
                                      </p:to>
                                    </p:set>
                                    <p:anim calcmode="lin" valueType="num">
                                      <p:cBhvr additive="base">
                                        <p:cTn id="88" dur="500" fill="hold"/>
                                        <p:tgtEl>
                                          <p:spTgt spid="59"/>
                                        </p:tgtEl>
                                        <p:attrNameLst>
                                          <p:attrName>ppt_x</p:attrName>
                                        </p:attrNameLst>
                                      </p:cBhvr>
                                      <p:tavLst>
                                        <p:tav tm="0">
                                          <p:val>
                                            <p:strVal val="1+#ppt_w/2"/>
                                          </p:val>
                                        </p:tav>
                                        <p:tav tm="100000">
                                          <p:val>
                                            <p:strVal val="#ppt_x"/>
                                          </p:val>
                                        </p:tav>
                                      </p:tavLst>
                                    </p:anim>
                                    <p:anim calcmode="lin" valueType="num">
                                      <p:cBhvr additive="base">
                                        <p:cTn id="89" dur="500" fill="hold"/>
                                        <p:tgtEl>
                                          <p:spTgt spid="59"/>
                                        </p:tgtEl>
                                        <p:attrNameLst>
                                          <p:attrName>ppt_y</p:attrName>
                                        </p:attrNameLst>
                                      </p:cBhvr>
                                      <p:tavLst>
                                        <p:tav tm="0">
                                          <p:val>
                                            <p:strVal val="#ppt_y"/>
                                          </p:val>
                                        </p:tav>
                                        <p:tav tm="100000">
                                          <p:val>
                                            <p:strVal val="#ppt_y"/>
                                          </p:val>
                                        </p:tav>
                                      </p:tavLst>
                                    </p:anim>
                                  </p:childTnLst>
                                </p:cTn>
                              </p:par>
                              <p:par>
                                <p:cTn id="90" presetID="42" presetClass="entr" presetSubtype="0" fill="hold" grpId="0" nodeType="withEffect">
                                  <p:stCondLst>
                                    <p:cond delay="1500"/>
                                  </p:stCondLst>
                                  <p:childTnLst>
                                    <p:set>
                                      <p:cBhvr>
                                        <p:cTn id="91" dur="1" fill="hold">
                                          <p:stCondLst>
                                            <p:cond delay="0"/>
                                          </p:stCondLst>
                                        </p:cTn>
                                        <p:tgtEl>
                                          <p:spTgt spid="60"/>
                                        </p:tgtEl>
                                        <p:attrNameLst>
                                          <p:attrName>style.visibility</p:attrName>
                                        </p:attrNameLst>
                                      </p:cBhvr>
                                      <p:to>
                                        <p:strVal val="visible"/>
                                      </p:to>
                                    </p:set>
                                    <p:animEffect transition="in" filter="fade">
                                      <p:cBhvr>
                                        <p:cTn id="92" dur="1000"/>
                                        <p:tgtEl>
                                          <p:spTgt spid="60"/>
                                        </p:tgtEl>
                                      </p:cBhvr>
                                    </p:animEffect>
                                    <p:anim calcmode="lin" valueType="num">
                                      <p:cBhvr>
                                        <p:cTn id="93" dur="1000" fill="hold"/>
                                        <p:tgtEl>
                                          <p:spTgt spid="60"/>
                                        </p:tgtEl>
                                        <p:attrNameLst>
                                          <p:attrName>ppt_x</p:attrName>
                                        </p:attrNameLst>
                                      </p:cBhvr>
                                      <p:tavLst>
                                        <p:tav tm="0">
                                          <p:val>
                                            <p:strVal val="#ppt_x"/>
                                          </p:val>
                                        </p:tav>
                                        <p:tav tm="100000">
                                          <p:val>
                                            <p:strVal val="#ppt_x"/>
                                          </p:val>
                                        </p:tav>
                                      </p:tavLst>
                                    </p:anim>
                                    <p:anim calcmode="lin" valueType="num">
                                      <p:cBhvr>
                                        <p:cTn id="94" dur="1000" fill="hold"/>
                                        <p:tgtEl>
                                          <p:spTgt spid="60"/>
                                        </p:tgtEl>
                                        <p:attrNameLst>
                                          <p:attrName>ppt_y</p:attrName>
                                        </p:attrNameLst>
                                      </p:cBhvr>
                                      <p:tavLst>
                                        <p:tav tm="0">
                                          <p:val>
                                            <p:strVal val="#ppt_y+.1"/>
                                          </p:val>
                                        </p:tav>
                                        <p:tav tm="100000">
                                          <p:val>
                                            <p:strVal val="#ppt_y"/>
                                          </p:val>
                                        </p:tav>
                                      </p:tavLst>
                                    </p:anim>
                                  </p:childTnLst>
                                </p:cTn>
                              </p:par>
                              <p:par>
                                <p:cTn id="95" presetID="2" presetClass="entr" presetSubtype="2" fill="hold" grpId="0" nodeType="withEffect">
                                  <p:stCondLst>
                                    <p:cond delay="2000"/>
                                  </p:stCondLst>
                                  <p:childTnLst>
                                    <p:set>
                                      <p:cBhvr>
                                        <p:cTn id="96" dur="1" fill="hold">
                                          <p:stCondLst>
                                            <p:cond delay="0"/>
                                          </p:stCondLst>
                                        </p:cTn>
                                        <p:tgtEl>
                                          <p:spTgt spid="61"/>
                                        </p:tgtEl>
                                        <p:attrNameLst>
                                          <p:attrName>style.visibility</p:attrName>
                                        </p:attrNameLst>
                                      </p:cBhvr>
                                      <p:to>
                                        <p:strVal val="visible"/>
                                      </p:to>
                                    </p:set>
                                    <p:anim calcmode="lin" valueType="num">
                                      <p:cBhvr additive="base">
                                        <p:cTn id="97" dur="500" fill="hold"/>
                                        <p:tgtEl>
                                          <p:spTgt spid="61"/>
                                        </p:tgtEl>
                                        <p:attrNameLst>
                                          <p:attrName>ppt_x</p:attrName>
                                        </p:attrNameLst>
                                      </p:cBhvr>
                                      <p:tavLst>
                                        <p:tav tm="0">
                                          <p:val>
                                            <p:strVal val="1+#ppt_w/2"/>
                                          </p:val>
                                        </p:tav>
                                        <p:tav tm="100000">
                                          <p:val>
                                            <p:strVal val="#ppt_x"/>
                                          </p:val>
                                        </p:tav>
                                      </p:tavLst>
                                    </p:anim>
                                    <p:anim calcmode="lin" valueType="num">
                                      <p:cBhvr additive="base">
                                        <p:cTn id="98" dur="500" fill="hold"/>
                                        <p:tgtEl>
                                          <p:spTgt spid="6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8" grpId="0"/>
      <p:bldP spid="59" grpId="0"/>
      <p:bldP spid="60" grpId="0"/>
      <p:bldP spid="61" grpId="0"/>
    </p:bldLst>
  </p:timing>
</p:sld>
</file>

<file path=ppt/slides/slide17.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grpSp>
        <p:nvGrpSpPr>
          <p:cNvPr id="2" name="组合 1"/>
          <p:cNvGrpSpPr/>
          <p:nvPr/>
        </p:nvGrpSpPr>
        <p:grpSpPr>
          <a:xfrm>
            <a:off x="327153" y="318911"/>
            <a:ext cx="529037" cy="529037"/>
            <a:chOff x="327153" y="318911"/>
            <a:chExt cx="529037" cy="529037"/>
          </a:xfrm>
        </p:grpSpPr>
        <p:sp>
          <p:nvSpPr>
            <p:cNvPr id="3" name="圆角矩形 2"/>
            <p:cNvSpPr/>
            <p:nvPr/>
          </p:nvSpPr>
          <p:spPr>
            <a:xfrm rot="18926424">
              <a:off x="327153" y="318911"/>
              <a:ext cx="529037" cy="529037"/>
            </a:xfrm>
            <a:prstGeom prst="roundRect">
              <a:avLst/>
            </a:prstGeom>
            <a:solidFill>
              <a:srgbClr val="545D79"/>
            </a:solidFill>
            <a:ln>
              <a:noFill/>
            </a:ln>
            <a:effectLst>
              <a:outerShdw blurRad="63500" algn="ctr" rotWithShape="0">
                <a:prstClr val="black">
                  <a:alpha val="40000"/>
                </a:prstClr>
              </a:outerShdw>
            </a:effectLst>
          </p:spPr>
          <p:txBody>
            <a:bodyPr vert="horz" wrap="square" lIns="91440" tIns="45720" rIns="91440" bIns="45720" numCol="1" anchor="ctr" anchorCtr="0" compatLnSpc="1">
              <a:prstTxWarp prst="textNoShape">
                <a:avLst/>
              </a:prstTxWarp>
            </a:bodyPr>
            <a:lstStyle/>
            <a:p>
              <a:pPr algn="ctr"/>
              <a:endParaRPr lang="zh-CN" altLang="en-US" sz="4800">
                <a:solidFill>
                  <a:prstClr val="white"/>
                </a:solidFill>
                <a:latin typeface="思源黑体旧字形 Normal" panose="020b0400000000000000" pitchFamily="34" charset="-128"/>
                <a:ea typeface="思源黑体旧字形 Normal" panose="020b0400000000000000" pitchFamily="34" charset="-128"/>
              </a:endParaRPr>
            </a:p>
          </p:txBody>
        </p:sp>
        <p:sp>
          <p:nvSpPr>
            <p:cNvPr id="4" name="MH_Other_2"/>
            <p:cNvSpPr/>
            <p:nvPr>
              <p:custDataLst>
                <p:tags r:id="rId3"/>
              </p:custDataLst>
            </p:nvPr>
          </p:nvSpPr>
          <p:spPr bwMode="auto">
            <a:xfrm>
              <a:off x="440450" y="441196"/>
              <a:ext cx="302442" cy="284465"/>
            </a:xfrm>
            <a:custGeom>
              <a:gdLst>
                <a:gd name="T0" fmla="*/ 373604 w 1361803"/>
                <a:gd name="T1" fmla="*/ 882437 h 1281345"/>
                <a:gd name="T2" fmla="*/ 476200 w 1361803"/>
                <a:gd name="T3" fmla="*/ 923828 h 1281345"/>
                <a:gd name="T4" fmla="*/ 554139 w 1361803"/>
                <a:gd name="T5" fmla="*/ 940808 h 1281345"/>
                <a:gd name="T6" fmla="*/ 528484 w 1361803"/>
                <a:gd name="T7" fmla="*/ 1017215 h 1281345"/>
                <a:gd name="T8" fmla="*/ 460417 w 1361803"/>
                <a:gd name="T9" fmla="*/ 1039501 h 1281345"/>
                <a:gd name="T10" fmla="*/ 352881 w 1361803"/>
                <a:gd name="T11" fmla="*/ 976886 h 1281345"/>
                <a:gd name="T12" fmla="*/ 286785 w 1361803"/>
                <a:gd name="T13" fmla="*/ 1049049 h 1281345"/>
                <a:gd name="T14" fmla="*/ 312434 w 1361803"/>
                <a:gd name="T15" fmla="*/ 885625 h 1281345"/>
                <a:gd name="T16" fmla="*/ 274750 w 1361803"/>
                <a:gd name="T17" fmla="*/ 686240 h 1281345"/>
                <a:gd name="T18" fmla="*/ 665920 w 1361803"/>
                <a:gd name="T19" fmla="*/ 686240 h 1281345"/>
                <a:gd name="T20" fmla="*/ 633318 w 1361803"/>
                <a:gd name="T21" fmla="*/ 771039 h 1281345"/>
                <a:gd name="T22" fmla="*/ 270797 w 1361803"/>
                <a:gd name="T23" fmla="*/ 776338 h 1281345"/>
                <a:gd name="T24" fmla="*/ 255979 w 1361803"/>
                <a:gd name="T25" fmla="*/ 705323 h 1281345"/>
                <a:gd name="T26" fmla="*/ 278558 w 1361803"/>
                <a:gd name="T27" fmla="*/ 503808 h 1281345"/>
                <a:gd name="T28" fmla="*/ 746925 w 1361803"/>
                <a:gd name="T29" fmla="*/ 503808 h 1281345"/>
                <a:gd name="T30" fmla="*/ 766688 w 1361803"/>
                <a:gd name="T31" fmla="*/ 555844 h 1281345"/>
                <a:gd name="T32" fmla="*/ 279544 w 1361803"/>
                <a:gd name="T33" fmla="*/ 593008 h 1281345"/>
                <a:gd name="T34" fmla="*/ 256813 w 1361803"/>
                <a:gd name="T35" fmla="*/ 527172 h 1281345"/>
                <a:gd name="T36" fmla="*/ 944591 w 1361803"/>
                <a:gd name="T37" fmla="*/ 452716 h 1281345"/>
                <a:gd name="T38" fmla="*/ 1023588 w 1361803"/>
                <a:gd name="T39" fmla="*/ 643756 h 1281345"/>
                <a:gd name="T40" fmla="*/ 636495 w 1361803"/>
                <a:gd name="T41" fmla="*/ 1040700 h 1281345"/>
                <a:gd name="T42" fmla="*/ 601932 w 1361803"/>
                <a:gd name="T43" fmla="*/ 1010980 h 1281345"/>
                <a:gd name="T44" fmla="*/ 940644 w 1361803"/>
                <a:gd name="T45" fmla="*/ 460140 h 1281345"/>
                <a:gd name="T46" fmla="*/ 1339566 w 1361803"/>
                <a:gd name="T47" fmla="*/ 322482 h 1281345"/>
                <a:gd name="T48" fmla="*/ 1356355 w 1361803"/>
                <a:gd name="T49" fmla="*/ 373372 h 1281345"/>
                <a:gd name="T50" fmla="*/ 1136163 w 1361803"/>
                <a:gd name="T51" fmla="*/ 663855 h 1281345"/>
                <a:gd name="T52" fmla="*/ 1082839 w 1361803"/>
                <a:gd name="T53" fmla="*/ 676580 h 1281345"/>
                <a:gd name="T54" fmla="*/ 1123322 w 1361803"/>
                <a:gd name="T55" fmla="*/ 596008 h 1281345"/>
                <a:gd name="T56" fmla="*/ 1312908 w 1361803"/>
                <a:gd name="T57" fmla="*/ 334145 h 1281345"/>
                <a:gd name="T58" fmla="*/ 526769 w 1361803"/>
                <a:gd name="T59" fmla="*/ 229043 h 1281345"/>
                <a:gd name="T60" fmla="*/ 766688 w 1361803"/>
                <a:gd name="T61" fmla="*/ 244970 h 1281345"/>
                <a:gd name="T62" fmla="*/ 749907 w 1361803"/>
                <a:gd name="T63" fmla="*/ 318243 h 1281345"/>
                <a:gd name="T64" fmla="*/ 529735 w 1361803"/>
                <a:gd name="T65" fmla="*/ 318243 h 1281345"/>
                <a:gd name="T66" fmla="*/ 511959 w 1361803"/>
                <a:gd name="T67" fmla="*/ 246034 h 1281345"/>
                <a:gd name="T68" fmla="*/ 1245419 w 1361803"/>
                <a:gd name="T69" fmla="*/ 137724 h 1281345"/>
                <a:gd name="T70" fmla="*/ 1309122 w 1361803"/>
                <a:gd name="T71" fmla="*/ 239622 h 1281345"/>
                <a:gd name="T72" fmla="*/ 1116528 w 1361803"/>
                <a:gd name="T73" fmla="*/ 531150 h 1281345"/>
                <a:gd name="T74" fmla="*/ 998003 w 1361803"/>
                <a:gd name="T75" fmla="*/ 384860 h 1281345"/>
                <a:gd name="T76" fmla="*/ 1207394 w 1361803"/>
                <a:gd name="T77" fmla="*/ 148457 h 1281345"/>
                <a:gd name="T78" fmla="*/ 327005 w 1361803"/>
                <a:gd name="T79" fmla="*/ 0 h 1281345"/>
                <a:gd name="T80" fmla="*/ 1023501 w 1361803"/>
                <a:gd name="T81" fmla="*/ 136834 h 1281345"/>
                <a:gd name="T82" fmla="*/ 1015602 w 1361803"/>
                <a:gd name="T83" fmla="*/ 237608 h 1281345"/>
                <a:gd name="T84" fmla="*/ 909891 w 1361803"/>
                <a:gd name="T85" fmla="*/ 379745 h 1281345"/>
                <a:gd name="T86" fmla="*/ 897047 w 1361803"/>
                <a:gd name="T87" fmla="*/ 313980 h 1281345"/>
                <a:gd name="T88" fmla="*/ 872348 w 1361803"/>
                <a:gd name="T89" fmla="*/ 135772 h 1281345"/>
                <a:gd name="T90" fmla="*/ 382329 w 1361803"/>
                <a:gd name="T91" fmla="*/ 135772 h 1281345"/>
                <a:gd name="T92" fmla="*/ 382329 w 1361803"/>
                <a:gd name="T93" fmla="*/ 313980 h 1281345"/>
                <a:gd name="T94" fmla="*/ 143255 w 1361803"/>
                <a:gd name="T95" fmla="*/ 409444 h 1281345"/>
                <a:gd name="T96" fmla="*/ 126454 w 1361803"/>
                <a:gd name="T97" fmla="*/ 428538 h 1281345"/>
                <a:gd name="T98" fmla="*/ 151153 w 1361803"/>
                <a:gd name="T99" fmla="*/ 1143476 h 1281345"/>
                <a:gd name="T100" fmla="*/ 897047 w 1361803"/>
                <a:gd name="T101" fmla="*/ 1115897 h 1281345"/>
                <a:gd name="T102" fmla="*/ 902973 w 1361803"/>
                <a:gd name="T103" fmla="*/ 902690 h 1281345"/>
                <a:gd name="T104" fmla="*/ 1022515 w 1361803"/>
                <a:gd name="T105" fmla="*/ 767972 h 1281345"/>
                <a:gd name="T106" fmla="*/ 1023501 w 1361803"/>
                <a:gd name="T107" fmla="*/ 1133931 h 1281345"/>
                <a:gd name="T108" fmla="*/ 131394 w 1361803"/>
                <a:gd name="T109" fmla="*/ 1279248 h 1281345"/>
                <a:gd name="T110" fmla="*/ 0 w 1361803"/>
                <a:gd name="T111" fmla="*/ 335193 h 1281345"/>
                <a:gd name="T112" fmla="*/ 261801 w 1361803"/>
                <a:gd name="T113" fmla="*/ 28642 h 1281345"/>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1361803" h="1281345">
                  <a:moveTo>
                    <a:pt x="340187" y="867542"/>
                  </a:moveTo>
                  <a:cubicBezTo>
                    <a:pt x="351512" y="867144"/>
                    <a:pt x="363575" y="872724"/>
                    <a:pt x="372930" y="883885"/>
                  </a:cubicBezTo>
                  <a:cubicBezTo>
                    <a:pt x="394595" y="907270"/>
                    <a:pt x="415275" y="931718"/>
                    <a:pt x="436940" y="957229"/>
                  </a:cubicBezTo>
                  <a:cubicBezTo>
                    <a:pt x="449742" y="946599"/>
                    <a:pt x="462543" y="935970"/>
                    <a:pt x="475345" y="925340"/>
                  </a:cubicBezTo>
                  <a:cubicBezTo>
                    <a:pt x="492086" y="911522"/>
                    <a:pt x="506857" y="910459"/>
                    <a:pt x="525568" y="923214"/>
                  </a:cubicBezTo>
                  <a:cubicBezTo>
                    <a:pt x="535415" y="929592"/>
                    <a:pt x="544278" y="935970"/>
                    <a:pt x="553141" y="942347"/>
                  </a:cubicBezTo>
                  <a:cubicBezTo>
                    <a:pt x="545263" y="967858"/>
                    <a:pt x="538370" y="993369"/>
                    <a:pt x="530492" y="1018880"/>
                  </a:cubicBezTo>
                  <a:cubicBezTo>
                    <a:pt x="528522" y="1018880"/>
                    <a:pt x="528522" y="1018880"/>
                    <a:pt x="527537" y="1018880"/>
                  </a:cubicBezTo>
                  <a:cubicBezTo>
                    <a:pt x="509812" y="1000810"/>
                    <a:pt x="494056" y="1007187"/>
                    <a:pt x="479284" y="1024195"/>
                  </a:cubicBezTo>
                  <a:cubicBezTo>
                    <a:pt x="473376" y="1030572"/>
                    <a:pt x="466482" y="1035887"/>
                    <a:pt x="459589" y="1041202"/>
                  </a:cubicBezTo>
                  <a:cubicBezTo>
                    <a:pt x="438909" y="1058209"/>
                    <a:pt x="420199" y="1056083"/>
                    <a:pt x="402473" y="1035887"/>
                  </a:cubicBezTo>
                  <a:cubicBezTo>
                    <a:pt x="385732" y="1017817"/>
                    <a:pt x="369976" y="998684"/>
                    <a:pt x="352251" y="978488"/>
                  </a:cubicBezTo>
                  <a:cubicBezTo>
                    <a:pt x="343388" y="995495"/>
                    <a:pt x="335510" y="1012502"/>
                    <a:pt x="327632" y="1028446"/>
                  </a:cubicBezTo>
                  <a:cubicBezTo>
                    <a:pt x="318769" y="1046517"/>
                    <a:pt x="303013" y="1053957"/>
                    <a:pt x="286272" y="1050768"/>
                  </a:cubicBezTo>
                  <a:cubicBezTo>
                    <a:pt x="262638" y="1046517"/>
                    <a:pt x="248851" y="1019943"/>
                    <a:pt x="259683" y="995495"/>
                  </a:cubicBezTo>
                  <a:cubicBezTo>
                    <a:pt x="276424" y="959355"/>
                    <a:pt x="293165" y="922151"/>
                    <a:pt x="311876" y="887074"/>
                  </a:cubicBezTo>
                  <a:cubicBezTo>
                    <a:pt x="318276" y="874318"/>
                    <a:pt x="328863" y="867941"/>
                    <a:pt x="340187" y="867542"/>
                  </a:cubicBezTo>
                  <a:close/>
                  <a:moveTo>
                    <a:pt x="274255" y="687365"/>
                  </a:moveTo>
                  <a:cubicBezTo>
                    <a:pt x="330459" y="687365"/>
                    <a:pt x="386662" y="687365"/>
                    <a:pt x="442866" y="687365"/>
                  </a:cubicBezTo>
                  <a:cubicBezTo>
                    <a:pt x="516819" y="687365"/>
                    <a:pt x="590771" y="687365"/>
                    <a:pt x="664723" y="687365"/>
                  </a:cubicBezTo>
                  <a:cubicBezTo>
                    <a:pt x="670640" y="687365"/>
                    <a:pt x="675570" y="687365"/>
                    <a:pt x="684444" y="687365"/>
                  </a:cubicBezTo>
                  <a:cubicBezTo>
                    <a:pt x="666695" y="718154"/>
                    <a:pt x="649933" y="745757"/>
                    <a:pt x="632184" y="772299"/>
                  </a:cubicBezTo>
                  <a:cubicBezTo>
                    <a:pt x="630212" y="775484"/>
                    <a:pt x="625282" y="776545"/>
                    <a:pt x="621338" y="776545"/>
                  </a:cubicBezTo>
                  <a:cubicBezTo>
                    <a:pt x="504000" y="777607"/>
                    <a:pt x="387648" y="776545"/>
                    <a:pt x="270311" y="777607"/>
                  </a:cubicBezTo>
                  <a:cubicBezTo>
                    <a:pt x="259464" y="777607"/>
                    <a:pt x="255520" y="772299"/>
                    <a:pt x="256506" y="760620"/>
                  </a:cubicBezTo>
                  <a:cubicBezTo>
                    <a:pt x="256506" y="742572"/>
                    <a:pt x="256506" y="724524"/>
                    <a:pt x="255520" y="706475"/>
                  </a:cubicBezTo>
                  <a:cubicBezTo>
                    <a:pt x="255520" y="691612"/>
                    <a:pt x="261436" y="687365"/>
                    <a:pt x="274255" y="687365"/>
                  </a:cubicBezTo>
                  <a:close/>
                  <a:moveTo>
                    <a:pt x="278054" y="504636"/>
                  </a:moveTo>
                  <a:cubicBezTo>
                    <a:pt x="354989" y="504636"/>
                    <a:pt x="432911" y="504636"/>
                    <a:pt x="509846" y="504636"/>
                  </a:cubicBezTo>
                  <a:cubicBezTo>
                    <a:pt x="588754" y="504636"/>
                    <a:pt x="666676" y="504636"/>
                    <a:pt x="745584" y="504636"/>
                  </a:cubicBezTo>
                  <a:cubicBezTo>
                    <a:pt x="764325" y="504636"/>
                    <a:pt x="765311" y="505700"/>
                    <a:pt x="765311" y="524845"/>
                  </a:cubicBezTo>
                  <a:cubicBezTo>
                    <a:pt x="765311" y="535481"/>
                    <a:pt x="765311" y="546117"/>
                    <a:pt x="765311" y="556753"/>
                  </a:cubicBezTo>
                  <a:cubicBezTo>
                    <a:pt x="765311" y="580153"/>
                    <a:pt x="752489" y="593980"/>
                    <a:pt x="730789" y="593980"/>
                  </a:cubicBezTo>
                  <a:cubicBezTo>
                    <a:pt x="580863" y="593980"/>
                    <a:pt x="429952" y="593980"/>
                    <a:pt x="279040" y="593980"/>
                  </a:cubicBezTo>
                  <a:cubicBezTo>
                    <a:pt x="256354" y="593980"/>
                    <a:pt x="256354" y="592917"/>
                    <a:pt x="256354" y="569517"/>
                  </a:cubicBezTo>
                  <a:cubicBezTo>
                    <a:pt x="256354" y="555690"/>
                    <a:pt x="256354" y="541863"/>
                    <a:pt x="256354" y="528036"/>
                  </a:cubicBezTo>
                  <a:cubicBezTo>
                    <a:pt x="256354" y="504636"/>
                    <a:pt x="256354" y="504636"/>
                    <a:pt x="278054" y="504636"/>
                  </a:cubicBezTo>
                  <a:close/>
                  <a:moveTo>
                    <a:pt x="942895" y="453454"/>
                  </a:moveTo>
                  <a:cubicBezTo>
                    <a:pt x="989224" y="494914"/>
                    <a:pt x="1033581" y="534249"/>
                    <a:pt x="1077938" y="574646"/>
                  </a:cubicBezTo>
                  <a:cubicBezTo>
                    <a:pt x="1059210" y="599097"/>
                    <a:pt x="1040481" y="622484"/>
                    <a:pt x="1021752" y="644809"/>
                  </a:cubicBezTo>
                  <a:cubicBezTo>
                    <a:pt x="928109" y="760685"/>
                    <a:pt x="831509" y="874435"/>
                    <a:pt x="722095" y="974365"/>
                  </a:cubicBezTo>
                  <a:cubicBezTo>
                    <a:pt x="695481" y="999879"/>
                    <a:pt x="664923" y="1021141"/>
                    <a:pt x="635352" y="1042403"/>
                  </a:cubicBezTo>
                  <a:cubicBezTo>
                    <a:pt x="626481" y="1048781"/>
                    <a:pt x="613666" y="1046655"/>
                    <a:pt x="601838" y="1048781"/>
                  </a:cubicBezTo>
                  <a:cubicBezTo>
                    <a:pt x="601838" y="1037087"/>
                    <a:pt x="596909" y="1023267"/>
                    <a:pt x="600852" y="1012636"/>
                  </a:cubicBezTo>
                  <a:cubicBezTo>
                    <a:pt x="619581" y="969050"/>
                    <a:pt x="637323" y="924400"/>
                    <a:pt x="659995" y="882940"/>
                  </a:cubicBezTo>
                  <a:cubicBezTo>
                    <a:pt x="741809" y="734108"/>
                    <a:pt x="838409" y="595907"/>
                    <a:pt x="938952" y="460896"/>
                  </a:cubicBezTo>
                  <a:cubicBezTo>
                    <a:pt x="939938" y="458770"/>
                    <a:pt x="940924" y="456643"/>
                    <a:pt x="942895" y="453454"/>
                  </a:cubicBezTo>
                  <a:close/>
                  <a:moveTo>
                    <a:pt x="1337162" y="323013"/>
                  </a:moveTo>
                  <a:cubicBezTo>
                    <a:pt x="1348990" y="326198"/>
                    <a:pt x="1361803" y="343189"/>
                    <a:pt x="1361803" y="358055"/>
                  </a:cubicBezTo>
                  <a:cubicBezTo>
                    <a:pt x="1359832" y="361241"/>
                    <a:pt x="1357861" y="367612"/>
                    <a:pt x="1353918" y="373984"/>
                  </a:cubicBezTo>
                  <a:cubicBezTo>
                    <a:pt x="1300693" y="447255"/>
                    <a:pt x="1247469" y="521588"/>
                    <a:pt x="1194244" y="594859"/>
                  </a:cubicBezTo>
                  <a:cubicBezTo>
                    <a:pt x="1175517" y="619282"/>
                    <a:pt x="1154818" y="642644"/>
                    <a:pt x="1134120" y="664944"/>
                  </a:cubicBezTo>
                  <a:cubicBezTo>
                    <a:pt x="1125249" y="673439"/>
                    <a:pt x="1113421" y="678749"/>
                    <a:pt x="1101594" y="682996"/>
                  </a:cubicBezTo>
                  <a:cubicBezTo>
                    <a:pt x="1095680" y="685120"/>
                    <a:pt x="1083852" y="682996"/>
                    <a:pt x="1080895" y="677687"/>
                  </a:cubicBezTo>
                  <a:cubicBezTo>
                    <a:pt x="1077938" y="671315"/>
                    <a:pt x="1077938" y="658573"/>
                    <a:pt x="1080895" y="652201"/>
                  </a:cubicBezTo>
                  <a:cubicBezTo>
                    <a:pt x="1092723" y="633087"/>
                    <a:pt x="1107507" y="615035"/>
                    <a:pt x="1121306" y="596983"/>
                  </a:cubicBezTo>
                  <a:cubicBezTo>
                    <a:pt x="1175517" y="522650"/>
                    <a:pt x="1229727" y="449379"/>
                    <a:pt x="1284923" y="375046"/>
                  </a:cubicBezTo>
                  <a:cubicBezTo>
                    <a:pt x="1293794" y="362303"/>
                    <a:pt x="1302665" y="348498"/>
                    <a:pt x="1310550" y="334694"/>
                  </a:cubicBezTo>
                  <a:cubicBezTo>
                    <a:pt x="1317449" y="324075"/>
                    <a:pt x="1325334" y="318765"/>
                    <a:pt x="1337162" y="323013"/>
                  </a:cubicBezTo>
                  <a:close/>
                  <a:moveTo>
                    <a:pt x="525824" y="229421"/>
                  </a:moveTo>
                  <a:cubicBezTo>
                    <a:pt x="600725" y="229421"/>
                    <a:pt x="675627" y="229421"/>
                    <a:pt x="750528" y="229421"/>
                  </a:cubicBezTo>
                  <a:cubicBezTo>
                    <a:pt x="761369" y="229421"/>
                    <a:pt x="765311" y="233676"/>
                    <a:pt x="765311" y="245375"/>
                  </a:cubicBezTo>
                  <a:cubicBezTo>
                    <a:pt x="764326" y="264521"/>
                    <a:pt x="764326" y="282602"/>
                    <a:pt x="765311" y="301747"/>
                  </a:cubicBezTo>
                  <a:cubicBezTo>
                    <a:pt x="765311" y="314511"/>
                    <a:pt x="760383" y="318765"/>
                    <a:pt x="748557" y="318765"/>
                  </a:cubicBezTo>
                  <a:cubicBezTo>
                    <a:pt x="711106" y="318765"/>
                    <a:pt x="674641" y="318765"/>
                    <a:pt x="638176" y="318765"/>
                  </a:cubicBezTo>
                  <a:cubicBezTo>
                    <a:pt x="601711" y="318765"/>
                    <a:pt x="565246" y="317702"/>
                    <a:pt x="528781" y="318765"/>
                  </a:cubicBezTo>
                  <a:cubicBezTo>
                    <a:pt x="515969" y="318765"/>
                    <a:pt x="511041" y="313447"/>
                    <a:pt x="511041" y="299620"/>
                  </a:cubicBezTo>
                  <a:cubicBezTo>
                    <a:pt x="512027" y="282602"/>
                    <a:pt x="512027" y="264521"/>
                    <a:pt x="511041" y="246439"/>
                  </a:cubicBezTo>
                  <a:cubicBezTo>
                    <a:pt x="511041" y="234739"/>
                    <a:pt x="514983" y="229421"/>
                    <a:pt x="525824" y="229421"/>
                  </a:cubicBezTo>
                  <a:close/>
                  <a:moveTo>
                    <a:pt x="1243182" y="137949"/>
                  </a:moveTo>
                  <a:cubicBezTo>
                    <a:pt x="1255260" y="139675"/>
                    <a:pt x="1267337" y="146577"/>
                    <a:pt x="1281140" y="158257"/>
                  </a:cubicBezTo>
                  <a:cubicBezTo>
                    <a:pt x="1308745" y="183741"/>
                    <a:pt x="1317618" y="208163"/>
                    <a:pt x="1306773" y="240018"/>
                  </a:cubicBezTo>
                  <a:cubicBezTo>
                    <a:pt x="1300858" y="257008"/>
                    <a:pt x="1294942" y="275059"/>
                    <a:pt x="1285083" y="289925"/>
                  </a:cubicBezTo>
                  <a:cubicBezTo>
                    <a:pt x="1228886" y="370624"/>
                    <a:pt x="1171704" y="450262"/>
                    <a:pt x="1114521" y="532023"/>
                  </a:cubicBezTo>
                  <a:cubicBezTo>
                    <a:pt x="1066212" y="489550"/>
                    <a:pt x="1022832" y="450262"/>
                    <a:pt x="977480" y="410974"/>
                  </a:cubicBezTo>
                  <a:cubicBezTo>
                    <a:pt x="984381" y="401417"/>
                    <a:pt x="990297" y="392923"/>
                    <a:pt x="996212" y="385490"/>
                  </a:cubicBezTo>
                  <a:cubicBezTo>
                    <a:pt x="1050437" y="319656"/>
                    <a:pt x="1103676" y="252760"/>
                    <a:pt x="1157901" y="187988"/>
                  </a:cubicBezTo>
                  <a:cubicBezTo>
                    <a:pt x="1170718" y="172061"/>
                    <a:pt x="1188464" y="159319"/>
                    <a:pt x="1205225" y="148700"/>
                  </a:cubicBezTo>
                  <a:cubicBezTo>
                    <a:pt x="1219027" y="139675"/>
                    <a:pt x="1231105" y="136224"/>
                    <a:pt x="1243182" y="137949"/>
                  </a:cubicBezTo>
                  <a:close/>
                  <a:moveTo>
                    <a:pt x="326420" y="0"/>
                  </a:moveTo>
                  <a:cubicBezTo>
                    <a:pt x="513791" y="0"/>
                    <a:pt x="702148" y="0"/>
                    <a:pt x="889519" y="0"/>
                  </a:cubicBezTo>
                  <a:cubicBezTo>
                    <a:pt x="964468" y="1063"/>
                    <a:pt x="1018707" y="56311"/>
                    <a:pt x="1021665" y="137059"/>
                  </a:cubicBezTo>
                  <a:cubicBezTo>
                    <a:pt x="1021665" y="164684"/>
                    <a:pt x="1021665" y="191246"/>
                    <a:pt x="1020679" y="218870"/>
                  </a:cubicBezTo>
                  <a:cubicBezTo>
                    <a:pt x="1020679" y="225245"/>
                    <a:pt x="1017721" y="232682"/>
                    <a:pt x="1013776" y="237995"/>
                  </a:cubicBezTo>
                  <a:cubicBezTo>
                    <a:pt x="985177" y="275181"/>
                    <a:pt x="956578" y="311305"/>
                    <a:pt x="928966" y="348492"/>
                  </a:cubicBezTo>
                  <a:cubicBezTo>
                    <a:pt x="921077" y="358054"/>
                    <a:pt x="915160" y="369741"/>
                    <a:pt x="908256" y="380366"/>
                  </a:cubicBezTo>
                  <a:cubicBezTo>
                    <a:pt x="905298" y="384616"/>
                    <a:pt x="901353" y="387804"/>
                    <a:pt x="895436" y="395241"/>
                  </a:cubicBezTo>
                  <a:cubicBezTo>
                    <a:pt x="895436" y="365492"/>
                    <a:pt x="895436" y="339992"/>
                    <a:pt x="895436" y="314493"/>
                  </a:cubicBezTo>
                  <a:cubicBezTo>
                    <a:pt x="895436" y="263494"/>
                    <a:pt x="895436" y="212495"/>
                    <a:pt x="895436" y="161496"/>
                  </a:cubicBezTo>
                  <a:cubicBezTo>
                    <a:pt x="895436" y="139184"/>
                    <a:pt x="892478" y="135997"/>
                    <a:pt x="870782" y="135997"/>
                  </a:cubicBezTo>
                  <a:cubicBezTo>
                    <a:pt x="713982" y="135997"/>
                    <a:pt x="557182" y="135997"/>
                    <a:pt x="399396" y="135997"/>
                  </a:cubicBezTo>
                  <a:cubicBezTo>
                    <a:pt x="394465" y="135997"/>
                    <a:pt x="388548" y="135997"/>
                    <a:pt x="381645" y="135997"/>
                  </a:cubicBezTo>
                  <a:cubicBezTo>
                    <a:pt x="381645" y="145559"/>
                    <a:pt x="381645" y="152997"/>
                    <a:pt x="381645" y="159371"/>
                  </a:cubicBezTo>
                  <a:cubicBezTo>
                    <a:pt x="381645" y="211433"/>
                    <a:pt x="381645" y="262431"/>
                    <a:pt x="381645" y="314493"/>
                  </a:cubicBezTo>
                  <a:cubicBezTo>
                    <a:pt x="380659" y="373991"/>
                    <a:pt x="346143" y="410116"/>
                    <a:pt x="290918" y="410116"/>
                  </a:cubicBezTo>
                  <a:cubicBezTo>
                    <a:pt x="241610" y="410116"/>
                    <a:pt x="192302" y="410116"/>
                    <a:pt x="142994" y="410116"/>
                  </a:cubicBezTo>
                  <a:cubicBezTo>
                    <a:pt x="138063" y="410116"/>
                    <a:pt x="133132" y="410116"/>
                    <a:pt x="126229" y="410116"/>
                  </a:cubicBezTo>
                  <a:cubicBezTo>
                    <a:pt x="126229" y="418615"/>
                    <a:pt x="126229" y="423928"/>
                    <a:pt x="126229" y="429240"/>
                  </a:cubicBezTo>
                  <a:cubicBezTo>
                    <a:pt x="126229" y="658735"/>
                    <a:pt x="126229" y="888229"/>
                    <a:pt x="126229" y="1117724"/>
                  </a:cubicBezTo>
                  <a:cubicBezTo>
                    <a:pt x="126229" y="1143223"/>
                    <a:pt x="128201" y="1145348"/>
                    <a:pt x="150883" y="1145348"/>
                  </a:cubicBezTo>
                  <a:cubicBezTo>
                    <a:pt x="390521" y="1145348"/>
                    <a:pt x="630158" y="1145348"/>
                    <a:pt x="869796" y="1145348"/>
                  </a:cubicBezTo>
                  <a:cubicBezTo>
                    <a:pt x="893464" y="1145348"/>
                    <a:pt x="895436" y="1143223"/>
                    <a:pt x="895436" y="1117724"/>
                  </a:cubicBezTo>
                  <a:cubicBezTo>
                    <a:pt x="895436" y="1052913"/>
                    <a:pt x="895436" y="988102"/>
                    <a:pt x="895436" y="923291"/>
                  </a:cubicBezTo>
                  <a:cubicBezTo>
                    <a:pt x="895436" y="916916"/>
                    <a:pt x="897409" y="908416"/>
                    <a:pt x="901353" y="904166"/>
                  </a:cubicBezTo>
                  <a:cubicBezTo>
                    <a:pt x="938827" y="860605"/>
                    <a:pt x="976302" y="818106"/>
                    <a:pt x="1013776" y="774545"/>
                  </a:cubicBezTo>
                  <a:cubicBezTo>
                    <a:pt x="1015748" y="773482"/>
                    <a:pt x="1016734" y="772420"/>
                    <a:pt x="1020679" y="769232"/>
                  </a:cubicBezTo>
                  <a:cubicBezTo>
                    <a:pt x="1020679" y="775607"/>
                    <a:pt x="1021665" y="779857"/>
                    <a:pt x="1021665" y="784107"/>
                  </a:cubicBezTo>
                  <a:cubicBezTo>
                    <a:pt x="1021665" y="902042"/>
                    <a:pt x="1021665" y="1018914"/>
                    <a:pt x="1021665" y="1135786"/>
                  </a:cubicBezTo>
                  <a:cubicBezTo>
                    <a:pt x="1020679" y="1222909"/>
                    <a:pt x="967426" y="1281345"/>
                    <a:pt x="886561" y="1281345"/>
                  </a:cubicBezTo>
                  <a:cubicBezTo>
                    <a:pt x="634103" y="1281345"/>
                    <a:pt x="382631" y="1281345"/>
                    <a:pt x="131160" y="1281345"/>
                  </a:cubicBezTo>
                  <a:cubicBezTo>
                    <a:pt x="55225" y="1281345"/>
                    <a:pt x="0" y="1221847"/>
                    <a:pt x="0" y="1140036"/>
                  </a:cubicBezTo>
                  <a:cubicBezTo>
                    <a:pt x="0" y="872292"/>
                    <a:pt x="0" y="603486"/>
                    <a:pt x="0" y="335742"/>
                  </a:cubicBezTo>
                  <a:cubicBezTo>
                    <a:pt x="0" y="315555"/>
                    <a:pt x="5917" y="298556"/>
                    <a:pt x="18737" y="283681"/>
                  </a:cubicBezTo>
                  <a:cubicBezTo>
                    <a:pt x="99603" y="198683"/>
                    <a:pt x="180468" y="113685"/>
                    <a:pt x="261333" y="28687"/>
                  </a:cubicBezTo>
                  <a:cubicBezTo>
                    <a:pt x="279084" y="9562"/>
                    <a:pt x="300780" y="0"/>
                    <a:pt x="32642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5" name="文本框 4"/>
          <p:cNvSpPr txBox="1"/>
          <p:nvPr/>
        </p:nvSpPr>
        <p:spPr>
          <a:xfrm>
            <a:off x="974526" y="321818"/>
            <a:ext cx="1261884" cy="523220"/>
          </a:xfrm>
          <a:prstGeom prst="rect">
            <a:avLst/>
          </a:prstGeom>
          <a:noFill/>
        </p:spPr>
        <p:txBody>
          <a:bodyPr wrap="none" rtlCol="0">
            <a:spAutoFit/>
          </a:bodyPr>
          <a:lstStyle/>
          <a:p>
            <a:r>
              <a:rPr lang="zh-CN" altLang="en-US" sz="2800" b="1">
                <a:solidFill>
                  <a:srgbClr val="3FB793"/>
                </a:solidFill>
                <a:latin typeface="思源黑体旧字形 Normal" panose="020b0400000000000000" pitchFamily="34" charset="-128"/>
                <a:ea typeface="思源黑体旧字形 Normal" panose="020b0400000000000000" pitchFamily="34" charset="-128"/>
              </a:rPr>
              <a:t>领导力</a:t>
            </a:r>
          </a:p>
        </p:txBody>
      </p:sp>
      <p:grpSp>
        <p:nvGrpSpPr>
          <p:cNvPr id="27" name="组合 26">
            <a:extLst>
              <a:ext uri="{FF2B5EF4-FFF2-40B4-BE49-F238E27FC236}">
                <a16:creationId xmlns:a16="http://schemas.microsoft.com/office/drawing/2014/main" id="{708ADAAD-3B7A-46FA-9BD1-BA8325138524}"/>
              </a:ext>
            </a:extLst>
          </p:cNvPr>
          <p:cNvGrpSpPr/>
          <p:nvPr/>
        </p:nvGrpSpPr>
        <p:grpSpPr>
          <a:xfrm>
            <a:off x="742892" y="2108357"/>
            <a:ext cx="4797115" cy="3796061"/>
            <a:chOff x="742892" y="2108357"/>
            <a:chExt cx="4797115" cy="3796061"/>
          </a:xfrm>
        </p:grpSpPr>
        <p:grpSp>
          <p:nvGrpSpPr>
            <p:cNvPr id="28" name="组合 27">
              <a:extLst>
                <a:ext uri="{FF2B5EF4-FFF2-40B4-BE49-F238E27FC236}">
                  <a16:creationId xmlns:a16="http://schemas.microsoft.com/office/drawing/2014/main" id="{0DF78E1F-055F-4DB7-A103-5C83CBCD8F37}"/>
                </a:ext>
              </a:extLst>
            </p:cNvPr>
            <p:cNvGrpSpPr/>
            <p:nvPr/>
          </p:nvGrpSpPr>
          <p:grpSpPr>
            <a:xfrm>
              <a:off x="742892" y="2108357"/>
              <a:ext cx="4797115" cy="3796061"/>
              <a:chOff x="1001238" y="1946385"/>
              <a:chExt cx="4797115" cy="3796061"/>
            </a:xfrm>
            <a:effectLst>
              <a:outerShdw blurRad="381000" dist="254000" dir="2700000" algn="tl" rotWithShape="0">
                <a:prstClr val="black">
                  <a:alpha val="60000"/>
                </a:prstClr>
              </a:outerShdw>
            </a:effectLst>
          </p:grpSpPr>
          <p:grpSp>
            <p:nvGrpSpPr>
              <p:cNvPr id="30" name="组合 29">
                <a:extLst>
                  <a:ext uri="{FF2B5EF4-FFF2-40B4-BE49-F238E27FC236}">
                    <a16:creationId xmlns:a16="http://schemas.microsoft.com/office/drawing/2014/main" id="{4271C8BA-7C87-4C0C-85E2-1988E8BBAF6A}"/>
                  </a:ext>
                </a:extLst>
              </p:cNvPr>
              <p:cNvGrpSpPr/>
              <p:nvPr/>
            </p:nvGrpSpPr>
            <p:grpSpPr>
              <a:xfrm>
                <a:off x="1001238" y="1946385"/>
                <a:ext cx="4797115" cy="3796061"/>
                <a:chOff x="1001238" y="1946385"/>
                <a:chExt cx="4797115" cy="3796061"/>
              </a:xfrm>
            </p:grpSpPr>
            <p:sp>
              <p:nvSpPr>
                <p:cNvPr id="32" name="圆角矩形 1">
                  <a:extLst>
                    <a:ext uri="{FF2B5EF4-FFF2-40B4-BE49-F238E27FC236}">
                      <a16:creationId xmlns:a16="http://schemas.microsoft.com/office/drawing/2014/main" id="{986F3E05-045F-4847-945F-2FB1F19267E2}"/>
                    </a:ext>
                  </a:extLst>
                </p:cNvPr>
                <p:cNvSpPr>
                  <a:spLocks noChangeArrowheads="1"/>
                </p:cNvSpPr>
                <p:nvPr/>
              </p:nvSpPr>
              <p:spPr bwMode="auto">
                <a:xfrm>
                  <a:off x="1001238" y="1946385"/>
                  <a:ext cx="4797115" cy="3144842"/>
                </a:xfrm>
                <a:custGeom>
                  <a:gdLst>
                    <a:gd name="T0" fmla="*/ 52016 w 5436000"/>
                    <a:gd name="T1" fmla="*/ 49697 h 3564000"/>
                    <a:gd name="T2" fmla="*/ 52016 w 5436000"/>
                    <a:gd name="T3" fmla="*/ 633875 h 3564000"/>
                    <a:gd name="T4" fmla="*/ 1156351 w 5436000"/>
                    <a:gd name="T5" fmla="*/ 633875 h 3564000"/>
                    <a:gd name="T6" fmla="*/ 1156351 w 5436000"/>
                    <a:gd name="T7" fmla="*/ 49697 h 3564000"/>
                    <a:gd name="T8" fmla="*/ 52016 w 5436000"/>
                    <a:gd name="T9" fmla="*/ 49697 h 3564000"/>
                    <a:gd name="T10" fmla="*/ 43114 w 5436000"/>
                    <a:gd name="T11" fmla="*/ 0 h 3564000"/>
                    <a:gd name="T12" fmla="*/ 1165254 w 5436000"/>
                    <a:gd name="T13" fmla="*/ 0 h 3564000"/>
                    <a:gd name="T14" fmla="*/ 1208368 w 5436000"/>
                    <a:gd name="T15" fmla="*/ 43114 h 3564000"/>
                    <a:gd name="T16" fmla="*/ 1208368 w 5436000"/>
                    <a:gd name="T17" fmla="*/ 749128 h 3564000"/>
                    <a:gd name="T18" fmla="*/ 1165254 w 5436000"/>
                    <a:gd name="T19" fmla="*/ 792241 h 3564000"/>
                    <a:gd name="T20" fmla="*/ 43114 w 5436000"/>
                    <a:gd name="T21" fmla="*/ 792241 h 3564000"/>
                    <a:gd name="T22" fmla="*/ 0 w 5436000"/>
                    <a:gd name="T23" fmla="*/ 749128 h 3564000"/>
                    <a:gd name="T24" fmla="*/ 0 w 5436000"/>
                    <a:gd name="T25" fmla="*/ 43114 h 3564000"/>
                    <a:gd name="T26" fmla="*/ 43114 w 5436000"/>
                    <a:gd name="T27" fmla="*/ 0 h 356400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5436000"/>
                    <a:gd name="T43" fmla="*/ 0 h 3564000"/>
                    <a:gd name="T44" fmla="*/ 5436000 w 5436000"/>
                    <a:gd name="T45" fmla="*/ 3564000 h 3564000"/>
                  </a:gd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5436000" h="3564000">
                      <a:moveTo>
                        <a:pt x="234000" y="223568"/>
                      </a:moveTo>
                      <a:lnTo>
                        <a:pt x="234000" y="2851568"/>
                      </a:lnTo>
                      <a:lnTo>
                        <a:pt x="5202000" y="2851568"/>
                      </a:lnTo>
                      <a:lnTo>
                        <a:pt x="5202000" y="223568"/>
                      </a:lnTo>
                      <a:lnTo>
                        <a:pt x="234000" y="223568"/>
                      </a:lnTo>
                      <a:close/>
                      <a:moveTo>
                        <a:pt x="193953" y="0"/>
                      </a:moveTo>
                      <a:lnTo>
                        <a:pt x="5242047" y="0"/>
                      </a:lnTo>
                      <a:cubicBezTo>
                        <a:pt x="5349164" y="0"/>
                        <a:pt x="5436000" y="86836"/>
                        <a:pt x="5436000" y="193953"/>
                      </a:cubicBezTo>
                      <a:lnTo>
                        <a:pt x="5436000" y="3370047"/>
                      </a:lnTo>
                      <a:cubicBezTo>
                        <a:pt x="5436000" y="3477164"/>
                        <a:pt x="5349164" y="3564000"/>
                        <a:pt x="5242047" y="3564000"/>
                      </a:cubicBezTo>
                      <a:lnTo>
                        <a:pt x="193953" y="3564000"/>
                      </a:lnTo>
                      <a:cubicBezTo>
                        <a:pt x="86836" y="3564000"/>
                        <a:pt x="0" y="3477164"/>
                        <a:pt x="0" y="3370047"/>
                      </a:cubicBezTo>
                      <a:lnTo>
                        <a:pt x="0" y="193953"/>
                      </a:lnTo>
                      <a:cubicBezTo>
                        <a:pt x="0" y="86836"/>
                        <a:pt x="86836" y="0"/>
                        <a:pt x="193953" y="0"/>
                      </a:cubicBezTo>
                      <a:close/>
                    </a:path>
                  </a:pathLst>
                </a:custGeom>
                <a:solidFill>
                  <a:schemeClr val="bg1">
                    <a:lumMod val="85000"/>
                  </a:schemeClr>
                </a:solidFill>
                <a:ln>
                  <a:noFill/>
                </a:ln>
                <a:extLst/>
              </p:spPr>
              <p:txBody>
                <a:bodyPr anchor="ctr"/>
                <a:lstStyle/>
                <a:p>
                  <a:pPr marL="0" marR="0" lvl="0" indent="0" defTabSz="91440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33" name="圆角矩形 12">
                  <a:extLst>
                    <a:ext uri="{FF2B5EF4-FFF2-40B4-BE49-F238E27FC236}">
                      <a16:creationId xmlns:a16="http://schemas.microsoft.com/office/drawing/2014/main" id="{3D51BAD0-E40A-4B48-935E-E4E264DB90E8}"/>
                    </a:ext>
                  </a:extLst>
                </p:cNvPr>
                <p:cNvSpPr>
                  <a:spLocks noChangeArrowheads="1"/>
                </p:cNvSpPr>
                <p:nvPr/>
              </p:nvSpPr>
              <p:spPr bwMode="auto">
                <a:xfrm>
                  <a:off x="1001238" y="1946385"/>
                  <a:ext cx="4797115" cy="2713472"/>
                </a:xfrm>
                <a:custGeom>
                  <a:gdLst>
                    <a:gd name="T0" fmla="*/ 52016 w 5436000"/>
                    <a:gd name="T1" fmla="*/ 49697 h 3075136"/>
                    <a:gd name="T2" fmla="*/ 52016 w 5436000"/>
                    <a:gd name="T3" fmla="*/ 633874 h 3075136"/>
                    <a:gd name="T4" fmla="*/ 1156351 w 5436000"/>
                    <a:gd name="T5" fmla="*/ 633874 h 3075136"/>
                    <a:gd name="T6" fmla="*/ 1156351 w 5436000"/>
                    <a:gd name="T7" fmla="*/ 49697 h 3075136"/>
                    <a:gd name="T8" fmla="*/ 52016 w 5436000"/>
                    <a:gd name="T9" fmla="*/ 49697 h 3075136"/>
                    <a:gd name="T10" fmla="*/ 43114 w 5436000"/>
                    <a:gd name="T11" fmla="*/ 0 h 3075136"/>
                    <a:gd name="T12" fmla="*/ 1165254 w 5436000"/>
                    <a:gd name="T13" fmla="*/ 0 h 3075136"/>
                    <a:gd name="T14" fmla="*/ 1208368 w 5436000"/>
                    <a:gd name="T15" fmla="*/ 43114 h 3075136"/>
                    <a:gd name="T16" fmla="*/ 1208368 w 5436000"/>
                    <a:gd name="T17" fmla="*/ 683571 h 3075136"/>
                    <a:gd name="T18" fmla="*/ 0 w 5436000"/>
                    <a:gd name="T19" fmla="*/ 683571 h 3075136"/>
                    <a:gd name="T20" fmla="*/ 0 w 5436000"/>
                    <a:gd name="T21" fmla="*/ 43114 h 3075136"/>
                    <a:gd name="T22" fmla="*/ 43114 w 5436000"/>
                    <a:gd name="T23" fmla="*/ 0 h 30751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436000"/>
                    <a:gd name="T37" fmla="*/ 0 h 3075136"/>
                    <a:gd name="T38" fmla="*/ 5436000 w 5436000"/>
                    <a:gd name="T39" fmla="*/ 3075136 h 3075136"/>
                  </a:gd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436000" h="3075136">
                      <a:moveTo>
                        <a:pt x="234000" y="223568"/>
                      </a:moveTo>
                      <a:lnTo>
                        <a:pt x="234000" y="2851568"/>
                      </a:lnTo>
                      <a:lnTo>
                        <a:pt x="5202000" y="2851568"/>
                      </a:lnTo>
                      <a:lnTo>
                        <a:pt x="5202000" y="223568"/>
                      </a:lnTo>
                      <a:lnTo>
                        <a:pt x="234000" y="223568"/>
                      </a:lnTo>
                      <a:close/>
                      <a:moveTo>
                        <a:pt x="193953" y="0"/>
                      </a:moveTo>
                      <a:lnTo>
                        <a:pt x="5242047" y="0"/>
                      </a:lnTo>
                      <a:cubicBezTo>
                        <a:pt x="5349164" y="0"/>
                        <a:pt x="5436000" y="86836"/>
                        <a:pt x="5436000" y="193953"/>
                      </a:cubicBezTo>
                      <a:lnTo>
                        <a:pt x="5436000" y="3075136"/>
                      </a:lnTo>
                      <a:lnTo>
                        <a:pt x="0" y="3075136"/>
                      </a:lnTo>
                      <a:lnTo>
                        <a:pt x="0" y="193953"/>
                      </a:lnTo>
                      <a:cubicBezTo>
                        <a:pt x="0" y="86836"/>
                        <a:pt x="86836" y="0"/>
                        <a:pt x="193953" y="0"/>
                      </a:cubicBezTo>
                      <a:close/>
                    </a:path>
                  </a:pathLst>
                </a:custGeom>
                <a:solidFill>
                  <a:srgbClr val="292929"/>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defTabSz="91440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34" name="矩形 14">
                  <a:extLst>
                    <a:ext uri="{FF2B5EF4-FFF2-40B4-BE49-F238E27FC236}">
                      <a16:creationId xmlns:a16="http://schemas.microsoft.com/office/drawing/2014/main" id="{C245F69C-33CF-4D74-9056-F23FB06F67AB}"/>
                    </a:ext>
                  </a:extLst>
                </p:cNvPr>
                <p:cNvSpPr>
                  <a:spLocks noChangeArrowheads="1"/>
                </p:cNvSpPr>
                <p:nvPr/>
              </p:nvSpPr>
              <p:spPr bwMode="auto">
                <a:xfrm>
                  <a:off x="1207736" y="2143660"/>
                  <a:ext cx="4384118" cy="2318924"/>
                </a:xfrm>
                <a:custGeom>
                  <a:gdLst>
                    <a:gd name="T0" fmla="*/ 4002 w 4968000"/>
                    <a:gd name="T1" fmla="*/ 4002 h 2628000"/>
                    <a:gd name="T2" fmla="*/ 4002 w 4968000"/>
                    <a:gd name="T3" fmla="*/ 580176 h 2628000"/>
                    <a:gd name="T4" fmla="*/ 1100334 w 4968000"/>
                    <a:gd name="T5" fmla="*/ 580176 h 2628000"/>
                    <a:gd name="T6" fmla="*/ 1100334 w 4968000"/>
                    <a:gd name="T7" fmla="*/ 4002 h 2628000"/>
                    <a:gd name="T8" fmla="*/ 4002 w 4968000"/>
                    <a:gd name="T9" fmla="*/ 4002 h 2628000"/>
                    <a:gd name="T10" fmla="*/ 0 w 4968000"/>
                    <a:gd name="T11" fmla="*/ 0 h 2628000"/>
                    <a:gd name="T12" fmla="*/ 1104336 w 4968000"/>
                    <a:gd name="T13" fmla="*/ 0 h 2628000"/>
                    <a:gd name="T14" fmla="*/ 1104336 w 4968000"/>
                    <a:gd name="T15" fmla="*/ 584177 h 2628000"/>
                    <a:gd name="T16" fmla="*/ 0 w 4968000"/>
                    <a:gd name="T17" fmla="*/ 584177 h 2628000"/>
                    <a:gd name="T18" fmla="*/ 0 w 4968000"/>
                    <a:gd name="T19" fmla="*/ 0 h 26280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968000"/>
                    <a:gd name="T31" fmla="*/ 0 h 2628000"/>
                    <a:gd name="T32" fmla="*/ 4968000 w 4968000"/>
                    <a:gd name="T33" fmla="*/ 2628000 h 2628000"/>
                  </a:gd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968000" h="2628000">
                      <a:moveTo>
                        <a:pt x="18000" y="18000"/>
                      </a:moveTo>
                      <a:lnTo>
                        <a:pt x="18000" y="2610000"/>
                      </a:lnTo>
                      <a:lnTo>
                        <a:pt x="4950000" y="2610000"/>
                      </a:lnTo>
                      <a:lnTo>
                        <a:pt x="4950000" y="18000"/>
                      </a:lnTo>
                      <a:lnTo>
                        <a:pt x="18000" y="18000"/>
                      </a:lnTo>
                      <a:close/>
                      <a:moveTo>
                        <a:pt x="0" y="0"/>
                      </a:moveTo>
                      <a:lnTo>
                        <a:pt x="4968000" y="0"/>
                      </a:lnTo>
                      <a:lnTo>
                        <a:pt x="4968000" y="2628000"/>
                      </a:lnTo>
                      <a:lnTo>
                        <a:pt x="0" y="262800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defTabSz="91440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35" name="矩形 39">
                  <a:extLst>
                    <a:ext uri="{FF2B5EF4-FFF2-40B4-BE49-F238E27FC236}">
                      <a16:creationId xmlns:a16="http://schemas.microsoft.com/office/drawing/2014/main" id="{31D921AE-AD8C-46BF-A382-1EA4CEF45D28}"/>
                    </a:ext>
                  </a:extLst>
                </p:cNvPr>
                <p:cNvSpPr>
                  <a:spLocks noChangeArrowheads="1"/>
                </p:cNvSpPr>
                <p:nvPr/>
              </p:nvSpPr>
              <p:spPr bwMode="auto">
                <a:xfrm>
                  <a:off x="2827891" y="5091227"/>
                  <a:ext cx="1143810" cy="127078"/>
                </a:xfrm>
                <a:prstGeom prst="rect">
                  <a:avLst/>
                </a:prstGeom>
                <a:solidFill>
                  <a:srgbClr val="B2B2B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ctr" defTabSz="914400" eaLnBrk="1" fontAlgn="auto" latinLnBrk="0" hangingPunct="1">
                    <a:lnSpc>
                      <a:spcPct val="100000"/>
                    </a:lnSpc>
                    <a:spcBef>
                      <a:spcPct val="0"/>
                    </a:spcBef>
                    <a:spcAft>
                      <a:spcPct val="0"/>
                    </a:spcAft>
                    <a:buClrTx/>
                    <a:buSzTx/>
                    <a:buFont typeface="Arial" panose="020b0604020202020204" pitchFamily="34" charset="0"/>
                    <a:buNone/>
                    <a:defRPr/>
                  </a:pPr>
                  <a:endParaRPr kumimoji="0" lang="zh-CN" altLang="zh-CN" sz="1800" b="0" i="0" u="none" strike="noStrike" kern="0" cap="none" spc="0" normalizeH="0" baseline="0" noProof="0">
                    <a:ln>
                      <a:noFill/>
                    </a:ln>
                    <a:solidFill>
                      <a:srgbClr val="FFFFFF"/>
                    </a:solidFill>
                    <a:effectLst/>
                    <a:uLnTx/>
                    <a:uFillTx/>
                    <a:latin typeface="思源黑体旧字形 Normal" panose="020b0400000000000000" pitchFamily="34" charset="-128"/>
                    <a:ea typeface="思源黑体旧字形 Normal" panose="020b0400000000000000" pitchFamily="34" charset="-128"/>
                    <a:sym typeface="微软雅黑" panose="020b0503020204020204" pitchFamily="34" charset="-122"/>
                  </a:endParaRPr>
                </a:p>
              </p:txBody>
            </p:sp>
            <p:sp>
              <p:nvSpPr>
                <p:cNvPr id="36" name="矩形 40">
                  <a:extLst>
                    <a:ext uri="{FF2B5EF4-FFF2-40B4-BE49-F238E27FC236}">
                      <a16:creationId xmlns:a16="http://schemas.microsoft.com/office/drawing/2014/main" id="{9345C724-37F0-4B5D-98C0-352FEC79874D}"/>
                    </a:ext>
                  </a:extLst>
                </p:cNvPr>
                <p:cNvSpPr>
                  <a:spLocks noChangeArrowheads="1"/>
                </p:cNvSpPr>
                <p:nvPr/>
              </p:nvSpPr>
              <p:spPr bwMode="auto">
                <a:xfrm>
                  <a:off x="2827891" y="5218305"/>
                  <a:ext cx="1143810" cy="349427"/>
                </a:xfrm>
                <a:prstGeom prst="rect">
                  <a:avLst/>
                </a:prstGeom>
                <a:solidFill>
                  <a:srgbClr val="CFCFC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ctr" defTabSz="914400" eaLnBrk="1" fontAlgn="auto" latinLnBrk="0" hangingPunct="1">
                    <a:lnSpc>
                      <a:spcPct val="100000"/>
                    </a:lnSpc>
                    <a:spcBef>
                      <a:spcPct val="0"/>
                    </a:spcBef>
                    <a:spcAft>
                      <a:spcPct val="0"/>
                    </a:spcAft>
                    <a:buClrTx/>
                    <a:buSzTx/>
                    <a:buFont typeface="Arial" panose="020b0604020202020204" pitchFamily="34" charset="0"/>
                    <a:buNone/>
                    <a:defRPr/>
                  </a:pPr>
                  <a:endParaRPr kumimoji="0" lang="zh-CN" altLang="zh-CN" sz="1800" b="0" i="0" u="none" strike="noStrike" kern="0" cap="none" spc="0" normalizeH="0" baseline="0" noProof="0">
                    <a:ln>
                      <a:noFill/>
                    </a:ln>
                    <a:solidFill>
                      <a:srgbClr val="FFFFFF"/>
                    </a:solidFill>
                    <a:effectLst/>
                    <a:uLnTx/>
                    <a:uFillTx/>
                    <a:latin typeface="思源黑体旧字形 Normal" panose="020b0400000000000000" pitchFamily="34" charset="-128"/>
                    <a:ea typeface="思源黑体旧字形 Normal" panose="020b0400000000000000" pitchFamily="34" charset="-128"/>
                    <a:sym typeface="微软雅黑" panose="020b0503020204020204" pitchFamily="34" charset="-122"/>
                  </a:endParaRPr>
                </a:p>
              </p:txBody>
            </p:sp>
            <p:sp>
              <p:nvSpPr>
                <p:cNvPr id="37" name="圆角矩形 41">
                  <a:extLst>
                    <a:ext uri="{FF2B5EF4-FFF2-40B4-BE49-F238E27FC236}">
                      <a16:creationId xmlns:a16="http://schemas.microsoft.com/office/drawing/2014/main" id="{200C0070-DA03-474E-8B31-03ADEB94279C}"/>
                    </a:ext>
                  </a:extLst>
                </p:cNvPr>
                <p:cNvSpPr>
                  <a:spLocks noChangeArrowheads="1"/>
                </p:cNvSpPr>
                <p:nvPr/>
              </p:nvSpPr>
              <p:spPr bwMode="auto">
                <a:xfrm>
                  <a:off x="2446620" y="5567732"/>
                  <a:ext cx="1906351" cy="174714"/>
                </a:xfrm>
                <a:prstGeom prst="roundRect">
                  <a:avLst>
                    <a:gd name="adj" fmla="val 16667"/>
                  </a:avLst>
                </a:prstGeom>
                <a:solidFill>
                  <a:schemeClr val="bg1">
                    <a:lumMod val="85000"/>
                  </a:schemeClr>
                </a:solidFill>
                <a:ln>
                  <a:noFill/>
                </a:ln>
                <a:extLst/>
              </p:spPr>
              <p:txBody>
                <a:bodyPr anchor="ctr"/>
                <a:lstStyle/>
                <a:p>
                  <a:pPr marL="0" marR="0" lvl="0" indent="0" algn="ctr" defTabSz="914400" eaLnBrk="1" fontAlgn="auto" latinLnBrk="0" hangingPunct="1">
                    <a:lnSpc>
                      <a:spcPct val="100000"/>
                    </a:lnSpc>
                    <a:spcBef>
                      <a:spcPct val="0"/>
                    </a:spcBef>
                    <a:spcAft>
                      <a:spcPct val="0"/>
                    </a:spcAft>
                    <a:buClrTx/>
                    <a:buSzTx/>
                    <a:buFont typeface="Arial" panose="020b0604020202020204" pitchFamily="34" charset="0"/>
                    <a:buNone/>
                    <a:defRPr/>
                  </a:pPr>
                  <a:endParaRPr kumimoji="0" lang="zh-CN" altLang="zh-CN" sz="1800" b="0" i="0" u="none" strike="noStrike" kern="0" cap="none" spc="0" normalizeH="0" baseline="0" noProof="0">
                    <a:ln>
                      <a:noFill/>
                    </a:ln>
                    <a:solidFill>
                      <a:srgbClr val="FFFFFF"/>
                    </a:solidFill>
                    <a:effectLst/>
                    <a:uLnTx/>
                    <a:uFillTx/>
                    <a:latin typeface="思源黑体旧字形 Normal" panose="020b0400000000000000" pitchFamily="34" charset="-128"/>
                    <a:ea typeface="思源黑体旧字形 Normal" panose="020b0400000000000000" pitchFamily="34" charset="-128"/>
                    <a:sym typeface="微软雅黑" panose="020b0503020204020204" pitchFamily="34" charset="-122"/>
                  </a:endParaRPr>
                </a:p>
              </p:txBody>
            </p:sp>
            <p:sp>
              <p:nvSpPr>
                <p:cNvPr id="38" name="矩形 23">
                  <a:extLst>
                    <a:ext uri="{FF2B5EF4-FFF2-40B4-BE49-F238E27FC236}">
                      <a16:creationId xmlns:a16="http://schemas.microsoft.com/office/drawing/2014/main" id="{EE5564E8-62C3-4A43-ADF1-34AE563FC0B7}"/>
                    </a:ext>
                  </a:extLst>
                </p:cNvPr>
                <p:cNvSpPr>
                  <a:spLocks noChangeArrowheads="1"/>
                </p:cNvSpPr>
                <p:nvPr/>
              </p:nvSpPr>
              <p:spPr bwMode="auto">
                <a:xfrm>
                  <a:off x="3626335" y="1946385"/>
                  <a:ext cx="2172018" cy="3144842"/>
                </a:xfrm>
                <a:custGeom>
                  <a:gdLst>
                    <a:gd name="T0" fmla="*/ 0 w 2461290"/>
                    <a:gd name="T1" fmla="*/ 0 h 3564000"/>
                    <a:gd name="T2" fmla="*/ 504006 w 2461290"/>
                    <a:gd name="T3" fmla="*/ 0 h 3564000"/>
                    <a:gd name="T4" fmla="*/ 547119 w 2461290"/>
                    <a:gd name="T5" fmla="*/ 43114 h 3564000"/>
                    <a:gd name="T6" fmla="*/ 547119 w 2461290"/>
                    <a:gd name="T7" fmla="*/ 749128 h 3564000"/>
                    <a:gd name="T8" fmla="*/ 504006 w 2461290"/>
                    <a:gd name="T9" fmla="*/ 792241 h 3564000"/>
                    <a:gd name="T10" fmla="*/ 368761 w 2461290"/>
                    <a:gd name="T11" fmla="*/ 792241 h 3564000"/>
                    <a:gd name="T12" fmla="*/ 0 w 2461290"/>
                    <a:gd name="T13" fmla="*/ 0 h 3564000"/>
                    <a:gd name="T14" fmla="*/ 0 60000 65536"/>
                    <a:gd name="T15" fmla="*/ 0 60000 65536"/>
                    <a:gd name="T16" fmla="*/ 0 60000 65536"/>
                    <a:gd name="T17" fmla="*/ 0 60000 65536"/>
                    <a:gd name="T18" fmla="*/ 0 60000 65536"/>
                    <a:gd name="T19" fmla="*/ 0 60000 65536"/>
                    <a:gd name="T20" fmla="*/ 0 60000 65536"/>
                    <a:gd name="T21" fmla="*/ 0 w 2461290"/>
                    <a:gd name="T22" fmla="*/ 0 h 3564000"/>
                    <a:gd name="T23" fmla="*/ 2461290 w 2461290"/>
                    <a:gd name="T24" fmla="*/ 3564000 h 3564000"/>
                  </a:gdLst>
                  <a:cxnLst>
                    <a:cxn ang="T14">
                      <a:pos x="T0" y="T1"/>
                    </a:cxn>
                    <a:cxn ang="T15">
                      <a:pos x="T2" y="T3"/>
                    </a:cxn>
                    <a:cxn ang="T16">
                      <a:pos x="T4" y="T5"/>
                    </a:cxn>
                    <a:cxn ang="T17">
                      <a:pos x="T6" y="T7"/>
                    </a:cxn>
                    <a:cxn ang="T18">
                      <a:pos x="T8" y="T9"/>
                    </a:cxn>
                    <a:cxn ang="T19">
                      <a:pos x="T10" y="T11"/>
                    </a:cxn>
                    <a:cxn ang="T20">
                      <a:pos x="T12" y="T13"/>
                    </a:cxn>
                  </a:cxnLst>
                  <a:rect l="T21" t="T22" r="T23" b="T24"/>
                  <a:pathLst>
                    <a:path w="2461290" h="3564000">
                      <a:moveTo>
                        <a:pt x="0" y="0"/>
                      </a:moveTo>
                      <a:lnTo>
                        <a:pt x="2267337" y="0"/>
                      </a:lnTo>
                      <a:cubicBezTo>
                        <a:pt x="2374454" y="0"/>
                        <a:pt x="2461290" y="86836"/>
                        <a:pt x="2461290" y="193953"/>
                      </a:cubicBezTo>
                      <a:lnTo>
                        <a:pt x="2461290" y="3370047"/>
                      </a:lnTo>
                      <a:cubicBezTo>
                        <a:pt x="2461290" y="3477164"/>
                        <a:pt x="2374454" y="3564000"/>
                        <a:pt x="2267337" y="3564000"/>
                      </a:cubicBezTo>
                      <a:lnTo>
                        <a:pt x="1658918" y="3564000"/>
                      </a:lnTo>
                      <a:lnTo>
                        <a:pt x="0" y="0"/>
                      </a:lnTo>
                      <a:close/>
                    </a:path>
                  </a:pathLst>
                </a:custGeom>
                <a:solidFill>
                  <a:schemeClr val="bg1">
                    <a:alpha val="9804"/>
                  </a:schemeClr>
                </a:solidFill>
                <a:ln>
                  <a:noFill/>
                </a:ln>
                <a:extLst/>
              </p:spPr>
              <p:txBody>
                <a:bodyPr anchor="ctr"/>
                <a:lstStyle/>
                <a:p>
                  <a:pPr marL="0" marR="0" lvl="0" indent="0" defTabSz="91440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grpSp>
          <p:pic>
            <p:nvPicPr>
              <p:cNvPr id="31" name="图片 30">
                <a:extLst>
                  <a:ext uri="{FF2B5EF4-FFF2-40B4-BE49-F238E27FC236}">
                    <a16:creationId xmlns:a16="http://schemas.microsoft.com/office/drawing/2014/main" id="{DF907A5E-1F33-4335-886F-DC3AD742B5F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07736" y="2144342"/>
                <a:ext cx="4384118" cy="2318242"/>
              </a:xfrm>
              <a:prstGeom prst="rect">
                <a:avLst/>
              </a:prstGeom>
            </p:spPr>
          </p:pic>
        </p:grpSp>
        <p:sp>
          <p:nvSpPr>
            <p:cNvPr id="29" name="任意多边形 56">
              <a:extLst>
                <a:ext uri="{FF2B5EF4-FFF2-40B4-BE49-F238E27FC236}">
                  <a16:creationId xmlns:a16="http://schemas.microsoft.com/office/drawing/2014/main" id="{6145C000-6E4E-4F75-B158-A1DF7A682BE6}"/>
                </a:ext>
              </a:extLst>
            </p:cNvPr>
            <p:cNvSpPr/>
            <p:nvPr/>
          </p:nvSpPr>
          <p:spPr>
            <a:xfrm>
              <a:off x="924560" y="2286000"/>
              <a:ext cx="4429760" cy="2357120"/>
            </a:xfrm>
            <a:custGeom>
              <a:gdLst>
                <a:gd name="connsiteX0" fmla="*/ 0 w 4429760"/>
                <a:gd name="connsiteY0" fmla="*/ 0 h 2357120"/>
                <a:gd name="connsiteX1" fmla="*/ 4429760 w 4429760"/>
                <a:gd name="connsiteY1" fmla="*/ 0 h 2357120"/>
                <a:gd name="connsiteX2" fmla="*/ 4429760 w 4429760"/>
                <a:gd name="connsiteY2" fmla="*/ 2357120 h 2357120"/>
                <a:gd name="connsiteX3" fmla="*/ 0 w 4429760"/>
                <a:gd name="connsiteY3" fmla="*/ 2357120 h 2357120"/>
                <a:gd name="connsiteX4" fmla="*/ 0 w 4429760"/>
                <a:gd name="connsiteY4" fmla="*/ 0 h 2357120"/>
              </a:gdLst>
              <a:cxnLst>
                <a:cxn ang="0">
                  <a:pos x="connsiteX0" y="connsiteY0"/>
                </a:cxn>
                <a:cxn ang="0">
                  <a:pos x="connsiteX1" y="connsiteY1"/>
                </a:cxn>
                <a:cxn ang="0">
                  <a:pos x="connsiteX2" y="connsiteY2"/>
                </a:cxn>
                <a:cxn ang="0">
                  <a:pos x="connsiteX3" y="connsiteY3"/>
                </a:cxn>
                <a:cxn ang="0">
                  <a:pos x="connsiteX4" y="connsiteY4"/>
                </a:cxn>
              </a:cxnLst>
              <a:rect l="l" t="t" r="r" b="b"/>
              <a:pathLst>
                <a:path w="4429760" h="2357120">
                  <a:moveTo>
                    <a:pt x="0" y="0"/>
                  </a:moveTo>
                  <a:lnTo>
                    <a:pt x="4429760" y="0"/>
                  </a:lnTo>
                  <a:lnTo>
                    <a:pt x="4429760" y="2357120"/>
                  </a:lnTo>
                  <a:lnTo>
                    <a:pt x="0" y="2357120"/>
                  </a:lnTo>
                  <a:lnTo>
                    <a:pt x="0" y="0"/>
                  </a:lnTo>
                  <a:close/>
                </a:path>
              </a:pathLst>
            </a:custGeom>
            <a:blipFill>
              <a:blip r:embed="rId5"/>
              <a:stretch>
                <a:fillRect/>
              </a:stretch>
            </a:blip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9" name="椭圆 38">
            <a:extLst>
              <a:ext uri="{FF2B5EF4-FFF2-40B4-BE49-F238E27FC236}">
                <a16:creationId xmlns:a16="http://schemas.microsoft.com/office/drawing/2014/main" id="{B46D32D3-A6BC-4196-B73A-1A8E4B64C54A}"/>
              </a:ext>
            </a:extLst>
          </p:cNvPr>
          <p:cNvSpPr/>
          <p:nvPr/>
        </p:nvSpPr>
        <p:spPr>
          <a:xfrm>
            <a:off x="6319867" y="1958732"/>
            <a:ext cx="650653" cy="650653"/>
          </a:xfrm>
          <a:prstGeom prst="ellipse">
            <a:avLst/>
          </a:prstGeom>
          <a:solidFill>
            <a:srgbClr val="545D79"/>
          </a:solidFill>
          <a:ln>
            <a:noFill/>
          </a:ln>
          <a:effectLst>
            <a:outerShdw blurRad="63500" algn="ctr" rotWithShape="0">
              <a:prstClr val="black">
                <a:alpha val="40000"/>
              </a:prstClr>
            </a:outerShdw>
          </a:effectLst>
        </p:spPr>
        <p:txBody>
          <a:bodyPr vert="horz" wrap="square" lIns="91440" tIns="45720" rIns="91440" bIns="45720" numCol="1" anchor="ctr" anchorCtr="0" compatLnSpc="1">
            <a:prstTxWarp prst="textNoShape">
              <a:avLst/>
            </a:prstTxWarp>
          </a:bodyPr>
          <a:lstStyle/>
          <a:p>
            <a:pPr algn="ctr"/>
            <a:endParaRPr lang="zh-CN" altLang="en-US" sz="4800">
              <a:solidFill>
                <a:prstClr val="white"/>
              </a:solidFill>
              <a:latin typeface="思源黑体旧字形 Normal" panose="020b0400000000000000" pitchFamily="34" charset="-128"/>
              <a:ea typeface="思源黑体旧字形 Normal" panose="020b0400000000000000" pitchFamily="34" charset="-128"/>
            </a:endParaRPr>
          </a:p>
        </p:txBody>
      </p:sp>
      <p:sp>
        <p:nvSpPr>
          <p:cNvPr id="40" name="椭圆 39">
            <a:extLst>
              <a:ext uri="{FF2B5EF4-FFF2-40B4-BE49-F238E27FC236}">
                <a16:creationId xmlns:a16="http://schemas.microsoft.com/office/drawing/2014/main" id="{D55D1C09-BCA6-4708-AE15-A9214BE83381}"/>
              </a:ext>
            </a:extLst>
          </p:cNvPr>
          <p:cNvSpPr/>
          <p:nvPr/>
        </p:nvSpPr>
        <p:spPr>
          <a:xfrm>
            <a:off x="6328251" y="3502798"/>
            <a:ext cx="650653" cy="650653"/>
          </a:xfrm>
          <a:prstGeom prst="ellipse">
            <a:avLst/>
          </a:prstGeom>
          <a:solidFill>
            <a:srgbClr val="3FB793"/>
          </a:solidFill>
          <a:ln>
            <a:noFill/>
          </a:ln>
          <a:effectLst>
            <a:outerShdw blurRad="63500" algn="ctr" rotWithShape="0">
              <a:prstClr val="black">
                <a:alpha val="40000"/>
              </a:prstClr>
            </a:outerShdw>
          </a:effectLst>
        </p:spPr>
        <p:txBody>
          <a:bodyPr vert="horz" wrap="square" lIns="91440" tIns="45720" rIns="91440" bIns="45720" numCol="1" anchor="ctr" anchorCtr="0" compatLnSpc="1">
            <a:prstTxWarp prst="textNoShape">
              <a:avLst/>
            </a:prstTxWarp>
          </a:bodyPr>
          <a:lstStyle/>
          <a:p>
            <a:pPr algn="ctr"/>
            <a:endParaRPr lang="zh-CN" altLang="en-US" sz="4800">
              <a:solidFill>
                <a:prstClr val="white"/>
              </a:solidFill>
              <a:latin typeface="思源黑体旧字形 Normal" panose="020b0400000000000000" pitchFamily="34" charset="-128"/>
              <a:ea typeface="思源黑体旧字形 Normal" panose="020b0400000000000000" pitchFamily="34" charset="-128"/>
            </a:endParaRPr>
          </a:p>
        </p:txBody>
      </p:sp>
      <p:sp>
        <p:nvSpPr>
          <p:cNvPr id="62" name="椭圆 61">
            <a:extLst>
              <a:ext uri="{FF2B5EF4-FFF2-40B4-BE49-F238E27FC236}">
                <a16:creationId xmlns:a16="http://schemas.microsoft.com/office/drawing/2014/main" id="{A790B66E-A183-498F-8B9E-593F0D0B5A80}"/>
              </a:ext>
            </a:extLst>
          </p:cNvPr>
          <p:cNvSpPr/>
          <p:nvPr/>
        </p:nvSpPr>
        <p:spPr>
          <a:xfrm>
            <a:off x="6319866" y="5057435"/>
            <a:ext cx="650653" cy="650653"/>
          </a:xfrm>
          <a:prstGeom prst="ellipse">
            <a:avLst/>
          </a:prstGeom>
          <a:solidFill>
            <a:srgbClr val="545D79"/>
          </a:solidFill>
          <a:ln>
            <a:noFill/>
          </a:ln>
          <a:effectLst>
            <a:outerShdw blurRad="63500" algn="ctr" rotWithShape="0">
              <a:prstClr val="black">
                <a:alpha val="40000"/>
              </a:prstClr>
            </a:outerShdw>
          </a:effectLst>
        </p:spPr>
        <p:txBody>
          <a:bodyPr vert="horz" wrap="square" lIns="91440" tIns="45720" rIns="91440" bIns="45720" numCol="1" anchor="ctr" anchorCtr="0" compatLnSpc="1">
            <a:prstTxWarp prst="textNoShape">
              <a:avLst/>
            </a:prstTxWarp>
          </a:bodyPr>
          <a:lstStyle/>
          <a:p>
            <a:pPr algn="ctr"/>
            <a:endParaRPr lang="zh-CN" altLang="en-US" sz="4800">
              <a:solidFill>
                <a:prstClr val="white"/>
              </a:solidFill>
              <a:latin typeface="思源黑体旧字形 Normal" panose="020b0400000000000000" pitchFamily="34" charset="-128"/>
              <a:ea typeface="思源黑体旧字形 Normal" panose="020b0400000000000000" pitchFamily="34" charset="-128"/>
            </a:endParaRPr>
          </a:p>
        </p:txBody>
      </p:sp>
      <p:sp>
        <p:nvSpPr>
          <p:cNvPr id="63" name="Freeform 1656">
            <a:extLst>
              <a:ext uri="{FF2B5EF4-FFF2-40B4-BE49-F238E27FC236}">
                <a16:creationId xmlns:a16="http://schemas.microsoft.com/office/drawing/2014/main" id="{E5AF991C-6DEB-443D-B7D9-F7852EB492C5}"/>
              </a:ext>
            </a:extLst>
          </p:cNvPr>
          <p:cNvSpPr>
            <a:spLocks noEditPoints="1"/>
          </p:cNvSpPr>
          <p:nvPr/>
        </p:nvSpPr>
        <p:spPr bwMode="auto">
          <a:xfrm>
            <a:off x="6433417" y="2073610"/>
            <a:ext cx="423553" cy="420897"/>
          </a:xfrm>
          <a:custGeom>
            <a:gdLst>
              <a:gd name="T0" fmla="*/ 0 w 135"/>
              <a:gd name="T1" fmla="*/ 67 h 134"/>
              <a:gd name="T2" fmla="*/ 135 w 135"/>
              <a:gd name="T3" fmla="*/ 67 h 134"/>
              <a:gd name="T4" fmla="*/ 57 w 135"/>
              <a:gd name="T5" fmla="*/ 10 h 134"/>
              <a:gd name="T6" fmla="*/ 26 w 135"/>
              <a:gd name="T7" fmla="*/ 26 h 134"/>
              <a:gd name="T8" fmla="*/ 22 w 135"/>
              <a:gd name="T9" fmla="*/ 30 h 134"/>
              <a:gd name="T10" fmla="*/ 32 w 135"/>
              <a:gd name="T11" fmla="*/ 64 h 134"/>
              <a:gd name="T12" fmla="*/ 22 w 135"/>
              <a:gd name="T13" fmla="*/ 30 h 134"/>
              <a:gd name="T14" fmla="*/ 32 w 135"/>
              <a:gd name="T15" fmla="*/ 70 h 134"/>
              <a:gd name="T16" fmla="*/ 22 w 135"/>
              <a:gd name="T17" fmla="*/ 103 h 134"/>
              <a:gd name="T18" fmla="*/ 26 w 135"/>
              <a:gd name="T19" fmla="*/ 108 h 134"/>
              <a:gd name="T20" fmla="*/ 57 w 135"/>
              <a:gd name="T21" fmla="*/ 124 h 134"/>
              <a:gd name="T22" fmla="*/ 65 w 135"/>
              <a:gd name="T23" fmla="*/ 122 h 134"/>
              <a:gd name="T24" fmla="*/ 65 w 135"/>
              <a:gd name="T25" fmla="*/ 93 h 134"/>
              <a:gd name="T26" fmla="*/ 65 w 135"/>
              <a:gd name="T27" fmla="*/ 87 h 134"/>
              <a:gd name="T28" fmla="*/ 39 w 135"/>
              <a:gd name="T29" fmla="*/ 70 h 134"/>
              <a:gd name="T30" fmla="*/ 65 w 135"/>
              <a:gd name="T31" fmla="*/ 87 h 134"/>
              <a:gd name="T32" fmla="*/ 39 w 135"/>
              <a:gd name="T33" fmla="*/ 64 h 134"/>
              <a:gd name="T34" fmla="*/ 65 w 135"/>
              <a:gd name="T35" fmla="*/ 47 h 134"/>
              <a:gd name="T36" fmla="*/ 65 w 135"/>
              <a:gd name="T37" fmla="*/ 41 h 134"/>
              <a:gd name="T38" fmla="*/ 65 w 135"/>
              <a:gd name="T39" fmla="*/ 12 h 134"/>
              <a:gd name="T40" fmla="*/ 126 w 135"/>
              <a:gd name="T41" fmla="*/ 64 h 134"/>
              <a:gd name="T42" fmla="*/ 99 w 135"/>
              <a:gd name="T43" fmla="*/ 40 h 134"/>
              <a:gd name="T44" fmla="*/ 126 w 135"/>
              <a:gd name="T45" fmla="*/ 64 h 134"/>
              <a:gd name="T46" fmla="*/ 96 w 135"/>
              <a:gd name="T47" fmla="*/ 34 h 134"/>
              <a:gd name="T48" fmla="*/ 109 w 135"/>
              <a:gd name="T49" fmla="*/ 26 h 134"/>
              <a:gd name="T50" fmla="*/ 90 w 135"/>
              <a:gd name="T51" fmla="*/ 37 h 134"/>
              <a:gd name="T52" fmla="*/ 71 w 135"/>
              <a:gd name="T53" fmla="*/ 12 h 134"/>
              <a:gd name="T54" fmla="*/ 93 w 135"/>
              <a:gd name="T55" fmla="*/ 43 h 134"/>
              <a:gd name="T56" fmla="*/ 71 w 135"/>
              <a:gd name="T57" fmla="*/ 64 h 134"/>
              <a:gd name="T58" fmla="*/ 71 w 135"/>
              <a:gd name="T59" fmla="*/ 70 h 134"/>
              <a:gd name="T60" fmla="*/ 93 w 135"/>
              <a:gd name="T61" fmla="*/ 91 h 134"/>
              <a:gd name="T62" fmla="*/ 71 w 135"/>
              <a:gd name="T63" fmla="*/ 70 h 134"/>
              <a:gd name="T64" fmla="*/ 71 w 135"/>
              <a:gd name="T65" fmla="*/ 93 h 134"/>
              <a:gd name="T66" fmla="*/ 71 w 135"/>
              <a:gd name="T67" fmla="*/ 122 h 134"/>
              <a:gd name="T68" fmla="*/ 96 w 135"/>
              <a:gd name="T69" fmla="*/ 99 h 134"/>
              <a:gd name="T70" fmla="*/ 78 w 135"/>
              <a:gd name="T71" fmla="*/ 124 h 134"/>
              <a:gd name="T72" fmla="*/ 99 w 135"/>
              <a:gd name="T73" fmla="*/ 93 h 134"/>
              <a:gd name="T74" fmla="*/ 126 w 135"/>
              <a:gd name="T75" fmla="*/ 70 h 134"/>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35" h="134">
                <a:moveTo>
                  <a:pt x="68" y="0"/>
                </a:moveTo>
                <a:cubicBezTo>
                  <a:pt x="31" y="0"/>
                  <a:pt x="0" y="30"/>
                  <a:pt x="0" y="67"/>
                </a:cubicBezTo>
                <a:cubicBezTo>
                  <a:pt x="0" y="104"/>
                  <a:pt x="31" y="134"/>
                  <a:pt x="68" y="134"/>
                </a:cubicBezTo>
                <a:cubicBezTo>
                  <a:pt x="105" y="134"/>
                  <a:pt x="135" y="104"/>
                  <a:pt x="135" y="67"/>
                </a:cubicBezTo>
                <a:cubicBezTo>
                  <a:pt x="135" y="30"/>
                  <a:pt x="105" y="0"/>
                  <a:pt x="68" y="0"/>
                </a:cubicBezTo>
                <a:close/>
                <a:moveTo>
                  <a:pt x="57" y="10"/>
                </a:moveTo>
                <a:cubicBezTo>
                  <a:pt x="52" y="15"/>
                  <a:pt x="44" y="23"/>
                  <a:pt x="39" y="34"/>
                </a:cubicBezTo>
                <a:cubicBezTo>
                  <a:pt x="33" y="31"/>
                  <a:pt x="29" y="28"/>
                  <a:pt x="26" y="26"/>
                </a:cubicBezTo>
                <a:cubicBezTo>
                  <a:pt x="35" y="17"/>
                  <a:pt x="46" y="12"/>
                  <a:pt x="57" y="10"/>
                </a:cubicBezTo>
                <a:close/>
                <a:moveTo>
                  <a:pt x="22" y="30"/>
                </a:moveTo>
                <a:cubicBezTo>
                  <a:pt x="25" y="33"/>
                  <a:pt x="30" y="37"/>
                  <a:pt x="37" y="40"/>
                </a:cubicBezTo>
                <a:cubicBezTo>
                  <a:pt x="34" y="48"/>
                  <a:pt x="33" y="56"/>
                  <a:pt x="32" y="64"/>
                </a:cubicBezTo>
                <a:cubicBezTo>
                  <a:pt x="31" y="64"/>
                  <a:pt x="11" y="64"/>
                  <a:pt x="10" y="64"/>
                </a:cubicBezTo>
                <a:cubicBezTo>
                  <a:pt x="10" y="52"/>
                  <a:pt x="15" y="40"/>
                  <a:pt x="22" y="30"/>
                </a:cubicBezTo>
                <a:close/>
                <a:moveTo>
                  <a:pt x="10" y="70"/>
                </a:moveTo>
                <a:cubicBezTo>
                  <a:pt x="11" y="70"/>
                  <a:pt x="31" y="70"/>
                  <a:pt x="32" y="70"/>
                </a:cubicBezTo>
                <a:cubicBezTo>
                  <a:pt x="33" y="78"/>
                  <a:pt x="34" y="86"/>
                  <a:pt x="37" y="93"/>
                </a:cubicBezTo>
                <a:cubicBezTo>
                  <a:pt x="30" y="97"/>
                  <a:pt x="25" y="101"/>
                  <a:pt x="22" y="103"/>
                </a:cubicBezTo>
                <a:cubicBezTo>
                  <a:pt x="15" y="94"/>
                  <a:pt x="10" y="82"/>
                  <a:pt x="10" y="70"/>
                </a:cubicBezTo>
                <a:close/>
                <a:moveTo>
                  <a:pt x="26" y="108"/>
                </a:moveTo>
                <a:cubicBezTo>
                  <a:pt x="29" y="106"/>
                  <a:pt x="33" y="102"/>
                  <a:pt x="39" y="99"/>
                </a:cubicBezTo>
                <a:cubicBezTo>
                  <a:pt x="44" y="111"/>
                  <a:pt x="52" y="119"/>
                  <a:pt x="57" y="124"/>
                </a:cubicBezTo>
                <a:cubicBezTo>
                  <a:pt x="46" y="122"/>
                  <a:pt x="35" y="116"/>
                  <a:pt x="26" y="108"/>
                </a:cubicBezTo>
                <a:close/>
                <a:moveTo>
                  <a:pt x="65" y="122"/>
                </a:moveTo>
                <a:cubicBezTo>
                  <a:pt x="59" y="118"/>
                  <a:pt x="51" y="109"/>
                  <a:pt x="45" y="97"/>
                </a:cubicBezTo>
                <a:cubicBezTo>
                  <a:pt x="51" y="95"/>
                  <a:pt x="58" y="93"/>
                  <a:pt x="65" y="93"/>
                </a:cubicBezTo>
                <a:cubicBezTo>
                  <a:pt x="65" y="94"/>
                  <a:pt x="65" y="119"/>
                  <a:pt x="65" y="122"/>
                </a:cubicBezTo>
                <a:close/>
                <a:moveTo>
                  <a:pt x="65" y="87"/>
                </a:moveTo>
                <a:cubicBezTo>
                  <a:pt x="57" y="87"/>
                  <a:pt x="50" y="88"/>
                  <a:pt x="43" y="91"/>
                </a:cubicBezTo>
                <a:cubicBezTo>
                  <a:pt x="40" y="84"/>
                  <a:pt x="39" y="77"/>
                  <a:pt x="39" y="70"/>
                </a:cubicBezTo>
                <a:cubicBezTo>
                  <a:pt x="40" y="70"/>
                  <a:pt x="63" y="70"/>
                  <a:pt x="65" y="70"/>
                </a:cubicBezTo>
                <a:cubicBezTo>
                  <a:pt x="65" y="71"/>
                  <a:pt x="65" y="86"/>
                  <a:pt x="65" y="87"/>
                </a:cubicBezTo>
                <a:close/>
                <a:moveTo>
                  <a:pt x="65" y="64"/>
                </a:moveTo>
                <a:cubicBezTo>
                  <a:pt x="63" y="64"/>
                  <a:pt x="40" y="64"/>
                  <a:pt x="39" y="64"/>
                </a:cubicBezTo>
                <a:cubicBezTo>
                  <a:pt x="39" y="56"/>
                  <a:pt x="40" y="49"/>
                  <a:pt x="43" y="43"/>
                </a:cubicBezTo>
                <a:cubicBezTo>
                  <a:pt x="50" y="45"/>
                  <a:pt x="57" y="47"/>
                  <a:pt x="65" y="47"/>
                </a:cubicBezTo>
                <a:cubicBezTo>
                  <a:pt x="65" y="48"/>
                  <a:pt x="65" y="62"/>
                  <a:pt x="65" y="64"/>
                </a:cubicBezTo>
                <a:close/>
                <a:moveTo>
                  <a:pt x="65" y="41"/>
                </a:moveTo>
                <a:cubicBezTo>
                  <a:pt x="58" y="40"/>
                  <a:pt x="51" y="39"/>
                  <a:pt x="45" y="37"/>
                </a:cubicBezTo>
                <a:cubicBezTo>
                  <a:pt x="51" y="24"/>
                  <a:pt x="59" y="16"/>
                  <a:pt x="65" y="12"/>
                </a:cubicBezTo>
                <a:cubicBezTo>
                  <a:pt x="65" y="14"/>
                  <a:pt x="65" y="39"/>
                  <a:pt x="65" y="41"/>
                </a:cubicBezTo>
                <a:close/>
                <a:moveTo>
                  <a:pt x="126" y="64"/>
                </a:moveTo>
                <a:cubicBezTo>
                  <a:pt x="125" y="64"/>
                  <a:pt x="104" y="64"/>
                  <a:pt x="103" y="64"/>
                </a:cubicBezTo>
                <a:cubicBezTo>
                  <a:pt x="103" y="56"/>
                  <a:pt x="101" y="48"/>
                  <a:pt x="99" y="40"/>
                </a:cubicBezTo>
                <a:cubicBezTo>
                  <a:pt x="106" y="37"/>
                  <a:pt x="111" y="33"/>
                  <a:pt x="113" y="30"/>
                </a:cubicBezTo>
                <a:cubicBezTo>
                  <a:pt x="121" y="40"/>
                  <a:pt x="125" y="52"/>
                  <a:pt x="126" y="64"/>
                </a:cubicBezTo>
                <a:close/>
                <a:moveTo>
                  <a:pt x="109" y="26"/>
                </a:moveTo>
                <a:cubicBezTo>
                  <a:pt x="107" y="28"/>
                  <a:pt x="103" y="31"/>
                  <a:pt x="96" y="34"/>
                </a:cubicBezTo>
                <a:cubicBezTo>
                  <a:pt x="91" y="23"/>
                  <a:pt x="84" y="15"/>
                  <a:pt x="78" y="10"/>
                </a:cubicBezTo>
                <a:cubicBezTo>
                  <a:pt x="90" y="12"/>
                  <a:pt x="101" y="17"/>
                  <a:pt x="109" y="26"/>
                </a:cubicBezTo>
                <a:close/>
                <a:moveTo>
                  <a:pt x="71" y="12"/>
                </a:moveTo>
                <a:cubicBezTo>
                  <a:pt x="76" y="16"/>
                  <a:pt x="85" y="24"/>
                  <a:pt x="90" y="37"/>
                </a:cubicBezTo>
                <a:cubicBezTo>
                  <a:pt x="84" y="39"/>
                  <a:pt x="78" y="40"/>
                  <a:pt x="71" y="41"/>
                </a:cubicBezTo>
                <a:cubicBezTo>
                  <a:pt x="71" y="39"/>
                  <a:pt x="71" y="14"/>
                  <a:pt x="71" y="12"/>
                </a:cubicBezTo>
                <a:close/>
                <a:moveTo>
                  <a:pt x="71" y="47"/>
                </a:moveTo>
                <a:cubicBezTo>
                  <a:pt x="79" y="47"/>
                  <a:pt x="86" y="45"/>
                  <a:pt x="93" y="43"/>
                </a:cubicBezTo>
                <a:cubicBezTo>
                  <a:pt x="95" y="49"/>
                  <a:pt x="97" y="56"/>
                  <a:pt x="97" y="64"/>
                </a:cubicBezTo>
                <a:cubicBezTo>
                  <a:pt x="95" y="64"/>
                  <a:pt x="72" y="64"/>
                  <a:pt x="71" y="64"/>
                </a:cubicBezTo>
                <a:cubicBezTo>
                  <a:pt x="71" y="62"/>
                  <a:pt x="71" y="48"/>
                  <a:pt x="71" y="47"/>
                </a:cubicBezTo>
                <a:close/>
                <a:moveTo>
                  <a:pt x="71" y="70"/>
                </a:moveTo>
                <a:cubicBezTo>
                  <a:pt x="72" y="70"/>
                  <a:pt x="95" y="70"/>
                  <a:pt x="97" y="70"/>
                </a:cubicBezTo>
                <a:cubicBezTo>
                  <a:pt x="97" y="77"/>
                  <a:pt x="95" y="84"/>
                  <a:pt x="93" y="91"/>
                </a:cubicBezTo>
                <a:cubicBezTo>
                  <a:pt x="86" y="88"/>
                  <a:pt x="79" y="87"/>
                  <a:pt x="71" y="87"/>
                </a:cubicBezTo>
                <a:cubicBezTo>
                  <a:pt x="71" y="86"/>
                  <a:pt x="71" y="71"/>
                  <a:pt x="71" y="70"/>
                </a:cubicBezTo>
                <a:close/>
                <a:moveTo>
                  <a:pt x="71" y="122"/>
                </a:moveTo>
                <a:cubicBezTo>
                  <a:pt x="71" y="119"/>
                  <a:pt x="71" y="94"/>
                  <a:pt x="71" y="93"/>
                </a:cubicBezTo>
                <a:cubicBezTo>
                  <a:pt x="78" y="93"/>
                  <a:pt x="84" y="95"/>
                  <a:pt x="90" y="97"/>
                </a:cubicBezTo>
                <a:cubicBezTo>
                  <a:pt x="85" y="109"/>
                  <a:pt x="76" y="118"/>
                  <a:pt x="71" y="122"/>
                </a:cubicBezTo>
                <a:close/>
                <a:moveTo>
                  <a:pt x="78" y="124"/>
                </a:moveTo>
                <a:cubicBezTo>
                  <a:pt x="84" y="119"/>
                  <a:pt x="91" y="111"/>
                  <a:pt x="96" y="99"/>
                </a:cubicBezTo>
                <a:cubicBezTo>
                  <a:pt x="103" y="102"/>
                  <a:pt x="107" y="106"/>
                  <a:pt x="109" y="108"/>
                </a:cubicBezTo>
                <a:cubicBezTo>
                  <a:pt x="101" y="116"/>
                  <a:pt x="90" y="122"/>
                  <a:pt x="78" y="124"/>
                </a:cubicBezTo>
                <a:close/>
                <a:moveTo>
                  <a:pt x="113" y="103"/>
                </a:moveTo>
                <a:cubicBezTo>
                  <a:pt x="111" y="101"/>
                  <a:pt x="106" y="97"/>
                  <a:pt x="99" y="93"/>
                </a:cubicBezTo>
                <a:cubicBezTo>
                  <a:pt x="101" y="86"/>
                  <a:pt x="103" y="78"/>
                  <a:pt x="103" y="70"/>
                </a:cubicBezTo>
                <a:cubicBezTo>
                  <a:pt x="104" y="70"/>
                  <a:pt x="125" y="70"/>
                  <a:pt x="126" y="70"/>
                </a:cubicBezTo>
                <a:cubicBezTo>
                  <a:pt x="125" y="82"/>
                  <a:pt x="121" y="94"/>
                  <a:pt x="113" y="103"/>
                </a:cubicBezTo>
                <a:close/>
              </a:path>
            </a:pathLst>
          </a:custGeom>
          <a:solidFill>
            <a:schemeClr val="bg1"/>
          </a:solidFill>
          <a:ln>
            <a:noFill/>
          </a:ln>
          <a:extLst/>
        </p:spPr>
        <p:txBody>
          <a:bodyPr vert="horz" wrap="square" lIns="91440" tIns="45720" rIns="91440" bIns="45720" numCol="1" anchor="t" anchorCtr="0" compatLnSpc="1">
            <a:prstTxWarp prst="textNoShape">
              <a:avLst/>
            </a:prstTxWarp>
          </a:bodyPr>
          <a:lstStyle/>
          <a:p>
            <a:endParaRPr lang="zh-CN" altLang="en-US">
              <a:latin typeface="微软雅黑" panose="020b0503020204020204" pitchFamily="34" charset="-122"/>
              <a:ea typeface="微软雅黑" panose="020b0503020204020204" pitchFamily="34" charset="-122"/>
            </a:endParaRPr>
          </a:p>
        </p:txBody>
      </p:sp>
      <p:grpSp>
        <p:nvGrpSpPr>
          <p:cNvPr id="64" name="组合 63">
            <a:extLst>
              <a:ext uri="{FF2B5EF4-FFF2-40B4-BE49-F238E27FC236}">
                <a16:creationId xmlns:a16="http://schemas.microsoft.com/office/drawing/2014/main" id="{BC45CBC2-7EE5-4166-812F-438F0F61D5CD}"/>
              </a:ext>
            </a:extLst>
          </p:cNvPr>
          <p:cNvGrpSpPr/>
          <p:nvPr/>
        </p:nvGrpSpPr>
        <p:grpSpPr>
          <a:xfrm>
            <a:off x="6445943" y="3620490"/>
            <a:ext cx="415269" cy="415269"/>
            <a:chOff x="11030066" y="2731563"/>
            <a:chExt cx="473075" cy="473075"/>
          </a:xfrm>
          <a:solidFill>
            <a:schemeClr val="bg1"/>
          </a:solidFill>
        </p:grpSpPr>
        <p:sp>
          <p:nvSpPr>
            <p:cNvPr id="65" name="Freeform 2083">
              <a:extLst>
                <a:ext uri="{FF2B5EF4-FFF2-40B4-BE49-F238E27FC236}">
                  <a16:creationId xmlns:a16="http://schemas.microsoft.com/office/drawing/2014/main" id="{16E17888-A5EB-4220-BEDC-F367D6F3164B}"/>
                </a:ext>
              </a:extLst>
            </p:cNvPr>
            <p:cNvSpPr>
              <a:spLocks noEditPoints="1"/>
            </p:cNvSpPr>
            <p:nvPr/>
          </p:nvSpPr>
          <p:spPr bwMode="auto">
            <a:xfrm>
              <a:off x="11030066" y="2731563"/>
              <a:ext cx="473075" cy="473075"/>
            </a:xfrm>
            <a:custGeom>
              <a:gdLst>
                <a:gd name="T0" fmla="*/ 63 w 126"/>
                <a:gd name="T1" fmla="*/ 0 h 126"/>
                <a:gd name="T2" fmla="*/ 0 w 126"/>
                <a:gd name="T3" fmla="*/ 63 h 126"/>
                <a:gd name="T4" fmla="*/ 63 w 126"/>
                <a:gd name="T5" fmla="*/ 126 h 126"/>
                <a:gd name="T6" fmla="*/ 126 w 126"/>
                <a:gd name="T7" fmla="*/ 63 h 126"/>
                <a:gd name="T8" fmla="*/ 63 w 126"/>
                <a:gd name="T9" fmla="*/ 0 h 126"/>
                <a:gd name="T10" fmla="*/ 63 w 126"/>
                <a:gd name="T11" fmla="*/ 118 h 126"/>
                <a:gd name="T12" fmla="*/ 9 w 126"/>
                <a:gd name="T13" fmla="*/ 63 h 126"/>
                <a:gd name="T14" fmla="*/ 63 w 126"/>
                <a:gd name="T15" fmla="*/ 9 h 126"/>
                <a:gd name="T16" fmla="*/ 118 w 126"/>
                <a:gd name="T17" fmla="*/ 63 h 126"/>
                <a:gd name="T18" fmla="*/ 63 w 126"/>
                <a:gd name="T19" fmla="*/ 118 h 126"/>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5" h="125">
                  <a:moveTo>
                    <a:pt x="63" y="0"/>
                  </a:moveTo>
                  <a:cubicBezTo>
                    <a:pt x="29" y="0"/>
                    <a:pt x="0" y="29"/>
                    <a:pt x="0" y="63"/>
                  </a:cubicBezTo>
                  <a:cubicBezTo>
                    <a:pt x="0" y="98"/>
                    <a:pt x="29" y="126"/>
                    <a:pt x="63" y="126"/>
                  </a:cubicBezTo>
                  <a:cubicBezTo>
                    <a:pt x="98" y="126"/>
                    <a:pt x="126" y="98"/>
                    <a:pt x="126" y="63"/>
                  </a:cubicBezTo>
                  <a:cubicBezTo>
                    <a:pt x="126" y="29"/>
                    <a:pt x="98" y="0"/>
                    <a:pt x="63" y="0"/>
                  </a:cubicBezTo>
                  <a:close/>
                  <a:moveTo>
                    <a:pt x="63" y="118"/>
                  </a:moveTo>
                  <a:cubicBezTo>
                    <a:pt x="33" y="118"/>
                    <a:pt x="9" y="93"/>
                    <a:pt x="9" y="63"/>
                  </a:cubicBezTo>
                  <a:cubicBezTo>
                    <a:pt x="9" y="33"/>
                    <a:pt x="33" y="9"/>
                    <a:pt x="63" y="9"/>
                  </a:cubicBezTo>
                  <a:cubicBezTo>
                    <a:pt x="93" y="9"/>
                    <a:pt x="118" y="33"/>
                    <a:pt x="118" y="63"/>
                  </a:cubicBezTo>
                  <a:cubicBezTo>
                    <a:pt x="118" y="93"/>
                    <a:pt x="93" y="118"/>
                    <a:pt x="63" y="1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微软雅黑" panose="020b0503020204020204" pitchFamily="34" charset="-122"/>
                <a:ea typeface="微软雅黑" panose="020b0503020204020204" pitchFamily="34" charset="-122"/>
              </a:endParaRPr>
            </a:p>
          </p:txBody>
        </p:sp>
        <p:sp>
          <p:nvSpPr>
            <p:cNvPr id="66" name="Freeform 2084">
              <a:extLst>
                <a:ext uri="{FF2B5EF4-FFF2-40B4-BE49-F238E27FC236}">
                  <a16:creationId xmlns:a16="http://schemas.microsoft.com/office/drawing/2014/main" id="{D79655AC-A3B2-4DBB-87CE-3A006282444E}"/>
                </a:ext>
              </a:extLst>
            </p:cNvPr>
            <p:cNvSpPr/>
            <p:nvPr/>
          </p:nvSpPr>
          <p:spPr bwMode="auto">
            <a:xfrm>
              <a:off x="11225329" y="2795063"/>
              <a:ext cx="85725" cy="107950"/>
            </a:xfrm>
            <a:custGeom>
              <a:gdLst>
                <a:gd name="T0" fmla="*/ 14 w 54"/>
                <a:gd name="T1" fmla="*/ 26 h 68"/>
                <a:gd name="T2" fmla="*/ 43 w 54"/>
                <a:gd name="T3" fmla="*/ 68 h 68"/>
                <a:gd name="T4" fmla="*/ 54 w 54"/>
                <a:gd name="T5" fmla="*/ 68 h 68"/>
                <a:gd name="T6" fmla="*/ 54 w 54"/>
                <a:gd name="T7" fmla="*/ 0 h 68"/>
                <a:gd name="T8" fmla="*/ 40 w 54"/>
                <a:gd name="T9" fmla="*/ 0 h 68"/>
                <a:gd name="T10" fmla="*/ 40 w 54"/>
                <a:gd name="T11" fmla="*/ 42 h 68"/>
                <a:gd name="T12" fmla="*/ 12 w 54"/>
                <a:gd name="T13" fmla="*/ 0 h 68"/>
                <a:gd name="T14" fmla="*/ 0 w 54"/>
                <a:gd name="T15" fmla="*/ 0 h 68"/>
                <a:gd name="T16" fmla="*/ 0 w 54"/>
                <a:gd name="T17" fmla="*/ 68 h 68"/>
                <a:gd name="T18" fmla="*/ 14 w 54"/>
                <a:gd name="T19" fmla="*/ 68 h 68"/>
                <a:gd name="T20" fmla="*/ 14 w 54"/>
                <a:gd name="T21" fmla="*/ 26 h 68"/>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4" h="68">
                  <a:moveTo>
                    <a:pt x="14" y="26"/>
                  </a:moveTo>
                  <a:lnTo>
                    <a:pt x="43" y="68"/>
                  </a:lnTo>
                  <a:lnTo>
                    <a:pt x="54" y="68"/>
                  </a:lnTo>
                  <a:lnTo>
                    <a:pt x="54" y="0"/>
                  </a:lnTo>
                  <a:lnTo>
                    <a:pt x="40" y="0"/>
                  </a:lnTo>
                  <a:lnTo>
                    <a:pt x="40" y="42"/>
                  </a:lnTo>
                  <a:lnTo>
                    <a:pt x="12" y="0"/>
                  </a:lnTo>
                  <a:lnTo>
                    <a:pt x="0" y="0"/>
                  </a:lnTo>
                  <a:lnTo>
                    <a:pt x="0" y="68"/>
                  </a:lnTo>
                  <a:lnTo>
                    <a:pt x="14" y="68"/>
                  </a:lnTo>
                  <a:lnTo>
                    <a:pt x="14" y="2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微软雅黑" panose="020b0503020204020204" pitchFamily="34" charset="-122"/>
                <a:ea typeface="微软雅黑" panose="020b0503020204020204" pitchFamily="34" charset="-122"/>
              </a:endParaRPr>
            </a:p>
          </p:txBody>
        </p:sp>
        <p:sp>
          <p:nvSpPr>
            <p:cNvPr id="67" name="Freeform 2085">
              <a:extLst>
                <a:ext uri="{FF2B5EF4-FFF2-40B4-BE49-F238E27FC236}">
                  <a16:creationId xmlns:a16="http://schemas.microsoft.com/office/drawing/2014/main" id="{E0F59CC0-6FAA-4BEB-B50A-341FDE09D8BB}"/>
                </a:ext>
              </a:extLst>
            </p:cNvPr>
            <p:cNvSpPr/>
            <p:nvPr/>
          </p:nvSpPr>
          <p:spPr bwMode="auto">
            <a:xfrm>
              <a:off x="11228504" y="3031600"/>
              <a:ext cx="79375" cy="112713"/>
            </a:xfrm>
            <a:custGeom>
              <a:gdLst>
                <a:gd name="T0" fmla="*/ 19 w 21"/>
                <a:gd name="T1" fmla="*/ 15 h 30"/>
                <a:gd name="T2" fmla="*/ 13 w 21"/>
                <a:gd name="T3" fmla="*/ 13 h 30"/>
                <a:gd name="T4" fmla="*/ 10 w 21"/>
                <a:gd name="T5" fmla="*/ 12 h 30"/>
                <a:gd name="T6" fmla="*/ 7 w 21"/>
                <a:gd name="T7" fmla="*/ 11 h 30"/>
                <a:gd name="T8" fmla="*/ 6 w 21"/>
                <a:gd name="T9" fmla="*/ 10 h 30"/>
                <a:gd name="T10" fmla="*/ 6 w 21"/>
                <a:gd name="T11" fmla="*/ 9 h 30"/>
                <a:gd name="T12" fmla="*/ 7 w 21"/>
                <a:gd name="T13" fmla="*/ 6 h 30"/>
                <a:gd name="T14" fmla="*/ 11 w 21"/>
                <a:gd name="T15" fmla="*/ 5 h 30"/>
                <a:gd name="T16" fmla="*/ 14 w 21"/>
                <a:gd name="T17" fmla="*/ 6 h 30"/>
                <a:gd name="T18" fmla="*/ 17 w 21"/>
                <a:gd name="T19" fmla="*/ 7 h 30"/>
                <a:gd name="T20" fmla="*/ 20 w 21"/>
                <a:gd name="T21" fmla="*/ 4 h 30"/>
                <a:gd name="T22" fmla="*/ 16 w 21"/>
                <a:gd name="T23" fmla="*/ 1 h 30"/>
                <a:gd name="T24" fmla="*/ 11 w 21"/>
                <a:gd name="T25" fmla="*/ 0 h 30"/>
                <a:gd name="T26" fmla="*/ 3 w 21"/>
                <a:gd name="T27" fmla="*/ 3 h 30"/>
                <a:gd name="T28" fmla="*/ 1 w 21"/>
                <a:gd name="T29" fmla="*/ 9 h 30"/>
                <a:gd name="T30" fmla="*/ 3 w 21"/>
                <a:gd name="T31" fmla="*/ 15 h 30"/>
                <a:gd name="T32" fmla="*/ 9 w 21"/>
                <a:gd name="T33" fmla="*/ 17 h 30"/>
                <a:gd name="T34" fmla="*/ 12 w 21"/>
                <a:gd name="T35" fmla="*/ 18 h 30"/>
                <a:gd name="T36" fmla="*/ 14 w 21"/>
                <a:gd name="T37" fmla="*/ 18 h 30"/>
                <a:gd name="T38" fmla="*/ 15 w 21"/>
                <a:gd name="T39" fmla="*/ 19 h 30"/>
                <a:gd name="T40" fmla="*/ 16 w 21"/>
                <a:gd name="T41" fmla="*/ 21 h 30"/>
                <a:gd name="T42" fmla="*/ 10 w 21"/>
                <a:gd name="T43" fmla="*/ 25 h 30"/>
                <a:gd name="T44" fmla="*/ 6 w 21"/>
                <a:gd name="T45" fmla="*/ 24 h 30"/>
                <a:gd name="T46" fmla="*/ 3 w 21"/>
                <a:gd name="T47" fmla="*/ 22 h 30"/>
                <a:gd name="T48" fmla="*/ 0 w 21"/>
                <a:gd name="T49" fmla="*/ 26 h 30"/>
                <a:gd name="T50" fmla="*/ 4 w 21"/>
                <a:gd name="T51" fmla="*/ 29 h 30"/>
                <a:gd name="T52" fmla="*/ 10 w 21"/>
                <a:gd name="T53" fmla="*/ 30 h 30"/>
                <a:gd name="T54" fmla="*/ 18 w 21"/>
                <a:gd name="T55" fmla="*/ 28 h 30"/>
                <a:gd name="T56" fmla="*/ 21 w 21"/>
                <a:gd name="T57" fmla="*/ 21 h 30"/>
                <a:gd name="T58" fmla="*/ 21 w 21"/>
                <a:gd name="T59" fmla="*/ 18 h 30"/>
                <a:gd name="T60" fmla="*/ 19 w 21"/>
                <a:gd name="T61" fmla="*/ 15 h 30"/>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1" h="30">
                  <a:moveTo>
                    <a:pt x="19" y="15"/>
                  </a:moveTo>
                  <a:cubicBezTo>
                    <a:pt x="18" y="14"/>
                    <a:pt x="16" y="13"/>
                    <a:pt x="13" y="13"/>
                  </a:cubicBezTo>
                  <a:cubicBezTo>
                    <a:pt x="10" y="12"/>
                    <a:pt x="10" y="12"/>
                    <a:pt x="10" y="12"/>
                  </a:cubicBezTo>
                  <a:cubicBezTo>
                    <a:pt x="9" y="12"/>
                    <a:pt x="8" y="12"/>
                    <a:pt x="7" y="11"/>
                  </a:cubicBezTo>
                  <a:cubicBezTo>
                    <a:pt x="7" y="11"/>
                    <a:pt x="7" y="10"/>
                    <a:pt x="6" y="10"/>
                  </a:cubicBezTo>
                  <a:cubicBezTo>
                    <a:pt x="6" y="10"/>
                    <a:pt x="6" y="9"/>
                    <a:pt x="6" y="9"/>
                  </a:cubicBezTo>
                  <a:cubicBezTo>
                    <a:pt x="6" y="8"/>
                    <a:pt x="7" y="7"/>
                    <a:pt x="7" y="6"/>
                  </a:cubicBezTo>
                  <a:cubicBezTo>
                    <a:pt x="8" y="5"/>
                    <a:pt x="9" y="5"/>
                    <a:pt x="11" y="5"/>
                  </a:cubicBezTo>
                  <a:cubicBezTo>
                    <a:pt x="12" y="5"/>
                    <a:pt x="13" y="5"/>
                    <a:pt x="14" y="6"/>
                  </a:cubicBezTo>
                  <a:cubicBezTo>
                    <a:pt x="15" y="6"/>
                    <a:pt x="16" y="6"/>
                    <a:pt x="17" y="7"/>
                  </a:cubicBezTo>
                  <a:cubicBezTo>
                    <a:pt x="20" y="4"/>
                    <a:pt x="20" y="4"/>
                    <a:pt x="20" y="4"/>
                  </a:cubicBezTo>
                  <a:cubicBezTo>
                    <a:pt x="19" y="2"/>
                    <a:pt x="18" y="1"/>
                    <a:pt x="16" y="1"/>
                  </a:cubicBezTo>
                  <a:cubicBezTo>
                    <a:pt x="15" y="0"/>
                    <a:pt x="13" y="0"/>
                    <a:pt x="11" y="0"/>
                  </a:cubicBezTo>
                  <a:cubicBezTo>
                    <a:pt x="8" y="0"/>
                    <a:pt x="5" y="1"/>
                    <a:pt x="3" y="3"/>
                  </a:cubicBezTo>
                  <a:cubicBezTo>
                    <a:pt x="2" y="4"/>
                    <a:pt x="1" y="6"/>
                    <a:pt x="1" y="9"/>
                  </a:cubicBezTo>
                  <a:cubicBezTo>
                    <a:pt x="1" y="11"/>
                    <a:pt x="1" y="13"/>
                    <a:pt x="3" y="15"/>
                  </a:cubicBezTo>
                  <a:cubicBezTo>
                    <a:pt x="4" y="16"/>
                    <a:pt x="6" y="17"/>
                    <a:pt x="9" y="17"/>
                  </a:cubicBezTo>
                  <a:cubicBezTo>
                    <a:pt x="12" y="18"/>
                    <a:pt x="12" y="18"/>
                    <a:pt x="12" y="18"/>
                  </a:cubicBezTo>
                  <a:cubicBezTo>
                    <a:pt x="13" y="18"/>
                    <a:pt x="13" y="18"/>
                    <a:pt x="14" y="18"/>
                  </a:cubicBezTo>
                  <a:cubicBezTo>
                    <a:pt x="14" y="18"/>
                    <a:pt x="14" y="19"/>
                    <a:pt x="15" y="19"/>
                  </a:cubicBezTo>
                  <a:cubicBezTo>
                    <a:pt x="15" y="19"/>
                    <a:pt x="16" y="20"/>
                    <a:pt x="16" y="21"/>
                  </a:cubicBezTo>
                  <a:cubicBezTo>
                    <a:pt x="16" y="24"/>
                    <a:pt x="14" y="25"/>
                    <a:pt x="10" y="25"/>
                  </a:cubicBezTo>
                  <a:cubicBezTo>
                    <a:pt x="9" y="25"/>
                    <a:pt x="8" y="25"/>
                    <a:pt x="6" y="24"/>
                  </a:cubicBezTo>
                  <a:cubicBezTo>
                    <a:pt x="5" y="24"/>
                    <a:pt x="4" y="23"/>
                    <a:pt x="3" y="22"/>
                  </a:cubicBezTo>
                  <a:cubicBezTo>
                    <a:pt x="0" y="26"/>
                    <a:pt x="0" y="26"/>
                    <a:pt x="0" y="26"/>
                  </a:cubicBezTo>
                  <a:cubicBezTo>
                    <a:pt x="1" y="28"/>
                    <a:pt x="2" y="29"/>
                    <a:pt x="4" y="29"/>
                  </a:cubicBezTo>
                  <a:cubicBezTo>
                    <a:pt x="6" y="30"/>
                    <a:pt x="8" y="30"/>
                    <a:pt x="10" y="30"/>
                  </a:cubicBezTo>
                  <a:cubicBezTo>
                    <a:pt x="13" y="30"/>
                    <a:pt x="16" y="29"/>
                    <a:pt x="18" y="28"/>
                  </a:cubicBezTo>
                  <a:cubicBezTo>
                    <a:pt x="20" y="26"/>
                    <a:pt x="21" y="24"/>
                    <a:pt x="21" y="21"/>
                  </a:cubicBezTo>
                  <a:cubicBezTo>
                    <a:pt x="21" y="20"/>
                    <a:pt x="21" y="19"/>
                    <a:pt x="21" y="18"/>
                  </a:cubicBezTo>
                  <a:cubicBezTo>
                    <a:pt x="20" y="17"/>
                    <a:pt x="20" y="16"/>
                    <a:pt x="19"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微软雅黑" panose="020b0503020204020204" pitchFamily="34" charset="-122"/>
                <a:ea typeface="微软雅黑" panose="020b0503020204020204" pitchFamily="34" charset="-122"/>
              </a:endParaRPr>
            </a:p>
          </p:txBody>
        </p:sp>
        <p:sp>
          <p:nvSpPr>
            <p:cNvPr id="68" name="Freeform 2086">
              <a:extLst>
                <a:ext uri="{FF2B5EF4-FFF2-40B4-BE49-F238E27FC236}">
                  <a16:creationId xmlns:a16="http://schemas.microsoft.com/office/drawing/2014/main" id="{0AD013DD-C088-451C-88F5-563AE6EE7359}"/>
                </a:ext>
              </a:extLst>
            </p:cNvPr>
            <p:cNvSpPr/>
            <p:nvPr/>
          </p:nvSpPr>
          <p:spPr bwMode="auto">
            <a:xfrm>
              <a:off x="11090391" y="2930000"/>
              <a:ext cx="357188" cy="79375"/>
            </a:xfrm>
            <a:custGeom>
              <a:gdLst>
                <a:gd name="T0" fmla="*/ 0 w 225"/>
                <a:gd name="T1" fmla="*/ 24 h 50"/>
                <a:gd name="T2" fmla="*/ 111 w 225"/>
                <a:gd name="T3" fmla="*/ 50 h 50"/>
                <a:gd name="T4" fmla="*/ 225 w 225"/>
                <a:gd name="T5" fmla="*/ 24 h 50"/>
                <a:gd name="T6" fmla="*/ 111 w 225"/>
                <a:gd name="T7" fmla="*/ 0 h 50"/>
                <a:gd name="T8" fmla="*/ 0 w 225"/>
                <a:gd name="T9" fmla="*/ 24 h 50"/>
              </a:gdLst>
              <a:cxnLst>
                <a:cxn ang="0">
                  <a:pos x="T0" y="T1"/>
                </a:cxn>
                <a:cxn ang="0">
                  <a:pos x="T2" y="T3"/>
                </a:cxn>
                <a:cxn ang="0">
                  <a:pos x="T4" y="T5"/>
                </a:cxn>
                <a:cxn ang="0">
                  <a:pos x="T6" y="T7"/>
                </a:cxn>
                <a:cxn ang="0">
                  <a:pos x="T8" y="T9"/>
                </a:cxn>
              </a:cxnLst>
              <a:rect l="0" t="0" r="r" b="b"/>
              <a:pathLst>
                <a:path w="225" h="50">
                  <a:moveTo>
                    <a:pt x="0" y="24"/>
                  </a:moveTo>
                  <a:lnTo>
                    <a:pt x="111" y="50"/>
                  </a:lnTo>
                  <a:lnTo>
                    <a:pt x="225" y="24"/>
                  </a:lnTo>
                  <a:lnTo>
                    <a:pt x="111" y="0"/>
                  </a:lnTo>
                  <a:lnTo>
                    <a:pt x="0" y="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微软雅黑" panose="020b0503020204020204" pitchFamily="34" charset="-122"/>
                <a:ea typeface="微软雅黑" panose="020b0503020204020204" pitchFamily="34" charset="-122"/>
              </a:endParaRPr>
            </a:p>
          </p:txBody>
        </p:sp>
      </p:grpSp>
      <p:grpSp>
        <p:nvGrpSpPr>
          <p:cNvPr id="69" name="组合 68">
            <a:extLst>
              <a:ext uri="{FF2B5EF4-FFF2-40B4-BE49-F238E27FC236}">
                <a16:creationId xmlns:a16="http://schemas.microsoft.com/office/drawing/2014/main" id="{3031E923-5393-4BE0-9A11-0EBF0DD9BCBB}"/>
              </a:ext>
            </a:extLst>
          </p:cNvPr>
          <p:cNvGrpSpPr/>
          <p:nvPr/>
        </p:nvGrpSpPr>
        <p:grpSpPr>
          <a:xfrm>
            <a:off x="6415707" y="5164122"/>
            <a:ext cx="458971" cy="437279"/>
            <a:chOff x="4150420" y="2637483"/>
            <a:chExt cx="638175" cy="608013"/>
          </a:xfrm>
          <a:solidFill>
            <a:schemeClr val="bg1"/>
          </a:solidFill>
        </p:grpSpPr>
        <p:sp>
          <p:nvSpPr>
            <p:cNvPr id="70" name="Freeform 1726">
              <a:extLst>
                <a:ext uri="{FF2B5EF4-FFF2-40B4-BE49-F238E27FC236}">
                  <a16:creationId xmlns:a16="http://schemas.microsoft.com/office/drawing/2014/main" id="{0BA43A2A-0424-4AA7-BAA5-DB02E479272F}"/>
                </a:ext>
              </a:extLst>
            </p:cNvPr>
            <p:cNvSpPr>
              <a:spLocks noEditPoints="1"/>
            </p:cNvSpPr>
            <p:nvPr/>
          </p:nvSpPr>
          <p:spPr bwMode="auto">
            <a:xfrm>
              <a:off x="4150420" y="2637483"/>
              <a:ext cx="638175" cy="608013"/>
            </a:xfrm>
            <a:custGeom>
              <a:gdLst>
                <a:gd name="T0" fmla="*/ 53 w 170"/>
                <a:gd name="T1" fmla="*/ 9 h 162"/>
                <a:gd name="T2" fmla="*/ 17 w 170"/>
                <a:gd name="T3" fmla="*/ 108 h 162"/>
                <a:gd name="T4" fmla="*/ 116 w 170"/>
                <a:gd name="T5" fmla="*/ 144 h 162"/>
                <a:gd name="T6" fmla="*/ 152 w 170"/>
                <a:gd name="T7" fmla="*/ 45 h 162"/>
                <a:gd name="T8" fmla="*/ 110 w 170"/>
                <a:gd name="T9" fmla="*/ 7 h 162"/>
                <a:gd name="T10" fmla="*/ 53 w 170"/>
                <a:gd name="T11" fmla="*/ 9 h 162"/>
                <a:gd name="T12" fmla="*/ 108 w 170"/>
                <a:gd name="T13" fmla="*/ 14 h 162"/>
                <a:gd name="T14" fmla="*/ 146 w 170"/>
                <a:gd name="T15" fmla="*/ 48 h 162"/>
                <a:gd name="T16" fmla="*/ 113 w 170"/>
                <a:gd name="T17" fmla="*/ 138 h 162"/>
                <a:gd name="T18" fmla="*/ 24 w 170"/>
                <a:gd name="T19" fmla="*/ 105 h 162"/>
                <a:gd name="T20" fmla="*/ 56 w 170"/>
                <a:gd name="T21" fmla="*/ 16 h 162"/>
                <a:gd name="T22" fmla="*/ 108 w 170"/>
                <a:gd name="T23" fmla="*/ 14 h 162"/>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0" h="162">
                  <a:moveTo>
                    <a:pt x="53" y="9"/>
                  </a:moveTo>
                  <a:cubicBezTo>
                    <a:pt x="16" y="26"/>
                    <a:pt x="0" y="71"/>
                    <a:pt x="17" y="108"/>
                  </a:cubicBezTo>
                  <a:cubicBezTo>
                    <a:pt x="34" y="145"/>
                    <a:pt x="79" y="162"/>
                    <a:pt x="116" y="144"/>
                  </a:cubicBezTo>
                  <a:cubicBezTo>
                    <a:pt x="153" y="127"/>
                    <a:pt x="170" y="83"/>
                    <a:pt x="152" y="45"/>
                  </a:cubicBezTo>
                  <a:cubicBezTo>
                    <a:pt x="144" y="27"/>
                    <a:pt x="129" y="14"/>
                    <a:pt x="110" y="7"/>
                  </a:cubicBezTo>
                  <a:cubicBezTo>
                    <a:pt x="92" y="0"/>
                    <a:pt x="71" y="1"/>
                    <a:pt x="53" y="9"/>
                  </a:cubicBezTo>
                  <a:close/>
                  <a:moveTo>
                    <a:pt x="108" y="14"/>
                  </a:moveTo>
                  <a:cubicBezTo>
                    <a:pt x="125" y="20"/>
                    <a:pt x="138" y="32"/>
                    <a:pt x="146" y="48"/>
                  </a:cubicBezTo>
                  <a:cubicBezTo>
                    <a:pt x="161" y="82"/>
                    <a:pt x="147" y="122"/>
                    <a:pt x="113" y="138"/>
                  </a:cubicBezTo>
                  <a:cubicBezTo>
                    <a:pt x="79" y="153"/>
                    <a:pt x="39" y="139"/>
                    <a:pt x="24" y="105"/>
                  </a:cubicBezTo>
                  <a:cubicBezTo>
                    <a:pt x="8" y="71"/>
                    <a:pt x="23" y="31"/>
                    <a:pt x="56" y="16"/>
                  </a:cubicBezTo>
                  <a:cubicBezTo>
                    <a:pt x="73" y="8"/>
                    <a:pt x="91" y="7"/>
                    <a:pt x="108"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微软雅黑" panose="020b0503020204020204" pitchFamily="34" charset="-122"/>
                <a:ea typeface="微软雅黑" panose="020b0503020204020204" pitchFamily="34" charset="-122"/>
              </a:endParaRPr>
            </a:p>
          </p:txBody>
        </p:sp>
        <p:sp>
          <p:nvSpPr>
            <p:cNvPr id="71" name="Freeform 1727">
              <a:extLst>
                <a:ext uri="{FF2B5EF4-FFF2-40B4-BE49-F238E27FC236}">
                  <a16:creationId xmlns:a16="http://schemas.microsoft.com/office/drawing/2014/main" id="{221BDD5C-DB3A-4D2B-8A08-3BCEFC6925C6}"/>
                </a:ext>
              </a:extLst>
            </p:cNvPr>
            <p:cNvSpPr>
              <a:spLocks noEditPoints="1"/>
            </p:cNvSpPr>
            <p:nvPr/>
          </p:nvSpPr>
          <p:spPr bwMode="auto">
            <a:xfrm>
              <a:off x="4361558" y="2816870"/>
              <a:ext cx="214313" cy="214313"/>
            </a:xfrm>
            <a:custGeom>
              <a:gdLst>
                <a:gd name="T0" fmla="*/ 6 w 57"/>
                <a:gd name="T1" fmla="*/ 39 h 57"/>
                <a:gd name="T2" fmla="*/ 39 w 57"/>
                <a:gd name="T3" fmla="*/ 52 h 57"/>
                <a:gd name="T4" fmla="*/ 52 w 57"/>
                <a:gd name="T5" fmla="*/ 18 h 57"/>
                <a:gd name="T6" fmla="*/ 18 w 57"/>
                <a:gd name="T7" fmla="*/ 6 h 57"/>
                <a:gd name="T8" fmla="*/ 6 w 57"/>
                <a:gd name="T9" fmla="*/ 39 h 57"/>
                <a:gd name="T10" fmla="*/ 24 w 57"/>
                <a:gd name="T11" fmla="*/ 18 h 57"/>
                <a:gd name="T12" fmla="*/ 39 w 57"/>
                <a:gd name="T13" fmla="*/ 24 h 57"/>
                <a:gd name="T14" fmla="*/ 33 w 57"/>
                <a:gd name="T15" fmla="*/ 39 h 57"/>
                <a:gd name="T16" fmla="*/ 18 w 57"/>
                <a:gd name="T17" fmla="*/ 33 h 57"/>
                <a:gd name="T18" fmla="*/ 24 w 57"/>
                <a:gd name="T19" fmla="*/ 18 h 57"/>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7" h="57">
                  <a:moveTo>
                    <a:pt x="6" y="39"/>
                  </a:moveTo>
                  <a:cubicBezTo>
                    <a:pt x="12" y="52"/>
                    <a:pt x="27" y="57"/>
                    <a:pt x="39" y="52"/>
                  </a:cubicBezTo>
                  <a:cubicBezTo>
                    <a:pt x="52" y="46"/>
                    <a:pt x="57" y="31"/>
                    <a:pt x="52" y="18"/>
                  </a:cubicBezTo>
                  <a:cubicBezTo>
                    <a:pt x="46" y="6"/>
                    <a:pt x="31" y="0"/>
                    <a:pt x="18" y="6"/>
                  </a:cubicBezTo>
                  <a:cubicBezTo>
                    <a:pt x="5" y="12"/>
                    <a:pt x="0" y="27"/>
                    <a:pt x="6" y="39"/>
                  </a:cubicBezTo>
                  <a:close/>
                  <a:moveTo>
                    <a:pt x="24" y="18"/>
                  </a:moveTo>
                  <a:cubicBezTo>
                    <a:pt x="30" y="16"/>
                    <a:pt x="36" y="18"/>
                    <a:pt x="39" y="24"/>
                  </a:cubicBezTo>
                  <a:cubicBezTo>
                    <a:pt x="42" y="30"/>
                    <a:pt x="39" y="36"/>
                    <a:pt x="33" y="39"/>
                  </a:cubicBezTo>
                  <a:cubicBezTo>
                    <a:pt x="28" y="42"/>
                    <a:pt x="21" y="39"/>
                    <a:pt x="18" y="33"/>
                  </a:cubicBezTo>
                  <a:cubicBezTo>
                    <a:pt x="16" y="28"/>
                    <a:pt x="18" y="21"/>
                    <a:pt x="24"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微软雅黑" panose="020b0503020204020204" pitchFamily="34" charset="-122"/>
                <a:ea typeface="微软雅黑" panose="020b0503020204020204" pitchFamily="34" charset="-122"/>
              </a:endParaRPr>
            </a:p>
          </p:txBody>
        </p:sp>
        <p:sp>
          <p:nvSpPr>
            <p:cNvPr id="72" name="Freeform 1728">
              <a:extLst>
                <a:ext uri="{FF2B5EF4-FFF2-40B4-BE49-F238E27FC236}">
                  <a16:creationId xmlns:a16="http://schemas.microsoft.com/office/drawing/2014/main" id="{BC450C85-A7B9-4D63-B6CF-BBF046139331}"/>
                </a:ext>
              </a:extLst>
            </p:cNvPr>
            <p:cNvSpPr/>
            <p:nvPr/>
          </p:nvSpPr>
          <p:spPr bwMode="auto">
            <a:xfrm>
              <a:off x="4290120" y="2723208"/>
              <a:ext cx="107950" cy="93663"/>
            </a:xfrm>
            <a:custGeom>
              <a:gdLst>
                <a:gd name="T0" fmla="*/ 27 w 29"/>
                <a:gd name="T1" fmla="*/ 0 h 25"/>
                <a:gd name="T2" fmla="*/ 24 w 29"/>
                <a:gd name="T3" fmla="*/ 2 h 25"/>
                <a:gd name="T4" fmla="*/ 1 w 29"/>
                <a:gd name="T5" fmla="*/ 21 h 25"/>
                <a:gd name="T6" fmla="*/ 1 w 29"/>
                <a:gd name="T7" fmla="*/ 23 h 25"/>
                <a:gd name="T8" fmla="*/ 2 w 29"/>
                <a:gd name="T9" fmla="*/ 24 h 25"/>
                <a:gd name="T10" fmla="*/ 2 w 29"/>
                <a:gd name="T11" fmla="*/ 25 h 25"/>
                <a:gd name="T12" fmla="*/ 4 w 29"/>
                <a:gd name="T13" fmla="*/ 24 h 25"/>
                <a:gd name="T14" fmla="*/ 26 w 29"/>
                <a:gd name="T15" fmla="*/ 6 h 25"/>
                <a:gd name="T16" fmla="*/ 28 w 29"/>
                <a:gd name="T17" fmla="*/ 5 h 25"/>
                <a:gd name="T18" fmla="*/ 29 w 29"/>
                <a:gd name="T19" fmla="*/ 3 h 25"/>
                <a:gd name="T20" fmla="*/ 29 w 29"/>
                <a:gd name="T21" fmla="*/ 2 h 25"/>
                <a:gd name="T22" fmla="*/ 29 w 29"/>
                <a:gd name="T23" fmla="*/ 1 h 25"/>
                <a:gd name="T24" fmla="*/ 28 w 29"/>
                <a:gd name="T25" fmla="*/ 0 h 25"/>
                <a:gd name="T26" fmla="*/ 27 w 29"/>
                <a:gd name="T27" fmla="*/ 0 h 25"/>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 h="25">
                  <a:moveTo>
                    <a:pt x="27" y="0"/>
                  </a:moveTo>
                  <a:cubicBezTo>
                    <a:pt x="27" y="0"/>
                    <a:pt x="24" y="2"/>
                    <a:pt x="24" y="2"/>
                  </a:cubicBezTo>
                  <a:cubicBezTo>
                    <a:pt x="15" y="6"/>
                    <a:pt x="7" y="13"/>
                    <a:pt x="1" y="21"/>
                  </a:cubicBezTo>
                  <a:cubicBezTo>
                    <a:pt x="0" y="22"/>
                    <a:pt x="0" y="22"/>
                    <a:pt x="1" y="23"/>
                  </a:cubicBezTo>
                  <a:cubicBezTo>
                    <a:pt x="1" y="23"/>
                    <a:pt x="1" y="24"/>
                    <a:pt x="2" y="24"/>
                  </a:cubicBezTo>
                  <a:cubicBezTo>
                    <a:pt x="2" y="25"/>
                    <a:pt x="2" y="25"/>
                    <a:pt x="2" y="25"/>
                  </a:cubicBezTo>
                  <a:cubicBezTo>
                    <a:pt x="3" y="25"/>
                    <a:pt x="4" y="25"/>
                    <a:pt x="4" y="24"/>
                  </a:cubicBezTo>
                  <a:cubicBezTo>
                    <a:pt x="10" y="16"/>
                    <a:pt x="17" y="10"/>
                    <a:pt x="26" y="6"/>
                  </a:cubicBezTo>
                  <a:cubicBezTo>
                    <a:pt x="26" y="6"/>
                    <a:pt x="28" y="5"/>
                    <a:pt x="28" y="5"/>
                  </a:cubicBezTo>
                  <a:cubicBezTo>
                    <a:pt x="29" y="5"/>
                    <a:pt x="29" y="4"/>
                    <a:pt x="29" y="3"/>
                  </a:cubicBezTo>
                  <a:cubicBezTo>
                    <a:pt x="29" y="3"/>
                    <a:pt x="29" y="3"/>
                    <a:pt x="29" y="2"/>
                  </a:cubicBezTo>
                  <a:cubicBezTo>
                    <a:pt x="29" y="1"/>
                    <a:pt x="29" y="1"/>
                    <a:pt x="29" y="1"/>
                  </a:cubicBezTo>
                  <a:cubicBezTo>
                    <a:pt x="29" y="1"/>
                    <a:pt x="28" y="1"/>
                    <a:pt x="28" y="0"/>
                  </a:cubicBezTo>
                  <a:cubicBezTo>
                    <a:pt x="27" y="0"/>
                    <a:pt x="27" y="0"/>
                    <a:pt x="2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微软雅黑" panose="020b0503020204020204" pitchFamily="34" charset="-122"/>
                <a:ea typeface="微软雅黑" panose="020b0503020204020204" pitchFamily="34" charset="-122"/>
              </a:endParaRPr>
            </a:p>
          </p:txBody>
        </p:sp>
        <p:sp>
          <p:nvSpPr>
            <p:cNvPr id="73" name="Freeform 1729">
              <a:extLst>
                <a:ext uri="{FF2B5EF4-FFF2-40B4-BE49-F238E27FC236}">
                  <a16:creationId xmlns:a16="http://schemas.microsoft.com/office/drawing/2014/main" id="{4579C314-768D-4A09-B974-1C10A2E87E69}"/>
                </a:ext>
              </a:extLst>
            </p:cNvPr>
            <p:cNvSpPr/>
            <p:nvPr/>
          </p:nvSpPr>
          <p:spPr bwMode="auto">
            <a:xfrm>
              <a:off x="4537770" y="3031183"/>
              <a:ext cx="107950" cy="93663"/>
            </a:xfrm>
            <a:custGeom>
              <a:gdLst>
                <a:gd name="T0" fmla="*/ 25 w 29"/>
                <a:gd name="T1" fmla="*/ 1 h 25"/>
                <a:gd name="T2" fmla="*/ 4 w 29"/>
                <a:gd name="T3" fmla="*/ 20 h 25"/>
                <a:gd name="T4" fmla="*/ 1 w 29"/>
                <a:gd name="T5" fmla="*/ 21 h 25"/>
                <a:gd name="T6" fmla="*/ 0 w 29"/>
                <a:gd name="T7" fmla="*/ 22 h 25"/>
                <a:gd name="T8" fmla="*/ 0 w 29"/>
                <a:gd name="T9" fmla="*/ 23 h 25"/>
                <a:gd name="T10" fmla="*/ 1 w 29"/>
                <a:gd name="T11" fmla="*/ 24 h 25"/>
                <a:gd name="T12" fmla="*/ 2 w 29"/>
                <a:gd name="T13" fmla="*/ 25 h 25"/>
                <a:gd name="T14" fmla="*/ 3 w 29"/>
                <a:gd name="T15" fmla="*/ 25 h 25"/>
                <a:gd name="T16" fmla="*/ 6 w 29"/>
                <a:gd name="T17" fmla="*/ 24 h 25"/>
                <a:gd name="T18" fmla="*/ 29 w 29"/>
                <a:gd name="T19" fmla="*/ 4 h 25"/>
                <a:gd name="T20" fmla="*/ 29 w 29"/>
                <a:gd name="T21" fmla="*/ 3 h 25"/>
                <a:gd name="T22" fmla="*/ 28 w 29"/>
                <a:gd name="T23" fmla="*/ 1 h 25"/>
                <a:gd name="T24" fmla="*/ 27 w 29"/>
                <a:gd name="T25" fmla="*/ 1 h 25"/>
                <a:gd name="T26" fmla="*/ 25 w 29"/>
                <a:gd name="T27" fmla="*/ 1 h 25"/>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 h="25">
                  <a:moveTo>
                    <a:pt x="25" y="1"/>
                  </a:moveTo>
                  <a:cubicBezTo>
                    <a:pt x="19" y="9"/>
                    <a:pt x="12" y="16"/>
                    <a:pt x="4" y="20"/>
                  </a:cubicBezTo>
                  <a:cubicBezTo>
                    <a:pt x="4" y="20"/>
                    <a:pt x="1" y="21"/>
                    <a:pt x="1" y="21"/>
                  </a:cubicBezTo>
                  <a:cubicBezTo>
                    <a:pt x="1" y="21"/>
                    <a:pt x="0" y="22"/>
                    <a:pt x="0" y="22"/>
                  </a:cubicBezTo>
                  <a:cubicBezTo>
                    <a:pt x="0" y="23"/>
                    <a:pt x="0" y="23"/>
                    <a:pt x="0" y="23"/>
                  </a:cubicBezTo>
                  <a:cubicBezTo>
                    <a:pt x="1" y="24"/>
                    <a:pt x="1" y="24"/>
                    <a:pt x="1" y="24"/>
                  </a:cubicBezTo>
                  <a:cubicBezTo>
                    <a:pt x="1" y="24"/>
                    <a:pt x="1" y="25"/>
                    <a:pt x="2" y="25"/>
                  </a:cubicBezTo>
                  <a:cubicBezTo>
                    <a:pt x="2" y="25"/>
                    <a:pt x="2" y="25"/>
                    <a:pt x="3" y="25"/>
                  </a:cubicBezTo>
                  <a:cubicBezTo>
                    <a:pt x="6" y="24"/>
                    <a:pt x="6" y="24"/>
                    <a:pt x="6" y="24"/>
                  </a:cubicBezTo>
                  <a:cubicBezTo>
                    <a:pt x="15" y="20"/>
                    <a:pt x="23" y="13"/>
                    <a:pt x="29" y="4"/>
                  </a:cubicBezTo>
                  <a:cubicBezTo>
                    <a:pt x="29" y="4"/>
                    <a:pt x="29" y="3"/>
                    <a:pt x="29" y="3"/>
                  </a:cubicBezTo>
                  <a:cubicBezTo>
                    <a:pt x="29" y="2"/>
                    <a:pt x="28" y="2"/>
                    <a:pt x="28" y="1"/>
                  </a:cubicBezTo>
                  <a:cubicBezTo>
                    <a:pt x="27" y="1"/>
                    <a:pt x="27" y="1"/>
                    <a:pt x="27" y="1"/>
                  </a:cubicBezTo>
                  <a:cubicBezTo>
                    <a:pt x="27" y="0"/>
                    <a:pt x="25" y="1"/>
                    <a:pt x="25"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微软雅黑" panose="020b0503020204020204" pitchFamily="34" charset="-122"/>
                <a:ea typeface="微软雅黑" panose="020b0503020204020204" pitchFamily="34" charset="-122"/>
              </a:endParaRPr>
            </a:p>
          </p:txBody>
        </p:sp>
        <p:sp>
          <p:nvSpPr>
            <p:cNvPr id="74" name="Freeform 1730">
              <a:extLst>
                <a:ext uri="{FF2B5EF4-FFF2-40B4-BE49-F238E27FC236}">
                  <a16:creationId xmlns:a16="http://schemas.microsoft.com/office/drawing/2014/main" id="{05A5849D-0D14-40D8-A3AB-B443F4E5889C}"/>
                </a:ext>
              </a:extLst>
            </p:cNvPr>
            <p:cNvSpPr/>
            <p:nvPr/>
          </p:nvSpPr>
          <p:spPr bwMode="auto">
            <a:xfrm>
              <a:off x="4526658" y="3016895"/>
              <a:ext cx="90488" cy="74613"/>
            </a:xfrm>
            <a:custGeom>
              <a:gdLst>
                <a:gd name="T0" fmla="*/ 20 w 24"/>
                <a:gd name="T1" fmla="*/ 0 h 20"/>
                <a:gd name="T2" fmla="*/ 3 w 24"/>
                <a:gd name="T3" fmla="*/ 15 h 20"/>
                <a:gd name="T4" fmla="*/ 4 w 24"/>
                <a:gd name="T5" fmla="*/ 15 h 20"/>
                <a:gd name="T6" fmla="*/ 1 w 24"/>
                <a:gd name="T7" fmla="*/ 16 h 20"/>
                <a:gd name="T8" fmla="*/ 0 w 24"/>
                <a:gd name="T9" fmla="*/ 17 h 20"/>
                <a:gd name="T10" fmla="*/ 0 w 24"/>
                <a:gd name="T11" fmla="*/ 18 h 20"/>
                <a:gd name="T12" fmla="*/ 0 w 24"/>
                <a:gd name="T13" fmla="*/ 19 h 20"/>
                <a:gd name="T14" fmla="*/ 1 w 24"/>
                <a:gd name="T15" fmla="*/ 20 h 20"/>
                <a:gd name="T16" fmla="*/ 3 w 24"/>
                <a:gd name="T17" fmla="*/ 20 h 20"/>
                <a:gd name="T18" fmla="*/ 5 w 24"/>
                <a:gd name="T19" fmla="*/ 19 h 20"/>
                <a:gd name="T20" fmla="*/ 24 w 24"/>
                <a:gd name="T21" fmla="*/ 3 h 20"/>
                <a:gd name="T22" fmla="*/ 24 w 24"/>
                <a:gd name="T23" fmla="*/ 2 h 20"/>
                <a:gd name="T24" fmla="*/ 24 w 24"/>
                <a:gd name="T25" fmla="*/ 1 h 20"/>
                <a:gd name="T26" fmla="*/ 23 w 24"/>
                <a:gd name="T27" fmla="*/ 0 h 20"/>
                <a:gd name="T28" fmla="*/ 20 w 24"/>
                <a:gd name="T29" fmla="*/ 0 h 20"/>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4" h="20">
                  <a:moveTo>
                    <a:pt x="20" y="0"/>
                  </a:moveTo>
                  <a:cubicBezTo>
                    <a:pt x="16" y="7"/>
                    <a:pt x="10" y="12"/>
                    <a:pt x="3" y="15"/>
                  </a:cubicBezTo>
                  <a:cubicBezTo>
                    <a:pt x="3" y="15"/>
                    <a:pt x="4" y="15"/>
                    <a:pt x="4" y="15"/>
                  </a:cubicBezTo>
                  <a:cubicBezTo>
                    <a:pt x="1" y="16"/>
                    <a:pt x="1" y="16"/>
                    <a:pt x="1" y="16"/>
                  </a:cubicBezTo>
                  <a:cubicBezTo>
                    <a:pt x="1" y="16"/>
                    <a:pt x="0" y="16"/>
                    <a:pt x="0" y="17"/>
                  </a:cubicBezTo>
                  <a:cubicBezTo>
                    <a:pt x="0" y="17"/>
                    <a:pt x="0" y="18"/>
                    <a:pt x="0" y="18"/>
                  </a:cubicBezTo>
                  <a:cubicBezTo>
                    <a:pt x="0" y="19"/>
                    <a:pt x="0" y="19"/>
                    <a:pt x="0" y="19"/>
                  </a:cubicBezTo>
                  <a:cubicBezTo>
                    <a:pt x="1" y="20"/>
                    <a:pt x="1" y="20"/>
                    <a:pt x="1" y="20"/>
                  </a:cubicBezTo>
                  <a:cubicBezTo>
                    <a:pt x="2" y="20"/>
                    <a:pt x="2" y="20"/>
                    <a:pt x="3" y="20"/>
                  </a:cubicBezTo>
                  <a:cubicBezTo>
                    <a:pt x="5" y="19"/>
                    <a:pt x="5" y="19"/>
                    <a:pt x="5" y="19"/>
                  </a:cubicBezTo>
                  <a:cubicBezTo>
                    <a:pt x="12" y="16"/>
                    <a:pt x="19" y="10"/>
                    <a:pt x="24" y="3"/>
                  </a:cubicBezTo>
                  <a:cubicBezTo>
                    <a:pt x="24" y="3"/>
                    <a:pt x="24" y="2"/>
                    <a:pt x="24" y="2"/>
                  </a:cubicBezTo>
                  <a:cubicBezTo>
                    <a:pt x="24" y="1"/>
                    <a:pt x="24" y="1"/>
                    <a:pt x="24" y="1"/>
                  </a:cubicBezTo>
                  <a:cubicBezTo>
                    <a:pt x="23" y="0"/>
                    <a:pt x="23" y="0"/>
                    <a:pt x="23" y="0"/>
                  </a:cubicBezTo>
                  <a:cubicBezTo>
                    <a:pt x="22" y="0"/>
                    <a:pt x="21" y="0"/>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微软雅黑" panose="020b0503020204020204" pitchFamily="34" charset="-122"/>
                <a:ea typeface="微软雅黑" panose="020b0503020204020204" pitchFamily="34" charset="-122"/>
              </a:endParaRPr>
            </a:p>
          </p:txBody>
        </p:sp>
        <p:sp>
          <p:nvSpPr>
            <p:cNvPr id="75" name="Freeform 1731">
              <a:extLst>
                <a:ext uri="{FF2B5EF4-FFF2-40B4-BE49-F238E27FC236}">
                  <a16:creationId xmlns:a16="http://schemas.microsoft.com/office/drawing/2014/main" id="{5860EFD2-7257-48C0-8703-F9472597EDEB}"/>
                </a:ext>
              </a:extLst>
            </p:cNvPr>
            <p:cNvSpPr/>
            <p:nvPr/>
          </p:nvSpPr>
          <p:spPr bwMode="auto">
            <a:xfrm>
              <a:off x="4320283" y="2756545"/>
              <a:ext cx="90488" cy="79375"/>
            </a:xfrm>
            <a:custGeom>
              <a:gdLst>
                <a:gd name="T0" fmla="*/ 22 w 24"/>
                <a:gd name="T1" fmla="*/ 0 h 21"/>
                <a:gd name="T2" fmla="*/ 20 w 24"/>
                <a:gd name="T3" fmla="*/ 1 h 21"/>
                <a:gd name="T4" fmla="*/ 19 w 24"/>
                <a:gd name="T5" fmla="*/ 1 h 21"/>
                <a:gd name="T6" fmla="*/ 19 w 24"/>
                <a:gd name="T7" fmla="*/ 1 h 21"/>
                <a:gd name="T8" fmla="*/ 0 w 24"/>
                <a:gd name="T9" fmla="*/ 17 h 21"/>
                <a:gd name="T10" fmla="*/ 0 w 24"/>
                <a:gd name="T11" fmla="*/ 19 h 21"/>
                <a:gd name="T12" fmla="*/ 1 w 24"/>
                <a:gd name="T13" fmla="*/ 20 h 21"/>
                <a:gd name="T14" fmla="*/ 2 w 24"/>
                <a:gd name="T15" fmla="*/ 20 h 21"/>
                <a:gd name="T16" fmla="*/ 4 w 24"/>
                <a:gd name="T17" fmla="*/ 20 h 21"/>
                <a:gd name="T18" fmla="*/ 21 w 24"/>
                <a:gd name="T19" fmla="*/ 5 h 21"/>
                <a:gd name="T20" fmla="*/ 23 w 24"/>
                <a:gd name="T21" fmla="*/ 5 h 21"/>
                <a:gd name="T22" fmla="*/ 24 w 24"/>
                <a:gd name="T23" fmla="*/ 3 h 21"/>
                <a:gd name="T24" fmla="*/ 24 w 24"/>
                <a:gd name="T25" fmla="*/ 2 h 21"/>
                <a:gd name="T26" fmla="*/ 24 w 24"/>
                <a:gd name="T27" fmla="*/ 1 h 21"/>
                <a:gd name="T28" fmla="*/ 23 w 24"/>
                <a:gd name="T29" fmla="*/ 0 h 21"/>
                <a:gd name="T30" fmla="*/ 22 w 24"/>
                <a:gd name="T31" fmla="*/ 0 h 21"/>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4" h="21">
                  <a:moveTo>
                    <a:pt x="22" y="0"/>
                  </a:moveTo>
                  <a:cubicBezTo>
                    <a:pt x="20" y="1"/>
                    <a:pt x="20" y="1"/>
                    <a:pt x="20" y="1"/>
                  </a:cubicBezTo>
                  <a:cubicBezTo>
                    <a:pt x="19" y="1"/>
                    <a:pt x="19" y="1"/>
                    <a:pt x="19" y="1"/>
                  </a:cubicBezTo>
                  <a:cubicBezTo>
                    <a:pt x="19" y="1"/>
                    <a:pt x="19" y="1"/>
                    <a:pt x="19" y="1"/>
                  </a:cubicBezTo>
                  <a:cubicBezTo>
                    <a:pt x="12" y="5"/>
                    <a:pt x="5" y="10"/>
                    <a:pt x="0" y="17"/>
                  </a:cubicBezTo>
                  <a:cubicBezTo>
                    <a:pt x="0" y="18"/>
                    <a:pt x="0" y="18"/>
                    <a:pt x="0" y="19"/>
                  </a:cubicBezTo>
                  <a:cubicBezTo>
                    <a:pt x="0" y="19"/>
                    <a:pt x="1" y="20"/>
                    <a:pt x="1" y="20"/>
                  </a:cubicBezTo>
                  <a:cubicBezTo>
                    <a:pt x="2" y="20"/>
                    <a:pt x="2" y="20"/>
                    <a:pt x="2" y="20"/>
                  </a:cubicBezTo>
                  <a:cubicBezTo>
                    <a:pt x="2" y="21"/>
                    <a:pt x="4" y="21"/>
                    <a:pt x="4" y="20"/>
                  </a:cubicBezTo>
                  <a:cubicBezTo>
                    <a:pt x="9" y="14"/>
                    <a:pt x="15" y="8"/>
                    <a:pt x="21" y="5"/>
                  </a:cubicBezTo>
                  <a:cubicBezTo>
                    <a:pt x="21" y="5"/>
                    <a:pt x="23" y="5"/>
                    <a:pt x="23" y="5"/>
                  </a:cubicBezTo>
                  <a:cubicBezTo>
                    <a:pt x="24" y="4"/>
                    <a:pt x="24" y="3"/>
                    <a:pt x="24" y="3"/>
                  </a:cubicBezTo>
                  <a:cubicBezTo>
                    <a:pt x="24" y="2"/>
                    <a:pt x="24" y="2"/>
                    <a:pt x="24" y="2"/>
                  </a:cubicBezTo>
                  <a:cubicBezTo>
                    <a:pt x="24" y="1"/>
                    <a:pt x="24" y="1"/>
                    <a:pt x="24" y="1"/>
                  </a:cubicBezTo>
                  <a:cubicBezTo>
                    <a:pt x="24" y="1"/>
                    <a:pt x="23" y="0"/>
                    <a:pt x="23" y="0"/>
                  </a:cubicBezTo>
                  <a:cubicBezTo>
                    <a:pt x="23" y="0"/>
                    <a:pt x="22" y="0"/>
                    <a:pt x="2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微软雅黑" panose="020b0503020204020204" pitchFamily="34" charset="-122"/>
                <a:ea typeface="微软雅黑" panose="020b0503020204020204" pitchFamily="34" charset="-122"/>
              </a:endParaRPr>
            </a:p>
          </p:txBody>
        </p:sp>
        <p:sp>
          <p:nvSpPr>
            <p:cNvPr id="76" name="Freeform 1732">
              <a:extLst>
                <a:ext uri="{FF2B5EF4-FFF2-40B4-BE49-F238E27FC236}">
                  <a16:creationId xmlns:a16="http://schemas.microsoft.com/office/drawing/2014/main" id="{142A42F2-78A5-43FB-80F0-0E3D73064244}"/>
                </a:ext>
              </a:extLst>
            </p:cNvPr>
            <p:cNvSpPr/>
            <p:nvPr/>
          </p:nvSpPr>
          <p:spPr bwMode="auto">
            <a:xfrm>
              <a:off x="4515545" y="2997845"/>
              <a:ext cx="74613" cy="63500"/>
            </a:xfrm>
            <a:custGeom>
              <a:gdLst>
                <a:gd name="T0" fmla="*/ 15 w 20"/>
                <a:gd name="T1" fmla="*/ 0 h 17"/>
                <a:gd name="T2" fmla="*/ 2 w 20"/>
                <a:gd name="T3" fmla="*/ 12 h 17"/>
                <a:gd name="T4" fmla="*/ 1 w 20"/>
                <a:gd name="T5" fmla="*/ 12 h 17"/>
                <a:gd name="T6" fmla="*/ 0 w 20"/>
                <a:gd name="T7" fmla="*/ 14 h 17"/>
                <a:gd name="T8" fmla="*/ 0 w 20"/>
                <a:gd name="T9" fmla="*/ 15 h 17"/>
                <a:gd name="T10" fmla="*/ 1 w 20"/>
                <a:gd name="T11" fmla="*/ 16 h 17"/>
                <a:gd name="T12" fmla="*/ 3 w 20"/>
                <a:gd name="T13" fmla="*/ 17 h 17"/>
                <a:gd name="T14" fmla="*/ 4 w 20"/>
                <a:gd name="T15" fmla="*/ 16 h 17"/>
                <a:gd name="T16" fmla="*/ 19 w 20"/>
                <a:gd name="T17" fmla="*/ 3 h 17"/>
                <a:gd name="T18" fmla="*/ 19 w 20"/>
                <a:gd name="T19" fmla="*/ 2 h 17"/>
                <a:gd name="T20" fmla="*/ 19 w 20"/>
                <a:gd name="T21" fmla="*/ 1 h 17"/>
                <a:gd name="T22" fmla="*/ 18 w 20"/>
                <a:gd name="T23" fmla="*/ 0 h 17"/>
                <a:gd name="T24" fmla="*/ 15 w 20"/>
                <a:gd name="T25" fmla="*/ 0 h 17"/>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0" h="17">
                  <a:moveTo>
                    <a:pt x="15" y="0"/>
                  </a:moveTo>
                  <a:cubicBezTo>
                    <a:pt x="12" y="5"/>
                    <a:pt x="7" y="9"/>
                    <a:pt x="2" y="12"/>
                  </a:cubicBezTo>
                  <a:cubicBezTo>
                    <a:pt x="1" y="12"/>
                    <a:pt x="1" y="12"/>
                    <a:pt x="1" y="12"/>
                  </a:cubicBezTo>
                  <a:cubicBezTo>
                    <a:pt x="0" y="13"/>
                    <a:pt x="0" y="13"/>
                    <a:pt x="0" y="14"/>
                  </a:cubicBezTo>
                  <a:cubicBezTo>
                    <a:pt x="0" y="15"/>
                    <a:pt x="0" y="15"/>
                    <a:pt x="0" y="15"/>
                  </a:cubicBezTo>
                  <a:cubicBezTo>
                    <a:pt x="0" y="16"/>
                    <a:pt x="1" y="16"/>
                    <a:pt x="1" y="16"/>
                  </a:cubicBezTo>
                  <a:cubicBezTo>
                    <a:pt x="2" y="17"/>
                    <a:pt x="2" y="17"/>
                    <a:pt x="3" y="17"/>
                  </a:cubicBezTo>
                  <a:cubicBezTo>
                    <a:pt x="4" y="16"/>
                    <a:pt x="4" y="16"/>
                    <a:pt x="4" y="16"/>
                  </a:cubicBezTo>
                  <a:cubicBezTo>
                    <a:pt x="10" y="13"/>
                    <a:pt x="15" y="9"/>
                    <a:pt x="19" y="3"/>
                  </a:cubicBezTo>
                  <a:cubicBezTo>
                    <a:pt x="19" y="3"/>
                    <a:pt x="20" y="2"/>
                    <a:pt x="19" y="2"/>
                  </a:cubicBezTo>
                  <a:cubicBezTo>
                    <a:pt x="19" y="1"/>
                    <a:pt x="19" y="1"/>
                    <a:pt x="19" y="1"/>
                  </a:cubicBezTo>
                  <a:cubicBezTo>
                    <a:pt x="18" y="0"/>
                    <a:pt x="18" y="0"/>
                    <a:pt x="18" y="0"/>
                  </a:cubicBezTo>
                  <a:cubicBezTo>
                    <a:pt x="17" y="0"/>
                    <a:pt x="16" y="0"/>
                    <a:pt x="1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微软雅黑" panose="020b0503020204020204" pitchFamily="34" charset="-122"/>
                <a:ea typeface="微软雅黑" panose="020b0503020204020204" pitchFamily="34" charset="-122"/>
              </a:endParaRPr>
            </a:p>
          </p:txBody>
        </p:sp>
        <p:sp>
          <p:nvSpPr>
            <p:cNvPr id="77" name="Freeform 1733">
              <a:extLst>
                <a:ext uri="{FF2B5EF4-FFF2-40B4-BE49-F238E27FC236}">
                  <a16:creationId xmlns:a16="http://schemas.microsoft.com/office/drawing/2014/main" id="{10D6A5FB-0B81-4699-BD01-2DB3B1B2CAE2}"/>
                </a:ext>
              </a:extLst>
            </p:cNvPr>
            <p:cNvSpPr/>
            <p:nvPr/>
          </p:nvSpPr>
          <p:spPr bwMode="auto">
            <a:xfrm>
              <a:off x="4350445" y="2791470"/>
              <a:ext cx="71438" cy="63500"/>
            </a:xfrm>
            <a:custGeom>
              <a:gdLst>
                <a:gd name="T0" fmla="*/ 17 w 19"/>
                <a:gd name="T1" fmla="*/ 0 h 17"/>
                <a:gd name="T2" fmla="*/ 15 w 19"/>
                <a:gd name="T3" fmla="*/ 1 h 17"/>
                <a:gd name="T4" fmla="*/ 0 w 19"/>
                <a:gd name="T5" fmla="*/ 13 h 17"/>
                <a:gd name="T6" fmla="*/ 0 w 19"/>
                <a:gd name="T7" fmla="*/ 15 h 17"/>
                <a:gd name="T8" fmla="*/ 1 w 19"/>
                <a:gd name="T9" fmla="*/ 16 h 17"/>
                <a:gd name="T10" fmla="*/ 2 w 19"/>
                <a:gd name="T11" fmla="*/ 16 h 17"/>
                <a:gd name="T12" fmla="*/ 4 w 19"/>
                <a:gd name="T13" fmla="*/ 16 h 17"/>
                <a:gd name="T14" fmla="*/ 17 w 19"/>
                <a:gd name="T15" fmla="*/ 5 h 17"/>
                <a:gd name="T16" fmla="*/ 19 w 19"/>
                <a:gd name="T17" fmla="*/ 4 h 17"/>
                <a:gd name="T18" fmla="*/ 19 w 19"/>
                <a:gd name="T19" fmla="*/ 2 h 17"/>
                <a:gd name="T20" fmla="*/ 19 w 19"/>
                <a:gd name="T21" fmla="*/ 2 h 17"/>
                <a:gd name="T22" fmla="*/ 19 w 19"/>
                <a:gd name="T23" fmla="*/ 1 h 17"/>
                <a:gd name="T24" fmla="*/ 18 w 19"/>
                <a:gd name="T25" fmla="*/ 0 h 17"/>
                <a:gd name="T26" fmla="*/ 17 w 19"/>
                <a:gd name="T27" fmla="*/ 0 h 17"/>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9" h="17">
                  <a:moveTo>
                    <a:pt x="17" y="0"/>
                  </a:moveTo>
                  <a:cubicBezTo>
                    <a:pt x="17" y="0"/>
                    <a:pt x="15" y="0"/>
                    <a:pt x="15" y="1"/>
                  </a:cubicBezTo>
                  <a:cubicBezTo>
                    <a:pt x="10" y="3"/>
                    <a:pt x="4" y="8"/>
                    <a:pt x="0" y="13"/>
                  </a:cubicBezTo>
                  <a:cubicBezTo>
                    <a:pt x="0" y="14"/>
                    <a:pt x="0" y="14"/>
                    <a:pt x="0" y="15"/>
                  </a:cubicBezTo>
                  <a:cubicBezTo>
                    <a:pt x="0" y="15"/>
                    <a:pt x="0" y="16"/>
                    <a:pt x="1" y="16"/>
                  </a:cubicBezTo>
                  <a:cubicBezTo>
                    <a:pt x="2" y="16"/>
                    <a:pt x="2" y="16"/>
                    <a:pt x="2" y="16"/>
                  </a:cubicBezTo>
                  <a:cubicBezTo>
                    <a:pt x="2" y="17"/>
                    <a:pt x="4" y="17"/>
                    <a:pt x="4" y="16"/>
                  </a:cubicBezTo>
                  <a:cubicBezTo>
                    <a:pt x="8" y="11"/>
                    <a:pt x="12" y="7"/>
                    <a:pt x="17" y="5"/>
                  </a:cubicBezTo>
                  <a:cubicBezTo>
                    <a:pt x="17" y="5"/>
                    <a:pt x="19" y="4"/>
                    <a:pt x="19" y="4"/>
                  </a:cubicBezTo>
                  <a:cubicBezTo>
                    <a:pt x="19" y="4"/>
                    <a:pt x="19" y="3"/>
                    <a:pt x="19" y="2"/>
                  </a:cubicBezTo>
                  <a:cubicBezTo>
                    <a:pt x="19" y="2"/>
                    <a:pt x="19" y="2"/>
                    <a:pt x="19" y="2"/>
                  </a:cubicBezTo>
                  <a:cubicBezTo>
                    <a:pt x="19" y="1"/>
                    <a:pt x="19" y="1"/>
                    <a:pt x="19" y="1"/>
                  </a:cubicBezTo>
                  <a:cubicBezTo>
                    <a:pt x="19" y="0"/>
                    <a:pt x="19" y="0"/>
                    <a:pt x="18" y="0"/>
                  </a:cubicBezTo>
                  <a:cubicBezTo>
                    <a:pt x="18" y="0"/>
                    <a:pt x="17" y="0"/>
                    <a:pt x="1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latin typeface="微软雅黑" panose="020b0503020204020204" pitchFamily="34" charset="-122"/>
                <a:ea typeface="微软雅黑" panose="020b0503020204020204" pitchFamily="34" charset="-122"/>
              </a:endParaRPr>
            </a:p>
          </p:txBody>
        </p:sp>
      </p:grpSp>
      <p:cxnSp>
        <p:nvCxnSpPr>
          <p:cNvPr id="78" name="直接连接符 77">
            <a:extLst>
              <a:ext uri="{FF2B5EF4-FFF2-40B4-BE49-F238E27FC236}">
                <a16:creationId xmlns:a16="http://schemas.microsoft.com/office/drawing/2014/main" id="{DA1C46A0-F6BA-4989-A6D3-52C3AB952C1E}"/>
              </a:ext>
            </a:extLst>
          </p:cNvPr>
          <p:cNvCxnSpPr/>
          <p:nvPr/>
        </p:nvCxnSpPr>
        <p:spPr>
          <a:xfrm>
            <a:off x="6309532" y="3011913"/>
            <a:ext cx="4680000" cy="0"/>
          </a:xfrm>
          <a:prstGeom prst="line">
            <a:avLst/>
          </a:prstGeom>
          <a:noFill/>
          <a:ln w="12700">
            <a:solidFill>
              <a:srgbClr val="093B5C"/>
            </a:solidFill>
          </a:ln>
        </p:spPr>
        <p:style>
          <a:lnRef idx="2">
            <a:schemeClr val="accent1">
              <a:shade val="50000"/>
            </a:schemeClr>
          </a:lnRef>
          <a:fillRef idx="1">
            <a:schemeClr val="accent1"/>
          </a:fillRef>
          <a:effectRef idx="0">
            <a:schemeClr val="accent1"/>
          </a:effectRef>
          <a:fontRef idx="minor">
            <a:schemeClr val="lt1"/>
          </a:fontRef>
        </p:style>
      </p:cxnSp>
      <p:cxnSp>
        <p:nvCxnSpPr>
          <p:cNvPr id="79" name="直接连接符 78">
            <a:extLst>
              <a:ext uri="{FF2B5EF4-FFF2-40B4-BE49-F238E27FC236}">
                <a16:creationId xmlns:a16="http://schemas.microsoft.com/office/drawing/2014/main" id="{7E9A376F-1072-40D7-B191-AED1A321EBCD}"/>
              </a:ext>
            </a:extLst>
          </p:cNvPr>
          <p:cNvCxnSpPr/>
          <p:nvPr/>
        </p:nvCxnSpPr>
        <p:spPr>
          <a:xfrm>
            <a:off x="6309532" y="4697617"/>
            <a:ext cx="4680000" cy="0"/>
          </a:xfrm>
          <a:prstGeom prst="line">
            <a:avLst/>
          </a:prstGeom>
          <a:noFill/>
          <a:ln w="12700">
            <a:solidFill>
              <a:srgbClr val="093B5C"/>
            </a:solidFill>
          </a:ln>
        </p:spPr>
        <p:style>
          <a:lnRef idx="2">
            <a:schemeClr val="accent1">
              <a:shade val="50000"/>
            </a:schemeClr>
          </a:lnRef>
          <a:fillRef idx="1">
            <a:schemeClr val="accent1"/>
          </a:fillRef>
          <a:effectRef idx="0">
            <a:schemeClr val="accent1"/>
          </a:effectRef>
          <a:fontRef idx="minor">
            <a:schemeClr val="lt1"/>
          </a:fontRef>
        </p:style>
      </p:cxnSp>
      <p:sp>
        <p:nvSpPr>
          <p:cNvPr id="80" name="矩形 79">
            <a:extLst>
              <a:ext uri="{FF2B5EF4-FFF2-40B4-BE49-F238E27FC236}">
                <a16:creationId xmlns:a16="http://schemas.microsoft.com/office/drawing/2014/main" id="{33258CCA-EE83-49E6-9802-B94F95AF45D1}"/>
              </a:ext>
            </a:extLst>
          </p:cNvPr>
          <p:cNvSpPr/>
          <p:nvPr/>
        </p:nvSpPr>
        <p:spPr>
          <a:xfrm>
            <a:off x="7084070" y="1668246"/>
            <a:ext cx="1696068" cy="461665"/>
          </a:xfrm>
          <a:prstGeom prst="rect">
            <a:avLst/>
          </a:prstGeom>
        </p:spPr>
        <p:txBody>
          <a:bodyPr wrap="square">
            <a:spAutoFit/>
          </a:bodyPr>
          <a:lstStyle/>
          <a:p>
            <a:r>
              <a:rPr lang="zh-CN" altLang="en-US" sz="2400" b="1">
                <a:solidFill>
                  <a:schemeClr val="tx1">
                    <a:lumMod val="75000"/>
                    <a:lumOff val="25000"/>
                  </a:schemeClr>
                </a:solidFill>
                <a:latin typeface="思源黑体旧字形 Normal" panose="020b0400000000000000" pitchFamily="34" charset="-128"/>
                <a:ea typeface="思源黑体旧字形 Normal" panose="020b0400000000000000" pitchFamily="34" charset="-128"/>
              </a:rPr>
              <a:t>领导能力</a:t>
            </a:r>
          </a:p>
        </p:txBody>
      </p:sp>
      <p:sp>
        <p:nvSpPr>
          <p:cNvPr id="81" name="矩形 80">
            <a:extLst>
              <a:ext uri="{FF2B5EF4-FFF2-40B4-BE49-F238E27FC236}">
                <a16:creationId xmlns:a16="http://schemas.microsoft.com/office/drawing/2014/main" id="{34CCAA2B-D033-4220-85B8-74FC2803E4D5}"/>
              </a:ext>
            </a:extLst>
          </p:cNvPr>
          <p:cNvSpPr/>
          <p:nvPr/>
        </p:nvSpPr>
        <p:spPr>
          <a:xfrm>
            <a:off x="7084070" y="2079043"/>
            <a:ext cx="3955338" cy="905248"/>
          </a:xfrm>
          <a:prstGeom prst="rect">
            <a:avLst/>
          </a:prstGeom>
        </p:spPr>
        <p:txBody>
          <a:bodyPr wrap="square">
            <a:spAutoFit/>
          </a:bodyPr>
          <a:lstStyle/>
          <a:p>
            <a:pPr>
              <a:lnSpc>
                <a:spcPct val="130000"/>
              </a:lnSpc>
            </a:pPr>
            <a:r>
              <a:rPr lang="zh-CN" altLang="en-US" sz="1400">
                <a:solidFill>
                  <a:schemeClr val="tx1">
                    <a:lumMod val="85000"/>
                    <a:lumOff val="15000"/>
                  </a:schemeClr>
                </a:solidFill>
                <a:latin typeface="思源黑体旧字形 Normal" panose="020b0400000000000000" pitchFamily="34" charset="-128"/>
                <a:ea typeface="思源黑体旧字形 Normal" panose="020b0400000000000000" pitchFamily="34" charset="-128"/>
              </a:rPr>
              <a:t>在这里输入您的文字内容，或者将您的文字内容复制在这里在这里输入您的文字内容，或者将您的文字内容复制在这里</a:t>
            </a:r>
          </a:p>
        </p:txBody>
      </p:sp>
      <p:sp>
        <p:nvSpPr>
          <p:cNvPr id="82" name="矩形 81">
            <a:extLst>
              <a:ext uri="{FF2B5EF4-FFF2-40B4-BE49-F238E27FC236}">
                <a16:creationId xmlns:a16="http://schemas.microsoft.com/office/drawing/2014/main" id="{1EBB3F11-F751-48C0-B1A2-4E636EC11601}"/>
              </a:ext>
            </a:extLst>
          </p:cNvPr>
          <p:cNvSpPr/>
          <p:nvPr/>
        </p:nvSpPr>
        <p:spPr>
          <a:xfrm>
            <a:off x="7084070" y="3289873"/>
            <a:ext cx="1696068" cy="461665"/>
          </a:xfrm>
          <a:prstGeom prst="rect">
            <a:avLst/>
          </a:prstGeom>
        </p:spPr>
        <p:txBody>
          <a:bodyPr wrap="square">
            <a:spAutoFit/>
          </a:bodyPr>
          <a:lstStyle/>
          <a:p>
            <a:r>
              <a:rPr lang="zh-CN" altLang="en-US" sz="2400" b="1">
                <a:solidFill>
                  <a:schemeClr val="tx1">
                    <a:lumMod val="75000"/>
                    <a:lumOff val="25000"/>
                  </a:schemeClr>
                </a:solidFill>
                <a:latin typeface="思源黑体旧字形 Normal" panose="020b0400000000000000" pitchFamily="34" charset="-128"/>
                <a:ea typeface="思源黑体旧字形 Normal" panose="020b0400000000000000" pitchFamily="34" charset="-128"/>
              </a:rPr>
              <a:t>领导能力</a:t>
            </a:r>
          </a:p>
        </p:txBody>
      </p:sp>
      <p:sp>
        <p:nvSpPr>
          <p:cNvPr id="83" name="矩形 82">
            <a:extLst>
              <a:ext uri="{FF2B5EF4-FFF2-40B4-BE49-F238E27FC236}">
                <a16:creationId xmlns:a16="http://schemas.microsoft.com/office/drawing/2014/main" id="{BB2B5DC8-D690-45D5-8C54-A98822B8B5DE}"/>
              </a:ext>
            </a:extLst>
          </p:cNvPr>
          <p:cNvSpPr/>
          <p:nvPr/>
        </p:nvSpPr>
        <p:spPr>
          <a:xfrm>
            <a:off x="7084070" y="3700670"/>
            <a:ext cx="3955338" cy="905248"/>
          </a:xfrm>
          <a:prstGeom prst="rect">
            <a:avLst/>
          </a:prstGeom>
        </p:spPr>
        <p:txBody>
          <a:bodyPr wrap="square">
            <a:spAutoFit/>
          </a:bodyPr>
          <a:lstStyle/>
          <a:p>
            <a:pPr>
              <a:lnSpc>
                <a:spcPct val="130000"/>
              </a:lnSpc>
            </a:pPr>
            <a:r>
              <a:rPr lang="zh-CN" altLang="en-US" sz="1400">
                <a:solidFill>
                  <a:schemeClr val="tx1">
                    <a:lumMod val="85000"/>
                    <a:lumOff val="15000"/>
                  </a:schemeClr>
                </a:solidFill>
                <a:latin typeface="思源黑体旧字形 Normal" panose="020b0400000000000000" pitchFamily="34" charset="-128"/>
                <a:ea typeface="思源黑体旧字形 Normal" panose="020b0400000000000000" pitchFamily="34" charset="-128"/>
              </a:rPr>
              <a:t>在这里输入您的文字内容，或者将您的文字内容复制在这里在这里输入您的文字内容，或者将您的文字内容复制在这里</a:t>
            </a:r>
          </a:p>
        </p:txBody>
      </p:sp>
      <p:sp>
        <p:nvSpPr>
          <p:cNvPr id="84" name="矩形 83">
            <a:extLst>
              <a:ext uri="{FF2B5EF4-FFF2-40B4-BE49-F238E27FC236}">
                <a16:creationId xmlns:a16="http://schemas.microsoft.com/office/drawing/2014/main" id="{402784C1-1975-4ADA-BA63-33CA65C61317}"/>
              </a:ext>
            </a:extLst>
          </p:cNvPr>
          <p:cNvSpPr/>
          <p:nvPr/>
        </p:nvSpPr>
        <p:spPr>
          <a:xfrm>
            <a:off x="7084070" y="4905385"/>
            <a:ext cx="1696068" cy="461665"/>
          </a:xfrm>
          <a:prstGeom prst="rect">
            <a:avLst/>
          </a:prstGeom>
        </p:spPr>
        <p:txBody>
          <a:bodyPr wrap="square">
            <a:spAutoFit/>
          </a:bodyPr>
          <a:lstStyle/>
          <a:p>
            <a:r>
              <a:rPr lang="zh-CN" altLang="en-US" sz="2400" b="1">
                <a:solidFill>
                  <a:schemeClr val="tx1">
                    <a:lumMod val="75000"/>
                    <a:lumOff val="25000"/>
                  </a:schemeClr>
                </a:solidFill>
                <a:latin typeface="思源黑体旧字形 Normal" panose="020b0400000000000000" pitchFamily="34" charset="-128"/>
                <a:ea typeface="思源黑体旧字形 Normal" panose="020b0400000000000000" pitchFamily="34" charset="-128"/>
              </a:rPr>
              <a:t>领导能力</a:t>
            </a:r>
          </a:p>
        </p:txBody>
      </p:sp>
      <p:sp>
        <p:nvSpPr>
          <p:cNvPr id="85" name="矩形 84">
            <a:extLst>
              <a:ext uri="{FF2B5EF4-FFF2-40B4-BE49-F238E27FC236}">
                <a16:creationId xmlns:a16="http://schemas.microsoft.com/office/drawing/2014/main" id="{426260DD-B4EB-4E71-B4FB-F4A2A473DA1C}"/>
              </a:ext>
            </a:extLst>
          </p:cNvPr>
          <p:cNvSpPr/>
          <p:nvPr/>
        </p:nvSpPr>
        <p:spPr>
          <a:xfrm>
            <a:off x="7084070" y="5316182"/>
            <a:ext cx="3955338" cy="905248"/>
          </a:xfrm>
          <a:prstGeom prst="rect">
            <a:avLst/>
          </a:prstGeom>
        </p:spPr>
        <p:txBody>
          <a:bodyPr wrap="square">
            <a:spAutoFit/>
          </a:bodyPr>
          <a:lstStyle/>
          <a:p>
            <a:pPr>
              <a:lnSpc>
                <a:spcPct val="130000"/>
              </a:lnSpc>
            </a:pPr>
            <a:r>
              <a:rPr lang="zh-CN" altLang="en-US" sz="1400">
                <a:solidFill>
                  <a:schemeClr val="tx1">
                    <a:lumMod val="85000"/>
                    <a:lumOff val="15000"/>
                  </a:schemeClr>
                </a:solidFill>
                <a:latin typeface="思源黑体旧字形 Normal" panose="020b0400000000000000" pitchFamily="34" charset="-128"/>
                <a:ea typeface="思源黑体旧字形 Normal" panose="020b0400000000000000" pitchFamily="34" charset="-128"/>
              </a:rPr>
              <a:t>在这里输入您的文字内容，或者将您的文字内容复制在这里在这里输入您的文字内容，或者将您的文字内容复制在这里</a:t>
            </a:r>
          </a:p>
        </p:txBody>
      </p:sp>
    </p:spTree>
    <p:extLst>
      <p:ext uri="{BB962C8B-B14F-4D97-AF65-F5344CB8AC3E}">
        <p14:creationId val="4129815924"/>
      </p:ext>
    </p:extLst>
  </p:cSld>
  <p:clrMapOvr>
    <a:masterClrMapping/>
  </p:clrMapOvr>
  <mc:AlternateContent>
    <mc:Choice xmlns:p14="http://schemas.microsoft.com/office/powerpoint/2010/main" Requires="p14">
      <p:transition spd="slow" advClick="0" advTm="0" p14:dur="2000">
        <p14:ferris dir="l"/>
      </p:transition>
    </mc:Choice>
    <mc:Fallback>
      <p:transition spd="slow" advClick="0" advTm="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49" presetClass="entr" presetSubtype="0" decel="10000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 calcmode="lin" valueType="num">
                                      <p:cBhvr>
                                        <p:cTn id="9" dur="500" fill="hold"/>
                                        <p:tgtEl>
                                          <p:spTgt spid="2"/>
                                        </p:tgtEl>
                                        <p:attrNameLst>
                                          <p:attrName>style.rotation</p:attrName>
                                        </p:attrNameLst>
                                      </p:cBhvr>
                                      <p:tavLst>
                                        <p:tav tm="0">
                                          <p:val>
                                            <p:fltVal val="360"/>
                                          </p:val>
                                        </p:tav>
                                        <p:tav tm="100000">
                                          <p:val>
                                            <p:fltVal val="0"/>
                                          </p:val>
                                        </p:tav>
                                      </p:tavLst>
                                    </p:anim>
                                    <p:animEffect transition="in" filter="fade">
                                      <p:cBhvr>
                                        <p:cTn id="10" dur="500"/>
                                        <p:tgtEl>
                                          <p:spTgt spid="2"/>
                                        </p:tgtEl>
                                      </p:cBhvr>
                                    </p:animEffect>
                                  </p:childTnLst>
                                </p:cTn>
                              </p:par>
                              <p:par>
                                <p:cTn id="11" presetID="41" presetClass="entr" presetSubtype="0" fill="hold" grpId="0" nodeType="withEffect">
                                  <p:stCondLst>
                                    <p:cond delay="0"/>
                                  </p:stCondLst>
                                  <p:iterate type="lt">
                                    <p:tmPct val="10000"/>
                                  </p:iterate>
                                  <p:childTnLst>
                                    <p:set>
                                      <p:cBhvr>
                                        <p:cTn id="12" dur="1" fill="hold">
                                          <p:stCondLst>
                                            <p:cond delay="0"/>
                                          </p:stCondLst>
                                        </p:cTn>
                                        <p:tgtEl>
                                          <p:spTgt spid="5"/>
                                        </p:tgtEl>
                                        <p:attrNameLst>
                                          <p:attrName>style.visibility</p:attrName>
                                        </p:attrNameLst>
                                      </p:cBhvr>
                                      <p:to>
                                        <p:strVal val="visible"/>
                                      </p:to>
                                    </p:set>
                                    <p:anim calcmode="lin" valueType="num">
                                      <p:cBhvr>
                                        <p:cTn id="13" dur="500" fill="hold"/>
                                        <p:tgtEl>
                                          <p:spTgt spid="5"/>
                                        </p:tgtEl>
                                        <p:attrNameLst>
                                          <p:attrName>ppt_x</p:attrName>
                                        </p:attrNameLst>
                                      </p:cBhvr>
                                      <p:tavLst>
                                        <p:tav tm="0">
                                          <p:val>
                                            <p:strVal val="#ppt_x"/>
                                          </p:val>
                                        </p:tav>
                                        <p:tav tm="50000">
                                          <p:val>
                                            <p:strVal val="#ppt_x+.1"/>
                                          </p:val>
                                        </p:tav>
                                        <p:tav tm="100000">
                                          <p:val>
                                            <p:strVal val="#ppt_x"/>
                                          </p:val>
                                        </p:tav>
                                      </p:tavLst>
                                    </p:anim>
                                    <p:anim calcmode="lin" valueType="num">
                                      <p:cBhvr>
                                        <p:cTn id="14" dur="500" fill="hold"/>
                                        <p:tgtEl>
                                          <p:spTgt spid="5"/>
                                        </p:tgtEl>
                                        <p:attrNameLst>
                                          <p:attrName>ppt_y</p:attrName>
                                        </p:attrNameLst>
                                      </p:cBhvr>
                                      <p:tavLst>
                                        <p:tav tm="0">
                                          <p:val>
                                            <p:strVal val="#ppt_y"/>
                                          </p:val>
                                        </p:tav>
                                        <p:tav tm="100000">
                                          <p:val>
                                            <p:strVal val="#ppt_y"/>
                                          </p:val>
                                        </p:tav>
                                      </p:tavLst>
                                    </p:anim>
                                    <p:anim calcmode="lin" valueType="num">
                                      <p:cBhvr>
                                        <p:cTn id="15" dur="500" fill="hold"/>
                                        <p:tgtEl>
                                          <p:spTgt spid="5"/>
                                        </p:tgtEl>
                                        <p:attrNameLst>
                                          <p:attrName>ppt_h</p:attrName>
                                        </p:attrNameLst>
                                      </p:cBhvr>
                                      <p:tavLst>
                                        <p:tav tm="0">
                                          <p:val>
                                            <p:strVal val="#ppt_h/10"/>
                                          </p:val>
                                        </p:tav>
                                        <p:tav tm="50000">
                                          <p:val>
                                            <p:strVal val="#ppt_h+.01"/>
                                          </p:val>
                                        </p:tav>
                                        <p:tav tm="100000">
                                          <p:val>
                                            <p:strVal val="#ppt_h"/>
                                          </p:val>
                                        </p:tav>
                                      </p:tavLst>
                                    </p:anim>
                                    <p:anim calcmode="lin" valueType="num">
                                      <p:cBhvr>
                                        <p:cTn id="16" dur="500" fill="hold"/>
                                        <p:tgtEl>
                                          <p:spTgt spid="5"/>
                                        </p:tgtEl>
                                        <p:attrNameLst>
                                          <p:attrName>ppt_w</p:attrName>
                                        </p:attrNameLst>
                                      </p:cBhvr>
                                      <p:tavLst>
                                        <p:tav tm="0">
                                          <p:val>
                                            <p:strVal val="#ppt_w/10"/>
                                          </p:val>
                                        </p:tav>
                                        <p:tav tm="50000">
                                          <p:val>
                                            <p:strVal val="#ppt_w+.01"/>
                                          </p:val>
                                        </p:tav>
                                        <p:tav tm="100000">
                                          <p:val>
                                            <p:strVal val="#ppt_w"/>
                                          </p:val>
                                        </p:tav>
                                      </p:tavLst>
                                    </p:anim>
                                    <p:animEffect transition="in" filter="fade">
                                      <p:cBhvr>
                                        <p:cTn id="17" dur="500" tmFilter="0,0; .5, 1; 1, 1"/>
                                        <p:tgtEl>
                                          <p:spTgt spid="5"/>
                                        </p:tgtEl>
                                      </p:cBhvr>
                                    </p:animEffect>
                                  </p:childTnLst>
                                </p:cTn>
                              </p:par>
                            </p:childTnLst>
                          </p:cTn>
                        </p:par>
                        <p:par>
                          <p:cTn id="18" fill="hold" nodeType="afterGroup">
                            <p:stCondLst>
                              <p:cond delay="500"/>
                            </p:stCondLst>
                            <p:childTnLst>
                              <p:par>
                                <p:cTn id="19" presetID="42" presetClass="entr" presetSubtype="0" fill="hold" nodeType="afterEffect">
                                  <p:stCondLst>
                                    <p:cond delay="0"/>
                                  </p:stCondLst>
                                  <p:childTnLst>
                                    <p:set>
                                      <p:cBhvr>
                                        <p:cTn id="20" dur="1" fill="hold">
                                          <p:stCondLst>
                                            <p:cond delay="0"/>
                                          </p:stCondLst>
                                        </p:cTn>
                                        <p:tgtEl>
                                          <p:spTgt spid="27"/>
                                        </p:tgtEl>
                                        <p:attrNameLst>
                                          <p:attrName>style.visibility</p:attrName>
                                        </p:attrNameLst>
                                      </p:cBhvr>
                                      <p:to>
                                        <p:strVal val="visible"/>
                                      </p:to>
                                    </p:set>
                                    <p:animEffect transition="in" filter="fade">
                                      <p:cBhvr>
                                        <p:cTn id="21" dur="750"/>
                                        <p:tgtEl>
                                          <p:spTgt spid="27"/>
                                        </p:tgtEl>
                                      </p:cBhvr>
                                    </p:animEffect>
                                    <p:anim calcmode="lin" valueType="num">
                                      <p:cBhvr>
                                        <p:cTn id="22" dur="750" fill="hold"/>
                                        <p:tgtEl>
                                          <p:spTgt spid="27"/>
                                        </p:tgtEl>
                                        <p:attrNameLst>
                                          <p:attrName>ppt_x</p:attrName>
                                        </p:attrNameLst>
                                      </p:cBhvr>
                                      <p:tavLst>
                                        <p:tav tm="0">
                                          <p:val>
                                            <p:strVal val="#ppt_x"/>
                                          </p:val>
                                        </p:tav>
                                        <p:tav tm="100000">
                                          <p:val>
                                            <p:strVal val="#ppt_x"/>
                                          </p:val>
                                        </p:tav>
                                      </p:tavLst>
                                    </p:anim>
                                    <p:anim calcmode="lin" valueType="num">
                                      <p:cBhvr>
                                        <p:cTn id="23" dur="750" fill="hold"/>
                                        <p:tgtEl>
                                          <p:spTgt spid="27"/>
                                        </p:tgtEl>
                                        <p:attrNameLst>
                                          <p:attrName>ppt_y</p:attrName>
                                        </p:attrNameLst>
                                      </p:cBhvr>
                                      <p:tavLst>
                                        <p:tav tm="0">
                                          <p:val>
                                            <p:strVal val="#ppt_y+.1"/>
                                          </p:val>
                                        </p:tav>
                                        <p:tav tm="100000">
                                          <p:val>
                                            <p:strVal val="#ppt_y"/>
                                          </p:val>
                                        </p:tav>
                                      </p:tavLst>
                                    </p:anim>
                                  </p:childTnLst>
                                </p:cTn>
                              </p:par>
                            </p:childTnLst>
                          </p:cTn>
                        </p:par>
                        <p:par>
                          <p:cTn id="24" fill="hold" nodeType="afterGroup">
                            <p:stCondLst>
                              <p:cond delay="1250"/>
                            </p:stCondLst>
                            <p:childTnLst>
                              <p:par>
                                <p:cTn id="25" presetID="10" presetClass="entr" presetSubtype="0" fill="hold" grpId="0" nodeType="afterEffect">
                                  <p:stCondLst>
                                    <p:cond delay="0"/>
                                  </p:stCondLst>
                                  <p:childTnLst>
                                    <p:set>
                                      <p:cBhvr>
                                        <p:cTn id="26" dur="1" fill="hold">
                                          <p:stCondLst>
                                            <p:cond delay="0"/>
                                          </p:stCondLst>
                                        </p:cTn>
                                        <p:tgtEl>
                                          <p:spTgt spid="39"/>
                                        </p:tgtEl>
                                        <p:attrNameLst>
                                          <p:attrName>style.visibility</p:attrName>
                                        </p:attrNameLst>
                                      </p:cBhvr>
                                      <p:to>
                                        <p:strVal val="visible"/>
                                      </p:to>
                                    </p:set>
                                    <p:animEffect transition="in" filter="fade">
                                      <p:cBhvr>
                                        <p:cTn id="27" dur="500"/>
                                        <p:tgtEl>
                                          <p:spTgt spid="39"/>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63"/>
                                        </p:tgtEl>
                                        <p:attrNameLst>
                                          <p:attrName>style.visibility</p:attrName>
                                        </p:attrNameLst>
                                      </p:cBhvr>
                                      <p:to>
                                        <p:strVal val="visible"/>
                                      </p:to>
                                    </p:set>
                                    <p:animEffect transition="in" filter="fade">
                                      <p:cBhvr>
                                        <p:cTn id="30" dur="500"/>
                                        <p:tgtEl>
                                          <p:spTgt spid="63"/>
                                        </p:tgtEl>
                                      </p:cBhvr>
                                    </p:animEffect>
                                  </p:childTnLst>
                                </p:cTn>
                              </p:par>
                            </p:childTnLst>
                          </p:cTn>
                        </p:par>
                        <p:par>
                          <p:cTn id="31" fill="hold" nodeType="afterGroup">
                            <p:stCondLst>
                              <p:cond delay="1750"/>
                            </p:stCondLst>
                            <p:childTnLst>
                              <p:par>
                                <p:cTn id="32" presetID="23" presetClass="entr" presetSubtype="36" fill="hold" grpId="0" nodeType="afterEffect">
                                  <p:stCondLst>
                                    <p:cond delay="0"/>
                                  </p:stCondLst>
                                  <p:childTnLst>
                                    <p:set>
                                      <p:cBhvr>
                                        <p:cTn id="33" dur="1" fill="hold">
                                          <p:stCondLst>
                                            <p:cond delay="0"/>
                                          </p:stCondLst>
                                        </p:cTn>
                                        <p:tgtEl>
                                          <p:spTgt spid="80"/>
                                        </p:tgtEl>
                                        <p:attrNameLst>
                                          <p:attrName>style.visibility</p:attrName>
                                        </p:attrNameLst>
                                      </p:cBhvr>
                                      <p:to>
                                        <p:strVal val="visible"/>
                                      </p:to>
                                    </p:set>
                                    <p:anim calcmode="lin" valueType="num">
                                      <p:cBhvr>
                                        <p:cTn id="34" dur="500" fill="hold"/>
                                        <p:tgtEl>
                                          <p:spTgt spid="80"/>
                                        </p:tgtEl>
                                        <p:attrNameLst>
                                          <p:attrName>ppt_w</p:attrName>
                                        </p:attrNameLst>
                                      </p:cBhvr>
                                      <p:tavLst>
                                        <p:tav tm="0">
                                          <p:val>
                                            <p:strVal val="(6*min(max(#ppt_w*#ppt_h,.3),1)-7.4)/-.7*#ppt_w"/>
                                          </p:val>
                                        </p:tav>
                                        <p:tav tm="100000">
                                          <p:val>
                                            <p:strVal val="#ppt_w"/>
                                          </p:val>
                                        </p:tav>
                                      </p:tavLst>
                                    </p:anim>
                                    <p:anim calcmode="lin" valueType="num">
                                      <p:cBhvr>
                                        <p:cTn id="35" dur="500" fill="hold"/>
                                        <p:tgtEl>
                                          <p:spTgt spid="80"/>
                                        </p:tgtEl>
                                        <p:attrNameLst>
                                          <p:attrName>ppt_h</p:attrName>
                                        </p:attrNameLst>
                                      </p:cBhvr>
                                      <p:tavLst>
                                        <p:tav tm="0">
                                          <p:val>
                                            <p:strVal val="(6*min(max(#ppt_w*#ppt_h,.3),1)-7.4)/-.7*#ppt_h"/>
                                          </p:val>
                                        </p:tav>
                                        <p:tav tm="100000">
                                          <p:val>
                                            <p:strVal val="#ppt_h"/>
                                          </p:val>
                                        </p:tav>
                                      </p:tavLst>
                                    </p:anim>
                                    <p:anim calcmode="lin" valueType="num">
                                      <p:cBhvr>
                                        <p:cTn id="36" dur="500" fill="hold"/>
                                        <p:tgtEl>
                                          <p:spTgt spid="80"/>
                                        </p:tgtEl>
                                        <p:attrNameLst>
                                          <p:attrName>ppt_x</p:attrName>
                                        </p:attrNameLst>
                                      </p:cBhvr>
                                      <p:tavLst>
                                        <p:tav tm="0">
                                          <p:val>
                                            <p:fltVal val="0.5"/>
                                          </p:val>
                                        </p:tav>
                                        <p:tav tm="100000">
                                          <p:val>
                                            <p:strVal val="#ppt_x"/>
                                          </p:val>
                                        </p:tav>
                                      </p:tavLst>
                                    </p:anim>
                                    <p:anim calcmode="lin" valueType="num">
                                      <p:cBhvr>
                                        <p:cTn id="37" dur="500" fill="hold"/>
                                        <p:tgtEl>
                                          <p:spTgt spid="80"/>
                                        </p:tgtEl>
                                        <p:attrNameLst>
                                          <p:attrName>ppt_y</p:attrName>
                                        </p:attrNameLst>
                                      </p:cBhvr>
                                      <p:tavLst>
                                        <p:tav tm="0">
                                          <p:val>
                                            <p:strVal val="1+(6*min(max(#ppt_w*#ppt_h,.3),1)-7.4)/-.7*#ppt_h/2"/>
                                          </p:val>
                                        </p:tav>
                                        <p:tav tm="100000">
                                          <p:val>
                                            <p:strVal val="#ppt_y"/>
                                          </p:val>
                                        </p:tav>
                                      </p:tavLst>
                                    </p:anim>
                                  </p:childTnLst>
                                </p:cTn>
                              </p:par>
                            </p:childTnLst>
                          </p:cTn>
                        </p:par>
                        <p:par>
                          <p:cTn id="38" fill="hold" nodeType="afterGroup">
                            <p:stCondLst>
                              <p:cond delay="2250"/>
                            </p:stCondLst>
                            <p:childTnLst>
                              <p:par>
                                <p:cTn id="39" presetID="53" presetClass="entr" presetSubtype="16" fill="hold" grpId="0" nodeType="afterEffect">
                                  <p:stCondLst>
                                    <p:cond delay="0"/>
                                  </p:stCondLst>
                                  <p:iterate type="lt">
                                    <p:tmPct val="10000"/>
                                  </p:iterate>
                                  <p:childTnLst>
                                    <p:set>
                                      <p:cBhvr>
                                        <p:cTn id="40" dur="1" fill="hold">
                                          <p:stCondLst>
                                            <p:cond delay="0"/>
                                          </p:stCondLst>
                                        </p:cTn>
                                        <p:tgtEl>
                                          <p:spTgt spid="81"/>
                                        </p:tgtEl>
                                        <p:attrNameLst>
                                          <p:attrName>style.visibility</p:attrName>
                                        </p:attrNameLst>
                                      </p:cBhvr>
                                      <p:to>
                                        <p:strVal val="visible"/>
                                      </p:to>
                                    </p:set>
                                    <p:anim calcmode="lin" valueType="num">
                                      <p:cBhvr>
                                        <p:cTn id="41" dur="100" fill="hold"/>
                                        <p:tgtEl>
                                          <p:spTgt spid="81"/>
                                        </p:tgtEl>
                                        <p:attrNameLst>
                                          <p:attrName>ppt_w</p:attrName>
                                        </p:attrNameLst>
                                      </p:cBhvr>
                                      <p:tavLst>
                                        <p:tav tm="0">
                                          <p:val>
                                            <p:fltVal val="0"/>
                                          </p:val>
                                        </p:tav>
                                        <p:tav tm="100000">
                                          <p:val>
                                            <p:strVal val="#ppt_w"/>
                                          </p:val>
                                        </p:tav>
                                      </p:tavLst>
                                    </p:anim>
                                    <p:anim calcmode="lin" valueType="num">
                                      <p:cBhvr>
                                        <p:cTn id="42" dur="100" fill="hold"/>
                                        <p:tgtEl>
                                          <p:spTgt spid="81"/>
                                        </p:tgtEl>
                                        <p:attrNameLst>
                                          <p:attrName>ppt_h</p:attrName>
                                        </p:attrNameLst>
                                      </p:cBhvr>
                                      <p:tavLst>
                                        <p:tav tm="0">
                                          <p:val>
                                            <p:fltVal val="0"/>
                                          </p:val>
                                        </p:tav>
                                        <p:tav tm="100000">
                                          <p:val>
                                            <p:strVal val="#ppt_h"/>
                                          </p:val>
                                        </p:tav>
                                      </p:tavLst>
                                    </p:anim>
                                    <p:animEffect transition="in" filter="fade">
                                      <p:cBhvr>
                                        <p:cTn id="43" dur="100"/>
                                        <p:tgtEl>
                                          <p:spTgt spid="81"/>
                                        </p:tgtEl>
                                      </p:cBhvr>
                                    </p:animEffect>
                                  </p:childTnLst>
                                </p:cTn>
                              </p:par>
                            </p:childTnLst>
                          </p:cTn>
                        </p:par>
                        <p:par>
                          <p:cTn id="44" fill="hold" nodeType="afterGroup">
                            <p:stCondLst>
                              <p:cond delay="2350"/>
                            </p:stCondLst>
                            <p:childTnLst>
                              <p:par>
                                <p:cTn id="45" presetID="10" presetClass="entr" presetSubtype="0" fill="hold" nodeType="afterEffect">
                                  <p:stCondLst>
                                    <p:cond delay="0"/>
                                  </p:stCondLst>
                                  <p:childTnLst>
                                    <p:set>
                                      <p:cBhvr>
                                        <p:cTn id="46" dur="1" fill="hold">
                                          <p:stCondLst>
                                            <p:cond delay="0"/>
                                          </p:stCondLst>
                                        </p:cTn>
                                        <p:tgtEl>
                                          <p:spTgt spid="78"/>
                                        </p:tgtEl>
                                        <p:attrNameLst>
                                          <p:attrName>style.visibility</p:attrName>
                                        </p:attrNameLst>
                                      </p:cBhvr>
                                      <p:to>
                                        <p:strVal val="visible"/>
                                      </p:to>
                                    </p:set>
                                    <p:animEffect transition="in" filter="fade">
                                      <p:cBhvr>
                                        <p:cTn id="47" dur="500"/>
                                        <p:tgtEl>
                                          <p:spTgt spid="78"/>
                                        </p:tgtEl>
                                      </p:cBhvr>
                                    </p:animEffect>
                                  </p:childTnLst>
                                </p:cTn>
                              </p:par>
                            </p:childTnLst>
                          </p:cTn>
                        </p:par>
                        <p:par>
                          <p:cTn id="48" fill="hold" nodeType="afterGroup">
                            <p:stCondLst>
                              <p:cond delay="2850"/>
                            </p:stCondLst>
                            <p:childTnLst>
                              <p:par>
                                <p:cTn id="49" presetID="10" presetClass="entr" presetSubtype="0" fill="hold" grpId="0" nodeType="afterEffect">
                                  <p:stCondLst>
                                    <p:cond delay="0"/>
                                  </p:stCondLst>
                                  <p:childTnLst>
                                    <p:set>
                                      <p:cBhvr>
                                        <p:cTn id="50" dur="1" fill="hold">
                                          <p:stCondLst>
                                            <p:cond delay="0"/>
                                          </p:stCondLst>
                                        </p:cTn>
                                        <p:tgtEl>
                                          <p:spTgt spid="40"/>
                                        </p:tgtEl>
                                        <p:attrNameLst>
                                          <p:attrName>style.visibility</p:attrName>
                                        </p:attrNameLst>
                                      </p:cBhvr>
                                      <p:to>
                                        <p:strVal val="visible"/>
                                      </p:to>
                                    </p:set>
                                    <p:animEffect transition="in" filter="fade">
                                      <p:cBhvr>
                                        <p:cTn id="51" dur="500"/>
                                        <p:tgtEl>
                                          <p:spTgt spid="40"/>
                                        </p:tgtEl>
                                      </p:cBhvr>
                                    </p:animEffect>
                                  </p:childTnLst>
                                </p:cTn>
                              </p:par>
                              <p:par>
                                <p:cTn id="52" presetID="10" presetClass="entr" presetSubtype="0" fill="hold" nodeType="withEffect">
                                  <p:stCondLst>
                                    <p:cond delay="0"/>
                                  </p:stCondLst>
                                  <p:childTnLst>
                                    <p:set>
                                      <p:cBhvr>
                                        <p:cTn id="53" dur="1" fill="hold">
                                          <p:stCondLst>
                                            <p:cond delay="0"/>
                                          </p:stCondLst>
                                        </p:cTn>
                                        <p:tgtEl>
                                          <p:spTgt spid="64"/>
                                        </p:tgtEl>
                                        <p:attrNameLst>
                                          <p:attrName>style.visibility</p:attrName>
                                        </p:attrNameLst>
                                      </p:cBhvr>
                                      <p:to>
                                        <p:strVal val="visible"/>
                                      </p:to>
                                    </p:set>
                                    <p:animEffect transition="in" filter="fade">
                                      <p:cBhvr>
                                        <p:cTn id="54" dur="500"/>
                                        <p:tgtEl>
                                          <p:spTgt spid="64"/>
                                        </p:tgtEl>
                                      </p:cBhvr>
                                    </p:animEffect>
                                  </p:childTnLst>
                                </p:cTn>
                              </p:par>
                            </p:childTnLst>
                          </p:cTn>
                        </p:par>
                        <p:par>
                          <p:cTn id="55" fill="hold" nodeType="afterGroup">
                            <p:stCondLst>
                              <p:cond delay="3350"/>
                            </p:stCondLst>
                            <p:childTnLst>
                              <p:par>
                                <p:cTn id="56" presetID="23" presetClass="entr" presetSubtype="36" fill="hold" grpId="0" nodeType="afterEffect">
                                  <p:stCondLst>
                                    <p:cond delay="0"/>
                                  </p:stCondLst>
                                  <p:childTnLst>
                                    <p:set>
                                      <p:cBhvr>
                                        <p:cTn id="57" dur="1" fill="hold">
                                          <p:stCondLst>
                                            <p:cond delay="0"/>
                                          </p:stCondLst>
                                        </p:cTn>
                                        <p:tgtEl>
                                          <p:spTgt spid="82"/>
                                        </p:tgtEl>
                                        <p:attrNameLst>
                                          <p:attrName>style.visibility</p:attrName>
                                        </p:attrNameLst>
                                      </p:cBhvr>
                                      <p:to>
                                        <p:strVal val="visible"/>
                                      </p:to>
                                    </p:set>
                                    <p:anim calcmode="lin" valueType="num">
                                      <p:cBhvr>
                                        <p:cTn id="58" dur="500" fill="hold"/>
                                        <p:tgtEl>
                                          <p:spTgt spid="82"/>
                                        </p:tgtEl>
                                        <p:attrNameLst>
                                          <p:attrName>ppt_w</p:attrName>
                                        </p:attrNameLst>
                                      </p:cBhvr>
                                      <p:tavLst>
                                        <p:tav tm="0">
                                          <p:val>
                                            <p:strVal val="(6*min(max(#ppt_w*#ppt_h,.3),1)-7.4)/-.7*#ppt_w"/>
                                          </p:val>
                                        </p:tav>
                                        <p:tav tm="100000">
                                          <p:val>
                                            <p:strVal val="#ppt_w"/>
                                          </p:val>
                                        </p:tav>
                                      </p:tavLst>
                                    </p:anim>
                                    <p:anim calcmode="lin" valueType="num">
                                      <p:cBhvr>
                                        <p:cTn id="59" dur="500" fill="hold"/>
                                        <p:tgtEl>
                                          <p:spTgt spid="82"/>
                                        </p:tgtEl>
                                        <p:attrNameLst>
                                          <p:attrName>ppt_h</p:attrName>
                                        </p:attrNameLst>
                                      </p:cBhvr>
                                      <p:tavLst>
                                        <p:tav tm="0">
                                          <p:val>
                                            <p:strVal val="(6*min(max(#ppt_w*#ppt_h,.3),1)-7.4)/-.7*#ppt_h"/>
                                          </p:val>
                                        </p:tav>
                                        <p:tav tm="100000">
                                          <p:val>
                                            <p:strVal val="#ppt_h"/>
                                          </p:val>
                                        </p:tav>
                                      </p:tavLst>
                                    </p:anim>
                                    <p:anim calcmode="lin" valueType="num">
                                      <p:cBhvr>
                                        <p:cTn id="60" dur="500" fill="hold"/>
                                        <p:tgtEl>
                                          <p:spTgt spid="82"/>
                                        </p:tgtEl>
                                        <p:attrNameLst>
                                          <p:attrName>ppt_x</p:attrName>
                                        </p:attrNameLst>
                                      </p:cBhvr>
                                      <p:tavLst>
                                        <p:tav tm="0">
                                          <p:val>
                                            <p:fltVal val="0.5"/>
                                          </p:val>
                                        </p:tav>
                                        <p:tav tm="100000">
                                          <p:val>
                                            <p:strVal val="#ppt_x"/>
                                          </p:val>
                                        </p:tav>
                                      </p:tavLst>
                                    </p:anim>
                                    <p:anim calcmode="lin" valueType="num">
                                      <p:cBhvr>
                                        <p:cTn id="61" dur="500" fill="hold"/>
                                        <p:tgtEl>
                                          <p:spTgt spid="82"/>
                                        </p:tgtEl>
                                        <p:attrNameLst>
                                          <p:attrName>ppt_y</p:attrName>
                                        </p:attrNameLst>
                                      </p:cBhvr>
                                      <p:tavLst>
                                        <p:tav tm="0">
                                          <p:val>
                                            <p:strVal val="1+(6*min(max(#ppt_w*#ppt_h,.3),1)-7.4)/-.7*#ppt_h/2"/>
                                          </p:val>
                                        </p:tav>
                                        <p:tav tm="100000">
                                          <p:val>
                                            <p:strVal val="#ppt_y"/>
                                          </p:val>
                                        </p:tav>
                                      </p:tavLst>
                                    </p:anim>
                                  </p:childTnLst>
                                </p:cTn>
                              </p:par>
                            </p:childTnLst>
                          </p:cTn>
                        </p:par>
                        <p:par>
                          <p:cTn id="62" fill="hold" nodeType="afterGroup">
                            <p:stCondLst>
                              <p:cond delay="3850"/>
                            </p:stCondLst>
                            <p:childTnLst>
                              <p:par>
                                <p:cTn id="63" presetID="53" presetClass="entr" presetSubtype="16" fill="hold" grpId="0" nodeType="afterEffect">
                                  <p:stCondLst>
                                    <p:cond delay="0"/>
                                  </p:stCondLst>
                                  <p:iterate type="lt">
                                    <p:tmPct val="10000"/>
                                  </p:iterate>
                                  <p:childTnLst>
                                    <p:set>
                                      <p:cBhvr>
                                        <p:cTn id="64" dur="1" fill="hold">
                                          <p:stCondLst>
                                            <p:cond delay="0"/>
                                          </p:stCondLst>
                                        </p:cTn>
                                        <p:tgtEl>
                                          <p:spTgt spid="83"/>
                                        </p:tgtEl>
                                        <p:attrNameLst>
                                          <p:attrName>style.visibility</p:attrName>
                                        </p:attrNameLst>
                                      </p:cBhvr>
                                      <p:to>
                                        <p:strVal val="visible"/>
                                      </p:to>
                                    </p:set>
                                    <p:anim calcmode="lin" valueType="num">
                                      <p:cBhvr>
                                        <p:cTn id="65" dur="100" fill="hold"/>
                                        <p:tgtEl>
                                          <p:spTgt spid="83"/>
                                        </p:tgtEl>
                                        <p:attrNameLst>
                                          <p:attrName>ppt_w</p:attrName>
                                        </p:attrNameLst>
                                      </p:cBhvr>
                                      <p:tavLst>
                                        <p:tav tm="0">
                                          <p:val>
                                            <p:fltVal val="0"/>
                                          </p:val>
                                        </p:tav>
                                        <p:tav tm="100000">
                                          <p:val>
                                            <p:strVal val="#ppt_w"/>
                                          </p:val>
                                        </p:tav>
                                      </p:tavLst>
                                    </p:anim>
                                    <p:anim calcmode="lin" valueType="num">
                                      <p:cBhvr>
                                        <p:cTn id="66" dur="100" fill="hold"/>
                                        <p:tgtEl>
                                          <p:spTgt spid="83"/>
                                        </p:tgtEl>
                                        <p:attrNameLst>
                                          <p:attrName>ppt_h</p:attrName>
                                        </p:attrNameLst>
                                      </p:cBhvr>
                                      <p:tavLst>
                                        <p:tav tm="0">
                                          <p:val>
                                            <p:fltVal val="0"/>
                                          </p:val>
                                        </p:tav>
                                        <p:tav tm="100000">
                                          <p:val>
                                            <p:strVal val="#ppt_h"/>
                                          </p:val>
                                        </p:tav>
                                      </p:tavLst>
                                    </p:anim>
                                    <p:animEffect transition="in" filter="fade">
                                      <p:cBhvr>
                                        <p:cTn id="67" dur="100"/>
                                        <p:tgtEl>
                                          <p:spTgt spid="83"/>
                                        </p:tgtEl>
                                      </p:cBhvr>
                                    </p:animEffect>
                                  </p:childTnLst>
                                </p:cTn>
                              </p:par>
                            </p:childTnLst>
                          </p:cTn>
                        </p:par>
                        <p:par>
                          <p:cTn id="68" fill="hold" nodeType="afterGroup">
                            <p:stCondLst>
                              <p:cond delay="3950"/>
                            </p:stCondLst>
                            <p:childTnLst>
                              <p:par>
                                <p:cTn id="69" presetID="10" presetClass="entr" presetSubtype="0" fill="hold" nodeType="afterEffect">
                                  <p:stCondLst>
                                    <p:cond delay="0"/>
                                  </p:stCondLst>
                                  <p:childTnLst>
                                    <p:set>
                                      <p:cBhvr>
                                        <p:cTn id="70" dur="1" fill="hold">
                                          <p:stCondLst>
                                            <p:cond delay="0"/>
                                          </p:stCondLst>
                                        </p:cTn>
                                        <p:tgtEl>
                                          <p:spTgt spid="79"/>
                                        </p:tgtEl>
                                        <p:attrNameLst>
                                          <p:attrName>style.visibility</p:attrName>
                                        </p:attrNameLst>
                                      </p:cBhvr>
                                      <p:to>
                                        <p:strVal val="visible"/>
                                      </p:to>
                                    </p:set>
                                    <p:animEffect transition="in" filter="fade">
                                      <p:cBhvr>
                                        <p:cTn id="71" dur="500"/>
                                        <p:tgtEl>
                                          <p:spTgt spid="79"/>
                                        </p:tgtEl>
                                      </p:cBhvr>
                                    </p:animEffect>
                                  </p:childTnLst>
                                </p:cTn>
                              </p:par>
                            </p:childTnLst>
                          </p:cTn>
                        </p:par>
                        <p:par>
                          <p:cTn id="72" fill="hold" nodeType="afterGroup">
                            <p:stCondLst>
                              <p:cond delay="4450"/>
                            </p:stCondLst>
                            <p:childTnLst>
                              <p:par>
                                <p:cTn id="73" presetID="10" presetClass="entr" presetSubtype="0" fill="hold" grpId="0" nodeType="afterEffect">
                                  <p:stCondLst>
                                    <p:cond delay="0"/>
                                  </p:stCondLst>
                                  <p:childTnLst>
                                    <p:set>
                                      <p:cBhvr>
                                        <p:cTn id="74" dur="1" fill="hold">
                                          <p:stCondLst>
                                            <p:cond delay="0"/>
                                          </p:stCondLst>
                                        </p:cTn>
                                        <p:tgtEl>
                                          <p:spTgt spid="62"/>
                                        </p:tgtEl>
                                        <p:attrNameLst>
                                          <p:attrName>style.visibility</p:attrName>
                                        </p:attrNameLst>
                                      </p:cBhvr>
                                      <p:to>
                                        <p:strVal val="visible"/>
                                      </p:to>
                                    </p:set>
                                    <p:animEffect transition="in" filter="fade">
                                      <p:cBhvr>
                                        <p:cTn id="75" dur="500"/>
                                        <p:tgtEl>
                                          <p:spTgt spid="62"/>
                                        </p:tgtEl>
                                      </p:cBhvr>
                                    </p:animEffect>
                                  </p:childTnLst>
                                </p:cTn>
                              </p:par>
                              <p:par>
                                <p:cTn id="76" presetID="10" presetClass="entr" presetSubtype="0" fill="hold" nodeType="withEffect">
                                  <p:stCondLst>
                                    <p:cond delay="0"/>
                                  </p:stCondLst>
                                  <p:childTnLst>
                                    <p:set>
                                      <p:cBhvr>
                                        <p:cTn id="77" dur="1" fill="hold">
                                          <p:stCondLst>
                                            <p:cond delay="0"/>
                                          </p:stCondLst>
                                        </p:cTn>
                                        <p:tgtEl>
                                          <p:spTgt spid="69"/>
                                        </p:tgtEl>
                                        <p:attrNameLst>
                                          <p:attrName>style.visibility</p:attrName>
                                        </p:attrNameLst>
                                      </p:cBhvr>
                                      <p:to>
                                        <p:strVal val="visible"/>
                                      </p:to>
                                    </p:set>
                                    <p:animEffect transition="in" filter="fade">
                                      <p:cBhvr>
                                        <p:cTn id="78" dur="500"/>
                                        <p:tgtEl>
                                          <p:spTgt spid="69"/>
                                        </p:tgtEl>
                                      </p:cBhvr>
                                    </p:animEffect>
                                  </p:childTnLst>
                                </p:cTn>
                              </p:par>
                            </p:childTnLst>
                          </p:cTn>
                        </p:par>
                        <p:par>
                          <p:cTn id="79" fill="hold" nodeType="afterGroup">
                            <p:stCondLst>
                              <p:cond delay="4950"/>
                            </p:stCondLst>
                            <p:childTnLst>
                              <p:par>
                                <p:cTn id="80" presetID="23" presetClass="entr" presetSubtype="36" fill="hold" grpId="0" nodeType="afterEffect">
                                  <p:stCondLst>
                                    <p:cond delay="0"/>
                                  </p:stCondLst>
                                  <p:childTnLst>
                                    <p:set>
                                      <p:cBhvr>
                                        <p:cTn id="81" dur="1" fill="hold">
                                          <p:stCondLst>
                                            <p:cond delay="0"/>
                                          </p:stCondLst>
                                        </p:cTn>
                                        <p:tgtEl>
                                          <p:spTgt spid="84"/>
                                        </p:tgtEl>
                                        <p:attrNameLst>
                                          <p:attrName>style.visibility</p:attrName>
                                        </p:attrNameLst>
                                      </p:cBhvr>
                                      <p:to>
                                        <p:strVal val="visible"/>
                                      </p:to>
                                    </p:set>
                                    <p:anim calcmode="lin" valueType="num">
                                      <p:cBhvr>
                                        <p:cTn id="82" dur="500" fill="hold"/>
                                        <p:tgtEl>
                                          <p:spTgt spid="84"/>
                                        </p:tgtEl>
                                        <p:attrNameLst>
                                          <p:attrName>ppt_w</p:attrName>
                                        </p:attrNameLst>
                                      </p:cBhvr>
                                      <p:tavLst>
                                        <p:tav tm="0">
                                          <p:val>
                                            <p:strVal val="(6*min(max(#ppt_w*#ppt_h,.3),1)-7.4)/-.7*#ppt_w"/>
                                          </p:val>
                                        </p:tav>
                                        <p:tav tm="100000">
                                          <p:val>
                                            <p:strVal val="#ppt_w"/>
                                          </p:val>
                                        </p:tav>
                                      </p:tavLst>
                                    </p:anim>
                                    <p:anim calcmode="lin" valueType="num">
                                      <p:cBhvr>
                                        <p:cTn id="83" dur="500" fill="hold"/>
                                        <p:tgtEl>
                                          <p:spTgt spid="84"/>
                                        </p:tgtEl>
                                        <p:attrNameLst>
                                          <p:attrName>ppt_h</p:attrName>
                                        </p:attrNameLst>
                                      </p:cBhvr>
                                      <p:tavLst>
                                        <p:tav tm="0">
                                          <p:val>
                                            <p:strVal val="(6*min(max(#ppt_w*#ppt_h,.3),1)-7.4)/-.7*#ppt_h"/>
                                          </p:val>
                                        </p:tav>
                                        <p:tav tm="100000">
                                          <p:val>
                                            <p:strVal val="#ppt_h"/>
                                          </p:val>
                                        </p:tav>
                                      </p:tavLst>
                                    </p:anim>
                                    <p:anim calcmode="lin" valueType="num">
                                      <p:cBhvr>
                                        <p:cTn id="84" dur="500" fill="hold"/>
                                        <p:tgtEl>
                                          <p:spTgt spid="84"/>
                                        </p:tgtEl>
                                        <p:attrNameLst>
                                          <p:attrName>ppt_x</p:attrName>
                                        </p:attrNameLst>
                                      </p:cBhvr>
                                      <p:tavLst>
                                        <p:tav tm="0">
                                          <p:val>
                                            <p:fltVal val="0.5"/>
                                          </p:val>
                                        </p:tav>
                                        <p:tav tm="100000">
                                          <p:val>
                                            <p:strVal val="#ppt_x"/>
                                          </p:val>
                                        </p:tav>
                                      </p:tavLst>
                                    </p:anim>
                                    <p:anim calcmode="lin" valueType="num">
                                      <p:cBhvr>
                                        <p:cTn id="85" dur="500" fill="hold"/>
                                        <p:tgtEl>
                                          <p:spTgt spid="84"/>
                                        </p:tgtEl>
                                        <p:attrNameLst>
                                          <p:attrName>ppt_y</p:attrName>
                                        </p:attrNameLst>
                                      </p:cBhvr>
                                      <p:tavLst>
                                        <p:tav tm="0">
                                          <p:val>
                                            <p:strVal val="1+(6*min(max(#ppt_w*#ppt_h,.3),1)-7.4)/-.7*#ppt_h/2"/>
                                          </p:val>
                                        </p:tav>
                                        <p:tav tm="100000">
                                          <p:val>
                                            <p:strVal val="#ppt_y"/>
                                          </p:val>
                                        </p:tav>
                                      </p:tavLst>
                                    </p:anim>
                                  </p:childTnLst>
                                </p:cTn>
                              </p:par>
                            </p:childTnLst>
                          </p:cTn>
                        </p:par>
                        <p:par>
                          <p:cTn id="86" fill="hold" nodeType="afterGroup">
                            <p:stCondLst>
                              <p:cond delay="5450"/>
                            </p:stCondLst>
                            <p:childTnLst>
                              <p:par>
                                <p:cTn id="87" presetID="53" presetClass="entr" presetSubtype="16" fill="hold" grpId="0" nodeType="afterEffect">
                                  <p:stCondLst>
                                    <p:cond delay="0"/>
                                  </p:stCondLst>
                                  <p:iterate type="lt">
                                    <p:tmPct val="10000"/>
                                  </p:iterate>
                                  <p:childTnLst>
                                    <p:set>
                                      <p:cBhvr>
                                        <p:cTn id="88" dur="1" fill="hold">
                                          <p:stCondLst>
                                            <p:cond delay="0"/>
                                          </p:stCondLst>
                                        </p:cTn>
                                        <p:tgtEl>
                                          <p:spTgt spid="85"/>
                                        </p:tgtEl>
                                        <p:attrNameLst>
                                          <p:attrName>style.visibility</p:attrName>
                                        </p:attrNameLst>
                                      </p:cBhvr>
                                      <p:to>
                                        <p:strVal val="visible"/>
                                      </p:to>
                                    </p:set>
                                    <p:anim calcmode="lin" valueType="num">
                                      <p:cBhvr>
                                        <p:cTn id="89" dur="100" fill="hold"/>
                                        <p:tgtEl>
                                          <p:spTgt spid="85"/>
                                        </p:tgtEl>
                                        <p:attrNameLst>
                                          <p:attrName>ppt_w</p:attrName>
                                        </p:attrNameLst>
                                      </p:cBhvr>
                                      <p:tavLst>
                                        <p:tav tm="0">
                                          <p:val>
                                            <p:fltVal val="0"/>
                                          </p:val>
                                        </p:tav>
                                        <p:tav tm="100000">
                                          <p:val>
                                            <p:strVal val="#ppt_w"/>
                                          </p:val>
                                        </p:tav>
                                      </p:tavLst>
                                    </p:anim>
                                    <p:anim calcmode="lin" valueType="num">
                                      <p:cBhvr>
                                        <p:cTn id="90" dur="100" fill="hold"/>
                                        <p:tgtEl>
                                          <p:spTgt spid="85"/>
                                        </p:tgtEl>
                                        <p:attrNameLst>
                                          <p:attrName>ppt_h</p:attrName>
                                        </p:attrNameLst>
                                      </p:cBhvr>
                                      <p:tavLst>
                                        <p:tav tm="0">
                                          <p:val>
                                            <p:fltVal val="0"/>
                                          </p:val>
                                        </p:tav>
                                        <p:tav tm="100000">
                                          <p:val>
                                            <p:strVal val="#ppt_h"/>
                                          </p:val>
                                        </p:tav>
                                      </p:tavLst>
                                    </p:anim>
                                    <p:animEffect transition="in" filter="fade">
                                      <p:cBhvr>
                                        <p:cTn id="91" dur="100"/>
                                        <p:tgtEl>
                                          <p:spTgt spid="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39" grpId="0" animBg="1"/>
      <p:bldP spid="40" grpId="0" animBg="1"/>
      <p:bldP spid="62" grpId="0" animBg="1"/>
      <p:bldP spid="63" grpId="0" animBg="1"/>
      <p:bldP spid="80" grpId="0"/>
      <p:bldP spid="81" grpId="0"/>
      <p:bldP spid="82" grpId="0"/>
      <p:bldP spid="83" grpId="0"/>
      <p:bldP spid="84" grpId="0"/>
      <p:bldP spid="85" grpId="0"/>
    </p:bldLst>
  </p:timing>
</p:sld>
</file>

<file path=ppt/slides/slide18.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grpSp>
        <p:nvGrpSpPr>
          <p:cNvPr id="2" name="组合 1"/>
          <p:cNvGrpSpPr/>
          <p:nvPr/>
        </p:nvGrpSpPr>
        <p:grpSpPr>
          <a:xfrm>
            <a:off x="327153" y="318911"/>
            <a:ext cx="529037" cy="529037"/>
            <a:chOff x="327153" y="318911"/>
            <a:chExt cx="529037" cy="529037"/>
          </a:xfrm>
        </p:grpSpPr>
        <p:sp>
          <p:nvSpPr>
            <p:cNvPr id="3" name="圆角矩形 2"/>
            <p:cNvSpPr/>
            <p:nvPr/>
          </p:nvSpPr>
          <p:spPr>
            <a:xfrm rot="18926424">
              <a:off x="327153" y="318911"/>
              <a:ext cx="529037" cy="529037"/>
            </a:xfrm>
            <a:prstGeom prst="roundRect">
              <a:avLst/>
            </a:prstGeom>
            <a:solidFill>
              <a:srgbClr val="545D79"/>
            </a:solidFill>
            <a:ln>
              <a:noFill/>
            </a:ln>
            <a:effectLst>
              <a:outerShdw blurRad="63500" algn="ctr" rotWithShape="0">
                <a:prstClr val="black">
                  <a:alpha val="40000"/>
                </a:prstClr>
              </a:outerShdw>
            </a:effectLst>
          </p:spPr>
          <p:txBody>
            <a:bodyPr vert="horz" wrap="square" lIns="91440" tIns="45720" rIns="91440" bIns="45720" numCol="1" anchor="ctr" anchorCtr="0" compatLnSpc="1">
              <a:prstTxWarp prst="textNoShape">
                <a:avLst/>
              </a:prstTxWarp>
            </a:bodyPr>
            <a:lstStyle/>
            <a:p>
              <a:pPr algn="ctr"/>
              <a:endParaRPr lang="zh-CN" altLang="en-US" sz="4800">
                <a:solidFill>
                  <a:prstClr val="white"/>
                </a:solidFill>
                <a:latin typeface="思源黑体旧字形 Normal" panose="020b0400000000000000" pitchFamily="34" charset="-128"/>
                <a:ea typeface="思源黑体旧字形 Normal" panose="020b0400000000000000" pitchFamily="34" charset="-128"/>
              </a:endParaRPr>
            </a:p>
          </p:txBody>
        </p:sp>
        <p:sp>
          <p:nvSpPr>
            <p:cNvPr id="4" name="MH_Other_2"/>
            <p:cNvSpPr/>
            <p:nvPr>
              <p:custDataLst>
                <p:tags r:id="rId3"/>
              </p:custDataLst>
            </p:nvPr>
          </p:nvSpPr>
          <p:spPr bwMode="auto">
            <a:xfrm>
              <a:off x="440450" y="441196"/>
              <a:ext cx="302442" cy="284465"/>
            </a:xfrm>
            <a:custGeom>
              <a:gdLst>
                <a:gd name="T0" fmla="*/ 373604 w 1361803"/>
                <a:gd name="T1" fmla="*/ 882437 h 1281345"/>
                <a:gd name="T2" fmla="*/ 476200 w 1361803"/>
                <a:gd name="T3" fmla="*/ 923828 h 1281345"/>
                <a:gd name="T4" fmla="*/ 554139 w 1361803"/>
                <a:gd name="T5" fmla="*/ 940808 h 1281345"/>
                <a:gd name="T6" fmla="*/ 528484 w 1361803"/>
                <a:gd name="T7" fmla="*/ 1017215 h 1281345"/>
                <a:gd name="T8" fmla="*/ 460417 w 1361803"/>
                <a:gd name="T9" fmla="*/ 1039501 h 1281345"/>
                <a:gd name="T10" fmla="*/ 352881 w 1361803"/>
                <a:gd name="T11" fmla="*/ 976886 h 1281345"/>
                <a:gd name="T12" fmla="*/ 286785 w 1361803"/>
                <a:gd name="T13" fmla="*/ 1049049 h 1281345"/>
                <a:gd name="T14" fmla="*/ 312434 w 1361803"/>
                <a:gd name="T15" fmla="*/ 885625 h 1281345"/>
                <a:gd name="T16" fmla="*/ 274750 w 1361803"/>
                <a:gd name="T17" fmla="*/ 686240 h 1281345"/>
                <a:gd name="T18" fmla="*/ 665920 w 1361803"/>
                <a:gd name="T19" fmla="*/ 686240 h 1281345"/>
                <a:gd name="T20" fmla="*/ 633318 w 1361803"/>
                <a:gd name="T21" fmla="*/ 771039 h 1281345"/>
                <a:gd name="T22" fmla="*/ 270797 w 1361803"/>
                <a:gd name="T23" fmla="*/ 776338 h 1281345"/>
                <a:gd name="T24" fmla="*/ 255979 w 1361803"/>
                <a:gd name="T25" fmla="*/ 705323 h 1281345"/>
                <a:gd name="T26" fmla="*/ 278558 w 1361803"/>
                <a:gd name="T27" fmla="*/ 503808 h 1281345"/>
                <a:gd name="T28" fmla="*/ 746925 w 1361803"/>
                <a:gd name="T29" fmla="*/ 503808 h 1281345"/>
                <a:gd name="T30" fmla="*/ 766688 w 1361803"/>
                <a:gd name="T31" fmla="*/ 555844 h 1281345"/>
                <a:gd name="T32" fmla="*/ 279544 w 1361803"/>
                <a:gd name="T33" fmla="*/ 593008 h 1281345"/>
                <a:gd name="T34" fmla="*/ 256813 w 1361803"/>
                <a:gd name="T35" fmla="*/ 527172 h 1281345"/>
                <a:gd name="T36" fmla="*/ 944591 w 1361803"/>
                <a:gd name="T37" fmla="*/ 452716 h 1281345"/>
                <a:gd name="T38" fmla="*/ 1023588 w 1361803"/>
                <a:gd name="T39" fmla="*/ 643756 h 1281345"/>
                <a:gd name="T40" fmla="*/ 636495 w 1361803"/>
                <a:gd name="T41" fmla="*/ 1040700 h 1281345"/>
                <a:gd name="T42" fmla="*/ 601932 w 1361803"/>
                <a:gd name="T43" fmla="*/ 1010980 h 1281345"/>
                <a:gd name="T44" fmla="*/ 940644 w 1361803"/>
                <a:gd name="T45" fmla="*/ 460140 h 1281345"/>
                <a:gd name="T46" fmla="*/ 1339566 w 1361803"/>
                <a:gd name="T47" fmla="*/ 322482 h 1281345"/>
                <a:gd name="T48" fmla="*/ 1356355 w 1361803"/>
                <a:gd name="T49" fmla="*/ 373372 h 1281345"/>
                <a:gd name="T50" fmla="*/ 1136163 w 1361803"/>
                <a:gd name="T51" fmla="*/ 663855 h 1281345"/>
                <a:gd name="T52" fmla="*/ 1082839 w 1361803"/>
                <a:gd name="T53" fmla="*/ 676580 h 1281345"/>
                <a:gd name="T54" fmla="*/ 1123322 w 1361803"/>
                <a:gd name="T55" fmla="*/ 596008 h 1281345"/>
                <a:gd name="T56" fmla="*/ 1312908 w 1361803"/>
                <a:gd name="T57" fmla="*/ 334145 h 1281345"/>
                <a:gd name="T58" fmla="*/ 526769 w 1361803"/>
                <a:gd name="T59" fmla="*/ 229043 h 1281345"/>
                <a:gd name="T60" fmla="*/ 766688 w 1361803"/>
                <a:gd name="T61" fmla="*/ 244970 h 1281345"/>
                <a:gd name="T62" fmla="*/ 749907 w 1361803"/>
                <a:gd name="T63" fmla="*/ 318243 h 1281345"/>
                <a:gd name="T64" fmla="*/ 529735 w 1361803"/>
                <a:gd name="T65" fmla="*/ 318243 h 1281345"/>
                <a:gd name="T66" fmla="*/ 511959 w 1361803"/>
                <a:gd name="T67" fmla="*/ 246034 h 1281345"/>
                <a:gd name="T68" fmla="*/ 1245419 w 1361803"/>
                <a:gd name="T69" fmla="*/ 137724 h 1281345"/>
                <a:gd name="T70" fmla="*/ 1309122 w 1361803"/>
                <a:gd name="T71" fmla="*/ 239622 h 1281345"/>
                <a:gd name="T72" fmla="*/ 1116528 w 1361803"/>
                <a:gd name="T73" fmla="*/ 531150 h 1281345"/>
                <a:gd name="T74" fmla="*/ 998003 w 1361803"/>
                <a:gd name="T75" fmla="*/ 384860 h 1281345"/>
                <a:gd name="T76" fmla="*/ 1207394 w 1361803"/>
                <a:gd name="T77" fmla="*/ 148457 h 1281345"/>
                <a:gd name="T78" fmla="*/ 327005 w 1361803"/>
                <a:gd name="T79" fmla="*/ 0 h 1281345"/>
                <a:gd name="T80" fmla="*/ 1023501 w 1361803"/>
                <a:gd name="T81" fmla="*/ 136834 h 1281345"/>
                <a:gd name="T82" fmla="*/ 1015602 w 1361803"/>
                <a:gd name="T83" fmla="*/ 237608 h 1281345"/>
                <a:gd name="T84" fmla="*/ 909891 w 1361803"/>
                <a:gd name="T85" fmla="*/ 379745 h 1281345"/>
                <a:gd name="T86" fmla="*/ 897047 w 1361803"/>
                <a:gd name="T87" fmla="*/ 313980 h 1281345"/>
                <a:gd name="T88" fmla="*/ 872348 w 1361803"/>
                <a:gd name="T89" fmla="*/ 135772 h 1281345"/>
                <a:gd name="T90" fmla="*/ 382329 w 1361803"/>
                <a:gd name="T91" fmla="*/ 135772 h 1281345"/>
                <a:gd name="T92" fmla="*/ 382329 w 1361803"/>
                <a:gd name="T93" fmla="*/ 313980 h 1281345"/>
                <a:gd name="T94" fmla="*/ 143255 w 1361803"/>
                <a:gd name="T95" fmla="*/ 409444 h 1281345"/>
                <a:gd name="T96" fmla="*/ 126454 w 1361803"/>
                <a:gd name="T97" fmla="*/ 428538 h 1281345"/>
                <a:gd name="T98" fmla="*/ 151153 w 1361803"/>
                <a:gd name="T99" fmla="*/ 1143476 h 1281345"/>
                <a:gd name="T100" fmla="*/ 897047 w 1361803"/>
                <a:gd name="T101" fmla="*/ 1115897 h 1281345"/>
                <a:gd name="T102" fmla="*/ 902973 w 1361803"/>
                <a:gd name="T103" fmla="*/ 902690 h 1281345"/>
                <a:gd name="T104" fmla="*/ 1022515 w 1361803"/>
                <a:gd name="T105" fmla="*/ 767972 h 1281345"/>
                <a:gd name="T106" fmla="*/ 1023501 w 1361803"/>
                <a:gd name="T107" fmla="*/ 1133931 h 1281345"/>
                <a:gd name="T108" fmla="*/ 131394 w 1361803"/>
                <a:gd name="T109" fmla="*/ 1279248 h 1281345"/>
                <a:gd name="T110" fmla="*/ 0 w 1361803"/>
                <a:gd name="T111" fmla="*/ 335193 h 1281345"/>
                <a:gd name="T112" fmla="*/ 261801 w 1361803"/>
                <a:gd name="T113" fmla="*/ 28642 h 1281345"/>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1361803" h="1281345">
                  <a:moveTo>
                    <a:pt x="340187" y="867542"/>
                  </a:moveTo>
                  <a:cubicBezTo>
                    <a:pt x="351512" y="867144"/>
                    <a:pt x="363575" y="872724"/>
                    <a:pt x="372930" y="883885"/>
                  </a:cubicBezTo>
                  <a:cubicBezTo>
                    <a:pt x="394595" y="907270"/>
                    <a:pt x="415275" y="931718"/>
                    <a:pt x="436940" y="957229"/>
                  </a:cubicBezTo>
                  <a:cubicBezTo>
                    <a:pt x="449742" y="946599"/>
                    <a:pt x="462543" y="935970"/>
                    <a:pt x="475345" y="925340"/>
                  </a:cubicBezTo>
                  <a:cubicBezTo>
                    <a:pt x="492086" y="911522"/>
                    <a:pt x="506857" y="910459"/>
                    <a:pt x="525568" y="923214"/>
                  </a:cubicBezTo>
                  <a:cubicBezTo>
                    <a:pt x="535415" y="929592"/>
                    <a:pt x="544278" y="935970"/>
                    <a:pt x="553141" y="942347"/>
                  </a:cubicBezTo>
                  <a:cubicBezTo>
                    <a:pt x="545263" y="967858"/>
                    <a:pt x="538370" y="993369"/>
                    <a:pt x="530492" y="1018880"/>
                  </a:cubicBezTo>
                  <a:cubicBezTo>
                    <a:pt x="528522" y="1018880"/>
                    <a:pt x="528522" y="1018880"/>
                    <a:pt x="527537" y="1018880"/>
                  </a:cubicBezTo>
                  <a:cubicBezTo>
                    <a:pt x="509812" y="1000810"/>
                    <a:pt x="494056" y="1007187"/>
                    <a:pt x="479284" y="1024195"/>
                  </a:cubicBezTo>
                  <a:cubicBezTo>
                    <a:pt x="473376" y="1030572"/>
                    <a:pt x="466482" y="1035887"/>
                    <a:pt x="459589" y="1041202"/>
                  </a:cubicBezTo>
                  <a:cubicBezTo>
                    <a:pt x="438909" y="1058209"/>
                    <a:pt x="420199" y="1056083"/>
                    <a:pt x="402473" y="1035887"/>
                  </a:cubicBezTo>
                  <a:cubicBezTo>
                    <a:pt x="385732" y="1017817"/>
                    <a:pt x="369976" y="998684"/>
                    <a:pt x="352251" y="978488"/>
                  </a:cubicBezTo>
                  <a:cubicBezTo>
                    <a:pt x="343388" y="995495"/>
                    <a:pt x="335510" y="1012502"/>
                    <a:pt x="327632" y="1028446"/>
                  </a:cubicBezTo>
                  <a:cubicBezTo>
                    <a:pt x="318769" y="1046517"/>
                    <a:pt x="303013" y="1053957"/>
                    <a:pt x="286272" y="1050768"/>
                  </a:cubicBezTo>
                  <a:cubicBezTo>
                    <a:pt x="262638" y="1046517"/>
                    <a:pt x="248851" y="1019943"/>
                    <a:pt x="259683" y="995495"/>
                  </a:cubicBezTo>
                  <a:cubicBezTo>
                    <a:pt x="276424" y="959355"/>
                    <a:pt x="293165" y="922151"/>
                    <a:pt x="311876" y="887074"/>
                  </a:cubicBezTo>
                  <a:cubicBezTo>
                    <a:pt x="318276" y="874318"/>
                    <a:pt x="328863" y="867941"/>
                    <a:pt x="340187" y="867542"/>
                  </a:cubicBezTo>
                  <a:close/>
                  <a:moveTo>
                    <a:pt x="274255" y="687365"/>
                  </a:moveTo>
                  <a:cubicBezTo>
                    <a:pt x="330459" y="687365"/>
                    <a:pt x="386662" y="687365"/>
                    <a:pt x="442866" y="687365"/>
                  </a:cubicBezTo>
                  <a:cubicBezTo>
                    <a:pt x="516819" y="687365"/>
                    <a:pt x="590771" y="687365"/>
                    <a:pt x="664723" y="687365"/>
                  </a:cubicBezTo>
                  <a:cubicBezTo>
                    <a:pt x="670640" y="687365"/>
                    <a:pt x="675570" y="687365"/>
                    <a:pt x="684444" y="687365"/>
                  </a:cubicBezTo>
                  <a:cubicBezTo>
                    <a:pt x="666695" y="718154"/>
                    <a:pt x="649933" y="745757"/>
                    <a:pt x="632184" y="772299"/>
                  </a:cubicBezTo>
                  <a:cubicBezTo>
                    <a:pt x="630212" y="775484"/>
                    <a:pt x="625282" y="776545"/>
                    <a:pt x="621338" y="776545"/>
                  </a:cubicBezTo>
                  <a:cubicBezTo>
                    <a:pt x="504000" y="777607"/>
                    <a:pt x="387648" y="776545"/>
                    <a:pt x="270311" y="777607"/>
                  </a:cubicBezTo>
                  <a:cubicBezTo>
                    <a:pt x="259464" y="777607"/>
                    <a:pt x="255520" y="772299"/>
                    <a:pt x="256506" y="760620"/>
                  </a:cubicBezTo>
                  <a:cubicBezTo>
                    <a:pt x="256506" y="742572"/>
                    <a:pt x="256506" y="724524"/>
                    <a:pt x="255520" y="706475"/>
                  </a:cubicBezTo>
                  <a:cubicBezTo>
                    <a:pt x="255520" y="691612"/>
                    <a:pt x="261436" y="687365"/>
                    <a:pt x="274255" y="687365"/>
                  </a:cubicBezTo>
                  <a:close/>
                  <a:moveTo>
                    <a:pt x="278054" y="504636"/>
                  </a:moveTo>
                  <a:cubicBezTo>
                    <a:pt x="354989" y="504636"/>
                    <a:pt x="432911" y="504636"/>
                    <a:pt x="509846" y="504636"/>
                  </a:cubicBezTo>
                  <a:cubicBezTo>
                    <a:pt x="588754" y="504636"/>
                    <a:pt x="666676" y="504636"/>
                    <a:pt x="745584" y="504636"/>
                  </a:cubicBezTo>
                  <a:cubicBezTo>
                    <a:pt x="764325" y="504636"/>
                    <a:pt x="765311" y="505700"/>
                    <a:pt x="765311" y="524845"/>
                  </a:cubicBezTo>
                  <a:cubicBezTo>
                    <a:pt x="765311" y="535481"/>
                    <a:pt x="765311" y="546117"/>
                    <a:pt x="765311" y="556753"/>
                  </a:cubicBezTo>
                  <a:cubicBezTo>
                    <a:pt x="765311" y="580153"/>
                    <a:pt x="752489" y="593980"/>
                    <a:pt x="730789" y="593980"/>
                  </a:cubicBezTo>
                  <a:cubicBezTo>
                    <a:pt x="580863" y="593980"/>
                    <a:pt x="429952" y="593980"/>
                    <a:pt x="279040" y="593980"/>
                  </a:cubicBezTo>
                  <a:cubicBezTo>
                    <a:pt x="256354" y="593980"/>
                    <a:pt x="256354" y="592917"/>
                    <a:pt x="256354" y="569517"/>
                  </a:cubicBezTo>
                  <a:cubicBezTo>
                    <a:pt x="256354" y="555690"/>
                    <a:pt x="256354" y="541863"/>
                    <a:pt x="256354" y="528036"/>
                  </a:cubicBezTo>
                  <a:cubicBezTo>
                    <a:pt x="256354" y="504636"/>
                    <a:pt x="256354" y="504636"/>
                    <a:pt x="278054" y="504636"/>
                  </a:cubicBezTo>
                  <a:close/>
                  <a:moveTo>
                    <a:pt x="942895" y="453454"/>
                  </a:moveTo>
                  <a:cubicBezTo>
                    <a:pt x="989224" y="494914"/>
                    <a:pt x="1033581" y="534249"/>
                    <a:pt x="1077938" y="574646"/>
                  </a:cubicBezTo>
                  <a:cubicBezTo>
                    <a:pt x="1059210" y="599097"/>
                    <a:pt x="1040481" y="622484"/>
                    <a:pt x="1021752" y="644809"/>
                  </a:cubicBezTo>
                  <a:cubicBezTo>
                    <a:pt x="928109" y="760685"/>
                    <a:pt x="831509" y="874435"/>
                    <a:pt x="722095" y="974365"/>
                  </a:cubicBezTo>
                  <a:cubicBezTo>
                    <a:pt x="695481" y="999879"/>
                    <a:pt x="664923" y="1021141"/>
                    <a:pt x="635352" y="1042403"/>
                  </a:cubicBezTo>
                  <a:cubicBezTo>
                    <a:pt x="626481" y="1048781"/>
                    <a:pt x="613666" y="1046655"/>
                    <a:pt x="601838" y="1048781"/>
                  </a:cubicBezTo>
                  <a:cubicBezTo>
                    <a:pt x="601838" y="1037087"/>
                    <a:pt x="596909" y="1023267"/>
                    <a:pt x="600852" y="1012636"/>
                  </a:cubicBezTo>
                  <a:cubicBezTo>
                    <a:pt x="619581" y="969050"/>
                    <a:pt x="637323" y="924400"/>
                    <a:pt x="659995" y="882940"/>
                  </a:cubicBezTo>
                  <a:cubicBezTo>
                    <a:pt x="741809" y="734108"/>
                    <a:pt x="838409" y="595907"/>
                    <a:pt x="938952" y="460896"/>
                  </a:cubicBezTo>
                  <a:cubicBezTo>
                    <a:pt x="939938" y="458770"/>
                    <a:pt x="940924" y="456643"/>
                    <a:pt x="942895" y="453454"/>
                  </a:cubicBezTo>
                  <a:close/>
                  <a:moveTo>
                    <a:pt x="1337162" y="323013"/>
                  </a:moveTo>
                  <a:cubicBezTo>
                    <a:pt x="1348990" y="326198"/>
                    <a:pt x="1361803" y="343189"/>
                    <a:pt x="1361803" y="358055"/>
                  </a:cubicBezTo>
                  <a:cubicBezTo>
                    <a:pt x="1359832" y="361241"/>
                    <a:pt x="1357861" y="367612"/>
                    <a:pt x="1353918" y="373984"/>
                  </a:cubicBezTo>
                  <a:cubicBezTo>
                    <a:pt x="1300693" y="447255"/>
                    <a:pt x="1247469" y="521588"/>
                    <a:pt x="1194244" y="594859"/>
                  </a:cubicBezTo>
                  <a:cubicBezTo>
                    <a:pt x="1175517" y="619282"/>
                    <a:pt x="1154818" y="642644"/>
                    <a:pt x="1134120" y="664944"/>
                  </a:cubicBezTo>
                  <a:cubicBezTo>
                    <a:pt x="1125249" y="673439"/>
                    <a:pt x="1113421" y="678749"/>
                    <a:pt x="1101594" y="682996"/>
                  </a:cubicBezTo>
                  <a:cubicBezTo>
                    <a:pt x="1095680" y="685120"/>
                    <a:pt x="1083852" y="682996"/>
                    <a:pt x="1080895" y="677687"/>
                  </a:cubicBezTo>
                  <a:cubicBezTo>
                    <a:pt x="1077938" y="671315"/>
                    <a:pt x="1077938" y="658573"/>
                    <a:pt x="1080895" y="652201"/>
                  </a:cubicBezTo>
                  <a:cubicBezTo>
                    <a:pt x="1092723" y="633087"/>
                    <a:pt x="1107507" y="615035"/>
                    <a:pt x="1121306" y="596983"/>
                  </a:cubicBezTo>
                  <a:cubicBezTo>
                    <a:pt x="1175517" y="522650"/>
                    <a:pt x="1229727" y="449379"/>
                    <a:pt x="1284923" y="375046"/>
                  </a:cubicBezTo>
                  <a:cubicBezTo>
                    <a:pt x="1293794" y="362303"/>
                    <a:pt x="1302665" y="348498"/>
                    <a:pt x="1310550" y="334694"/>
                  </a:cubicBezTo>
                  <a:cubicBezTo>
                    <a:pt x="1317449" y="324075"/>
                    <a:pt x="1325334" y="318765"/>
                    <a:pt x="1337162" y="323013"/>
                  </a:cubicBezTo>
                  <a:close/>
                  <a:moveTo>
                    <a:pt x="525824" y="229421"/>
                  </a:moveTo>
                  <a:cubicBezTo>
                    <a:pt x="600725" y="229421"/>
                    <a:pt x="675627" y="229421"/>
                    <a:pt x="750528" y="229421"/>
                  </a:cubicBezTo>
                  <a:cubicBezTo>
                    <a:pt x="761369" y="229421"/>
                    <a:pt x="765311" y="233676"/>
                    <a:pt x="765311" y="245375"/>
                  </a:cubicBezTo>
                  <a:cubicBezTo>
                    <a:pt x="764326" y="264521"/>
                    <a:pt x="764326" y="282602"/>
                    <a:pt x="765311" y="301747"/>
                  </a:cubicBezTo>
                  <a:cubicBezTo>
                    <a:pt x="765311" y="314511"/>
                    <a:pt x="760383" y="318765"/>
                    <a:pt x="748557" y="318765"/>
                  </a:cubicBezTo>
                  <a:cubicBezTo>
                    <a:pt x="711106" y="318765"/>
                    <a:pt x="674641" y="318765"/>
                    <a:pt x="638176" y="318765"/>
                  </a:cubicBezTo>
                  <a:cubicBezTo>
                    <a:pt x="601711" y="318765"/>
                    <a:pt x="565246" y="317702"/>
                    <a:pt x="528781" y="318765"/>
                  </a:cubicBezTo>
                  <a:cubicBezTo>
                    <a:pt x="515969" y="318765"/>
                    <a:pt x="511041" y="313447"/>
                    <a:pt x="511041" y="299620"/>
                  </a:cubicBezTo>
                  <a:cubicBezTo>
                    <a:pt x="512027" y="282602"/>
                    <a:pt x="512027" y="264521"/>
                    <a:pt x="511041" y="246439"/>
                  </a:cubicBezTo>
                  <a:cubicBezTo>
                    <a:pt x="511041" y="234739"/>
                    <a:pt x="514983" y="229421"/>
                    <a:pt x="525824" y="229421"/>
                  </a:cubicBezTo>
                  <a:close/>
                  <a:moveTo>
                    <a:pt x="1243182" y="137949"/>
                  </a:moveTo>
                  <a:cubicBezTo>
                    <a:pt x="1255260" y="139675"/>
                    <a:pt x="1267337" y="146577"/>
                    <a:pt x="1281140" y="158257"/>
                  </a:cubicBezTo>
                  <a:cubicBezTo>
                    <a:pt x="1308745" y="183741"/>
                    <a:pt x="1317618" y="208163"/>
                    <a:pt x="1306773" y="240018"/>
                  </a:cubicBezTo>
                  <a:cubicBezTo>
                    <a:pt x="1300858" y="257008"/>
                    <a:pt x="1294942" y="275059"/>
                    <a:pt x="1285083" y="289925"/>
                  </a:cubicBezTo>
                  <a:cubicBezTo>
                    <a:pt x="1228886" y="370624"/>
                    <a:pt x="1171704" y="450262"/>
                    <a:pt x="1114521" y="532023"/>
                  </a:cubicBezTo>
                  <a:cubicBezTo>
                    <a:pt x="1066212" y="489550"/>
                    <a:pt x="1022832" y="450262"/>
                    <a:pt x="977480" y="410974"/>
                  </a:cubicBezTo>
                  <a:cubicBezTo>
                    <a:pt x="984381" y="401417"/>
                    <a:pt x="990297" y="392923"/>
                    <a:pt x="996212" y="385490"/>
                  </a:cubicBezTo>
                  <a:cubicBezTo>
                    <a:pt x="1050437" y="319656"/>
                    <a:pt x="1103676" y="252760"/>
                    <a:pt x="1157901" y="187988"/>
                  </a:cubicBezTo>
                  <a:cubicBezTo>
                    <a:pt x="1170718" y="172061"/>
                    <a:pt x="1188464" y="159319"/>
                    <a:pt x="1205225" y="148700"/>
                  </a:cubicBezTo>
                  <a:cubicBezTo>
                    <a:pt x="1219027" y="139675"/>
                    <a:pt x="1231105" y="136224"/>
                    <a:pt x="1243182" y="137949"/>
                  </a:cubicBezTo>
                  <a:close/>
                  <a:moveTo>
                    <a:pt x="326420" y="0"/>
                  </a:moveTo>
                  <a:cubicBezTo>
                    <a:pt x="513791" y="0"/>
                    <a:pt x="702148" y="0"/>
                    <a:pt x="889519" y="0"/>
                  </a:cubicBezTo>
                  <a:cubicBezTo>
                    <a:pt x="964468" y="1063"/>
                    <a:pt x="1018707" y="56311"/>
                    <a:pt x="1021665" y="137059"/>
                  </a:cubicBezTo>
                  <a:cubicBezTo>
                    <a:pt x="1021665" y="164684"/>
                    <a:pt x="1021665" y="191246"/>
                    <a:pt x="1020679" y="218870"/>
                  </a:cubicBezTo>
                  <a:cubicBezTo>
                    <a:pt x="1020679" y="225245"/>
                    <a:pt x="1017721" y="232682"/>
                    <a:pt x="1013776" y="237995"/>
                  </a:cubicBezTo>
                  <a:cubicBezTo>
                    <a:pt x="985177" y="275181"/>
                    <a:pt x="956578" y="311305"/>
                    <a:pt x="928966" y="348492"/>
                  </a:cubicBezTo>
                  <a:cubicBezTo>
                    <a:pt x="921077" y="358054"/>
                    <a:pt x="915160" y="369741"/>
                    <a:pt x="908256" y="380366"/>
                  </a:cubicBezTo>
                  <a:cubicBezTo>
                    <a:pt x="905298" y="384616"/>
                    <a:pt x="901353" y="387804"/>
                    <a:pt x="895436" y="395241"/>
                  </a:cubicBezTo>
                  <a:cubicBezTo>
                    <a:pt x="895436" y="365492"/>
                    <a:pt x="895436" y="339992"/>
                    <a:pt x="895436" y="314493"/>
                  </a:cubicBezTo>
                  <a:cubicBezTo>
                    <a:pt x="895436" y="263494"/>
                    <a:pt x="895436" y="212495"/>
                    <a:pt x="895436" y="161496"/>
                  </a:cubicBezTo>
                  <a:cubicBezTo>
                    <a:pt x="895436" y="139184"/>
                    <a:pt x="892478" y="135997"/>
                    <a:pt x="870782" y="135997"/>
                  </a:cubicBezTo>
                  <a:cubicBezTo>
                    <a:pt x="713982" y="135997"/>
                    <a:pt x="557182" y="135997"/>
                    <a:pt x="399396" y="135997"/>
                  </a:cubicBezTo>
                  <a:cubicBezTo>
                    <a:pt x="394465" y="135997"/>
                    <a:pt x="388548" y="135997"/>
                    <a:pt x="381645" y="135997"/>
                  </a:cubicBezTo>
                  <a:cubicBezTo>
                    <a:pt x="381645" y="145559"/>
                    <a:pt x="381645" y="152997"/>
                    <a:pt x="381645" y="159371"/>
                  </a:cubicBezTo>
                  <a:cubicBezTo>
                    <a:pt x="381645" y="211433"/>
                    <a:pt x="381645" y="262431"/>
                    <a:pt x="381645" y="314493"/>
                  </a:cubicBezTo>
                  <a:cubicBezTo>
                    <a:pt x="380659" y="373991"/>
                    <a:pt x="346143" y="410116"/>
                    <a:pt x="290918" y="410116"/>
                  </a:cubicBezTo>
                  <a:cubicBezTo>
                    <a:pt x="241610" y="410116"/>
                    <a:pt x="192302" y="410116"/>
                    <a:pt x="142994" y="410116"/>
                  </a:cubicBezTo>
                  <a:cubicBezTo>
                    <a:pt x="138063" y="410116"/>
                    <a:pt x="133132" y="410116"/>
                    <a:pt x="126229" y="410116"/>
                  </a:cubicBezTo>
                  <a:cubicBezTo>
                    <a:pt x="126229" y="418615"/>
                    <a:pt x="126229" y="423928"/>
                    <a:pt x="126229" y="429240"/>
                  </a:cubicBezTo>
                  <a:cubicBezTo>
                    <a:pt x="126229" y="658735"/>
                    <a:pt x="126229" y="888229"/>
                    <a:pt x="126229" y="1117724"/>
                  </a:cubicBezTo>
                  <a:cubicBezTo>
                    <a:pt x="126229" y="1143223"/>
                    <a:pt x="128201" y="1145348"/>
                    <a:pt x="150883" y="1145348"/>
                  </a:cubicBezTo>
                  <a:cubicBezTo>
                    <a:pt x="390521" y="1145348"/>
                    <a:pt x="630158" y="1145348"/>
                    <a:pt x="869796" y="1145348"/>
                  </a:cubicBezTo>
                  <a:cubicBezTo>
                    <a:pt x="893464" y="1145348"/>
                    <a:pt x="895436" y="1143223"/>
                    <a:pt x="895436" y="1117724"/>
                  </a:cubicBezTo>
                  <a:cubicBezTo>
                    <a:pt x="895436" y="1052913"/>
                    <a:pt x="895436" y="988102"/>
                    <a:pt x="895436" y="923291"/>
                  </a:cubicBezTo>
                  <a:cubicBezTo>
                    <a:pt x="895436" y="916916"/>
                    <a:pt x="897409" y="908416"/>
                    <a:pt x="901353" y="904166"/>
                  </a:cubicBezTo>
                  <a:cubicBezTo>
                    <a:pt x="938827" y="860605"/>
                    <a:pt x="976302" y="818106"/>
                    <a:pt x="1013776" y="774545"/>
                  </a:cubicBezTo>
                  <a:cubicBezTo>
                    <a:pt x="1015748" y="773482"/>
                    <a:pt x="1016734" y="772420"/>
                    <a:pt x="1020679" y="769232"/>
                  </a:cubicBezTo>
                  <a:cubicBezTo>
                    <a:pt x="1020679" y="775607"/>
                    <a:pt x="1021665" y="779857"/>
                    <a:pt x="1021665" y="784107"/>
                  </a:cubicBezTo>
                  <a:cubicBezTo>
                    <a:pt x="1021665" y="902042"/>
                    <a:pt x="1021665" y="1018914"/>
                    <a:pt x="1021665" y="1135786"/>
                  </a:cubicBezTo>
                  <a:cubicBezTo>
                    <a:pt x="1020679" y="1222909"/>
                    <a:pt x="967426" y="1281345"/>
                    <a:pt x="886561" y="1281345"/>
                  </a:cubicBezTo>
                  <a:cubicBezTo>
                    <a:pt x="634103" y="1281345"/>
                    <a:pt x="382631" y="1281345"/>
                    <a:pt x="131160" y="1281345"/>
                  </a:cubicBezTo>
                  <a:cubicBezTo>
                    <a:pt x="55225" y="1281345"/>
                    <a:pt x="0" y="1221847"/>
                    <a:pt x="0" y="1140036"/>
                  </a:cubicBezTo>
                  <a:cubicBezTo>
                    <a:pt x="0" y="872292"/>
                    <a:pt x="0" y="603486"/>
                    <a:pt x="0" y="335742"/>
                  </a:cubicBezTo>
                  <a:cubicBezTo>
                    <a:pt x="0" y="315555"/>
                    <a:pt x="5917" y="298556"/>
                    <a:pt x="18737" y="283681"/>
                  </a:cubicBezTo>
                  <a:cubicBezTo>
                    <a:pt x="99603" y="198683"/>
                    <a:pt x="180468" y="113685"/>
                    <a:pt x="261333" y="28687"/>
                  </a:cubicBezTo>
                  <a:cubicBezTo>
                    <a:pt x="279084" y="9562"/>
                    <a:pt x="300780" y="0"/>
                    <a:pt x="32642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5" name="文本框 4"/>
          <p:cNvSpPr txBox="1"/>
          <p:nvPr/>
        </p:nvSpPr>
        <p:spPr>
          <a:xfrm>
            <a:off x="974526" y="321818"/>
            <a:ext cx="1261884" cy="523220"/>
          </a:xfrm>
          <a:prstGeom prst="rect">
            <a:avLst/>
          </a:prstGeom>
          <a:noFill/>
        </p:spPr>
        <p:txBody>
          <a:bodyPr wrap="none" rtlCol="0">
            <a:spAutoFit/>
          </a:bodyPr>
          <a:lstStyle/>
          <a:p>
            <a:r>
              <a:rPr lang="zh-CN" altLang="en-US" sz="2800" b="1">
                <a:solidFill>
                  <a:srgbClr val="3FB793"/>
                </a:solidFill>
                <a:latin typeface="思源黑体旧字形 Normal" panose="020b0400000000000000" pitchFamily="34" charset="-128"/>
                <a:ea typeface="思源黑体旧字形 Normal" panose="020b0400000000000000" pitchFamily="34" charset="-128"/>
              </a:rPr>
              <a:t>协调力</a:t>
            </a:r>
          </a:p>
        </p:txBody>
      </p:sp>
      <p:sp>
        <p:nvSpPr>
          <p:cNvPr id="44" name="圆角矩形 4">
            <a:extLst>
              <a:ext uri="{FF2B5EF4-FFF2-40B4-BE49-F238E27FC236}">
                <a16:creationId xmlns:a16="http://schemas.microsoft.com/office/drawing/2014/main" id="{90779C3C-9058-43A3-A91F-A22F9B70673F}"/>
              </a:ext>
            </a:extLst>
          </p:cNvPr>
          <p:cNvSpPr/>
          <p:nvPr/>
        </p:nvSpPr>
        <p:spPr>
          <a:xfrm rot="2581990">
            <a:off x="9207226" y="2398769"/>
            <a:ext cx="1598551" cy="1597973"/>
          </a:xfrm>
          <a:prstGeom prst="roundRect">
            <a:avLst>
              <a:gd name="adj" fmla="val 12985"/>
            </a:avLst>
          </a:prstGeom>
          <a:solidFill>
            <a:srgbClr val="3FB793"/>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75">
              <a:solidFill>
                <a:schemeClr val="tx1">
                  <a:lumMod val="75000"/>
                  <a:lumOff val="25000"/>
                </a:schemeClr>
              </a:solidFill>
              <a:ea typeface="思源黑体旧字形 Normal" panose="020b0400000000000000" pitchFamily="34" charset="-128"/>
            </a:endParaRPr>
          </a:p>
        </p:txBody>
      </p:sp>
      <p:sp>
        <p:nvSpPr>
          <p:cNvPr id="45" name="圆角矩形 5">
            <a:extLst>
              <a:ext uri="{FF2B5EF4-FFF2-40B4-BE49-F238E27FC236}">
                <a16:creationId xmlns:a16="http://schemas.microsoft.com/office/drawing/2014/main" id="{E83ED7F6-C6B4-4AC5-BD04-9829561BC4F3}"/>
              </a:ext>
            </a:extLst>
          </p:cNvPr>
          <p:cNvSpPr/>
          <p:nvPr/>
        </p:nvSpPr>
        <p:spPr>
          <a:xfrm rot="2581990">
            <a:off x="1406282" y="1925368"/>
            <a:ext cx="1666396" cy="1665793"/>
          </a:xfrm>
          <a:prstGeom prst="roundRect">
            <a:avLst>
              <a:gd name="adj" fmla="val 12985"/>
            </a:avLst>
          </a:prstGeom>
          <a:solidFill>
            <a:srgbClr val="545D79"/>
          </a:solidFill>
          <a:ln>
            <a:noFill/>
          </a:ln>
          <a:effectLst>
            <a:outerShdw blurRad="63500" algn="ctr" rotWithShape="0">
              <a:prstClr val="black">
                <a:alpha val="40000"/>
              </a:prstClr>
            </a:outerShdw>
          </a:effectLst>
        </p:spPr>
        <p:txBody>
          <a:bodyPr vert="horz" wrap="square" lIns="91440" tIns="45720" rIns="91440" bIns="45720" numCol="1" anchor="ctr" anchorCtr="0" compatLnSpc="1">
            <a:prstTxWarp prst="textNoShape">
              <a:avLst/>
            </a:prstTxWarp>
          </a:bodyPr>
          <a:lstStyle/>
          <a:p>
            <a:pPr algn="ctr"/>
            <a:endParaRPr lang="zh-CN" altLang="en-US" sz="4800">
              <a:solidFill>
                <a:schemeClr val="tx1">
                  <a:lumMod val="75000"/>
                  <a:lumOff val="25000"/>
                </a:schemeClr>
              </a:solidFill>
              <a:latin typeface="思源黑体旧字形 Normal" panose="020b0400000000000000" pitchFamily="34" charset="-128"/>
              <a:ea typeface="思源黑体旧字形 Normal" panose="020b0400000000000000" pitchFamily="34" charset="-128"/>
            </a:endParaRPr>
          </a:p>
        </p:txBody>
      </p:sp>
      <p:sp>
        <p:nvSpPr>
          <p:cNvPr id="46" name="圆角矩形 6">
            <a:extLst>
              <a:ext uri="{FF2B5EF4-FFF2-40B4-BE49-F238E27FC236}">
                <a16:creationId xmlns:a16="http://schemas.microsoft.com/office/drawing/2014/main" id="{1E285450-D25E-4EED-8025-2923F402F0F7}"/>
              </a:ext>
            </a:extLst>
          </p:cNvPr>
          <p:cNvSpPr/>
          <p:nvPr/>
        </p:nvSpPr>
        <p:spPr>
          <a:xfrm rot="2581990">
            <a:off x="6591007" y="1916971"/>
            <a:ext cx="1666396" cy="1665793"/>
          </a:xfrm>
          <a:prstGeom prst="roundRect">
            <a:avLst>
              <a:gd name="adj" fmla="val 12985"/>
            </a:avLst>
          </a:prstGeom>
          <a:solidFill>
            <a:srgbClr val="545D79"/>
          </a:solidFill>
          <a:ln>
            <a:noFill/>
          </a:ln>
          <a:effectLst>
            <a:outerShdw blurRad="63500" algn="ctr" rotWithShape="0">
              <a:prstClr val="black">
                <a:alpha val="40000"/>
              </a:prstClr>
            </a:outerShdw>
          </a:effectLst>
        </p:spPr>
        <p:txBody>
          <a:bodyPr vert="horz" wrap="square" lIns="91440" tIns="45720" rIns="91440" bIns="45720" numCol="1" anchor="ctr" anchorCtr="0" compatLnSpc="1">
            <a:prstTxWarp prst="textNoShape">
              <a:avLst/>
            </a:prstTxWarp>
          </a:bodyPr>
          <a:lstStyle/>
          <a:p>
            <a:pPr algn="ctr"/>
            <a:endParaRPr lang="zh-CN" altLang="en-US" sz="4800">
              <a:solidFill>
                <a:schemeClr val="tx1">
                  <a:lumMod val="75000"/>
                  <a:lumOff val="25000"/>
                </a:schemeClr>
              </a:solidFill>
              <a:latin typeface="思源黑体旧字形 Normal" panose="020b0400000000000000" pitchFamily="34" charset="-128"/>
              <a:ea typeface="思源黑体旧字形 Normal" panose="020b0400000000000000" pitchFamily="34" charset="-128"/>
            </a:endParaRPr>
          </a:p>
        </p:txBody>
      </p:sp>
      <p:sp>
        <p:nvSpPr>
          <p:cNvPr id="47" name="圆角矩形 7">
            <a:extLst>
              <a:ext uri="{FF2B5EF4-FFF2-40B4-BE49-F238E27FC236}">
                <a16:creationId xmlns:a16="http://schemas.microsoft.com/office/drawing/2014/main" id="{9B2E9BF8-A12A-4824-9554-E4AC79E41E38}"/>
              </a:ext>
            </a:extLst>
          </p:cNvPr>
          <p:cNvSpPr/>
          <p:nvPr/>
        </p:nvSpPr>
        <p:spPr>
          <a:xfrm rot="2581990">
            <a:off x="4032997" y="2525654"/>
            <a:ext cx="1598551" cy="1597973"/>
          </a:xfrm>
          <a:prstGeom prst="roundRect">
            <a:avLst>
              <a:gd name="adj" fmla="val 12985"/>
            </a:avLst>
          </a:prstGeom>
          <a:solidFill>
            <a:srgbClr val="3FB793"/>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75">
              <a:solidFill>
                <a:schemeClr val="bg1"/>
              </a:solidFill>
              <a:ea typeface="思源黑体旧字形 Normal" panose="020b0400000000000000" pitchFamily="34" charset="-128"/>
            </a:endParaRPr>
          </a:p>
        </p:txBody>
      </p:sp>
      <p:grpSp>
        <p:nvGrpSpPr>
          <p:cNvPr id="48" name="组合 47">
            <a:extLst>
              <a:ext uri="{FF2B5EF4-FFF2-40B4-BE49-F238E27FC236}">
                <a16:creationId xmlns:a16="http://schemas.microsoft.com/office/drawing/2014/main" id="{5AF980FF-DA08-495F-81B4-97F4B954031D}"/>
              </a:ext>
            </a:extLst>
          </p:cNvPr>
          <p:cNvGrpSpPr/>
          <p:nvPr/>
        </p:nvGrpSpPr>
        <p:grpSpPr>
          <a:xfrm>
            <a:off x="1424679" y="2278540"/>
            <a:ext cx="1666396" cy="1665794"/>
            <a:chOff x="1424679" y="2162791"/>
            <a:chExt cx="1666396" cy="1665793"/>
          </a:xfrm>
        </p:grpSpPr>
        <p:sp>
          <p:nvSpPr>
            <p:cNvPr id="49" name="圆角矩形 9">
              <a:extLst>
                <a:ext uri="{FF2B5EF4-FFF2-40B4-BE49-F238E27FC236}">
                  <a16:creationId xmlns:a16="http://schemas.microsoft.com/office/drawing/2014/main" id="{F045978B-9167-4D90-98E4-7EE03F1359E3}"/>
                </a:ext>
              </a:extLst>
            </p:cNvPr>
            <p:cNvSpPr/>
            <p:nvPr/>
          </p:nvSpPr>
          <p:spPr>
            <a:xfrm rot="2581990">
              <a:off x="1424679" y="2162791"/>
              <a:ext cx="1666396" cy="1665793"/>
            </a:xfrm>
            <a:prstGeom prst="roundRect">
              <a:avLst>
                <a:gd name="adj" fmla="val 12985"/>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75">
                <a:solidFill>
                  <a:schemeClr val="tx1">
                    <a:lumMod val="75000"/>
                    <a:lumOff val="25000"/>
                  </a:schemeClr>
                </a:solidFill>
                <a:latin typeface="思源黑体旧字形 Normal" panose="020b0400000000000000" pitchFamily="34" charset="-128"/>
                <a:ea typeface="思源黑体旧字形 Normal" panose="020b0400000000000000" pitchFamily="34" charset="-128"/>
              </a:endParaRPr>
            </a:p>
          </p:txBody>
        </p:sp>
        <p:grpSp>
          <p:nvGrpSpPr>
            <p:cNvPr id="50" name="组合 49">
              <a:extLst>
                <a:ext uri="{FF2B5EF4-FFF2-40B4-BE49-F238E27FC236}">
                  <a16:creationId xmlns:a16="http://schemas.microsoft.com/office/drawing/2014/main" id="{45D855F3-AE19-49E5-B6B3-3763B26E0631}"/>
                </a:ext>
              </a:extLst>
            </p:cNvPr>
            <p:cNvGrpSpPr/>
            <p:nvPr/>
          </p:nvGrpSpPr>
          <p:grpSpPr>
            <a:xfrm>
              <a:off x="2006318" y="2223159"/>
              <a:ext cx="472468" cy="420860"/>
              <a:chOff x="9030568" y="-1120753"/>
              <a:chExt cx="472468" cy="420860"/>
            </a:xfrm>
            <a:solidFill>
              <a:srgbClr val="00B0F0"/>
            </a:solidFill>
          </p:grpSpPr>
          <p:sp>
            <p:nvSpPr>
              <p:cNvPr id="52" name="Freeform 270">
                <a:extLst>
                  <a:ext uri="{FF2B5EF4-FFF2-40B4-BE49-F238E27FC236}">
                    <a16:creationId xmlns:a16="http://schemas.microsoft.com/office/drawing/2014/main" id="{027E79D2-8621-4A65-A7C5-E1BC894EB351}"/>
                  </a:ext>
                </a:extLst>
              </p:cNvPr>
              <p:cNvSpPr>
                <a:spLocks noEditPoints="1"/>
              </p:cNvSpPr>
              <p:nvPr/>
            </p:nvSpPr>
            <p:spPr bwMode="auto">
              <a:xfrm>
                <a:off x="9030568" y="-1120753"/>
                <a:ext cx="472468" cy="420860"/>
              </a:xfrm>
              <a:custGeom>
                <a:gdLst>
                  <a:gd name="T0" fmla="*/ 166 w 171"/>
                  <a:gd name="T1" fmla="*/ 0 h 152"/>
                  <a:gd name="T2" fmla="*/ 5 w 171"/>
                  <a:gd name="T3" fmla="*/ 0 h 152"/>
                  <a:gd name="T4" fmla="*/ 0 w 171"/>
                  <a:gd name="T5" fmla="*/ 5 h 152"/>
                  <a:gd name="T6" fmla="*/ 0 w 171"/>
                  <a:gd name="T7" fmla="*/ 146 h 152"/>
                  <a:gd name="T8" fmla="*/ 5 w 171"/>
                  <a:gd name="T9" fmla="*/ 152 h 152"/>
                  <a:gd name="T10" fmla="*/ 166 w 171"/>
                  <a:gd name="T11" fmla="*/ 152 h 152"/>
                  <a:gd name="T12" fmla="*/ 171 w 171"/>
                  <a:gd name="T13" fmla="*/ 146 h 152"/>
                  <a:gd name="T14" fmla="*/ 171 w 171"/>
                  <a:gd name="T15" fmla="*/ 5 h 152"/>
                  <a:gd name="T16" fmla="*/ 166 w 171"/>
                  <a:gd name="T17" fmla="*/ 0 h 152"/>
                  <a:gd name="T18" fmla="*/ 132 w 171"/>
                  <a:gd name="T19" fmla="*/ 12 h 152"/>
                  <a:gd name="T20" fmla="*/ 139 w 171"/>
                  <a:gd name="T21" fmla="*/ 19 h 152"/>
                  <a:gd name="T22" fmla="*/ 132 w 171"/>
                  <a:gd name="T23" fmla="*/ 26 h 152"/>
                  <a:gd name="T24" fmla="*/ 124 w 171"/>
                  <a:gd name="T25" fmla="*/ 19 h 152"/>
                  <a:gd name="T26" fmla="*/ 132 w 171"/>
                  <a:gd name="T27" fmla="*/ 12 h 152"/>
                  <a:gd name="T28" fmla="*/ 110 w 171"/>
                  <a:gd name="T29" fmla="*/ 12 h 152"/>
                  <a:gd name="T30" fmla="*/ 118 w 171"/>
                  <a:gd name="T31" fmla="*/ 19 h 152"/>
                  <a:gd name="T32" fmla="*/ 110 w 171"/>
                  <a:gd name="T33" fmla="*/ 26 h 152"/>
                  <a:gd name="T34" fmla="*/ 103 w 171"/>
                  <a:gd name="T35" fmla="*/ 19 h 152"/>
                  <a:gd name="T36" fmla="*/ 110 w 171"/>
                  <a:gd name="T37" fmla="*/ 12 h 152"/>
                  <a:gd name="T38" fmla="*/ 160 w 171"/>
                  <a:gd name="T39" fmla="*/ 141 h 152"/>
                  <a:gd name="T40" fmla="*/ 11 w 171"/>
                  <a:gd name="T41" fmla="*/ 141 h 152"/>
                  <a:gd name="T42" fmla="*/ 11 w 171"/>
                  <a:gd name="T43" fmla="*/ 38 h 152"/>
                  <a:gd name="T44" fmla="*/ 160 w 171"/>
                  <a:gd name="T45" fmla="*/ 38 h 152"/>
                  <a:gd name="T46" fmla="*/ 160 w 171"/>
                  <a:gd name="T47" fmla="*/ 141 h 152"/>
                  <a:gd name="T48" fmla="*/ 153 w 171"/>
                  <a:gd name="T49" fmla="*/ 26 h 152"/>
                  <a:gd name="T50" fmla="*/ 146 w 171"/>
                  <a:gd name="T51" fmla="*/ 19 h 152"/>
                  <a:gd name="T52" fmla="*/ 153 w 171"/>
                  <a:gd name="T53" fmla="*/ 12 h 152"/>
                  <a:gd name="T54" fmla="*/ 160 w 171"/>
                  <a:gd name="T55" fmla="*/ 19 h 152"/>
                  <a:gd name="T56" fmla="*/ 153 w 171"/>
                  <a:gd name="T57" fmla="*/ 26 h 152"/>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71" h="152">
                    <a:moveTo>
                      <a:pt x="166" y="0"/>
                    </a:moveTo>
                    <a:cubicBezTo>
                      <a:pt x="5" y="0"/>
                      <a:pt x="5" y="0"/>
                      <a:pt x="5" y="0"/>
                    </a:cubicBezTo>
                    <a:cubicBezTo>
                      <a:pt x="2" y="0"/>
                      <a:pt x="0" y="2"/>
                      <a:pt x="0" y="5"/>
                    </a:cubicBezTo>
                    <a:cubicBezTo>
                      <a:pt x="0" y="146"/>
                      <a:pt x="0" y="146"/>
                      <a:pt x="0" y="146"/>
                    </a:cubicBezTo>
                    <a:cubicBezTo>
                      <a:pt x="0" y="149"/>
                      <a:pt x="2" y="152"/>
                      <a:pt x="5" y="152"/>
                    </a:cubicBezTo>
                    <a:cubicBezTo>
                      <a:pt x="166" y="152"/>
                      <a:pt x="166" y="152"/>
                      <a:pt x="166" y="152"/>
                    </a:cubicBezTo>
                    <a:cubicBezTo>
                      <a:pt x="169" y="152"/>
                      <a:pt x="171" y="149"/>
                      <a:pt x="171" y="146"/>
                    </a:cubicBezTo>
                    <a:cubicBezTo>
                      <a:pt x="171" y="5"/>
                      <a:pt x="171" y="5"/>
                      <a:pt x="171" y="5"/>
                    </a:cubicBezTo>
                    <a:cubicBezTo>
                      <a:pt x="171" y="2"/>
                      <a:pt x="169" y="0"/>
                      <a:pt x="166" y="0"/>
                    </a:cubicBezTo>
                    <a:close/>
                    <a:moveTo>
                      <a:pt x="132" y="12"/>
                    </a:moveTo>
                    <a:cubicBezTo>
                      <a:pt x="136" y="12"/>
                      <a:pt x="139" y="15"/>
                      <a:pt x="139" y="19"/>
                    </a:cubicBezTo>
                    <a:cubicBezTo>
                      <a:pt x="139" y="23"/>
                      <a:pt x="136" y="26"/>
                      <a:pt x="132" y="26"/>
                    </a:cubicBezTo>
                    <a:cubicBezTo>
                      <a:pt x="128" y="26"/>
                      <a:pt x="124" y="23"/>
                      <a:pt x="124" y="19"/>
                    </a:cubicBezTo>
                    <a:cubicBezTo>
                      <a:pt x="124" y="15"/>
                      <a:pt x="128" y="12"/>
                      <a:pt x="132" y="12"/>
                    </a:cubicBezTo>
                    <a:close/>
                    <a:moveTo>
                      <a:pt x="110" y="12"/>
                    </a:moveTo>
                    <a:cubicBezTo>
                      <a:pt x="114" y="12"/>
                      <a:pt x="118" y="15"/>
                      <a:pt x="118" y="19"/>
                    </a:cubicBezTo>
                    <a:cubicBezTo>
                      <a:pt x="118" y="23"/>
                      <a:pt x="114" y="26"/>
                      <a:pt x="110" y="26"/>
                    </a:cubicBezTo>
                    <a:cubicBezTo>
                      <a:pt x="106" y="26"/>
                      <a:pt x="103" y="23"/>
                      <a:pt x="103" y="19"/>
                    </a:cubicBezTo>
                    <a:cubicBezTo>
                      <a:pt x="103" y="15"/>
                      <a:pt x="106" y="12"/>
                      <a:pt x="110" y="12"/>
                    </a:cubicBezTo>
                    <a:close/>
                    <a:moveTo>
                      <a:pt x="160" y="141"/>
                    </a:moveTo>
                    <a:cubicBezTo>
                      <a:pt x="11" y="141"/>
                      <a:pt x="11" y="141"/>
                      <a:pt x="11" y="141"/>
                    </a:cubicBezTo>
                    <a:cubicBezTo>
                      <a:pt x="11" y="38"/>
                      <a:pt x="11" y="38"/>
                      <a:pt x="11" y="38"/>
                    </a:cubicBezTo>
                    <a:cubicBezTo>
                      <a:pt x="160" y="38"/>
                      <a:pt x="160" y="38"/>
                      <a:pt x="160" y="38"/>
                    </a:cubicBezTo>
                    <a:lnTo>
                      <a:pt x="160" y="141"/>
                    </a:lnTo>
                    <a:close/>
                    <a:moveTo>
                      <a:pt x="153" y="26"/>
                    </a:moveTo>
                    <a:cubicBezTo>
                      <a:pt x="149" y="26"/>
                      <a:pt x="146" y="23"/>
                      <a:pt x="146" y="19"/>
                    </a:cubicBezTo>
                    <a:cubicBezTo>
                      <a:pt x="146" y="15"/>
                      <a:pt x="149" y="12"/>
                      <a:pt x="153" y="12"/>
                    </a:cubicBezTo>
                    <a:cubicBezTo>
                      <a:pt x="157" y="12"/>
                      <a:pt x="160" y="15"/>
                      <a:pt x="160" y="19"/>
                    </a:cubicBezTo>
                    <a:cubicBezTo>
                      <a:pt x="160" y="23"/>
                      <a:pt x="157" y="26"/>
                      <a:pt x="153" y="26"/>
                    </a:cubicBezTo>
                    <a:close/>
                  </a:path>
                </a:pathLst>
              </a:custGeom>
              <a:solidFill>
                <a:srgbClr val="1E2857"/>
              </a:solidFill>
              <a:ln>
                <a:noFill/>
              </a:ln>
              <a:extLst/>
            </p:spPr>
            <p:txBody>
              <a:bodyPr vert="horz" wrap="square" lIns="91440" tIns="45720" rIns="91440" bIns="45720" numCol="1" anchor="t" anchorCtr="0" compatLnSpc="1">
                <a:prstTxWarp prst="textNoShape">
                  <a:avLst/>
                </a:prstTxWarp>
              </a:bodyPr>
              <a:lstStyle/>
              <a:p>
                <a:endParaRPr lang="zh-CN" altLang="en-US" sz="1351">
                  <a:solidFill>
                    <a:schemeClr val="tx1">
                      <a:lumMod val="75000"/>
                      <a:lumOff val="25000"/>
                    </a:schemeClr>
                  </a:solidFill>
                  <a:latin typeface="迷你简菱心" panose="02010609000101010101" pitchFamily="49" charset="-122"/>
                  <a:ea typeface="迷你简菱心" panose="02010609000101010101" pitchFamily="49" charset="-122"/>
                </a:endParaRPr>
              </a:p>
            </p:txBody>
          </p:sp>
          <p:sp>
            <p:nvSpPr>
              <p:cNvPr id="53" name="Freeform 271">
                <a:extLst>
                  <a:ext uri="{FF2B5EF4-FFF2-40B4-BE49-F238E27FC236}">
                    <a16:creationId xmlns:a16="http://schemas.microsoft.com/office/drawing/2014/main" id="{24B2B2C3-E1CB-46E3-94AD-6C97CD796B94}"/>
                  </a:ext>
                </a:extLst>
              </p:cNvPr>
              <p:cNvSpPr/>
              <p:nvPr/>
            </p:nvSpPr>
            <p:spPr bwMode="auto">
              <a:xfrm>
                <a:off x="9156871" y="-960593"/>
                <a:ext cx="216353" cy="185880"/>
              </a:xfrm>
              <a:custGeom>
                <a:gdLst>
                  <a:gd name="T0" fmla="*/ 57 w 78"/>
                  <a:gd name="T1" fmla="*/ 0 h 67"/>
                  <a:gd name="T2" fmla="*/ 57 w 78"/>
                  <a:gd name="T3" fmla="*/ 0 h 67"/>
                  <a:gd name="T4" fmla="*/ 39 w 78"/>
                  <a:gd name="T5" fmla="*/ 10 h 67"/>
                  <a:gd name="T6" fmla="*/ 21 w 78"/>
                  <a:gd name="T7" fmla="*/ 0 h 67"/>
                  <a:gd name="T8" fmla="*/ 20 w 78"/>
                  <a:gd name="T9" fmla="*/ 0 h 67"/>
                  <a:gd name="T10" fmla="*/ 0 w 78"/>
                  <a:gd name="T11" fmla="*/ 23 h 67"/>
                  <a:gd name="T12" fmla="*/ 1 w 78"/>
                  <a:gd name="T13" fmla="*/ 30 h 67"/>
                  <a:gd name="T14" fmla="*/ 25 w 78"/>
                  <a:gd name="T15" fmla="*/ 56 h 67"/>
                  <a:gd name="T16" fmla="*/ 39 w 78"/>
                  <a:gd name="T17" fmla="*/ 67 h 67"/>
                  <a:gd name="T18" fmla="*/ 53 w 78"/>
                  <a:gd name="T19" fmla="*/ 56 h 67"/>
                  <a:gd name="T20" fmla="*/ 77 w 78"/>
                  <a:gd name="T21" fmla="*/ 29 h 67"/>
                  <a:gd name="T22" fmla="*/ 78 w 78"/>
                  <a:gd name="T23" fmla="*/ 22 h 67"/>
                  <a:gd name="T24" fmla="*/ 57 w 78"/>
                  <a:gd name="T25" fmla="*/ 0 h 67"/>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67">
                    <a:moveTo>
                      <a:pt x="57" y="0"/>
                    </a:moveTo>
                    <a:cubicBezTo>
                      <a:pt x="57" y="0"/>
                      <a:pt x="57" y="0"/>
                      <a:pt x="57" y="0"/>
                    </a:cubicBezTo>
                    <a:cubicBezTo>
                      <a:pt x="49" y="0"/>
                      <a:pt x="42" y="4"/>
                      <a:pt x="39" y="10"/>
                    </a:cubicBezTo>
                    <a:cubicBezTo>
                      <a:pt x="35" y="4"/>
                      <a:pt x="28" y="0"/>
                      <a:pt x="21" y="0"/>
                    </a:cubicBezTo>
                    <a:cubicBezTo>
                      <a:pt x="21" y="0"/>
                      <a:pt x="21" y="0"/>
                      <a:pt x="20" y="0"/>
                    </a:cubicBezTo>
                    <a:cubicBezTo>
                      <a:pt x="9" y="0"/>
                      <a:pt x="0" y="11"/>
                      <a:pt x="0" y="23"/>
                    </a:cubicBezTo>
                    <a:cubicBezTo>
                      <a:pt x="0" y="26"/>
                      <a:pt x="0" y="28"/>
                      <a:pt x="1" y="30"/>
                    </a:cubicBezTo>
                    <a:cubicBezTo>
                      <a:pt x="2" y="37"/>
                      <a:pt x="14" y="48"/>
                      <a:pt x="25" y="56"/>
                    </a:cubicBezTo>
                    <a:cubicBezTo>
                      <a:pt x="30" y="60"/>
                      <a:pt x="39" y="67"/>
                      <a:pt x="39" y="67"/>
                    </a:cubicBezTo>
                    <a:cubicBezTo>
                      <a:pt x="43" y="64"/>
                      <a:pt x="48" y="60"/>
                      <a:pt x="53" y="56"/>
                    </a:cubicBezTo>
                    <a:cubicBezTo>
                      <a:pt x="64" y="47"/>
                      <a:pt x="75" y="36"/>
                      <a:pt x="77" y="29"/>
                    </a:cubicBezTo>
                    <a:cubicBezTo>
                      <a:pt x="78" y="27"/>
                      <a:pt x="78" y="25"/>
                      <a:pt x="78" y="22"/>
                    </a:cubicBezTo>
                    <a:cubicBezTo>
                      <a:pt x="78" y="10"/>
                      <a:pt x="68" y="0"/>
                      <a:pt x="57" y="0"/>
                    </a:cubicBezTo>
                    <a:close/>
                  </a:path>
                </a:pathLst>
              </a:custGeom>
              <a:solidFill>
                <a:srgbClr val="1E2857"/>
              </a:solidFill>
              <a:ln>
                <a:noFill/>
              </a:ln>
              <a:extLst/>
            </p:spPr>
            <p:txBody>
              <a:bodyPr vert="horz" wrap="square" lIns="91440" tIns="45720" rIns="91440" bIns="45720" numCol="1" anchor="t" anchorCtr="0" compatLnSpc="1">
                <a:prstTxWarp prst="textNoShape">
                  <a:avLst/>
                </a:prstTxWarp>
              </a:bodyPr>
              <a:lstStyle/>
              <a:p>
                <a:endParaRPr lang="zh-CN" altLang="en-US" sz="1351">
                  <a:solidFill>
                    <a:schemeClr val="tx1">
                      <a:lumMod val="75000"/>
                      <a:lumOff val="25000"/>
                    </a:schemeClr>
                  </a:solidFill>
                  <a:latin typeface="迷你简菱心" panose="02010609000101010101" pitchFamily="49" charset="-122"/>
                  <a:ea typeface="迷你简菱心" panose="02010609000101010101" pitchFamily="49" charset="-122"/>
                </a:endParaRPr>
              </a:p>
            </p:txBody>
          </p:sp>
        </p:grpSp>
        <p:sp>
          <p:nvSpPr>
            <p:cNvPr id="51" name="文本框 96">
              <a:extLst>
                <a:ext uri="{FF2B5EF4-FFF2-40B4-BE49-F238E27FC236}">
                  <a16:creationId xmlns:a16="http://schemas.microsoft.com/office/drawing/2014/main" id="{4714E1F7-AB87-4385-A1EE-8AA4D1CF4C98}"/>
                </a:ext>
              </a:extLst>
            </p:cNvPr>
            <p:cNvSpPr txBox="1"/>
            <p:nvPr/>
          </p:nvSpPr>
          <p:spPr>
            <a:xfrm>
              <a:off x="1574359" y="2934910"/>
              <a:ext cx="1411849" cy="707886"/>
            </a:xfrm>
            <a:prstGeom prst="rect">
              <a:avLst/>
            </a:prstGeom>
            <a:noFill/>
          </p:spPr>
          <p:txBody>
            <a:bodyPr wrap="square" rtlCol="0">
              <a:spAutoFit/>
            </a:bodyPr>
            <a:lstStyle/>
            <a:p>
              <a:pPr algn="ctr"/>
              <a:r>
                <a:rPr lang="zh-CN" altLang="en-US" sz="2000">
                  <a:solidFill>
                    <a:schemeClr val="tx1">
                      <a:lumMod val="75000"/>
                      <a:lumOff val="25000"/>
                    </a:schemeClr>
                  </a:solidFill>
                  <a:latin typeface="思源黑体旧字形 Normal" panose="020b0400000000000000" pitchFamily="34" charset="-128"/>
                  <a:ea typeface="思源黑体旧字形 Normal" panose="020b0400000000000000" pitchFamily="34" charset="-128"/>
                </a:rPr>
                <a:t>注重协调方式</a:t>
              </a:r>
            </a:p>
          </p:txBody>
        </p:sp>
      </p:grpSp>
      <p:sp>
        <p:nvSpPr>
          <p:cNvPr id="54" name="文本框 113">
            <a:extLst>
              <a:ext uri="{FF2B5EF4-FFF2-40B4-BE49-F238E27FC236}">
                <a16:creationId xmlns:a16="http://schemas.microsoft.com/office/drawing/2014/main" id="{47FACB40-36D4-4890-8CD6-0F396D11B7C8}"/>
              </a:ext>
            </a:extLst>
          </p:cNvPr>
          <p:cNvSpPr txBox="1"/>
          <p:nvPr/>
        </p:nvSpPr>
        <p:spPr>
          <a:xfrm>
            <a:off x="1168401" y="4726108"/>
            <a:ext cx="2223764" cy="1477328"/>
          </a:xfrm>
          <a:prstGeom prst="rect">
            <a:avLst/>
          </a:prstGeom>
          <a:noFill/>
        </p:spPr>
        <p:txBody>
          <a:bodyPr wrap="square" rtlCol="0">
            <a:spAutoFit/>
          </a:bodyPr>
          <a:lstStyle/>
          <a:p>
            <a:pPr>
              <a:lnSpc>
                <a:spcPct val="150000"/>
              </a:lnSpc>
            </a:pPr>
            <a:r>
              <a:rPr lang="zh-CN" altLang="en-US" sz="1200">
                <a:solidFill>
                  <a:schemeClr val="tx1">
                    <a:lumMod val="85000"/>
                    <a:lumOff val="15000"/>
                  </a:schemeClr>
                </a:solidFill>
                <a:latin typeface="思源黑体旧字形 Normal" panose="020b0400000000000000" pitchFamily="34" charset="-128"/>
                <a:ea typeface="思源黑体旧字形 Normal" panose="020b0400000000000000" pitchFamily="34" charset="-128"/>
              </a:rPr>
              <a:t>点击输入简要文字内容，文字内容需概括精炼，不用多余的文字修饰，言简意赅的说明分项内容，文字内容需概括精炼，不用多余的文字修饰。</a:t>
            </a:r>
            <a:endParaRPr lang="zh-CN" altLang="en-US" sz="1200">
              <a:solidFill>
                <a:schemeClr val="tx1">
                  <a:lumMod val="85000"/>
                  <a:lumOff val="15000"/>
                </a:schemeClr>
              </a:solidFill>
              <a:latin typeface="思源黑体旧字形 Normal" panose="020b0400000000000000" pitchFamily="34" charset="-128"/>
              <a:ea typeface="思源黑体旧字形 Normal" panose="020b0400000000000000" pitchFamily="34" charset="-128"/>
              <a:sym typeface="微软雅黑" panose="020b0503020204020204" pitchFamily="34" charset="-122"/>
            </a:endParaRPr>
          </a:p>
        </p:txBody>
      </p:sp>
      <p:grpSp>
        <p:nvGrpSpPr>
          <p:cNvPr id="55" name="组合 54">
            <a:extLst>
              <a:ext uri="{FF2B5EF4-FFF2-40B4-BE49-F238E27FC236}">
                <a16:creationId xmlns:a16="http://schemas.microsoft.com/office/drawing/2014/main" id="{CF000CCB-B383-4E90-AB95-E6CB37FDE41A}"/>
              </a:ext>
            </a:extLst>
          </p:cNvPr>
          <p:cNvGrpSpPr/>
          <p:nvPr/>
        </p:nvGrpSpPr>
        <p:grpSpPr>
          <a:xfrm>
            <a:off x="4096449" y="2851853"/>
            <a:ext cx="1517529" cy="1516983"/>
            <a:chOff x="4096447" y="2736106"/>
            <a:chExt cx="1517529" cy="1516982"/>
          </a:xfrm>
        </p:grpSpPr>
        <p:sp>
          <p:nvSpPr>
            <p:cNvPr id="56" name="圆角矩形 16">
              <a:extLst>
                <a:ext uri="{FF2B5EF4-FFF2-40B4-BE49-F238E27FC236}">
                  <a16:creationId xmlns:a16="http://schemas.microsoft.com/office/drawing/2014/main" id="{30973DE8-4909-48C9-83D0-33E8C56B023A}"/>
                </a:ext>
              </a:extLst>
            </p:cNvPr>
            <p:cNvSpPr/>
            <p:nvPr/>
          </p:nvSpPr>
          <p:spPr>
            <a:xfrm rot="2581990">
              <a:off x="4096447" y="2736106"/>
              <a:ext cx="1517529" cy="1516982"/>
            </a:xfrm>
            <a:prstGeom prst="roundRect">
              <a:avLst>
                <a:gd name="adj" fmla="val 12985"/>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75">
                <a:solidFill>
                  <a:schemeClr val="tx1">
                    <a:lumMod val="75000"/>
                    <a:lumOff val="25000"/>
                  </a:schemeClr>
                </a:solidFill>
                <a:latin typeface="思源黑体旧字形 Normal" panose="020b0400000000000000" pitchFamily="34" charset="-128"/>
                <a:ea typeface="思源黑体旧字形 Normal" panose="020b0400000000000000" pitchFamily="34" charset="-128"/>
              </a:endParaRPr>
            </a:p>
          </p:txBody>
        </p:sp>
        <p:grpSp>
          <p:nvGrpSpPr>
            <p:cNvPr id="57" name="组合 56">
              <a:extLst>
                <a:ext uri="{FF2B5EF4-FFF2-40B4-BE49-F238E27FC236}">
                  <a16:creationId xmlns:a16="http://schemas.microsoft.com/office/drawing/2014/main" id="{4F0CE6D5-5C08-4816-BECA-9C57E7DEEF09}"/>
                </a:ext>
              </a:extLst>
            </p:cNvPr>
            <p:cNvGrpSpPr/>
            <p:nvPr/>
          </p:nvGrpSpPr>
          <p:grpSpPr>
            <a:xfrm>
              <a:off x="4579502" y="2756967"/>
              <a:ext cx="464282" cy="429627"/>
              <a:chOff x="10191858" y="-1173361"/>
              <a:chExt cx="464282" cy="469959"/>
            </a:xfrm>
            <a:solidFill>
              <a:srgbClr val="00B0F0"/>
            </a:solidFill>
          </p:grpSpPr>
          <p:sp>
            <p:nvSpPr>
              <p:cNvPr id="59" name="Freeform 328">
                <a:extLst>
                  <a:ext uri="{FF2B5EF4-FFF2-40B4-BE49-F238E27FC236}">
                    <a16:creationId xmlns:a16="http://schemas.microsoft.com/office/drawing/2014/main" id="{9EA7A4A4-F9F0-4CBE-85B3-B9BBE623E1C7}"/>
                  </a:ext>
                </a:extLst>
              </p:cNvPr>
              <p:cNvSpPr/>
              <p:nvPr/>
            </p:nvSpPr>
            <p:spPr bwMode="auto">
              <a:xfrm>
                <a:off x="10321670" y="-1084513"/>
                <a:ext cx="157880" cy="317982"/>
              </a:xfrm>
              <a:custGeom>
                <a:gdLst>
                  <a:gd name="T0" fmla="*/ 35 w 135"/>
                  <a:gd name="T1" fmla="*/ 272 h 272"/>
                  <a:gd name="T2" fmla="*/ 99 w 135"/>
                  <a:gd name="T3" fmla="*/ 272 h 272"/>
                  <a:gd name="T4" fmla="*/ 99 w 135"/>
                  <a:gd name="T5" fmla="*/ 68 h 272"/>
                  <a:gd name="T6" fmla="*/ 135 w 135"/>
                  <a:gd name="T7" fmla="*/ 68 h 272"/>
                  <a:gd name="T8" fmla="*/ 66 w 135"/>
                  <a:gd name="T9" fmla="*/ 0 h 272"/>
                  <a:gd name="T10" fmla="*/ 0 w 135"/>
                  <a:gd name="T11" fmla="*/ 68 h 272"/>
                  <a:gd name="T12" fmla="*/ 35 w 135"/>
                  <a:gd name="T13" fmla="*/ 68 h 272"/>
                  <a:gd name="T14" fmla="*/ 35 w 135"/>
                  <a:gd name="T15" fmla="*/ 272 h 272"/>
                </a:gd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5" h="272">
                    <a:moveTo>
                      <a:pt x="35" y="272"/>
                    </a:moveTo>
                    <a:lnTo>
                      <a:pt x="99" y="272"/>
                    </a:lnTo>
                    <a:lnTo>
                      <a:pt x="99" y="68"/>
                    </a:lnTo>
                    <a:lnTo>
                      <a:pt x="135" y="68"/>
                    </a:lnTo>
                    <a:lnTo>
                      <a:pt x="66" y="0"/>
                    </a:lnTo>
                    <a:lnTo>
                      <a:pt x="0" y="68"/>
                    </a:lnTo>
                    <a:lnTo>
                      <a:pt x="35" y="68"/>
                    </a:lnTo>
                    <a:lnTo>
                      <a:pt x="35" y="272"/>
                    </a:lnTo>
                    <a:close/>
                  </a:path>
                </a:pathLst>
              </a:custGeom>
              <a:solidFill>
                <a:srgbClr val="1E2857"/>
              </a:solidFill>
              <a:ln>
                <a:noFill/>
              </a:ln>
              <a:extLst/>
            </p:spPr>
            <p:txBody>
              <a:bodyPr vert="horz" wrap="square" lIns="91440" tIns="45720" rIns="91440" bIns="45720" numCol="1" anchor="t" anchorCtr="0" compatLnSpc="1">
                <a:prstTxWarp prst="textNoShape">
                  <a:avLst/>
                </a:prstTxWarp>
              </a:bodyPr>
              <a:lstStyle/>
              <a:p>
                <a:endParaRPr lang="zh-CN" altLang="en-US" sz="1351">
                  <a:solidFill>
                    <a:schemeClr val="tx1">
                      <a:lumMod val="75000"/>
                      <a:lumOff val="25000"/>
                    </a:schemeClr>
                  </a:solidFill>
                  <a:latin typeface="迷你简菱心" panose="02010609000101010101" pitchFamily="49" charset="-122"/>
                  <a:ea typeface="迷你简菱心" panose="02010609000101010101" pitchFamily="49" charset="-122"/>
                </a:endParaRPr>
              </a:p>
            </p:txBody>
          </p:sp>
          <p:sp>
            <p:nvSpPr>
              <p:cNvPr id="60" name="Freeform 329">
                <a:extLst>
                  <a:ext uri="{FF2B5EF4-FFF2-40B4-BE49-F238E27FC236}">
                    <a16:creationId xmlns:a16="http://schemas.microsoft.com/office/drawing/2014/main" id="{49592FC6-1F14-4A99-A7D0-326666F0FC81}"/>
                  </a:ext>
                </a:extLst>
              </p:cNvPr>
              <p:cNvSpPr/>
              <p:nvPr/>
            </p:nvSpPr>
            <p:spPr bwMode="auto">
              <a:xfrm>
                <a:off x="10194196" y="-960594"/>
                <a:ext cx="155540" cy="194063"/>
              </a:xfrm>
              <a:custGeom>
                <a:gdLst>
                  <a:gd name="T0" fmla="*/ 36 w 133"/>
                  <a:gd name="T1" fmla="*/ 166 h 166"/>
                  <a:gd name="T2" fmla="*/ 97 w 133"/>
                  <a:gd name="T3" fmla="*/ 166 h 166"/>
                  <a:gd name="T4" fmla="*/ 97 w 133"/>
                  <a:gd name="T5" fmla="*/ 69 h 166"/>
                  <a:gd name="T6" fmla="*/ 133 w 133"/>
                  <a:gd name="T7" fmla="*/ 69 h 166"/>
                  <a:gd name="T8" fmla="*/ 66 w 133"/>
                  <a:gd name="T9" fmla="*/ 0 h 166"/>
                  <a:gd name="T10" fmla="*/ 0 w 133"/>
                  <a:gd name="T11" fmla="*/ 69 h 166"/>
                  <a:gd name="T12" fmla="*/ 36 w 133"/>
                  <a:gd name="T13" fmla="*/ 69 h 166"/>
                  <a:gd name="T14" fmla="*/ 36 w 133"/>
                  <a:gd name="T15" fmla="*/ 166 h 166"/>
                </a:gd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3" h="166">
                    <a:moveTo>
                      <a:pt x="36" y="166"/>
                    </a:moveTo>
                    <a:lnTo>
                      <a:pt x="97" y="166"/>
                    </a:lnTo>
                    <a:lnTo>
                      <a:pt x="97" y="69"/>
                    </a:lnTo>
                    <a:lnTo>
                      <a:pt x="133" y="69"/>
                    </a:lnTo>
                    <a:lnTo>
                      <a:pt x="66" y="0"/>
                    </a:lnTo>
                    <a:lnTo>
                      <a:pt x="0" y="69"/>
                    </a:lnTo>
                    <a:lnTo>
                      <a:pt x="36" y="69"/>
                    </a:lnTo>
                    <a:lnTo>
                      <a:pt x="36" y="166"/>
                    </a:lnTo>
                    <a:close/>
                  </a:path>
                </a:pathLst>
              </a:custGeom>
              <a:solidFill>
                <a:srgbClr val="1E2857"/>
              </a:solidFill>
              <a:ln>
                <a:noFill/>
              </a:ln>
              <a:extLst/>
            </p:spPr>
            <p:txBody>
              <a:bodyPr vert="horz" wrap="square" lIns="91440" tIns="45720" rIns="91440" bIns="45720" numCol="1" anchor="t" anchorCtr="0" compatLnSpc="1">
                <a:prstTxWarp prst="textNoShape">
                  <a:avLst/>
                </a:prstTxWarp>
              </a:bodyPr>
              <a:lstStyle/>
              <a:p>
                <a:endParaRPr lang="zh-CN" altLang="en-US" sz="1351">
                  <a:solidFill>
                    <a:schemeClr val="tx1">
                      <a:lumMod val="75000"/>
                      <a:lumOff val="25000"/>
                    </a:schemeClr>
                  </a:solidFill>
                  <a:latin typeface="迷你简菱心" panose="02010609000101010101" pitchFamily="49" charset="-122"/>
                  <a:ea typeface="迷你简菱心" panose="02010609000101010101" pitchFamily="49" charset="-122"/>
                </a:endParaRPr>
              </a:p>
            </p:txBody>
          </p:sp>
          <p:sp>
            <p:nvSpPr>
              <p:cNvPr id="61" name="Rectangle 330">
                <a:extLst>
                  <a:ext uri="{FF2B5EF4-FFF2-40B4-BE49-F238E27FC236}">
                    <a16:creationId xmlns:a16="http://schemas.microsoft.com/office/drawing/2014/main" id="{B3F912FE-40BE-44C2-AAC9-2D08E677EB7A}"/>
                  </a:ext>
                </a:extLst>
              </p:cNvPr>
              <p:cNvSpPr>
                <a:spLocks noChangeArrowheads="1"/>
              </p:cNvSpPr>
              <p:nvPr/>
            </p:nvSpPr>
            <p:spPr bwMode="auto">
              <a:xfrm>
                <a:off x="10191858" y="-747826"/>
                <a:ext cx="464282" cy="44424"/>
              </a:xfrm>
              <a:prstGeom prst="rect">
                <a:avLst/>
              </a:prstGeom>
              <a:solidFill>
                <a:srgbClr val="1E2857"/>
              </a:solidFill>
              <a:ln>
                <a:noFill/>
              </a:ln>
              <a:extLst/>
            </p:spPr>
            <p:txBody>
              <a:bodyPr vert="horz" wrap="square" lIns="91440" tIns="45720" rIns="91440" bIns="45720" numCol="1" anchor="t" anchorCtr="0" compatLnSpc="1">
                <a:prstTxWarp prst="textNoShape">
                  <a:avLst/>
                </a:prstTxWarp>
              </a:bodyPr>
              <a:lstStyle/>
              <a:p>
                <a:endParaRPr lang="zh-CN" altLang="en-US" sz="1351">
                  <a:solidFill>
                    <a:schemeClr val="tx1">
                      <a:lumMod val="75000"/>
                      <a:lumOff val="25000"/>
                    </a:schemeClr>
                  </a:solidFill>
                  <a:latin typeface="思源黑体旧字形 Normal" panose="020b0400000000000000" pitchFamily="34" charset="-128"/>
                  <a:ea typeface="思源黑体旧字形 Normal" panose="020b0400000000000000" pitchFamily="34" charset="-128"/>
                </a:endParaRPr>
              </a:p>
            </p:txBody>
          </p:sp>
          <p:sp>
            <p:nvSpPr>
              <p:cNvPr id="86" name="Oval 331">
                <a:extLst>
                  <a:ext uri="{FF2B5EF4-FFF2-40B4-BE49-F238E27FC236}">
                    <a16:creationId xmlns:a16="http://schemas.microsoft.com/office/drawing/2014/main" id="{AE1F41CA-CE95-4BEE-8DFD-3D464834E256}"/>
                  </a:ext>
                </a:extLst>
              </p:cNvPr>
              <p:cNvSpPr>
                <a:spLocks noChangeArrowheads="1"/>
              </p:cNvSpPr>
              <p:nvPr/>
            </p:nvSpPr>
            <p:spPr bwMode="auto">
              <a:xfrm>
                <a:off x="10532175" y="-1173361"/>
                <a:ext cx="63152" cy="80664"/>
              </a:xfrm>
              <a:prstGeom prst="ellipse">
                <a:avLst/>
              </a:prstGeom>
              <a:solidFill>
                <a:srgbClr val="1E2857"/>
              </a:solidFill>
              <a:ln>
                <a:noFill/>
              </a:ln>
              <a:extLst/>
            </p:spPr>
            <p:txBody>
              <a:bodyPr vert="horz" wrap="square" lIns="91440" tIns="45720" rIns="91440" bIns="45720" numCol="1" anchor="t" anchorCtr="0" compatLnSpc="1">
                <a:prstTxWarp prst="textNoShape">
                  <a:avLst/>
                </a:prstTxWarp>
              </a:bodyPr>
              <a:lstStyle/>
              <a:p>
                <a:endParaRPr lang="zh-CN" altLang="en-US" sz="1351">
                  <a:solidFill>
                    <a:schemeClr val="tx1">
                      <a:lumMod val="75000"/>
                      <a:lumOff val="25000"/>
                    </a:schemeClr>
                  </a:solidFill>
                  <a:latin typeface="思源黑体旧字形 Normal" panose="020b0400000000000000" pitchFamily="34" charset="-128"/>
                  <a:ea typeface="思源黑体旧字形 Normal" panose="020b0400000000000000" pitchFamily="34" charset="-128"/>
                </a:endParaRPr>
              </a:p>
            </p:txBody>
          </p:sp>
          <p:sp>
            <p:nvSpPr>
              <p:cNvPr id="87" name="Freeform 332">
                <a:extLst>
                  <a:ext uri="{FF2B5EF4-FFF2-40B4-BE49-F238E27FC236}">
                    <a16:creationId xmlns:a16="http://schemas.microsoft.com/office/drawing/2014/main" id="{CB9E4578-7EB6-4EAA-A73F-A4E23F554D19}"/>
                  </a:ext>
                </a:extLst>
              </p:cNvPr>
              <p:cNvSpPr/>
              <p:nvPr/>
            </p:nvSpPr>
            <p:spPr bwMode="auto">
              <a:xfrm>
                <a:off x="10487736" y="-1088020"/>
                <a:ext cx="149693" cy="321490"/>
              </a:xfrm>
              <a:custGeom>
                <a:gdLst>
                  <a:gd name="T0" fmla="*/ 7 w 54"/>
                  <a:gd name="T1" fmla="*/ 61 h 116"/>
                  <a:gd name="T2" fmla="*/ 8 w 54"/>
                  <a:gd name="T3" fmla="*/ 61 h 116"/>
                  <a:gd name="T4" fmla="*/ 9 w 54"/>
                  <a:gd name="T5" fmla="*/ 61 h 116"/>
                  <a:gd name="T6" fmla="*/ 11 w 54"/>
                  <a:gd name="T7" fmla="*/ 116 h 116"/>
                  <a:gd name="T8" fmla="*/ 26 w 54"/>
                  <a:gd name="T9" fmla="*/ 116 h 116"/>
                  <a:gd name="T10" fmla="*/ 26 w 54"/>
                  <a:gd name="T11" fmla="*/ 61 h 116"/>
                  <a:gd name="T12" fmla="*/ 28 w 54"/>
                  <a:gd name="T13" fmla="*/ 61 h 116"/>
                  <a:gd name="T14" fmla="*/ 30 w 54"/>
                  <a:gd name="T15" fmla="*/ 116 h 116"/>
                  <a:gd name="T16" fmla="*/ 45 w 54"/>
                  <a:gd name="T17" fmla="*/ 116 h 116"/>
                  <a:gd name="T18" fmla="*/ 45 w 54"/>
                  <a:gd name="T19" fmla="*/ 61 h 116"/>
                  <a:gd name="T20" fmla="*/ 46 w 54"/>
                  <a:gd name="T21" fmla="*/ 61 h 116"/>
                  <a:gd name="T22" fmla="*/ 47 w 54"/>
                  <a:gd name="T23" fmla="*/ 61 h 116"/>
                  <a:gd name="T24" fmla="*/ 47 w 54"/>
                  <a:gd name="T25" fmla="*/ 61 h 116"/>
                  <a:gd name="T26" fmla="*/ 54 w 54"/>
                  <a:gd name="T27" fmla="*/ 61 h 116"/>
                  <a:gd name="T28" fmla="*/ 50 w 54"/>
                  <a:gd name="T29" fmla="*/ 8 h 116"/>
                  <a:gd name="T30" fmla="*/ 43 w 54"/>
                  <a:gd name="T31" fmla="*/ 1 h 116"/>
                  <a:gd name="T32" fmla="*/ 37 w 54"/>
                  <a:gd name="T33" fmla="*/ 0 h 116"/>
                  <a:gd name="T34" fmla="*/ 37 w 54"/>
                  <a:gd name="T35" fmla="*/ 1 h 116"/>
                  <a:gd name="T36" fmla="*/ 41 w 54"/>
                  <a:gd name="T37" fmla="*/ 5 h 116"/>
                  <a:gd name="T38" fmla="*/ 36 w 54"/>
                  <a:gd name="T39" fmla="*/ 8 h 116"/>
                  <a:gd name="T40" fmla="*/ 38 w 54"/>
                  <a:gd name="T41" fmla="*/ 12 h 116"/>
                  <a:gd name="T42" fmla="*/ 31 w 54"/>
                  <a:gd name="T43" fmla="*/ 28 h 116"/>
                  <a:gd name="T44" fmla="*/ 30 w 54"/>
                  <a:gd name="T45" fmla="*/ 6 h 116"/>
                  <a:gd name="T46" fmla="*/ 31 w 54"/>
                  <a:gd name="T47" fmla="*/ 5 h 116"/>
                  <a:gd name="T48" fmla="*/ 30 w 54"/>
                  <a:gd name="T49" fmla="*/ 0 h 116"/>
                  <a:gd name="T50" fmla="*/ 25 w 54"/>
                  <a:gd name="T51" fmla="*/ 0 h 116"/>
                  <a:gd name="T52" fmla="*/ 23 w 54"/>
                  <a:gd name="T53" fmla="*/ 5 h 116"/>
                  <a:gd name="T54" fmla="*/ 24 w 54"/>
                  <a:gd name="T55" fmla="*/ 6 h 116"/>
                  <a:gd name="T56" fmla="*/ 23 w 54"/>
                  <a:gd name="T57" fmla="*/ 29 h 116"/>
                  <a:gd name="T58" fmla="*/ 16 w 54"/>
                  <a:gd name="T59" fmla="*/ 12 h 116"/>
                  <a:gd name="T60" fmla="*/ 18 w 54"/>
                  <a:gd name="T61" fmla="*/ 8 h 116"/>
                  <a:gd name="T62" fmla="*/ 13 w 54"/>
                  <a:gd name="T63" fmla="*/ 5 h 116"/>
                  <a:gd name="T64" fmla="*/ 17 w 54"/>
                  <a:gd name="T65" fmla="*/ 1 h 116"/>
                  <a:gd name="T66" fmla="*/ 17 w 54"/>
                  <a:gd name="T67" fmla="*/ 0 h 116"/>
                  <a:gd name="T68" fmla="*/ 11 w 54"/>
                  <a:gd name="T69" fmla="*/ 1 h 116"/>
                  <a:gd name="T70" fmla="*/ 4 w 54"/>
                  <a:gd name="T71" fmla="*/ 8 h 116"/>
                  <a:gd name="T72" fmla="*/ 0 w 54"/>
                  <a:gd name="T73" fmla="*/ 61 h 116"/>
                  <a:gd name="T74" fmla="*/ 7 w 54"/>
                  <a:gd name="T75" fmla="*/ 61 h 116"/>
                  <a:gd name="T76" fmla="*/ 7 w 54"/>
                  <a:gd name="T77" fmla="*/ 61 h 116"/>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54" h="115">
                    <a:moveTo>
                      <a:pt x="7" y="61"/>
                    </a:moveTo>
                    <a:cubicBezTo>
                      <a:pt x="8" y="61"/>
                      <a:pt x="8" y="61"/>
                      <a:pt x="8" y="61"/>
                    </a:cubicBezTo>
                    <a:cubicBezTo>
                      <a:pt x="8" y="61"/>
                      <a:pt x="9" y="61"/>
                      <a:pt x="9" y="61"/>
                    </a:cubicBezTo>
                    <a:cubicBezTo>
                      <a:pt x="11" y="116"/>
                      <a:pt x="11" y="116"/>
                      <a:pt x="11" y="116"/>
                    </a:cubicBezTo>
                    <a:cubicBezTo>
                      <a:pt x="26" y="116"/>
                      <a:pt x="26" y="116"/>
                      <a:pt x="26" y="116"/>
                    </a:cubicBezTo>
                    <a:cubicBezTo>
                      <a:pt x="27" y="100"/>
                      <a:pt x="27" y="72"/>
                      <a:pt x="26" y="61"/>
                    </a:cubicBezTo>
                    <a:cubicBezTo>
                      <a:pt x="27" y="61"/>
                      <a:pt x="27" y="61"/>
                      <a:pt x="28" y="61"/>
                    </a:cubicBezTo>
                    <a:cubicBezTo>
                      <a:pt x="30" y="116"/>
                      <a:pt x="30" y="116"/>
                      <a:pt x="30" y="116"/>
                    </a:cubicBezTo>
                    <a:cubicBezTo>
                      <a:pt x="45" y="116"/>
                      <a:pt x="45" y="116"/>
                      <a:pt x="45" y="116"/>
                    </a:cubicBezTo>
                    <a:cubicBezTo>
                      <a:pt x="46" y="100"/>
                      <a:pt x="45" y="72"/>
                      <a:pt x="45" y="61"/>
                    </a:cubicBezTo>
                    <a:cubicBezTo>
                      <a:pt x="46" y="61"/>
                      <a:pt x="46" y="61"/>
                      <a:pt x="46" y="61"/>
                    </a:cubicBezTo>
                    <a:cubicBezTo>
                      <a:pt x="46" y="61"/>
                      <a:pt x="47" y="61"/>
                      <a:pt x="47" y="61"/>
                    </a:cubicBezTo>
                    <a:cubicBezTo>
                      <a:pt x="47" y="61"/>
                      <a:pt x="47" y="61"/>
                      <a:pt x="47" y="61"/>
                    </a:cubicBezTo>
                    <a:cubicBezTo>
                      <a:pt x="49" y="61"/>
                      <a:pt x="52" y="61"/>
                      <a:pt x="54" y="61"/>
                    </a:cubicBezTo>
                    <a:cubicBezTo>
                      <a:pt x="50" y="8"/>
                      <a:pt x="50" y="8"/>
                      <a:pt x="50" y="8"/>
                    </a:cubicBezTo>
                    <a:cubicBezTo>
                      <a:pt x="50" y="4"/>
                      <a:pt x="47" y="1"/>
                      <a:pt x="43" y="1"/>
                    </a:cubicBezTo>
                    <a:cubicBezTo>
                      <a:pt x="43" y="1"/>
                      <a:pt x="38" y="1"/>
                      <a:pt x="37" y="0"/>
                    </a:cubicBezTo>
                    <a:cubicBezTo>
                      <a:pt x="37" y="1"/>
                      <a:pt x="37" y="1"/>
                      <a:pt x="37" y="1"/>
                    </a:cubicBezTo>
                    <a:cubicBezTo>
                      <a:pt x="41" y="5"/>
                      <a:pt x="41" y="5"/>
                      <a:pt x="41" y="5"/>
                    </a:cubicBezTo>
                    <a:cubicBezTo>
                      <a:pt x="36" y="8"/>
                      <a:pt x="36" y="8"/>
                      <a:pt x="36" y="8"/>
                    </a:cubicBezTo>
                    <a:cubicBezTo>
                      <a:pt x="38" y="12"/>
                      <a:pt x="38" y="12"/>
                      <a:pt x="38" y="12"/>
                    </a:cubicBezTo>
                    <a:cubicBezTo>
                      <a:pt x="31" y="28"/>
                      <a:pt x="31" y="28"/>
                      <a:pt x="31" y="28"/>
                    </a:cubicBezTo>
                    <a:cubicBezTo>
                      <a:pt x="30" y="6"/>
                      <a:pt x="30" y="6"/>
                      <a:pt x="30" y="6"/>
                    </a:cubicBezTo>
                    <a:cubicBezTo>
                      <a:pt x="31" y="5"/>
                      <a:pt x="31" y="5"/>
                      <a:pt x="31" y="5"/>
                    </a:cubicBezTo>
                    <a:cubicBezTo>
                      <a:pt x="30" y="0"/>
                      <a:pt x="30" y="0"/>
                      <a:pt x="30" y="0"/>
                    </a:cubicBezTo>
                    <a:cubicBezTo>
                      <a:pt x="25" y="0"/>
                      <a:pt x="25" y="0"/>
                      <a:pt x="25" y="0"/>
                    </a:cubicBezTo>
                    <a:cubicBezTo>
                      <a:pt x="23" y="5"/>
                      <a:pt x="23" y="5"/>
                      <a:pt x="23" y="5"/>
                    </a:cubicBezTo>
                    <a:cubicBezTo>
                      <a:pt x="24" y="6"/>
                      <a:pt x="24" y="6"/>
                      <a:pt x="24" y="6"/>
                    </a:cubicBezTo>
                    <a:cubicBezTo>
                      <a:pt x="23" y="29"/>
                      <a:pt x="23" y="29"/>
                      <a:pt x="23" y="29"/>
                    </a:cubicBezTo>
                    <a:cubicBezTo>
                      <a:pt x="16" y="12"/>
                      <a:pt x="16" y="12"/>
                      <a:pt x="16" y="12"/>
                    </a:cubicBezTo>
                    <a:cubicBezTo>
                      <a:pt x="18" y="8"/>
                      <a:pt x="18" y="8"/>
                      <a:pt x="18" y="8"/>
                    </a:cubicBezTo>
                    <a:cubicBezTo>
                      <a:pt x="13" y="5"/>
                      <a:pt x="13" y="5"/>
                      <a:pt x="13" y="5"/>
                    </a:cubicBezTo>
                    <a:cubicBezTo>
                      <a:pt x="17" y="1"/>
                      <a:pt x="17" y="1"/>
                      <a:pt x="17" y="1"/>
                    </a:cubicBezTo>
                    <a:cubicBezTo>
                      <a:pt x="17" y="0"/>
                      <a:pt x="17" y="0"/>
                      <a:pt x="17" y="0"/>
                    </a:cubicBezTo>
                    <a:cubicBezTo>
                      <a:pt x="16" y="1"/>
                      <a:pt x="11" y="1"/>
                      <a:pt x="11" y="1"/>
                    </a:cubicBezTo>
                    <a:cubicBezTo>
                      <a:pt x="8" y="1"/>
                      <a:pt x="5" y="4"/>
                      <a:pt x="4" y="8"/>
                    </a:cubicBezTo>
                    <a:cubicBezTo>
                      <a:pt x="0" y="61"/>
                      <a:pt x="0" y="61"/>
                      <a:pt x="0" y="61"/>
                    </a:cubicBezTo>
                    <a:cubicBezTo>
                      <a:pt x="3" y="61"/>
                      <a:pt x="5" y="61"/>
                      <a:pt x="7" y="61"/>
                    </a:cubicBezTo>
                    <a:cubicBezTo>
                      <a:pt x="7" y="61"/>
                      <a:pt x="7" y="61"/>
                      <a:pt x="7" y="61"/>
                    </a:cubicBezTo>
                    <a:close/>
                  </a:path>
                </a:pathLst>
              </a:custGeom>
              <a:solidFill>
                <a:srgbClr val="1E2857"/>
              </a:solidFill>
              <a:ln>
                <a:noFill/>
              </a:ln>
              <a:extLst/>
            </p:spPr>
            <p:txBody>
              <a:bodyPr vert="horz" wrap="square" lIns="91440" tIns="45720" rIns="91440" bIns="45720" numCol="1" anchor="t" anchorCtr="0" compatLnSpc="1">
                <a:prstTxWarp prst="textNoShape">
                  <a:avLst/>
                </a:prstTxWarp>
              </a:bodyPr>
              <a:lstStyle/>
              <a:p>
                <a:endParaRPr lang="zh-CN" altLang="en-US" sz="1351">
                  <a:solidFill>
                    <a:schemeClr val="tx1">
                      <a:lumMod val="75000"/>
                      <a:lumOff val="25000"/>
                    </a:schemeClr>
                  </a:solidFill>
                  <a:latin typeface="迷你简菱心" panose="02010609000101010101" pitchFamily="49" charset="-122"/>
                  <a:ea typeface="迷你简菱心" panose="02010609000101010101" pitchFamily="49" charset="-122"/>
                </a:endParaRPr>
              </a:p>
            </p:txBody>
          </p:sp>
        </p:grpSp>
        <p:sp>
          <p:nvSpPr>
            <p:cNvPr id="58" name="文本框 96">
              <a:extLst>
                <a:ext uri="{FF2B5EF4-FFF2-40B4-BE49-F238E27FC236}">
                  <a16:creationId xmlns:a16="http://schemas.microsoft.com/office/drawing/2014/main" id="{3BC892D1-ABCD-4BBB-ADF7-C9ED370E7CEC}"/>
                </a:ext>
              </a:extLst>
            </p:cNvPr>
            <p:cNvSpPr txBox="1"/>
            <p:nvPr/>
          </p:nvSpPr>
          <p:spPr>
            <a:xfrm>
              <a:off x="4149286" y="3466328"/>
              <a:ext cx="1411849" cy="707886"/>
            </a:xfrm>
            <a:prstGeom prst="rect">
              <a:avLst/>
            </a:prstGeom>
            <a:noFill/>
          </p:spPr>
          <p:txBody>
            <a:bodyPr wrap="square" rtlCol="0">
              <a:spAutoFit/>
            </a:bodyPr>
            <a:lstStyle/>
            <a:p>
              <a:pPr algn="ctr"/>
              <a:r>
                <a:rPr lang="zh-CN" altLang="en-US" sz="2000">
                  <a:solidFill>
                    <a:schemeClr val="tx1">
                      <a:lumMod val="75000"/>
                      <a:lumOff val="25000"/>
                    </a:schemeClr>
                  </a:solidFill>
                  <a:latin typeface="思源黑体旧字形 Normal" panose="020b0400000000000000" pitchFamily="34" charset="-128"/>
                  <a:ea typeface="思源黑体旧字形 Normal" panose="020b0400000000000000" pitchFamily="34" charset="-128"/>
                </a:rPr>
                <a:t>提高心理素养</a:t>
              </a:r>
            </a:p>
          </p:txBody>
        </p:sp>
      </p:grpSp>
      <p:grpSp>
        <p:nvGrpSpPr>
          <p:cNvPr id="88" name="组合 87">
            <a:extLst>
              <a:ext uri="{FF2B5EF4-FFF2-40B4-BE49-F238E27FC236}">
                <a16:creationId xmlns:a16="http://schemas.microsoft.com/office/drawing/2014/main" id="{B2972825-90D5-402E-B1BE-03F7BF3ABA4D}"/>
              </a:ext>
            </a:extLst>
          </p:cNvPr>
          <p:cNvGrpSpPr/>
          <p:nvPr/>
        </p:nvGrpSpPr>
        <p:grpSpPr>
          <a:xfrm>
            <a:off x="6640090" y="2224611"/>
            <a:ext cx="1593719" cy="1593143"/>
            <a:chOff x="6640088" y="2108861"/>
            <a:chExt cx="1593719" cy="1593142"/>
          </a:xfrm>
        </p:grpSpPr>
        <p:sp>
          <p:nvSpPr>
            <p:cNvPr id="89" name="圆角矩形 25">
              <a:extLst>
                <a:ext uri="{FF2B5EF4-FFF2-40B4-BE49-F238E27FC236}">
                  <a16:creationId xmlns:a16="http://schemas.microsoft.com/office/drawing/2014/main" id="{8E604813-7088-4D91-A864-0F7350123870}"/>
                </a:ext>
              </a:extLst>
            </p:cNvPr>
            <p:cNvSpPr/>
            <p:nvPr/>
          </p:nvSpPr>
          <p:spPr>
            <a:xfrm rot="2581990">
              <a:off x="6640088" y="2108861"/>
              <a:ext cx="1593719" cy="1593142"/>
            </a:xfrm>
            <a:prstGeom prst="roundRect">
              <a:avLst>
                <a:gd name="adj" fmla="val 12985"/>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75">
                <a:solidFill>
                  <a:schemeClr val="tx1">
                    <a:lumMod val="75000"/>
                    <a:lumOff val="25000"/>
                  </a:schemeClr>
                </a:solidFill>
                <a:latin typeface="思源黑体旧字形 Normal" panose="020b0400000000000000" pitchFamily="34" charset="-128"/>
                <a:ea typeface="思源黑体旧字形 Normal" panose="020b0400000000000000" pitchFamily="34" charset="-128"/>
              </a:endParaRPr>
            </a:p>
          </p:txBody>
        </p:sp>
        <p:grpSp>
          <p:nvGrpSpPr>
            <p:cNvPr id="90" name="组合 89">
              <a:extLst>
                <a:ext uri="{FF2B5EF4-FFF2-40B4-BE49-F238E27FC236}">
                  <a16:creationId xmlns:a16="http://schemas.microsoft.com/office/drawing/2014/main" id="{5856A40B-9B75-4FF5-8DF2-9915600DBE9E}"/>
                </a:ext>
              </a:extLst>
            </p:cNvPr>
            <p:cNvGrpSpPr/>
            <p:nvPr/>
          </p:nvGrpSpPr>
          <p:grpSpPr>
            <a:xfrm>
              <a:off x="7220910" y="2136075"/>
              <a:ext cx="456334" cy="459254"/>
              <a:chOff x="5042691" y="2273920"/>
              <a:chExt cx="702937" cy="707692"/>
            </a:xfrm>
            <a:solidFill>
              <a:srgbClr val="00B0F0"/>
            </a:solidFill>
          </p:grpSpPr>
          <p:sp>
            <p:nvSpPr>
              <p:cNvPr id="92" name="Freeform 12">
                <a:extLst>
                  <a:ext uri="{FF2B5EF4-FFF2-40B4-BE49-F238E27FC236}">
                    <a16:creationId xmlns:a16="http://schemas.microsoft.com/office/drawing/2014/main" id="{AB7FBF92-A5B7-4B85-B3D5-6F274E1F7781}"/>
                  </a:ext>
                </a:extLst>
              </p:cNvPr>
              <p:cNvSpPr/>
              <p:nvPr/>
            </p:nvSpPr>
            <p:spPr bwMode="auto">
              <a:xfrm>
                <a:off x="5284806" y="2789968"/>
                <a:ext cx="460822" cy="191644"/>
              </a:xfrm>
              <a:custGeom>
                <a:gdLst>
                  <a:gd name="T0" fmla="*/ 25 w 533"/>
                  <a:gd name="T1" fmla="*/ 165 h 222"/>
                  <a:gd name="T2" fmla="*/ 158 w 533"/>
                  <a:gd name="T3" fmla="*/ 165 h 222"/>
                  <a:gd name="T4" fmla="*/ 158 w 533"/>
                  <a:gd name="T5" fmla="*/ 108 h 222"/>
                  <a:gd name="T6" fmla="*/ 184 w 533"/>
                  <a:gd name="T7" fmla="*/ 83 h 222"/>
                  <a:gd name="T8" fmla="*/ 317 w 533"/>
                  <a:gd name="T9" fmla="*/ 83 h 222"/>
                  <a:gd name="T10" fmla="*/ 317 w 533"/>
                  <a:gd name="T11" fmla="*/ 25 h 222"/>
                  <a:gd name="T12" fmla="*/ 343 w 533"/>
                  <a:gd name="T13" fmla="*/ 0 h 222"/>
                  <a:gd name="T14" fmla="*/ 533 w 533"/>
                  <a:gd name="T15" fmla="*/ 0 h 222"/>
                  <a:gd name="T16" fmla="*/ 533 w 533"/>
                  <a:gd name="T17" fmla="*/ 32 h 222"/>
                  <a:gd name="T18" fmla="*/ 508 w 533"/>
                  <a:gd name="T19" fmla="*/ 57 h 222"/>
                  <a:gd name="T20" fmla="*/ 375 w 533"/>
                  <a:gd name="T21" fmla="*/ 57 h 222"/>
                  <a:gd name="T22" fmla="*/ 375 w 533"/>
                  <a:gd name="T23" fmla="*/ 114 h 222"/>
                  <a:gd name="T24" fmla="*/ 349 w 533"/>
                  <a:gd name="T25" fmla="*/ 140 h 222"/>
                  <a:gd name="T26" fmla="*/ 216 w 533"/>
                  <a:gd name="T27" fmla="*/ 140 h 222"/>
                  <a:gd name="T28" fmla="*/ 216 w 533"/>
                  <a:gd name="T29" fmla="*/ 197 h 222"/>
                  <a:gd name="T30" fmla="*/ 190 w 533"/>
                  <a:gd name="T31" fmla="*/ 222 h 222"/>
                  <a:gd name="T32" fmla="*/ 0 w 533"/>
                  <a:gd name="T33" fmla="*/ 222 h 222"/>
                  <a:gd name="T34" fmla="*/ 0 w 533"/>
                  <a:gd name="T35" fmla="*/ 191 h 222"/>
                  <a:gd name="T36" fmla="*/ 25 w 533"/>
                  <a:gd name="T37" fmla="*/ 165 h 222"/>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33" h="221">
                    <a:moveTo>
                      <a:pt x="25" y="165"/>
                    </a:moveTo>
                    <a:cubicBezTo>
                      <a:pt x="158" y="165"/>
                      <a:pt x="158" y="165"/>
                      <a:pt x="158" y="165"/>
                    </a:cubicBezTo>
                    <a:cubicBezTo>
                      <a:pt x="158" y="108"/>
                      <a:pt x="158" y="108"/>
                      <a:pt x="158" y="108"/>
                    </a:cubicBezTo>
                    <a:cubicBezTo>
                      <a:pt x="158" y="94"/>
                      <a:pt x="170" y="83"/>
                      <a:pt x="184" y="83"/>
                    </a:cubicBezTo>
                    <a:cubicBezTo>
                      <a:pt x="317" y="83"/>
                      <a:pt x="317" y="83"/>
                      <a:pt x="317" y="83"/>
                    </a:cubicBezTo>
                    <a:cubicBezTo>
                      <a:pt x="317" y="25"/>
                      <a:pt x="317" y="25"/>
                      <a:pt x="317" y="25"/>
                    </a:cubicBezTo>
                    <a:cubicBezTo>
                      <a:pt x="317" y="11"/>
                      <a:pt x="329" y="0"/>
                      <a:pt x="343" y="0"/>
                    </a:cubicBezTo>
                    <a:cubicBezTo>
                      <a:pt x="533" y="0"/>
                      <a:pt x="533" y="0"/>
                      <a:pt x="533" y="0"/>
                    </a:cubicBezTo>
                    <a:cubicBezTo>
                      <a:pt x="533" y="32"/>
                      <a:pt x="533" y="32"/>
                      <a:pt x="533" y="32"/>
                    </a:cubicBezTo>
                    <a:cubicBezTo>
                      <a:pt x="533" y="46"/>
                      <a:pt x="522" y="57"/>
                      <a:pt x="508" y="57"/>
                    </a:cubicBezTo>
                    <a:cubicBezTo>
                      <a:pt x="375" y="57"/>
                      <a:pt x="375" y="57"/>
                      <a:pt x="375" y="57"/>
                    </a:cubicBezTo>
                    <a:cubicBezTo>
                      <a:pt x="375" y="114"/>
                      <a:pt x="375" y="114"/>
                      <a:pt x="375" y="114"/>
                    </a:cubicBezTo>
                    <a:cubicBezTo>
                      <a:pt x="375" y="128"/>
                      <a:pt x="363" y="140"/>
                      <a:pt x="349" y="140"/>
                    </a:cubicBezTo>
                    <a:cubicBezTo>
                      <a:pt x="216" y="140"/>
                      <a:pt x="216" y="140"/>
                      <a:pt x="216" y="140"/>
                    </a:cubicBezTo>
                    <a:cubicBezTo>
                      <a:pt x="216" y="197"/>
                      <a:pt x="216" y="197"/>
                      <a:pt x="216" y="197"/>
                    </a:cubicBezTo>
                    <a:cubicBezTo>
                      <a:pt x="216" y="211"/>
                      <a:pt x="204" y="222"/>
                      <a:pt x="190" y="222"/>
                    </a:cubicBezTo>
                    <a:cubicBezTo>
                      <a:pt x="0" y="222"/>
                      <a:pt x="0" y="222"/>
                      <a:pt x="0" y="222"/>
                    </a:cubicBezTo>
                    <a:cubicBezTo>
                      <a:pt x="0" y="191"/>
                      <a:pt x="0" y="191"/>
                      <a:pt x="0" y="191"/>
                    </a:cubicBezTo>
                    <a:cubicBezTo>
                      <a:pt x="0" y="177"/>
                      <a:pt x="11" y="165"/>
                      <a:pt x="25" y="165"/>
                    </a:cubicBezTo>
                    <a:close/>
                  </a:path>
                </a:pathLst>
              </a:custGeom>
              <a:solidFill>
                <a:srgbClr val="1E285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351">
                  <a:solidFill>
                    <a:schemeClr val="tx1">
                      <a:lumMod val="75000"/>
                      <a:lumOff val="25000"/>
                    </a:schemeClr>
                  </a:solidFill>
                  <a:latin typeface="迷你简菱心" panose="02010609000101010101" pitchFamily="49" charset="-122"/>
                  <a:ea typeface="迷你简菱心" panose="02010609000101010101" pitchFamily="49" charset="-122"/>
                </a:endParaRPr>
              </a:p>
            </p:txBody>
          </p:sp>
          <p:sp>
            <p:nvSpPr>
              <p:cNvPr id="93" name="Freeform 13">
                <a:extLst>
                  <a:ext uri="{FF2B5EF4-FFF2-40B4-BE49-F238E27FC236}">
                    <a16:creationId xmlns:a16="http://schemas.microsoft.com/office/drawing/2014/main" id="{B54CB25E-EC44-440B-BD05-3C54FE410B43}"/>
                  </a:ext>
                </a:extLst>
              </p:cNvPr>
              <p:cNvSpPr>
                <a:spLocks noEditPoints="1"/>
              </p:cNvSpPr>
              <p:nvPr/>
            </p:nvSpPr>
            <p:spPr bwMode="auto">
              <a:xfrm>
                <a:off x="5042691" y="2273920"/>
                <a:ext cx="529214" cy="655758"/>
              </a:xfrm>
              <a:custGeom>
                <a:gdLst>
                  <a:gd name="T0" fmla="*/ 28 w 612"/>
                  <a:gd name="T1" fmla="*/ 504 h 759"/>
                  <a:gd name="T2" fmla="*/ 148 w 612"/>
                  <a:gd name="T3" fmla="*/ 514 h 759"/>
                  <a:gd name="T4" fmla="*/ 179 w 612"/>
                  <a:gd name="T5" fmla="*/ 488 h 759"/>
                  <a:gd name="T6" fmla="*/ 184 w 612"/>
                  <a:gd name="T7" fmla="*/ 423 h 759"/>
                  <a:gd name="T8" fmla="*/ 158 w 612"/>
                  <a:gd name="T9" fmla="*/ 392 h 759"/>
                  <a:gd name="T10" fmla="*/ 38 w 612"/>
                  <a:gd name="T11" fmla="*/ 381 h 759"/>
                  <a:gd name="T12" fmla="*/ 7 w 612"/>
                  <a:gd name="T13" fmla="*/ 407 h 759"/>
                  <a:gd name="T14" fmla="*/ 2 w 612"/>
                  <a:gd name="T15" fmla="*/ 473 h 759"/>
                  <a:gd name="T16" fmla="*/ 28 w 612"/>
                  <a:gd name="T17" fmla="*/ 504 h 759"/>
                  <a:gd name="T18" fmla="*/ 157 w 612"/>
                  <a:gd name="T19" fmla="*/ 669 h 759"/>
                  <a:gd name="T20" fmla="*/ 254 w 612"/>
                  <a:gd name="T21" fmla="*/ 487 h 759"/>
                  <a:gd name="T22" fmla="*/ 334 w 612"/>
                  <a:gd name="T23" fmla="*/ 512 h 759"/>
                  <a:gd name="T24" fmla="*/ 342 w 612"/>
                  <a:gd name="T25" fmla="*/ 515 h 759"/>
                  <a:gd name="T26" fmla="*/ 216 w 612"/>
                  <a:gd name="T27" fmla="*/ 722 h 759"/>
                  <a:gd name="T28" fmla="*/ 157 w 612"/>
                  <a:gd name="T29" fmla="*/ 669 h 759"/>
                  <a:gd name="T30" fmla="*/ 379 w 612"/>
                  <a:gd name="T31" fmla="*/ 7 h 759"/>
                  <a:gd name="T32" fmla="*/ 426 w 612"/>
                  <a:gd name="T33" fmla="*/ 84 h 759"/>
                  <a:gd name="T34" fmla="*/ 349 w 612"/>
                  <a:gd name="T35" fmla="*/ 150 h 759"/>
                  <a:gd name="T36" fmla="*/ 304 w 612"/>
                  <a:gd name="T37" fmla="*/ 59 h 759"/>
                  <a:gd name="T38" fmla="*/ 379 w 612"/>
                  <a:gd name="T39" fmla="*/ 7 h 759"/>
                  <a:gd name="T40" fmla="*/ 371 w 612"/>
                  <a:gd name="T41" fmla="*/ 183 h 759"/>
                  <a:gd name="T42" fmla="*/ 403 w 612"/>
                  <a:gd name="T43" fmla="*/ 199 h 759"/>
                  <a:gd name="T44" fmla="*/ 574 w 612"/>
                  <a:gd name="T45" fmla="*/ 278 h 759"/>
                  <a:gd name="T46" fmla="*/ 579 w 612"/>
                  <a:gd name="T47" fmla="*/ 341 h 759"/>
                  <a:gd name="T48" fmla="*/ 398 w 612"/>
                  <a:gd name="T49" fmla="*/ 296 h 759"/>
                  <a:gd name="T50" fmla="*/ 381 w 612"/>
                  <a:gd name="T51" fmla="*/ 385 h 759"/>
                  <a:gd name="T52" fmla="*/ 390 w 612"/>
                  <a:gd name="T53" fmla="*/ 402 h 759"/>
                  <a:gd name="T54" fmla="*/ 561 w 612"/>
                  <a:gd name="T55" fmla="*/ 593 h 759"/>
                  <a:gd name="T56" fmla="*/ 489 w 612"/>
                  <a:gd name="T57" fmla="*/ 626 h 759"/>
                  <a:gd name="T58" fmla="*/ 233 w 612"/>
                  <a:gd name="T59" fmla="*/ 447 h 759"/>
                  <a:gd name="T60" fmla="*/ 203 w 612"/>
                  <a:gd name="T61" fmla="*/ 392 h 759"/>
                  <a:gd name="T62" fmla="*/ 231 w 612"/>
                  <a:gd name="T63" fmla="*/ 239 h 759"/>
                  <a:gd name="T64" fmla="*/ 157 w 612"/>
                  <a:gd name="T65" fmla="*/ 344 h 759"/>
                  <a:gd name="T66" fmla="*/ 95 w 612"/>
                  <a:gd name="T67" fmla="*/ 332 h 759"/>
                  <a:gd name="T68" fmla="*/ 247 w 612"/>
                  <a:gd name="T69" fmla="*/ 155 h 759"/>
                  <a:gd name="T70" fmla="*/ 313 w 612"/>
                  <a:gd name="T71" fmla="*/ 163 h 759"/>
                  <a:gd name="T72" fmla="*/ 349 w 612"/>
                  <a:gd name="T73" fmla="*/ 227 h 759"/>
                  <a:gd name="T74" fmla="*/ 371 w 612"/>
                  <a:gd name="T75" fmla="*/ 183 h 759"/>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612" h="759">
                    <a:moveTo>
                      <a:pt x="28" y="504"/>
                    </a:moveTo>
                    <a:cubicBezTo>
                      <a:pt x="148" y="514"/>
                      <a:pt x="148" y="514"/>
                      <a:pt x="148" y="514"/>
                    </a:cubicBezTo>
                    <a:cubicBezTo>
                      <a:pt x="164" y="516"/>
                      <a:pt x="177" y="504"/>
                      <a:pt x="179" y="488"/>
                    </a:cubicBezTo>
                    <a:cubicBezTo>
                      <a:pt x="184" y="423"/>
                      <a:pt x="184" y="423"/>
                      <a:pt x="184" y="423"/>
                    </a:cubicBezTo>
                    <a:cubicBezTo>
                      <a:pt x="186" y="407"/>
                      <a:pt x="174" y="393"/>
                      <a:pt x="158" y="392"/>
                    </a:cubicBezTo>
                    <a:cubicBezTo>
                      <a:pt x="38" y="381"/>
                      <a:pt x="38" y="381"/>
                      <a:pt x="38" y="381"/>
                    </a:cubicBezTo>
                    <a:cubicBezTo>
                      <a:pt x="23" y="380"/>
                      <a:pt x="9" y="392"/>
                      <a:pt x="7" y="407"/>
                    </a:cubicBezTo>
                    <a:cubicBezTo>
                      <a:pt x="2" y="473"/>
                      <a:pt x="2" y="473"/>
                      <a:pt x="2" y="473"/>
                    </a:cubicBezTo>
                    <a:cubicBezTo>
                      <a:pt x="0" y="489"/>
                      <a:pt x="12" y="503"/>
                      <a:pt x="28" y="504"/>
                    </a:cubicBezTo>
                    <a:close/>
                    <a:moveTo>
                      <a:pt x="157" y="669"/>
                    </a:moveTo>
                    <a:cubicBezTo>
                      <a:pt x="220" y="595"/>
                      <a:pt x="230" y="592"/>
                      <a:pt x="254" y="487"/>
                    </a:cubicBezTo>
                    <a:cubicBezTo>
                      <a:pt x="280" y="496"/>
                      <a:pt x="307" y="504"/>
                      <a:pt x="334" y="512"/>
                    </a:cubicBezTo>
                    <a:cubicBezTo>
                      <a:pt x="337" y="513"/>
                      <a:pt x="339" y="514"/>
                      <a:pt x="342" y="515"/>
                    </a:cubicBezTo>
                    <a:cubicBezTo>
                      <a:pt x="303" y="633"/>
                      <a:pt x="296" y="637"/>
                      <a:pt x="216" y="722"/>
                    </a:cubicBezTo>
                    <a:cubicBezTo>
                      <a:pt x="180" y="759"/>
                      <a:pt x="122" y="709"/>
                      <a:pt x="157" y="669"/>
                    </a:cubicBezTo>
                    <a:close/>
                    <a:moveTo>
                      <a:pt x="379" y="7"/>
                    </a:moveTo>
                    <a:cubicBezTo>
                      <a:pt x="413" y="15"/>
                      <a:pt x="434" y="49"/>
                      <a:pt x="426" y="84"/>
                    </a:cubicBezTo>
                    <a:cubicBezTo>
                      <a:pt x="419" y="120"/>
                      <a:pt x="383" y="157"/>
                      <a:pt x="349" y="150"/>
                    </a:cubicBezTo>
                    <a:cubicBezTo>
                      <a:pt x="315" y="143"/>
                      <a:pt x="297" y="94"/>
                      <a:pt x="304" y="59"/>
                    </a:cubicBezTo>
                    <a:cubicBezTo>
                      <a:pt x="312" y="23"/>
                      <a:pt x="345" y="0"/>
                      <a:pt x="379" y="7"/>
                    </a:cubicBezTo>
                    <a:close/>
                    <a:moveTo>
                      <a:pt x="371" y="183"/>
                    </a:moveTo>
                    <a:cubicBezTo>
                      <a:pt x="378" y="185"/>
                      <a:pt x="393" y="190"/>
                      <a:pt x="403" y="199"/>
                    </a:cubicBezTo>
                    <a:cubicBezTo>
                      <a:pt x="494" y="286"/>
                      <a:pt x="474" y="282"/>
                      <a:pt x="574" y="278"/>
                    </a:cubicBezTo>
                    <a:cubicBezTo>
                      <a:pt x="612" y="277"/>
                      <a:pt x="611" y="338"/>
                      <a:pt x="579" y="341"/>
                    </a:cubicBezTo>
                    <a:cubicBezTo>
                      <a:pt x="477" y="350"/>
                      <a:pt x="470" y="358"/>
                      <a:pt x="398" y="296"/>
                    </a:cubicBezTo>
                    <a:cubicBezTo>
                      <a:pt x="381" y="385"/>
                      <a:pt x="381" y="385"/>
                      <a:pt x="381" y="385"/>
                    </a:cubicBezTo>
                    <a:cubicBezTo>
                      <a:pt x="380" y="392"/>
                      <a:pt x="383" y="399"/>
                      <a:pt x="390" y="402"/>
                    </a:cubicBezTo>
                    <a:cubicBezTo>
                      <a:pt x="494" y="448"/>
                      <a:pt x="515" y="448"/>
                      <a:pt x="561" y="593"/>
                    </a:cubicBezTo>
                    <a:cubicBezTo>
                      <a:pt x="578" y="638"/>
                      <a:pt x="510" y="668"/>
                      <a:pt x="489" y="626"/>
                    </a:cubicBezTo>
                    <a:cubicBezTo>
                      <a:pt x="417" y="484"/>
                      <a:pt x="405" y="506"/>
                      <a:pt x="233" y="447"/>
                    </a:cubicBezTo>
                    <a:cubicBezTo>
                      <a:pt x="211" y="435"/>
                      <a:pt x="203" y="416"/>
                      <a:pt x="203" y="392"/>
                    </a:cubicBezTo>
                    <a:cubicBezTo>
                      <a:pt x="231" y="239"/>
                      <a:pt x="231" y="239"/>
                      <a:pt x="231" y="239"/>
                    </a:cubicBezTo>
                    <a:cubicBezTo>
                      <a:pt x="164" y="260"/>
                      <a:pt x="171" y="259"/>
                      <a:pt x="157" y="344"/>
                    </a:cubicBezTo>
                    <a:cubicBezTo>
                      <a:pt x="151" y="376"/>
                      <a:pt x="91" y="372"/>
                      <a:pt x="95" y="332"/>
                    </a:cubicBezTo>
                    <a:cubicBezTo>
                      <a:pt x="107" y="207"/>
                      <a:pt x="126" y="199"/>
                      <a:pt x="247" y="155"/>
                    </a:cubicBezTo>
                    <a:cubicBezTo>
                      <a:pt x="264" y="149"/>
                      <a:pt x="304" y="160"/>
                      <a:pt x="313" y="163"/>
                    </a:cubicBezTo>
                    <a:cubicBezTo>
                      <a:pt x="349" y="227"/>
                      <a:pt x="349" y="227"/>
                      <a:pt x="349" y="227"/>
                    </a:cubicBezTo>
                    <a:cubicBezTo>
                      <a:pt x="371" y="183"/>
                      <a:pt x="371" y="183"/>
                      <a:pt x="371" y="183"/>
                    </a:cubicBezTo>
                    <a:close/>
                  </a:path>
                </a:pathLst>
              </a:custGeom>
              <a:solidFill>
                <a:srgbClr val="1E285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351">
                  <a:solidFill>
                    <a:schemeClr val="tx1">
                      <a:lumMod val="75000"/>
                      <a:lumOff val="25000"/>
                    </a:schemeClr>
                  </a:solidFill>
                  <a:latin typeface="迷你简菱心" panose="02010609000101010101" pitchFamily="49" charset="-122"/>
                  <a:ea typeface="迷你简菱心" panose="02010609000101010101" pitchFamily="49" charset="-122"/>
                </a:endParaRPr>
              </a:p>
            </p:txBody>
          </p:sp>
        </p:grpSp>
        <p:sp>
          <p:nvSpPr>
            <p:cNvPr id="91" name="文本框 96">
              <a:extLst>
                <a:ext uri="{FF2B5EF4-FFF2-40B4-BE49-F238E27FC236}">
                  <a16:creationId xmlns:a16="http://schemas.microsoft.com/office/drawing/2014/main" id="{2ED619A0-40BD-487C-9B76-58E92ACC65A1}"/>
                </a:ext>
              </a:extLst>
            </p:cNvPr>
            <p:cNvSpPr txBox="1"/>
            <p:nvPr/>
          </p:nvSpPr>
          <p:spPr>
            <a:xfrm>
              <a:off x="6731021" y="2827037"/>
              <a:ext cx="1411850" cy="707886"/>
            </a:xfrm>
            <a:prstGeom prst="rect">
              <a:avLst/>
            </a:prstGeom>
            <a:noFill/>
          </p:spPr>
          <p:txBody>
            <a:bodyPr wrap="square" rtlCol="0">
              <a:spAutoFit/>
            </a:bodyPr>
            <a:lstStyle/>
            <a:p>
              <a:pPr algn="ctr"/>
              <a:r>
                <a:rPr lang="zh-CN" altLang="en-US" sz="2000">
                  <a:solidFill>
                    <a:schemeClr val="tx1">
                      <a:lumMod val="75000"/>
                      <a:lumOff val="25000"/>
                    </a:schemeClr>
                  </a:solidFill>
                  <a:latin typeface="思源黑体旧字形 Normal" panose="020b0400000000000000" pitchFamily="34" charset="-128"/>
                  <a:ea typeface="思源黑体旧字形 Normal" panose="020b0400000000000000" pitchFamily="34" charset="-128"/>
                </a:rPr>
                <a:t>自觉加强学习</a:t>
              </a:r>
            </a:p>
          </p:txBody>
        </p:sp>
      </p:grpSp>
      <p:grpSp>
        <p:nvGrpSpPr>
          <p:cNvPr id="94" name="组合 93">
            <a:extLst>
              <a:ext uri="{FF2B5EF4-FFF2-40B4-BE49-F238E27FC236}">
                <a16:creationId xmlns:a16="http://schemas.microsoft.com/office/drawing/2014/main" id="{D8D4D811-8FAC-464B-B03F-6827C3F655BB}"/>
              </a:ext>
            </a:extLst>
          </p:cNvPr>
          <p:cNvGrpSpPr/>
          <p:nvPr/>
        </p:nvGrpSpPr>
        <p:grpSpPr>
          <a:xfrm>
            <a:off x="9270677" y="2724969"/>
            <a:ext cx="1517529" cy="1516983"/>
            <a:chOff x="9270676" y="2609221"/>
            <a:chExt cx="1517529" cy="1516982"/>
          </a:xfrm>
        </p:grpSpPr>
        <p:sp>
          <p:nvSpPr>
            <p:cNvPr id="95" name="圆角矩形 31">
              <a:extLst>
                <a:ext uri="{FF2B5EF4-FFF2-40B4-BE49-F238E27FC236}">
                  <a16:creationId xmlns:a16="http://schemas.microsoft.com/office/drawing/2014/main" id="{06767D0D-B2F0-4887-B278-480607B0B4E7}"/>
                </a:ext>
              </a:extLst>
            </p:cNvPr>
            <p:cNvSpPr/>
            <p:nvPr/>
          </p:nvSpPr>
          <p:spPr>
            <a:xfrm rot="2581990">
              <a:off x="9270676" y="2609221"/>
              <a:ext cx="1517529" cy="1516982"/>
            </a:xfrm>
            <a:prstGeom prst="roundRect">
              <a:avLst>
                <a:gd name="adj" fmla="val 12985"/>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75">
                <a:solidFill>
                  <a:schemeClr val="tx1">
                    <a:lumMod val="75000"/>
                    <a:lumOff val="25000"/>
                  </a:schemeClr>
                </a:solidFill>
                <a:latin typeface="思源黑体旧字形 Normal" panose="020b0400000000000000" pitchFamily="34" charset="-128"/>
                <a:ea typeface="思源黑体旧字形 Normal" panose="020b0400000000000000" pitchFamily="34" charset="-128"/>
              </a:endParaRPr>
            </a:p>
          </p:txBody>
        </p:sp>
        <p:grpSp>
          <p:nvGrpSpPr>
            <p:cNvPr id="96" name="组合 95">
              <a:extLst>
                <a:ext uri="{FF2B5EF4-FFF2-40B4-BE49-F238E27FC236}">
                  <a16:creationId xmlns:a16="http://schemas.microsoft.com/office/drawing/2014/main" id="{62EA8D85-FAAD-4925-9A1E-11A0B18512C3}"/>
                </a:ext>
              </a:extLst>
            </p:cNvPr>
            <p:cNvGrpSpPr/>
            <p:nvPr/>
          </p:nvGrpSpPr>
          <p:grpSpPr>
            <a:xfrm>
              <a:off x="9788728" y="2716635"/>
              <a:ext cx="472468" cy="420860"/>
              <a:chOff x="12534321" y="-1120753"/>
              <a:chExt cx="472468" cy="420860"/>
            </a:xfrm>
            <a:solidFill>
              <a:srgbClr val="00B0F0"/>
            </a:solidFill>
          </p:grpSpPr>
          <p:sp>
            <p:nvSpPr>
              <p:cNvPr id="98" name="Freeform 237">
                <a:extLst>
                  <a:ext uri="{FF2B5EF4-FFF2-40B4-BE49-F238E27FC236}">
                    <a16:creationId xmlns:a16="http://schemas.microsoft.com/office/drawing/2014/main" id="{9A16EA2B-EB32-4BB3-8469-BBD989FDB207}"/>
                  </a:ext>
                </a:extLst>
              </p:cNvPr>
              <p:cNvSpPr/>
              <p:nvPr/>
            </p:nvSpPr>
            <p:spPr bwMode="auto">
              <a:xfrm>
                <a:off x="12641911" y="-979298"/>
                <a:ext cx="99406" cy="201077"/>
              </a:xfrm>
              <a:custGeom>
                <a:gdLst>
                  <a:gd name="T0" fmla="*/ 10 w 36"/>
                  <a:gd name="T1" fmla="*/ 47 h 73"/>
                  <a:gd name="T2" fmla="*/ 18 w 36"/>
                  <a:gd name="T3" fmla="*/ 56 h 73"/>
                  <a:gd name="T4" fmla="*/ 26 w 36"/>
                  <a:gd name="T5" fmla="*/ 49 h 73"/>
                  <a:gd name="T6" fmla="*/ 17 w 36"/>
                  <a:gd name="T7" fmla="*/ 41 h 73"/>
                  <a:gd name="T8" fmla="*/ 6 w 36"/>
                  <a:gd name="T9" fmla="*/ 36 h 73"/>
                  <a:gd name="T10" fmla="*/ 0 w 36"/>
                  <a:gd name="T11" fmla="*/ 24 h 73"/>
                  <a:gd name="T12" fmla="*/ 13 w 36"/>
                  <a:gd name="T13" fmla="*/ 8 h 73"/>
                  <a:gd name="T14" fmla="*/ 13 w 36"/>
                  <a:gd name="T15" fmla="*/ 0 h 73"/>
                  <a:gd name="T16" fmla="*/ 21 w 36"/>
                  <a:gd name="T17" fmla="*/ 0 h 73"/>
                  <a:gd name="T18" fmla="*/ 21 w 36"/>
                  <a:gd name="T19" fmla="*/ 9 h 73"/>
                  <a:gd name="T20" fmla="*/ 26 w 36"/>
                  <a:gd name="T21" fmla="*/ 12 h 73"/>
                  <a:gd name="T22" fmla="*/ 26 w 36"/>
                  <a:gd name="T23" fmla="*/ 9 h 73"/>
                  <a:gd name="T24" fmla="*/ 33 w 36"/>
                  <a:gd name="T25" fmla="*/ 9 h 73"/>
                  <a:gd name="T26" fmla="*/ 33 w 36"/>
                  <a:gd name="T27" fmla="*/ 24 h 73"/>
                  <a:gd name="T28" fmla="*/ 24 w 36"/>
                  <a:gd name="T29" fmla="*/ 24 h 73"/>
                  <a:gd name="T30" fmla="*/ 17 w 36"/>
                  <a:gd name="T31" fmla="*/ 17 h 73"/>
                  <a:gd name="T32" fmla="*/ 10 w 36"/>
                  <a:gd name="T33" fmla="*/ 24 h 73"/>
                  <a:gd name="T34" fmla="*/ 17 w 36"/>
                  <a:gd name="T35" fmla="*/ 31 h 73"/>
                  <a:gd name="T36" fmla="*/ 29 w 36"/>
                  <a:gd name="T37" fmla="*/ 35 h 73"/>
                  <a:gd name="T38" fmla="*/ 36 w 36"/>
                  <a:gd name="T39" fmla="*/ 48 h 73"/>
                  <a:gd name="T40" fmla="*/ 21 w 36"/>
                  <a:gd name="T41" fmla="*/ 65 h 73"/>
                  <a:gd name="T42" fmla="*/ 21 w 36"/>
                  <a:gd name="T43" fmla="*/ 73 h 73"/>
                  <a:gd name="T44" fmla="*/ 13 w 36"/>
                  <a:gd name="T45" fmla="*/ 73 h 73"/>
                  <a:gd name="T46" fmla="*/ 13 w 36"/>
                  <a:gd name="T47" fmla="*/ 63 h 73"/>
                  <a:gd name="T48" fmla="*/ 13 w 36"/>
                  <a:gd name="T49" fmla="*/ 63 h 73"/>
                  <a:gd name="T50" fmla="*/ 8 w 36"/>
                  <a:gd name="T51" fmla="*/ 60 h 73"/>
                  <a:gd name="T52" fmla="*/ 8 w 36"/>
                  <a:gd name="T53" fmla="*/ 63 h 73"/>
                  <a:gd name="T54" fmla="*/ 0 w 36"/>
                  <a:gd name="T55" fmla="*/ 63 h 73"/>
                  <a:gd name="T56" fmla="*/ 0 w 36"/>
                  <a:gd name="T57" fmla="*/ 47 h 73"/>
                  <a:gd name="T58" fmla="*/ 10 w 36"/>
                  <a:gd name="T59" fmla="*/ 47 h 73"/>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6" h="73">
                    <a:moveTo>
                      <a:pt x="10" y="47"/>
                    </a:moveTo>
                    <a:cubicBezTo>
                      <a:pt x="9" y="52"/>
                      <a:pt x="13" y="56"/>
                      <a:pt x="18" y="56"/>
                    </a:cubicBezTo>
                    <a:cubicBezTo>
                      <a:pt x="22" y="56"/>
                      <a:pt x="26" y="53"/>
                      <a:pt x="26" y="49"/>
                    </a:cubicBezTo>
                    <a:cubicBezTo>
                      <a:pt x="26" y="44"/>
                      <a:pt x="21" y="42"/>
                      <a:pt x="17" y="41"/>
                    </a:cubicBezTo>
                    <a:cubicBezTo>
                      <a:pt x="13" y="39"/>
                      <a:pt x="9" y="38"/>
                      <a:pt x="6" y="36"/>
                    </a:cubicBezTo>
                    <a:cubicBezTo>
                      <a:pt x="2" y="33"/>
                      <a:pt x="0" y="29"/>
                      <a:pt x="0" y="24"/>
                    </a:cubicBezTo>
                    <a:cubicBezTo>
                      <a:pt x="0" y="16"/>
                      <a:pt x="6" y="9"/>
                      <a:pt x="13" y="8"/>
                    </a:cubicBezTo>
                    <a:cubicBezTo>
                      <a:pt x="13" y="0"/>
                      <a:pt x="13" y="0"/>
                      <a:pt x="13" y="0"/>
                    </a:cubicBezTo>
                    <a:cubicBezTo>
                      <a:pt x="21" y="0"/>
                      <a:pt x="21" y="0"/>
                      <a:pt x="21" y="0"/>
                    </a:cubicBezTo>
                    <a:cubicBezTo>
                      <a:pt x="21" y="9"/>
                      <a:pt x="21" y="9"/>
                      <a:pt x="21" y="9"/>
                    </a:cubicBezTo>
                    <a:cubicBezTo>
                      <a:pt x="23" y="10"/>
                      <a:pt x="25" y="11"/>
                      <a:pt x="26" y="12"/>
                    </a:cubicBezTo>
                    <a:cubicBezTo>
                      <a:pt x="26" y="9"/>
                      <a:pt x="26" y="9"/>
                      <a:pt x="26" y="9"/>
                    </a:cubicBezTo>
                    <a:cubicBezTo>
                      <a:pt x="33" y="9"/>
                      <a:pt x="33" y="9"/>
                      <a:pt x="33" y="9"/>
                    </a:cubicBezTo>
                    <a:cubicBezTo>
                      <a:pt x="33" y="24"/>
                      <a:pt x="33" y="24"/>
                      <a:pt x="33" y="24"/>
                    </a:cubicBezTo>
                    <a:cubicBezTo>
                      <a:pt x="24" y="24"/>
                      <a:pt x="24" y="24"/>
                      <a:pt x="24" y="24"/>
                    </a:cubicBezTo>
                    <a:cubicBezTo>
                      <a:pt x="24" y="20"/>
                      <a:pt x="21" y="17"/>
                      <a:pt x="17" y="17"/>
                    </a:cubicBezTo>
                    <a:cubicBezTo>
                      <a:pt x="13" y="17"/>
                      <a:pt x="10" y="19"/>
                      <a:pt x="10" y="24"/>
                    </a:cubicBezTo>
                    <a:cubicBezTo>
                      <a:pt x="10" y="28"/>
                      <a:pt x="14" y="30"/>
                      <a:pt x="17" y="31"/>
                    </a:cubicBezTo>
                    <a:cubicBezTo>
                      <a:pt x="21" y="32"/>
                      <a:pt x="26" y="33"/>
                      <a:pt x="29" y="35"/>
                    </a:cubicBezTo>
                    <a:cubicBezTo>
                      <a:pt x="34" y="38"/>
                      <a:pt x="36" y="43"/>
                      <a:pt x="36" y="48"/>
                    </a:cubicBezTo>
                    <a:cubicBezTo>
                      <a:pt x="36" y="57"/>
                      <a:pt x="30" y="63"/>
                      <a:pt x="21" y="65"/>
                    </a:cubicBezTo>
                    <a:cubicBezTo>
                      <a:pt x="21" y="73"/>
                      <a:pt x="21" y="73"/>
                      <a:pt x="21" y="73"/>
                    </a:cubicBezTo>
                    <a:cubicBezTo>
                      <a:pt x="13" y="73"/>
                      <a:pt x="13" y="73"/>
                      <a:pt x="13" y="73"/>
                    </a:cubicBezTo>
                    <a:cubicBezTo>
                      <a:pt x="13" y="63"/>
                      <a:pt x="13" y="63"/>
                      <a:pt x="13" y="63"/>
                    </a:cubicBezTo>
                    <a:cubicBezTo>
                      <a:pt x="13" y="63"/>
                      <a:pt x="13" y="63"/>
                      <a:pt x="13" y="63"/>
                    </a:cubicBezTo>
                    <a:cubicBezTo>
                      <a:pt x="10" y="63"/>
                      <a:pt x="10" y="62"/>
                      <a:pt x="8" y="60"/>
                    </a:cubicBezTo>
                    <a:cubicBezTo>
                      <a:pt x="8" y="63"/>
                      <a:pt x="8" y="63"/>
                      <a:pt x="8" y="63"/>
                    </a:cubicBezTo>
                    <a:cubicBezTo>
                      <a:pt x="0" y="63"/>
                      <a:pt x="0" y="63"/>
                      <a:pt x="0" y="63"/>
                    </a:cubicBezTo>
                    <a:cubicBezTo>
                      <a:pt x="0" y="47"/>
                      <a:pt x="0" y="47"/>
                      <a:pt x="0" y="47"/>
                    </a:cubicBezTo>
                    <a:lnTo>
                      <a:pt x="10" y="47"/>
                    </a:lnTo>
                    <a:close/>
                  </a:path>
                </a:pathLst>
              </a:custGeom>
              <a:solidFill>
                <a:srgbClr val="1E2857"/>
              </a:solidFill>
              <a:ln>
                <a:noFill/>
              </a:ln>
              <a:extLst/>
            </p:spPr>
            <p:txBody>
              <a:bodyPr vert="horz" wrap="square" lIns="91440" tIns="45720" rIns="91440" bIns="45720" numCol="1" anchor="t" anchorCtr="0" compatLnSpc="1">
                <a:prstTxWarp prst="textNoShape">
                  <a:avLst/>
                </a:prstTxWarp>
              </a:bodyPr>
              <a:lstStyle/>
              <a:p>
                <a:endParaRPr lang="zh-CN" altLang="en-US" sz="1351">
                  <a:solidFill>
                    <a:schemeClr val="tx1">
                      <a:lumMod val="75000"/>
                      <a:lumOff val="25000"/>
                    </a:schemeClr>
                  </a:solidFill>
                  <a:latin typeface="迷你简菱心" panose="02010609000101010101" pitchFamily="49" charset="-122"/>
                  <a:ea typeface="迷你简菱心" panose="02010609000101010101" pitchFamily="49" charset="-122"/>
                </a:endParaRPr>
              </a:p>
            </p:txBody>
          </p:sp>
          <p:sp>
            <p:nvSpPr>
              <p:cNvPr id="99" name="Freeform 238">
                <a:extLst>
                  <a:ext uri="{FF2B5EF4-FFF2-40B4-BE49-F238E27FC236}">
                    <a16:creationId xmlns:a16="http://schemas.microsoft.com/office/drawing/2014/main" id="{8380BAE1-C23D-49AD-9008-88C647A2D0C0}"/>
                  </a:ext>
                </a:extLst>
              </p:cNvPr>
              <p:cNvSpPr/>
              <p:nvPr/>
            </p:nvSpPr>
            <p:spPr bwMode="auto">
              <a:xfrm>
                <a:off x="12796282" y="-907985"/>
                <a:ext cx="143846" cy="143794"/>
              </a:xfrm>
              <a:custGeom>
                <a:gdLst>
                  <a:gd name="T0" fmla="*/ 123 w 123"/>
                  <a:gd name="T1" fmla="*/ 92 h 123"/>
                  <a:gd name="T2" fmla="*/ 93 w 123"/>
                  <a:gd name="T3" fmla="*/ 123 h 123"/>
                  <a:gd name="T4" fmla="*/ 52 w 123"/>
                  <a:gd name="T5" fmla="*/ 85 h 123"/>
                  <a:gd name="T6" fmla="*/ 31 w 123"/>
                  <a:gd name="T7" fmla="*/ 123 h 123"/>
                  <a:gd name="T8" fmla="*/ 0 w 123"/>
                  <a:gd name="T9" fmla="*/ 0 h 123"/>
                  <a:gd name="T10" fmla="*/ 123 w 123"/>
                  <a:gd name="T11" fmla="*/ 33 h 123"/>
                  <a:gd name="T12" fmla="*/ 83 w 123"/>
                  <a:gd name="T13" fmla="*/ 55 h 123"/>
                  <a:gd name="T14" fmla="*/ 123 w 123"/>
                  <a:gd name="T15" fmla="*/ 92 h 123"/>
                </a:gd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3" h="123">
                    <a:moveTo>
                      <a:pt x="123" y="92"/>
                    </a:moveTo>
                    <a:lnTo>
                      <a:pt x="93" y="123"/>
                    </a:lnTo>
                    <a:lnTo>
                      <a:pt x="52" y="85"/>
                    </a:lnTo>
                    <a:lnTo>
                      <a:pt x="31" y="123"/>
                    </a:lnTo>
                    <a:lnTo>
                      <a:pt x="0" y="0"/>
                    </a:lnTo>
                    <a:lnTo>
                      <a:pt x="123" y="33"/>
                    </a:lnTo>
                    <a:lnTo>
                      <a:pt x="83" y="55"/>
                    </a:lnTo>
                    <a:lnTo>
                      <a:pt x="123" y="92"/>
                    </a:lnTo>
                    <a:close/>
                  </a:path>
                </a:pathLst>
              </a:custGeom>
              <a:solidFill>
                <a:srgbClr val="1E2857"/>
              </a:solidFill>
              <a:ln>
                <a:noFill/>
              </a:ln>
              <a:extLst/>
            </p:spPr>
            <p:txBody>
              <a:bodyPr vert="horz" wrap="square" lIns="91440" tIns="45720" rIns="91440" bIns="45720" numCol="1" anchor="t" anchorCtr="0" compatLnSpc="1">
                <a:prstTxWarp prst="textNoShape">
                  <a:avLst/>
                </a:prstTxWarp>
              </a:bodyPr>
              <a:lstStyle/>
              <a:p>
                <a:endParaRPr lang="zh-CN" altLang="en-US" sz="1351">
                  <a:solidFill>
                    <a:schemeClr val="tx1">
                      <a:lumMod val="75000"/>
                      <a:lumOff val="25000"/>
                    </a:schemeClr>
                  </a:solidFill>
                  <a:latin typeface="迷你简菱心" panose="02010609000101010101" pitchFamily="49" charset="-122"/>
                  <a:ea typeface="迷你简菱心" panose="02010609000101010101" pitchFamily="49" charset="-122"/>
                </a:endParaRPr>
              </a:p>
            </p:txBody>
          </p:sp>
          <p:sp>
            <p:nvSpPr>
              <p:cNvPr id="100" name="Freeform 239">
                <a:extLst>
                  <a:ext uri="{FF2B5EF4-FFF2-40B4-BE49-F238E27FC236}">
                    <a16:creationId xmlns:a16="http://schemas.microsoft.com/office/drawing/2014/main" id="{01DB49A3-2D81-40EF-9D4B-E209F245377D}"/>
                  </a:ext>
                </a:extLst>
              </p:cNvPr>
              <p:cNvSpPr>
                <a:spLocks noEditPoints="1"/>
              </p:cNvSpPr>
              <p:nvPr/>
            </p:nvSpPr>
            <p:spPr bwMode="auto">
              <a:xfrm>
                <a:off x="12534321" y="-1120753"/>
                <a:ext cx="472468" cy="420860"/>
              </a:xfrm>
              <a:custGeom>
                <a:gdLst>
                  <a:gd name="T0" fmla="*/ 166 w 171"/>
                  <a:gd name="T1" fmla="*/ 0 h 152"/>
                  <a:gd name="T2" fmla="*/ 6 w 171"/>
                  <a:gd name="T3" fmla="*/ 0 h 152"/>
                  <a:gd name="T4" fmla="*/ 0 w 171"/>
                  <a:gd name="T5" fmla="*/ 5 h 152"/>
                  <a:gd name="T6" fmla="*/ 0 w 171"/>
                  <a:gd name="T7" fmla="*/ 146 h 152"/>
                  <a:gd name="T8" fmla="*/ 6 w 171"/>
                  <a:gd name="T9" fmla="*/ 152 h 152"/>
                  <a:gd name="T10" fmla="*/ 166 w 171"/>
                  <a:gd name="T11" fmla="*/ 152 h 152"/>
                  <a:gd name="T12" fmla="*/ 171 w 171"/>
                  <a:gd name="T13" fmla="*/ 146 h 152"/>
                  <a:gd name="T14" fmla="*/ 171 w 171"/>
                  <a:gd name="T15" fmla="*/ 5 h 152"/>
                  <a:gd name="T16" fmla="*/ 166 w 171"/>
                  <a:gd name="T17" fmla="*/ 0 h 152"/>
                  <a:gd name="T18" fmla="*/ 132 w 171"/>
                  <a:gd name="T19" fmla="*/ 12 h 152"/>
                  <a:gd name="T20" fmla="*/ 139 w 171"/>
                  <a:gd name="T21" fmla="*/ 19 h 152"/>
                  <a:gd name="T22" fmla="*/ 132 w 171"/>
                  <a:gd name="T23" fmla="*/ 26 h 152"/>
                  <a:gd name="T24" fmla="*/ 125 w 171"/>
                  <a:gd name="T25" fmla="*/ 19 h 152"/>
                  <a:gd name="T26" fmla="*/ 132 w 171"/>
                  <a:gd name="T27" fmla="*/ 12 h 152"/>
                  <a:gd name="T28" fmla="*/ 111 w 171"/>
                  <a:gd name="T29" fmla="*/ 12 h 152"/>
                  <a:gd name="T30" fmla="*/ 118 w 171"/>
                  <a:gd name="T31" fmla="*/ 19 h 152"/>
                  <a:gd name="T32" fmla="*/ 111 w 171"/>
                  <a:gd name="T33" fmla="*/ 26 h 152"/>
                  <a:gd name="T34" fmla="*/ 103 w 171"/>
                  <a:gd name="T35" fmla="*/ 19 h 152"/>
                  <a:gd name="T36" fmla="*/ 111 w 171"/>
                  <a:gd name="T37" fmla="*/ 12 h 152"/>
                  <a:gd name="T38" fmla="*/ 160 w 171"/>
                  <a:gd name="T39" fmla="*/ 141 h 152"/>
                  <a:gd name="T40" fmla="*/ 11 w 171"/>
                  <a:gd name="T41" fmla="*/ 141 h 152"/>
                  <a:gd name="T42" fmla="*/ 11 w 171"/>
                  <a:gd name="T43" fmla="*/ 38 h 152"/>
                  <a:gd name="T44" fmla="*/ 160 w 171"/>
                  <a:gd name="T45" fmla="*/ 38 h 152"/>
                  <a:gd name="T46" fmla="*/ 160 w 171"/>
                  <a:gd name="T47" fmla="*/ 141 h 152"/>
                  <a:gd name="T48" fmla="*/ 153 w 171"/>
                  <a:gd name="T49" fmla="*/ 26 h 152"/>
                  <a:gd name="T50" fmla="*/ 146 w 171"/>
                  <a:gd name="T51" fmla="*/ 19 h 152"/>
                  <a:gd name="T52" fmla="*/ 153 w 171"/>
                  <a:gd name="T53" fmla="*/ 12 h 152"/>
                  <a:gd name="T54" fmla="*/ 160 w 171"/>
                  <a:gd name="T55" fmla="*/ 19 h 152"/>
                  <a:gd name="T56" fmla="*/ 153 w 171"/>
                  <a:gd name="T57" fmla="*/ 26 h 152"/>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71" h="152">
                    <a:moveTo>
                      <a:pt x="166" y="0"/>
                    </a:moveTo>
                    <a:cubicBezTo>
                      <a:pt x="6" y="0"/>
                      <a:pt x="6" y="0"/>
                      <a:pt x="6" y="0"/>
                    </a:cubicBezTo>
                    <a:cubicBezTo>
                      <a:pt x="3" y="0"/>
                      <a:pt x="0" y="2"/>
                      <a:pt x="0" y="5"/>
                    </a:cubicBezTo>
                    <a:cubicBezTo>
                      <a:pt x="0" y="146"/>
                      <a:pt x="0" y="146"/>
                      <a:pt x="0" y="146"/>
                    </a:cubicBezTo>
                    <a:cubicBezTo>
                      <a:pt x="0" y="149"/>
                      <a:pt x="3" y="152"/>
                      <a:pt x="6" y="152"/>
                    </a:cubicBezTo>
                    <a:cubicBezTo>
                      <a:pt x="166" y="152"/>
                      <a:pt x="166" y="152"/>
                      <a:pt x="166" y="152"/>
                    </a:cubicBezTo>
                    <a:cubicBezTo>
                      <a:pt x="169" y="152"/>
                      <a:pt x="171" y="149"/>
                      <a:pt x="171" y="146"/>
                    </a:cubicBezTo>
                    <a:cubicBezTo>
                      <a:pt x="171" y="5"/>
                      <a:pt x="171" y="5"/>
                      <a:pt x="171" y="5"/>
                    </a:cubicBezTo>
                    <a:cubicBezTo>
                      <a:pt x="171" y="2"/>
                      <a:pt x="169" y="0"/>
                      <a:pt x="166" y="0"/>
                    </a:cubicBezTo>
                    <a:close/>
                    <a:moveTo>
                      <a:pt x="132" y="12"/>
                    </a:moveTo>
                    <a:cubicBezTo>
                      <a:pt x="136" y="12"/>
                      <a:pt x="139" y="15"/>
                      <a:pt x="139" y="19"/>
                    </a:cubicBezTo>
                    <a:cubicBezTo>
                      <a:pt x="139" y="23"/>
                      <a:pt x="136" y="26"/>
                      <a:pt x="132" y="26"/>
                    </a:cubicBezTo>
                    <a:cubicBezTo>
                      <a:pt x="128" y="26"/>
                      <a:pt x="125" y="23"/>
                      <a:pt x="125" y="19"/>
                    </a:cubicBezTo>
                    <a:cubicBezTo>
                      <a:pt x="125" y="15"/>
                      <a:pt x="128" y="12"/>
                      <a:pt x="132" y="12"/>
                    </a:cubicBezTo>
                    <a:close/>
                    <a:moveTo>
                      <a:pt x="111" y="12"/>
                    </a:moveTo>
                    <a:cubicBezTo>
                      <a:pt x="115" y="12"/>
                      <a:pt x="118" y="15"/>
                      <a:pt x="118" y="19"/>
                    </a:cubicBezTo>
                    <a:cubicBezTo>
                      <a:pt x="118" y="23"/>
                      <a:pt x="115" y="26"/>
                      <a:pt x="111" y="26"/>
                    </a:cubicBezTo>
                    <a:cubicBezTo>
                      <a:pt x="107" y="26"/>
                      <a:pt x="103" y="23"/>
                      <a:pt x="103" y="19"/>
                    </a:cubicBezTo>
                    <a:cubicBezTo>
                      <a:pt x="103" y="15"/>
                      <a:pt x="107" y="12"/>
                      <a:pt x="111" y="12"/>
                    </a:cubicBezTo>
                    <a:close/>
                    <a:moveTo>
                      <a:pt x="160" y="141"/>
                    </a:moveTo>
                    <a:cubicBezTo>
                      <a:pt x="11" y="141"/>
                      <a:pt x="11" y="141"/>
                      <a:pt x="11" y="141"/>
                    </a:cubicBezTo>
                    <a:cubicBezTo>
                      <a:pt x="11" y="38"/>
                      <a:pt x="11" y="38"/>
                      <a:pt x="11" y="38"/>
                    </a:cubicBezTo>
                    <a:cubicBezTo>
                      <a:pt x="160" y="38"/>
                      <a:pt x="160" y="38"/>
                      <a:pt x="160" y="38"/>
                    </a:cubicBezTo>
                    <a:lnTo>
                      <a:pt x="160" y="141"/>
                    </a:lnTo>
                    <a:close/>
                    <a:moveTo>
                      <a:pt x="153" y="26"/>
                    </a:moveTo>
                    <a:cubicBezTo>
                      <a:pt x="149" y="26"/>
                      <a:pt x="146" y="23"/>
                      <a:pt x="146" y="19"/>
                    </a:cubicBezTo>
                    <a:cubicBezTo>
                      <a:pt x="146" y="15"/>
                      <a:pt x="149" y="12"/>
                      <a:pt x="153" y="12"/>
                    </a:cubicBezTo>
                    <a:cubicBezTo>
                      <a:pt x="157" y="12"/>
                      <a:pt x="160" y="15"/>
                      <a:pt x="160" y="19"/>
                    </a:cubicBezTo>
                    <a:cubicBezTo>
                      <a:pt x="160" y="23"/>
                      <a:pt x="157" y="26"/>
                      <a:pt x="153" y="26"/>
                    </a:cubicBezTo>
                    <a:close/>
                  </a:path>
                </a:pathLst>
              </a:custGeom>
              <a:solidFill>
                <a:srgbClr val="1E2857"/>
              </a:solidFill>
              <a:ln>
                <a:noFill/>
              </a:ln>
              <a:extLst/>
            </p:spPr>
            <p:txBody>
              <a:bodyPr vert="horz" wrap="square" lIns="91440" tIns="45720" rIns="91440" bIns="45720" numCol="1" anchor="t" anchorCtr="0" compatLnSpc="1">
                <a:prstTxWarp prst="textNoShape">
                  <a:avLst/>
                </a:prstTxWarp>
              </a:bodyPr>
              <a:lstStyle/>
              <a:p>
                <a:endParaRPr lang="zh-CN" altLang="en-US" sz="1351">
                  <a:solidFill>
                    <a:schemeClr val="tx1">
                      <a:lumMod val="75000"/>
                      <a:lumOff val="25000"/>
                    </a:schemeClr>
                  </a:solidFill>
                  <a:latin typeface="迷你简菱心" panose="02010609000101010101" pitchFamily="49" charset="-122"/>
                  <a:ea typeface="迷你简菱心" panose="02010609000101010101" pitchFamily="49" charset="-122"/>
                </a:endParaRPr>
              </a:p>
            </p:txBody>
          </p:sp>
        </p:grpSp>
        <p:sp>
          <p:nvSpPr>
            <p:cNvPr id="97" name="文本框 96">
              <a:extLst>
                <a:ext uri="{FF2B5EF4-FFF2-40B4-BE49-F238E27FC236}">
                  <a16:creationId xmlns:a16="http://schemas.microsoft.com/office/drawing/2014/main" id="{73877E5F-155A-4EEE-8B33-BA9A142A9878}"/>
                </a:ext>
              </a:extLst>
            </p:cNvPr>
            <p:cNvSpPr txBox="1"/>
            <p:nvPr/>
          </p:nvSpPr>
          <p:spPr>
            <a:xfrm>
              <a:off x="9319037" y="3335019"/>
              <a:ext cx="1411849" cy="707886"/>
            </a:xfrm>
            <a:prstGeom prst="rect">
              <a:avLst/>
            </a:prstGeom>
            <a:noFill/>
          </p:spPr>
          <p:txBody>
            <a:bodyPr wrap="square" rtlCol="0">
              <a:spAutoFit/>
            </a:bodyPr>
            <a:lstStyle/>
            <a:p>
              <a:pPr algn="ctr"/>
              <a:r>
                <a:rPr lang="zh-CN" altLang="en-US" sz="2000">
                  <a:solidFill>
                    <a:schemeClr val="tx1">
                      <a:lumMod val="75000"/>
                      <a:lumOff val="25000"/>
                    </a:schemeClr>
                  </a:solidFill>
                  <a:latin typeface="思源黑体旧字形 Normal" panose="020b0400000000000000" pitchFamily="34" charset="-128"/>
                  <a:ea typeface="思源黑体旧字形 Normal" panose="020b0400000000000000" pitchFamily="34" charset="-128"/>
                </a:rPr>
                <a:t>提高知识储备</a:t>
              </a:r>
            </a:p>
          </p:txBody>
        </p:sp>
      </p:grpSp>
      <p:sp>
        <p:nvSpPr>
          <p:cNvPr id="101" name="文本框 113">
            <a:extLst>
              <a:ext uri="{FF2B5EF4-FFF2-40B4-BE49-F238E27FC236}">
                <a16:creationId xmlns:a16="http://schemas.microsoft.com/office/drawing/2014/main" id="{3B0662EB-5AAC-4967-8753-B8EA6E5D6804}"/>
              </a:ext>
            </a:extLst>
          </p:cNvPr>
          <p:cNvSpPr txBox="1"/>
          <p:nvPr/>
        </p:nvSpPr>
        <p:spPr>
          <a:xfrm>
            <a:off x="3743329" y="4726108"/>
            <a:ext cx="2223764" cy="1477328"/>
          </a:xfrm>
          <a:prstGeom prst="rect">
            <a:avLst/>
          </a:prstGeom>
          <a:noFill/>
        </p:spPr>
        <p:txBody>
          <a:bodyPr wrap="square" rtlCol="0">
            <a:spAutoFit/>
          </a:bodyPr>
          <a:lstStyle/>
          <a:p>
            <a:pPr>
              <a:lnSpc>
                <a:spcPct val="150000"/>
              </a:lnSpc>
            </a:pPr>
            <a:r>
              <a:rPr lang="zh-CN" altLang="en-US" sz="1200">
                <a:solidFill>
                  <a:schemeClr val="tx1">
                    <a:lumMod val="85000"/>
                    <a:lumOff val="15000"/>
                  </a:schemeClr>
                </a:solidFill>
                <a:latin typeface="思源黑体旧字形 Normal" panose="020b0400000000000000" pitchFamily="34" charset="-128"/>
                <a:ea typeface="思源黑体旧字形 Normal" panose="020b0400000000000000" pitchFamily="34" charset="-128"/>
              </a:rPr>
              <a:t>点击输入简要文字内容，文字内容需概括精炼，不用多余的文字修饰，言简意赅的说明分项内容，文字内容需概括精炼，不用多余的文字修饰。</a:t>
            </a:r>
            <a:endParaRPr lang="zh-CN" altLang="en-US" sz="1200">
              <a:solidFill>
                <a:schemeClr val="tx1">
                  <a:lumMod val="85000"/>
                  <a:lumOff val="15000"/>
                </a:schemeClr>
              </a:solidFill>
              <a:latin typeface="思源黑体旧字形 Normal" panose="020b0400000000000000" pitchFamily="34" charset="-128"/>
              <a:ea typeface="思源黑体旧字形 Normal" panose="020b0400000000000000" pitchFamily="34" charset="-128"/>
              <a:sym typeface="微软雅黑" panose="020b0503020204020204" pitchFamily="34" charset="-122"/>
            </a:endParaRPr>
          </a:p>
        </p:txBody>
      </p:sp>
      <p:sp>
        <p:nvSpPr>
          <p:cNvPr id="102" name="文本框 113">
            <a:extLst>
              <a:ext uri="{FF2B5EF4-FFF2-40B4-BE49-F238E27FC236}">
                <a16:creationId xmlns:a16="http://schemas.microsoft.com/office/drawing/2014/main" id="{1C97965F-0C97-4D6D-A9B9-23E84E7F667F}"/>
              </a:ext>
            </a:extLst>
          </p:cNvPr>
          <p:cNvSpPr txBox="1"/>
          <p:nvPr/>
        </p:nvSpPr>
        <p:spPr>
          <a:xfrm>
            <a:off x="6325065" y="4726108"/>
            <a:ext cx="2223764" cy="1477328"/>
          </a:xfrm>
          <a:prstGeom prst="rect">
            <a:avLst/>
          </a:prstGeom>
          <a:noFill/>
        </p:spPr>
        <p:txBody>
          <a:bodyPr wrap="square" rtlCol="0">
            <a:spAutoFit/>
          </a:bodyPr>
          <a:lstStyle/>
          <a:p>
            <a:pPr>
              <a:lnSpc>
                <a:spcPct val="150000"/>
              </a:lnSpc>
            </a:pPr>
            <a:r>
              <a:rPr lang="zh-CN" altLang="en-US" sz="1200">
                <a:solidFill>
                  <a:schemeClr val="tx1">
                    <a:lumMod val="85000"/>
                    <a:lumOff val="15000"/>
                  </a:schemeClr>
                </a:solidFill>
                <a:latin typeface="思源黑体旧字形 Normal" panose="020b0400000000000000" pitchFamily="34" charset="-128"/>
                <a:ea typeface="思源黑体旧字形 Normal" panose="020b0400000000000000" pitchFamily="34" charset="-128"/>
              </a:rPr>
              <a:t>点击输入简要文字内容，文字内容需概括精炼，不用多余的文字修饰，言简意赅的说明分项内容，文字内容需概括精炼，不用多余的文字修饰。</a:t>
            </a:r>
            <a:endParaRPr lang="zh-CN" altLang="en-US" sz="1200">
              <a:solidFill>
                <a:schemeClr val="tx1">
                  <a:lumMod val="85000"/>
                  <a:lumOff val="15000"/>
                </a:schemeClr>
              </a:solidFill>
              <a:latin typeface="思源黑体旧字形 Normal" panose="020b0400000000000000" pitchFamily="34" charset="-128"/>
              <a:ea typeface="思源黑体旧字形 Normal" panose="020b0400000000000000" pitchFamily="34" charset="-128"/>
              <a:sym typeface="微软雅黑" panose="020b0503020204020204" pitchFamily="34" charset="-122"/>
            </a:endParaRPr>
          </a:p>
        </p:txBody>
      </p:sp>
      <p:sp>
        <p:nvSpPr>
          <p:cNvPr id="103" name="文本框 113">
            <a:extLst>
              <a:ext uri="{FF2B5EF4-FFF2-40B4-BE49-F238E27FC236}">
                <a16:creationId xmlns:a16="http://schemas.microsoft.com/office/drawing/2014/main" id="{6F0D8455-0A07-4F4A-9791-06D6105C2C87}"/>
              </a:ext>
            </a:extLst>
          </p:cNvPr>
          <p:cNvSpPr txBox="1"/>
          <p:nvPr/>
        </p:nvSpPr>
        <p:spPr>
          <a:xfrm>
            <a:off x="8938808" y="4726108"/>
            <a:ext cx="2223764" cy="1477328"/>
          </a:xfrm>
          <a:prstGeom prst="rect">
            <a:avLst/>
          </a:prstGeom>
          <a:noFill/>
        </p:spPr>
        <p:txBody>
          <a:bodyPr wrap="square" rtlCol="0">
            <a:spAutoFit/>
          </a:bodyPr>
          <a:lstStyle/>
          <a:p>
            <a:pPr>
              <a:lnSpc>
                <a:spcPct val="150000"/>
              </a:lnSpc>
            </a:pPr>
            <a:r>
              <a:rPr lang="zh-CN" altLang="en-US" sz="1200">
                <a:solidFill>
                  <a:schemeClr val="tx1">
                    <a:lumMod val="85000"/>
                    <a:lumOff val="15000"/>
                  </a:schemeClr>
                </a:solidFill>
                <a:latin typeface="思源黑体旧字形 Normal" panose="020b0400000000000000" pitchFamily="34" charset="-128"/>
                <a:ea typeface="思源黑体旧字形 Normal" panose="020b0400000000000000" pitchFamily="34" charset="-128"/>
              </a:rPr>
              <a:t>点击输入简要文字内容，文字内容需概括精炼，不用多余的文字修饰，言简意赅的说明分项内容，文字内容需概括精炼，不用多余的文字修饰。</a:t>
            </a:r>
            <a:endParaRPr lang="zh-CN" altLang="en-US" sz="1200">
              <a:solidFill>
                <a:schemeClr val="tx1">
                  <a:lumMod val="85000"/>
                  <a:lumOff val="15000"/>
                </a:schemeClr>
              </a:solidFill>
              <a:latin typeface="思源黑体旧字形 Normal" panose="020b0400000000000000" pitchFamily="34" charset="-128"/>
              <a:ea typeface="思源黑体旧字形 Normal" panose="020b0400000000000000" pitchFamily="34" charset="-128"/>
              <a:sym typeface="微软雅黑" panose="020b0503020204020204" pitchFamily="34" charset="-122"/>
            </a:endParaRPr>
          </a:p>
        </p:txBody>
      </p:sp>
    </p:spTree>
    <p:extLst>
      <p:ext uri="{BB962C8B-B14F-4D97-AF65-F5344CB8AC3E}">
        <p14:creationId val="2190522499"/>
      </p:ext>
    </p:extLst>
  </p:cSld>
  <p:clrMapOvr>
    <a:masterClrMapping/>
  </p:clrMapOvr>
  <mc:AlternateContent>
    <mc:Choice xmlns:p14="http://schemas.microsoft.com/office/powerpoint/2010/main" Requires="p14">
      <p:transition spd="slow" advClick="0" advTm="0" p14:dur="2000">
        <p14:ferris dir="l"/>
      </p:transition>
    </mc:Choice>
    <mc:Fallback>
      <p:transition spd="slow" advClick="0" advTm="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49" presetClass="entr" presetSubtype="0" decel="10000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 calcmode="lin" valueType="num">
                                      <p:cBhvr>
                                        <p:cTn id="9" dur="500" fill="hold"/>
                                        <p:tgtEl>
                                          <p:spTgt spid="2"/>
                                        </p:tgtEl>
                                        <p:attrNameLst>
                                          <p:attrName>style.rotation</p:attrName>
                                        </p:attrNameLst>
                                      </p:cBhvr>
                                      <p:tavLst>
                                        <p:tav tm="0">
                                          <p:val>
                                            <p:fltVal val="360"/>
                                          </p:val>
                                        </p:tav>
                                        <p:tav tm="100000">
                                          <p:val>
                                            <p:fltVal val="0"/>
                                          </p:val>
                                        </p:tav>
                                      </p:tavLst>
                                    </p:anim>
                                    <p:animEffect transition="in" filter="fade">
                                      <p:cBhvr>
                                        <p:cTn id="10" dur="500"/>
                                        <p:tgtEl>
                                          <p:spTgt spid="2"/>
                                        </p:tgtEl>
                                      </p:cBhvr>
                                    </p:animEffect>
                                  </p:childTnLst>
                                </p:cTn>
                              </p:par>
                              <p:par>
                                <p:cTn id="11" presetID="41" presetClass="entr" presetSubtype="0" fill="hold" grpId="0" nodeType="withEffect">
                                  <p:stCondLst>
                                    <p:cond delay="0"/>
                                  </p:stCondLst>
                                  <p:iterate type="lt">
                                    <p:tmPct val="10000"/>
                                  </p:iterate>
                                  <p:childTnLst>
                                    <p:set>
                                      <p:cBhvr>
                                        <p:cTn id="12" dur="1" fill="hold">
                                          <p:stCondLst>
                                            <p:cond delay="0"/>
                                          </p:stCondLst>
                                        </p:cTn>
                                        <p:tgtEl>
                                          <p:spTgt spid="5"/>
                                        </p:tgtEl>
                                        <p:attrNameLst>
                                          <p:attrName>style.visibility</p:attrName>
                                        </p:attrNameLst>
                                      </p:cBhvr>
                                      <p:to>
                                        <p:strVal val="visible"/>
                                      </p:to>
                                    </p:set>
                                    <p:anim calcmode="lin" valueType="num">
                                      <p:cBhvr>
                                        <p:cTn id="13" dur="500" fill="hold"/>
                                        <p:tgtEl>
                                          <p:spTgt spid="5"/>
                                        </p:tgtEl>
                                        <p:attrNameLst>
                                          <p:attrName>ppt_x</p:attrName>
                                        </p:attrNameLst>
                                      </p:cBhvr>
                                      <p:tavLst>
                                        <p:tav tm="0">
                                          <p:val>
                                            <p:strVal val="#ppt_x"/>
                                          </p:val>
                                        </p:tav>
                                        <p:tav tm="50000">
                                          <p:val>
                                            <p:strVal val="#ppt_x+.1"/>
                                          </p:val>
                                        </p:tav>
                                        <p:tav tm="100000">
                                          <p:val>
                                            <p:strVal val="#ppt_x"/>
                                          </p:val>
                                        </p:tav>
                                      </p:tavLst>
                                    </p:anim>
                                    <p:anim calcmode="lin" valueType="num">
                                      <p:cBhvr>
                                        <p:cTn id="14" dur="500" fill="hold"/>
                                        <p:tgtEl>
                                          <p:spTgt spid="5"/>
                                        </p:tgtEl>
                                        <p:attrNameLst>
                                          <p:attrName>ppt_y</p:attrName>
                                        </p:attrNameLst>
                                      </p:cBhvr>
                                      <p:tavLst>
                                        <p:tav tm="0">
                                          <p:val>
                                            <p:strVal val="#ppt_y"/>
                                          </p:val>
                                        </p:tav>
                                        <p:tav tm="100000">
                                          <p:val>
                                            <p:strVal val="#ppt_y"/>
                                          </p:val>
                                        </p:tav>
                                      </p:tavLst>
                                    </p:anim>
                                    <p:anim calcmode="lin" valueType="num">
                                      <p:cBhvr>
                                        <p:cTn id="15" dur="500" fill="hold"/>
                                        <p:tgtEl>
                                          <p:spTgt spid="5"/>
                                        </p:tgtEl>
                                        <p:attrNameLst>
                                          <p:attrName>ppt_h</p:attrName>
                                        </p:attrNameLst>
                                      </p:cBhvr>
                                      <p:tavLst>
                                        <p:tav tm="0">
                                          <p:val>
                                            <p:strVal val="#ppt_h/10"/>
                                          </p:val>
                                        </p:tav>
                                        <p:tav tm="50000">
                                          <p:val>
                                            <p:strVal val="#ppt_h+.01"/>
                                          </p:val>
                                        </p:tav>
                                        <p:tav tm="100000">
                                          <p:val>
                                            <p:strVal val="#ppt_h"/>
                                          </p:val>
                                        </p:tav>
                                      </p:tavLst>
                                    </p:anim>
                                    <p:anim calcmode="lin" valueType="num">
                                      <p:cBhvr>
                                        <p:cTn id="16" dur="500" fill="hold"/>
                                        <p:tgtEl>
                                          <p:spTgt spid="5"/>
                                        </p:tgtEl>
                                        <p:attrNameLst>
                                          <p:attrName>ppt_w</p:attrName>
                                        </p:attrNameLst>
                                      </p:cBhvr>
                                      <p:tavLst>
                                        <p:tav tm="0">
                                          <p:val>
                                            <p:strVal val="#ppt_w/10"/>
                                          </p:val>
                                        </p:tav>
                                        <p:tav tm="50000">
                                          <p:val>
                                            <p:strVal val="#ppt_w+.01"/>
                                          </p:val>
                                        </p:tav>
                                        <p:tav tm="100000">
                                          <p:val>
                                            <p:strVal val="#ppt_w"/>
                                          </p:val>
                                        </p:tav>
                                      </p:tavLst>
                                    </p:anim>
                                    <p:animEffect transition="in" filter="fade">
                                      <p:cBhvr>
                                        <p:cTn id="17" dur="500" tmFilter="0,0; .5, 1; 1, 1"/>
                                        <p:tgtEl>
                                          <p:spTgt spid="5"/>
                                        </p:tgtEl>
                                      </p:cBhvr>
                                    </p:animEffect>
                                  </p:childTnLst>
                                </p:cTn>
                              </p:par>
                            </p:childTnLst>
                          </p:cTn>
                        </p:par>
                        <p:par>
                          <p:cTn id="18" fill="hold" nodeType="afterGroup">
                            <p:stCondLst>
                              <p:cond delay="500"/>
                            </p:stCondLst>
                            <p:childTnLst>
                              <p:par>
                                <p:cTn id="19" presetID="42" presetClass="entr" presetSubtype="0" fill="hold" grpId="0" nodeType="afterEffect">
                                  <p:stCondLst>
                                    <p:cond delay="0"/>
                                  </p:stCondLst>
                                  <p:childTnLst>
                                    <p:set>
                                      <p:cBhvr>
                                        <p:cTn id="20" dur="1" fill="hold">
                                          <p:stCondLst>
                                            <p:cond delay="0"/>
                                          </p:stCondLst>
                                        </p:cTn>
                                        <p:tgtEl>
                                          <p:spTgt spid="45"/>
                                        </p:tgtEl>
                                        <p:attrNameLst>
                                          <p:attrName>style.visibility</p:attrName>
                                        </p:attrNameLst>
                                      </p:cBhvr>
                                      <p:to>
                                        <p:strVal val="visible"/>
                                      </p:to>
                                    </p:set>
                                    <p:animEffect transition="in" filter="fade">
                                      <p:cBhvr>
                                        <p:cTn id="21" dur="750"/>
                                        <p:tgtEl>
                                          <p:spTgt spid="45"/>
                                        </p:tgtEl>
                                      </p:cBhvr>
                                    </p:animEffect>
                                    <p:anim calcmode="lin" valueType="num">
                                      <p:cBhvr>
                                        <p:cTn id="22" dur="750" fill="hold"/>
                                        <p:tgtEl>
                                          <p:spTgt spid="45"/>
                                        </p:tgtEl>
                                        <p:attrNameLst>
                                          <p:attrName>ppt_x</p:attrName>
                                        </p:attrNameLst>
                                      </p:cBhvr>
                                      <p:tavLst>
                                        <p:tav tm="0">
                                          <p:val>
                                            <p:strVal val="#ppt_x"/>
                                          </p:val>
                                        </p:tav>
                                        <p:tav tm="100000">
                                          <p:val>
                                            <p:strVal val="#ppt_x"/>
                                          </p:val>
                                        </p:tav>
                                      </p:tavLst>
                                    </p:anim>
                                    <p:anim calcmode="lin" valueType="num">
                                      <p:cBhvr>
                                        <p:cTn id="23" dur="750" fill="hold"/>
                                        <p:tgtEl>
                                          <p:spTgt spid="45"/>
                                        </p:tgtEl>
                                        <p:attrNameLst>
                                          <p:attrName>ppt_y</p:attrName>
                                        </p:attrNameLst>
                                      </p:cBhvr>
                                      <p:tavLst>
                                        <p:tav tm="0">
                                          <p:val>
                                            <p:strVal val="#ppt_y+.1"/>
                                          </p:val>
                                        </p:tav>
                                        <p:tav tm="100000">
                                          <p:val>
                                            <p:strVal val="#ppt_y"/>
                                          </p:val>
                                        </p:tav>
                                      </p:tavLst>
                                    </p:anim>
                                  </p:childTnLst>
                                </p:cTn>
                              </p:par>
                              <p:par>
                                <p:cTn id="24" presetID="42" presetClass="entr" presetSubtype="0" fill="hold" grpId="0" nodeType="withEffect">
                                  <p:stCondLst>
                                    <p:cond delay="500"/>
                                  </p:stCondLst>
                                  <p:childTnLst>
                                    <p:set>
                                      <p:cBhvr>
                                        <p:cTn id="25" dur="1" fill="hold">
                                          <p:stCondLst>
                                            <p:cond delay="0"/>
                                          </p:stCondLst>
                                        </p:cTn>
                                        <p:tgtEl>
                                          <p:spTgt spid="47"/>
                                        </p:tgtEl>
                                        <p:attrNameLst>
                                          <p:attrName>style.visibility</p:attrName>
                                        </p:attrNameLst>
                                      </p:cBhvr>
                                      <p:to>
                                        <p:strVal val="visible"/>
                                      </p:to>
                                    </p:set>
                                    <p:animEffect transition="in" filter="fade">
                                      <p:cBhvr>
                                        <p:cTn id="26" dur="750"/>
                                        <p:tgtEl>
                                          <p:spTgt spid="47"/>
                                        </p:tgtEl>
                                      </p:cBhvr>
                                    </p:animEffect>
                                    <p:anim calcmode="lin" valueType="num">
                                      <p:cBhvr>
                                        <p:cTn id="27" dur="750" fill="hold"/>
                                        <p:tgtEl>
                                          <p:spTgt spid="47"/>
                                        </p:tgtEl>
                                        <p:attrNameLst>
                                          <p:attrName>ppt_x</p:attrName>
                                        </p:attrNameLst>
                                      </p:cBhvr>
                                      <p:tavLst>
                                        <p:tav tm="0">
                                          <p:val>
                                            <p:strVal val="#ppt_x"/>
                                          </p:val>
                                        </p:tav>
                                        <p:tav tm="100000">
                                          <p:val>
                                            <p:strVal val="#ppt_x"/>
                                          </p:val>
                                        </p:tav>
                                      </p:tavLst>
                                    </p:anim>
                                    <p:anim calcmode="lin" valueType="num">
                                      <p:cBhvr>
                                        <p:cTn id="28" dur="750" fill="hold"/>
                                        <p:tgtEl>
                                          <p:spTgt spid="47"/>
                                        </p:tgtEl>
                                        <p:attrNameLst>
                                          <p:attrName>ppt_y</p:attrName>
                                        </p:attrNameLst>
                                      </p:cBhvr>
                                      <p:tavLst>
                                        <p:tav tm="0">
                                          <p:val>
                                            <p:strVal val="#ppt_y+.1"/>
                                          </p:val>
                                        </p:tav>
                                        <p:tav tm="100000">
                                          <p:val>
                                            <p:strVal val="#ppt_y"/>
                                          </p:val>
                                        </p:tav>
                                      </p:tavLst>
                                    </p:anim>
                                  </p:childTnLst>
                                </p:cTn>
                              </p:par>
                              <p:par>
                                <p:cTn id="29" presetID="42" presetClass="entr" presetSubtype="0" fill="hold" grpId="0" nodeType="withEffect">
                                  <p:stCondLst>
                                    <p:cond delay="1000"/>
                                  </p:stCondLst>
                                  <p:childTnLst>
                                    <p:set>
                                      <p:cBhvr>
                                        <p:cTn id="30" dur="1" fill="hold">
                                          <p:stCondLst>
                                            <p:cond delay="0"/>
                                          </p:stCondLst>
                                        </p:cTn>
                                        <p:tgtEl>
                                          <p:spTgt spid="46"/>
                                        </p:tgtEl>
                                        <p:attrNameLst>
                                          <p:attrName>style.visibility</p:attrName>
                                        </p:attrNameLst>
                                      </p:cBhvr>
                                      <p:to>
                                        <p:strVal val="visible"/>
                                      </p:to>
                                    </p:set>
                                    <p:animEffect transition="in" filter="fade">
                                      <p:cBhvr>
                                        <p:cTn id="31" dur="750"/>
                                        <p:tgtEl>
                                          <p:spTgt spid="46"/>
                                        </p:tgtEl>
                                      </p:cBhvr>
                                    </p:animEffect>
                                    <p:anim calcmode="lin" valueType="num">
                                      <p:cBhvr>
                                        <p:cTn id="32" dur="750" fill="hold"/>
                                        <p:tgtEl>
                                          <p:spTgt spid="46"/>
                                        </p:tgtEl>
                                        <p:attrNameLst>
                                          <p:attrName>ppt_x</p:attrName>
                                        </p:attrNameLst>
                                      </p:cBhvr>
                                      <p:tavLst>
                                        <p:tav tm="0">
                                          <p:val>
                                            <p:strVal val="#ppt_x"/>
                                          </p:val>
                                        </p:tav>
                                        <p:tav tm="100000">
                                          <p:val>
                                            <p:strVal val="#ppt_x"/>
                                          </p:val>
                                        </p:tav>
                                      </p:tavLst>
                                    </p:anim>
                                    <p:anim calcmode="lin" valueType="num">
                                      <p:cBhvr>
                                        <p:cTn id="33" dur="750" fill="hold"/>
                                        <p:tgtEl>
                                          <p:spTgt spid="46"/>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1500"/>
                                  </p:stCondLst>
                                  <p:childTnLst>
                                    <p:set>
                                      <p:cBhvr>
                                        <p:cTn id="35" dur="1" fill="hold">
                                          <p:stCondLst>
                                            <p:cond delay="0"/>
                                          </p:stCondLst>
                                        </p:cTn>
                                        <p:tgtEl>
                                          <p:spTgt spid="44"/>
                                        </p:tgtEl>
                                        <p:attrNameLst>
                                          <p:attrName>style.visibility</p:attrName>
                                        </p:attrNameLst>
                                      </p:cBhvr>
                                      <p:to>
                                        <p:strVal val="visible"/>
                                      </p:to>
                                    </p:set>
                                    <p:animEffect transition="in" filter="fade">
                                      <p:cBhvr>
                                        <p:cTn id="36" dur="750"/>
                                        <p:tgtEl>
                                          <p:spTgt spid="44"/>
                                        </p:tgtEl>
                                      </p:cBhvr>
                                    </p:animEffect>
                                    <p:anim calcmode="lin" valueType="num">
                                      <p:cBhvr>
                                        <p:cTn id="37" dur="750" fill="hold"/>
                                        <p:tgtEl>
                                          <p:spTgt spid="44"/>
                                        </p:tgtEl>
                                        <p:attrNameLst>
                                          <p:attrName>ppt_x</p:attrName>
                                        </p:attrNameLst>
                                      </p:cBhvr>
                                      <p:tavLst>
                                        <p:tav tm="0">
                                          <p:val>
                                            <p:strVal val="#ppt_x"/>
                                          </p:val>
                                        </p:tav>
                                        <p:tav tm="100000">
                                          <p:val>
                                            <p:strVal val="#ppt_x"/>
                                          </p:val>
                                        </p:tav>
                                      </p:tavLst>
                                    </p:anim>
                                    <p:anim calcmode="lin" valueType="num">
                                      <p:cBhvr>
                                        <p:cTn id="38" dur="750" fill="hold"/>
                                        <p:tgtEl>
                                          <p:spTgt spid="44"/>
                                        </p:tgtEl>
                                        <p:attrNameLst>
                                          <p:attrName>ppt_y</p:attrName>
                                        </p:attrNameLst>
                                      </p:cBhvr>
                                      <p:tavLst>
                                        <p:tav tm="0">
                                          <p:val>
                                            <p:strVal val="#ppt_y+.1"/>
                                          </p:val>
                                        </p:tav>
                                        <p:tav tm="100000">
                                          <p:val>
                                            <p:strVal val="#ppt_y"/>
                                          </p:val>
                                        </p:tav>
                                      </p:tavLst>
                                    </p:anim>
                                  </p:childTnLst>
                                </p:cTn>
                              </p:par>
                              <p:par>
                                <p:cTn id="39" presetID="47" presetClass="entr" presetSubtype="0" fill="hold" nodeType="withEffect">
                                  <p:stCondLst>
                                    <p:cond delay="2000"/>
                                  </p:stCondLst>
                                  <p:childTnLst>
                                    <p:set>
                                      <p:cBhvr>
                                        <p:cTn id="40" dur="1" fill="hold">
                                          <p:stCondLst>
                                            <p:cond delay="0"/>
                                          </p:stCondLst>
                                        </p:cTn>
                                        <p:tgtEl>
                                          <p:spTgt spid="48"/>
                                        </p:tgtEl>
                                        <p:attrNameLst>
                                          <p:attrName>style.visibility</p:attrName>
                                        </p:attrNameLst>
                                      </p:cBhvr>
                                      <p:to>
                                        <p:strVal val="visible"/>
                                      </p:to>
                                    </p:set>
                                    <p:animEffect transition="in" filter="fade">
                                      <p:cBhvr>
                                        <p:cTn id="41" dur="750"/>
                                        <p:tgtEl>
                                          <p:spTgt spid="48"/>
                                        </p:tgtEl>
                                      </p:cBhvr>
                                    </p:animEffect>
                                    <p:anim calcmode="lin" valueType="num">
                                      <p:cBhvr>
                                        <p:cTn id="42" dur="750" fill="hold"/>
                                        <p:tgtEl>
                                          <p:spTgt spid="48"/>
                                        </p:tgtEl>
                                        <p:attrNameLst>
                                          <p:attrName>ppt_x</p:attrName>
                                        </p:attrNameLst>
                                      </p:cBhvr>
                                      <p:tavLst>
                                        <p:tav tm="0">
                                          <p:val>
                                            <p:strVal val="#ppt_x"/>
                                          </p:val>
                                        </p:tav>
                                        <p:tav tm="100000">
                                          <p:val>
                                            <p:strVal val="#ppt_x"/>
                                          </p:val>
                                        </p:tav>
                                      </p:tavLst>
                                    </p:anim>
                                    <p:anim calcmode="lin" valueType="num">
                                      <p:cBhvr>
                                        <p:cTn id="43" dur="750" fill="hold"/>
                                        <p:tgtEl>
                                          <p:spTgt spid="48"/>
                                        </p:tgtEl>
                                        <p:attrNameLst>
                                          <p:attrName>ppt_y</p:attrName>
                                        </p:attrNameLst>
                                      </p:cBhvr>
                                      <p:tavLst>
                                        <p:tav tm="0">
                                          <p:val>
                                            <p:strVal val="#ppt_y-.1"/>
                                          </p:val>
                                        </p:tav>
                                        <p:tav tm="100000">
                                          <p:val>
                                            <p:strVal val="#ppt_y"/>
                                          </p:val>
                                        </p:tav>
                                      </p:tavLst>
                                    </p:anim>
                                  </p:childTnLst>
                                </p:cTn>
                              </p:par>
                              <p:par>
                                <p:cTn id="44" presetID="47" presetClass="entr" presetSubtype="0" fill="hold" nodeType="withEffect">
                                  <p:stCondLst>
                                    <p:cond delay="2500"/>
                                  </p:stCondLst>
                                  <p:childTnLst>
                                    <p:set>
                                      <p:cBhvr>
                                        <p:cTn id="45" dur="1" fill="hold">
                                          <p:stCondLst>
                                            <p:cond delay="0"/>
                                          </p:stCondLst>
                                        </p:cTn>
                                        <p:tgtEl>
                                          <p:spTgt spid="55"/>
                                        </p:tgtEl>
                                        <p:attrNameLst>
                                          <p:attrName>style.visibility</p:attrName>
                                        </p:attrNameLst>
                                      </p:cBhvr>
                                      <p:to>
                                        <p:strVal val="visible"/>
                                      </p:to>
                                    </p:set>
                                    <p:animEffect transition="in" filter="fade">
                                      <p:cBhvr>
                                        <p:cTn id="46" dur="750"/>
                                        <p:tgtEl>
                                          <p:spTgt spid="55"/>
                                        </p:tgtEl>
                                      </p:cBhvr>
                                    </p:animEffect>
                                    <p:anim calcmode="lin" valueType="num">
                                      <p:cBhvr>
                                        <p:cTn id="47" dur="750" fill="hold"/>
                                        <p:tgtEl>
                                          <p:spTgt spid="55"/>
                                        </p:tgtEl>
                                        <p:attrNameLst>
                                          <p:attrName>ppt_x</p:attrName>
                                        </p:attrNameLst>
                                      </p:cBhvr>
                                      <p:tavLst>
                                        <p:tav tm="0">
                                          <p:val>
                                            <p:strVal val="#ppt_x"/>
                                          </p:val>
                                        </p:tav>
                                        <p:tav tm="100000">
                                          <p:val>
                                            <p:strVal val="#ppt_x"/>
                                          </p:val>
                                        </p:tav>
                                      </p:tavLst>
                                    </p:anim>
                                    <p:anim calcmode="lin" valueType="num">
                                      <p:cBhvr>
                                        <p:cTn id="48" dur="750" fill="hold"/>
                                        <p:tgtEl>
                                          <p:spTgt spid="55"/>
                                        </p:tgtEl>
                                        <p:attrNameLst>
                                          <p:attrName>ppt_y</p:attrName>
                                        </p:attrNameLst>
                                      </p:cBhvr>
                                      <p:tavLst>
                                        <p:tav tm="0">
                                          <p:val>
                                            <p:strVal val="#ppt_y-.1"/>
                                          </p:val>
                                        </p:tav>
                                        <p:tav tm="100000">
                                          <p:val>
                                            <p:strVal val="#ppt_y"/>
                                          </p:val>
                                        </p:tav>
                                      </p:tavLst>
                                    </p:anim>
                                  </p:childTnLst>
                                </p:cTn>
                              </p:par>
                              <p:par>
                                <p:cTn id="49" presetID="47" presetClass="entr" presetSubtype="0" fill="hold" nodeType="withEffect">
                                  <p:stCondLst>
                                    <p:cond delay="3000"/>
                                  </p:stCondLst>
                                  <p:childTnLst>
                                    <p:set>
                                      <p:cBhvr>
                                        <p:cTn id="50" dur="1" fill="hold">
                                          <p:stCondLst>
                                            <p:cond delay="0"/>
                                          </p:stCondLst>
                                        </p:cTn>
                                        <p:tgtEl>
                                          <p:spTgt spid="88"/>
                                        </p:tgtEl>
                                        <p:attrNameLst>
                                          <p:attrName>style.visibility</p:attrName>
                                        </p:attrNameLst>
                                      </p:cBhvr>
                                      <p:to>
                                        <p:strVal val="visible"/>
                                      </p:to>
                                    </p:set>
                                    <p:animEffect transition="in" filter="fade">
                                      <p:cBhvr>
                                        <p:cTn id="51" dur="750"/>
                                        <p:tgtEl>
                                          <p:spTgt spid="88"/>
                                        </p:tgtEl>
                                      </p:cBhvr>
                                    </p:animEffect>
                                    <p:anim calcmode="lin" valueType="num">
                                      <p:cBhvr>
                                        <p:cTn id="52" dur="750" fill="hold"/>
                                        <p:tgtEl>
                                          <p:spTgt spid="88"/>
                                        </p:tgtEl>
                                        <p:attrNameLst>
                                          <p:attrName>ppt_x</p:attrName>
                                        </p:attrNameLst>
                                      </p:cBhvr>
                                      <p:tavLst>
                                        <p:tav tm="0">
                                          <p:val>
                                            <p:strVal val="#ppt_x"/>
                                          </p:val>
                                        </p:tav>
                                        <p:tav tm="100000">
                                          <p:val>
                                            <p:strVal val="#ppt_x"/>
                                          </p:val>
                                        </p:tav>
                                      </p:tavLst>
                                    </p:anim>
                                    <p:anim calcmode="lin" valueType="num">
                                      <p:cBhvr>
                                        <p:cTn id="53" dur="750" fill="hold"/>
                                        <p:tgtEl>
                                          <p:spTgt spid="88"/>
                                        </p:tgtEl>
                                        <p:attrNameLst>
                                          <p:attrName>ppt_y</p:attrName>
                                        </p:attrNameLst>
                                      </p:cBhvr>
                                      <p:tavLst>
                                        <p:tav tm="0">
                                          <p:val>
                                            <p:strVal val="#ppt_y-.1"/>
                                          </p:val>
                                        </p:tav>
                                        <p:tav tm="100000">
                                          <p:val>
                                            <p:strVal val="#ppt_y"/>
                                          </p:val>
                                        </p:tav>
                                      </p:tavLst>
                                    </p:anim>
                                  </p:childTnLst>
                                </p:cTn>
                              </p:par>
                              <p:par>
                                <p:cTn id="54" presetID="47" presetClass="entr" presetSubtype="0" fill="hold" nodeType="withEffect">
                                  <p:stCondLst>
                                    <p:cond delay="3500"/>
                                  </p:stCondLst>
                                  <p:childTnLst>
                                    <p:set>
                                      <p:cBhvr>
                                        <p:cTn id="55" dur="1" fill="hold">
                                          <p:stCondLst>
                                            <p:cond delay="0"/>
                                          </p:stCondLst>
                                        </p:cTn>
                                        <p:tgtEl>
                                          <p:spTgt spid="94"/>
                                        </p:tgtEl>
                                        <p:attrNameLst>
                                          <p:attrName>style.visibility</p:attrName>
                                        </p:attrNameLst>
                                      </p:cBhvr>
                                      <p:to>
                                        <p:strVal val="visible"/>
                                      </p:to>
                                    </p:set>
                                    <p:animEffect transition="in" filter="fade">
                                      <p:cBhvr>
                                        <p:cTn id="56" dur="750"/>
                                        <p:tgtEl>
                                          <p:spTgt spid="94"/>
                                        </p:tgtEl>
                                      </p:cBhvr>
                                    </p:animEffect>
                                    <p:anim calcmode="lin" valueType="num">
                                      <p:cBhvr>
                                        <p:cTn id="57" dur="750" fill="hold"/>
                                        <p:tgtEl>
                                          <p:spTgt spid="94"/>
                                        </p:tgtEl>
                                        <p:attrNameLst>
                                          <p:attrName>ppt_x</p:attrName>
                                        </p:attrNameLst>
                                      </p:cBhvr>
                                      <p:tavLst>
                                        <p:tav tm="0">
                                          <p:val>
                                            <p:strVal val="#ppt_x"/>
                                          </p:val>
                                        </p:tav>
                                        <p:tav tm="100000">
                                          <p:val>
                                            <p:strVal val="#ppt_x"/>
                                          </p:val>
                                        </p:tav>
                                      </p:tavLst>
                                    </p:anim>
                                    <p:anim calcmode="lin" valueType="num">
                                      <p:cBhvr>
                                        <p:cTn id="58" dur="750" fill="hold"/>
                                        <p:tgtEl>
                                          <p:spTgt spid="94"/>
                                        </p:tgtEl>
                                        <p:attrNameLst>
                                          <p:attrName>ppt_y</p:attrName>
                                        </p:attrNameLst>
                                      </p:cBhvr>
                                      <p:tavLst>
                                        <p:tav tm="0">
                                          <p:val>
                                            <p:strVal val="#ppt_y-.1"/>
                                          </p:val>
                                        </p:tav>
                                        <p:tav tm="100000">
                                          <p:val>
                                            <p:strVal val="#ppt_y"/>
                                          </p:val>
                                        </p:tav>
                                      </p:tavLst>
                                    </p:anim>
                                  </p:childTnLst>
                                </p:cTn>
                              </p:par>
                            </p:childTnLst>
                          </p:cTn>
                        </p:par>
                        <p:par>
                          <p:cTn id="59" fill="hold" nodeType="afterGroup">
                            <p:stCondLst>
                              <p:cond delay="4750"/>
                            </p:stCondLst>
                            <p:childTnLst>
                              <p:par>
                                <p:cTn id="60" presetID="14" presetClass="entr" presetSubtype="10" fill="hold" grpId="0" nodeType="afterEffect">
                                  <p:stCondLst>
                                    <p:cond delay="0"/>
                                  </p:stCondLst>
                                  <p:childTnLst>
                                    <p:set>
                                      <p:cBhvr>
                                        <p:cTn id="61" dur="1" fill="hold">
                                          <p:stCondLst>
                                            <p:cond delay="0"/>
                                          </p:stCondLst>
                                        </p:cTn>
                                        <p:tgtEl>
                                          <p:spTgt spid="54"/>
                                        </p:tgtEl>
                                        <p:attrNameLst>
                                          <p:attrName>style.visibility</p:attrName>
                                        </p:attrNameLst>
                                      </p:cBhvr>
                                      <p:to>
                                        <p:strVal val="visible"/>
                                      </p:to>
                                    </p:set>
                                    <p:animEffect transition="in" filter="randombar(horizontal)">
                                      <p:cBhvr>
                                        <p:cTn id="62" dur="500"/>
                                        <p:tgtEl>
                                          <p:spTgt spid="54"/>
                                        </p:tgtEl>
                                      </p:cBhvr>
                                    </p:animEffect>
                                  </p:childTnLst>
                                </p:cTn>
                              </p:par>
                            </p:childTnLst>
                          </p:cTn>
                        </p:par>
                        <p:par>
                          <p:cTn id="63" fill="hold" nodeType="afterGroup">
                            <p:stCondLst>
                              <p:cond delay="5250"/>
                            </p:stCondLst>
                            <p:childTnLst>
                              <p:par>
                                <p:cTn id="64" presetID="14" presetClass="entr" presetSubtype="10" fill="hold" grpId="0" nodeType="afterEffect">
                                  <p:stCondLst>
                                    <p:cond delay="0"/>
                                  </p:stCondLst>
                                  <p:childTnLst>
                                    <p:set>
                                      <p:cBhvr>
                                        <p:cTn id="65" dur="1" fill="hold">
                                          <p:stCondLst>
                                            <p:cond delay="0"/>
                                          </p:stCondLst>
                                        </p:cTn>
                                        <p:tgtEl>
                                          <p:spTgt spid="101"/>
                                        </p:tgtEl>
                                        <p:attrNameLst>
                                          <p:attrName>style.visibility</p:attrName>
                                        </p:attrNameLst>
                                      </p:cBhvr>
                                      <p:to>
                                        <p:strVal val="visible"/>
                                      </p:to>
                                    </p:set>
                                    <p:animEffect transition="in" filter="randombar(horizontal)">
                                      <p:cBhvr>
                                        <p:cTn id="66" dur="500"/>
                                        <p:tgtEl>
                                          <p:spTgt spid="101"/>
                                        </p:tgtEl>
                                      </p:cBhvr>
                                    </p:animEffect>
                                  </p:childTnLst>
                                </p:cTn>
                              </p:par>
                            </p:childTnLst>
                          </p:cTn>
                        </p:par>
                        <p:par>
                          <p:cTn id="67" fill="hold" nodeType="afterGroup">
                            <p:stCondLst>
                              <p:cond delay="5750"/>
                            </p:stCondLst>
                            <p:childTnLst>
                              <p:par>
                                <p:cTn id="68" presetID="14" presetClass="entr" presetSubtype="10" fill="hold" grpId="0" nodeType="afterEffect">
                                  <p:stCondLst>
                                    <p:cond delay="0"/>
                                  </p:stCondLst>
                                  <p:childTnLst>
                                    <p:set>
                                      <p:cBhvr>
                                        <p:cTn id="69" dur="1" fill="hold">
                                          <p:stCondLst>
                                            <p:cond delay="0"/>
                                          </p:stCondLst>
                                        </p:cTn>
                                        <p:tgtEl>
                                          <p:spTgt spid="102"/>
                                        </p:tgtEl>
                                        <p:attrNameLst>
                                          <p:attrName>style.visibility</p:attrName>
                                        </p:attrNameLst>
                                      </p:cBhvr>
                                      <p:to>
                                        <p:strVal val="visible"/>
                                      </p:to>
                                    </p:set>
                                    <p:animEffect transition="in" filter="randombar(horizontal)">
                                      <p:cBhvr>
                                        <p:cTn id="70" dur="500"/>
                                        <p:tgtEl>
                                          <p:spTgt spid="102"/>
                                        </p:tgtEl>
                                      </p:cBhvr>
                                    </p:animEffect>
                                  </p:childTnLst>
                                </p:cTn>
                              </p:par>
                            </p:childTnLst>
                          </p:cTn>
                        </p:par>
                        <p:par>
                          <p:cTn id="71" fill="hold" nodeType="afterGroup">
                            <p:stCondLst>
                              <p:cond delay="6250"/>
                            </p:stCondLst>
                            <p:childTnLst>
                              <p:par>
                                <p:cTn id="72" presetID="14" presetClass="entr" presetSubtype="10" fill="hold" grpId="0" nodeType="afterEffect">
                                  <p:stCondLst>
                                    <p:cond delay="0"/>
                                  </p:stCondLst>
                                  <p:childTnLst>
                                    <p:set>
                                      <p:cBhvr>
                                        <p:cTn id="73" dur="1" fill="hold">
                                          <p:stCondLst>
                                            <p:cond delay="0"/>
                                          </p:stCondLst>
                                        </p:cTn>
                                        <p:tgtEl>
                                          <p:spTgt spid="103"/>
                                        </p:tgtEl>
                                        <p:attrNameLst>
                                          <p:attrName>style.visibility</p:attrName>
                                        </p:attrNameLst>
                                      </p:cBhvr>
                                      <p:to>
                                        <p:strVal val="visible"/>
                                      </p:to>
                                    </p:set>
                                    <p:animEffect transition="in" filter="randombar(horizontal)">
                                      <p:cBhvr>
                                        <p:cTn id="74" dur="500"/>
                                        <p:tgtEl>
                                          <p:spTgt spid="1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44" grpId="0" animBg="1"/>
      <p:bldP spid="45" grpId="0" animBg="1"/>
      <p:bldP spid="46" grpId="0" animBg="1"/>
      <p:bldP spid="47" grpId="0" animBg="1"/>
      <p:bldP spid="54" grpId="0"/>
      <p:bldP spid="101" grpId="0"/>
      <p:bldP spid="102" grpId="0"/>
      <p:bldP spid="103" grpId="0"/>
    </p:bldLst>
  </p:timing>
</p:sld>
</file>

<file path=ppt/slides/slide19.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grpSp>
        <p:nvGrpSpPr>
          <p:cNvPr id="2" name="组合 1"/>
          <p:cNvGrpSpPr/>
          <p:nvPr/>
        </p:nvGrpSpPr>
        <p:grpSpPr>
          <a:xfrm>
            <a:off x="327153" y="318911"/>
            <a:ext cx="529037" cy="529037"/>
            <a:chOff x="327153" y="318911"/>
            <a:chExt cx="529037" cy="529037"/>
          </a:xfrm>
        </p:grpSpPr>
        <p:sp>
          <p:nvSpPr>
            <p:cNvPr id="3" name="圆角矩形 2"/>
            <p:cNvSpPr/>
            <p:nvPr/>
          </p:nvSpPr>
          <p:spPr>
            <a:xfrm rot="18926424">
              <a:off x="327153" y="318911"/>
              <a:ext cx="529037" cy="529037"/>
            </a:xfrm>
            <a:prstGeom prst="roundRect">
              <a:avLst/>
            </a:prstGeom>
            <a:solidFill>
              <a:srgbClr val="545D79"/>
            </a:solidFill>
            <a:ln>
              <a:noFill/>
            </a:ln>
            <a:effectLst>
              <a:outerShdw blurRad="63500" algn="ctr" rotWithShape="0">
                <a:prstClr val="black">
                  <a:alpha val="40000"/>
                </a:prstClr>
              </a:outerShdw>
            </a:effectLst>
          </p:spPr>
          <p:txBody>
            <a:bodyPr vert="horz" wrap="square" lIns="91440" tIns="45720" rIns="91440" bIns="45720" numCol="1" anchor="ctr" anchorCtr="0" compatLnSpc="1">
              <a:prstTxWarp prst="textNoShape">
                <a:avLst/>
              </a:prstTxWarp>
            </a:bodyPr>
            <a:lstStyle/>
            <a:p>
              <a:pPr algn="ctr"/>
              <a:endParaRPr lang="zh-CN" altLang="en-US" sz="4800">
                <a:solidFill>
                  <a:prstClr val="white"/>
                </a:solidFill>
                <a:latin typeface="思源黑体旧字形 Normal" panose="020b0400000000000000" pitchFamily="34" charset="-128"/>
                <a:ea typeface="思源黑体旧字形 Normal" panose="020b0400000000000000" pitchFamily="34" charset="-128"/>
              </a:endParaRPr>
            </a:p>
          </p:txBody>
        </p:sp>
        <p:sp>
          <p:nvSpPr>
            <p:cNvPr id="4" name="MH_Other_2"/>
            <p:cNvSpPr/>
            <p:nvPr>
              <p:custDataLst>
                <p:tags r:id="rId3"/>
              </p:custDataLst>
            </p:nvPr>
          </p:nvSpPr>
          <p:spPr bwMode="auto">
            <a:xfrm>
              <a:off x="440450" y="441196"/>
              <a:ext cx="302442" cy="284465"/>
            </a:xfrm>
            <a:custGeom>
              <a:gdLst>
                <a:gd name="T0" fmla="*/ 373604 w 1361803"/>
                <a:gd name="T1" fmla="*/ 882437 h 1281345"/>
                <a:gd name="T2" fmla="*/ 476200 w 1361803"/>
                <a:gd name="T3" fmla="*/ 923828 h 1281345"/>
                <a:gd name="T4" fmla="*/ 554139 w 1361803"/>
                <a:gd name="T5" fmla="*/ 940808 h 1281345"/>
                <a:gd name="T6" fmla="*/ 528484 w 1361803"/>
                <a:gd name="T7" fmla="*/ 1017215 h 1281345"/>
                <a:gd name="T8" fmla="*/ 460417 w 1361803"/>
                <a:gd name="T9" fmla="*/ 1039501 h 1281345"/>
                <a:gd name="T10" fmla="*/ 352881 w 1361803"/>
                <a:gd name="T11" fmla="*/ 976886 h 1281345"/>
                <a:gd name="T12" fmla="*/ 286785 w 1361803"/>
                <a:gd name="T13" fmla="*/ 1049049 h 1281345"/>
                <a:gd name="T14" fmla="*/ 312434 w 1361803"/>
                <a:gd name="T15" fmla="*/ 885625 h 1281345"/>
                <a:gd name="T16" fmla="*/ 274750 w 1361803"/>
                <a:gd name="T17" fmla="*/ 686240 h 1281345"/>
                <a:gd name="T18" fmla="*/ 665920 w 1361803"/>
                <a:gd name="T19" fmla="*/ 686240 h 1281345"/>
                <a:gd name="T20" fmla="*/ 633318 w 1361803"/>
                <a:gd name="T21" fmla="*/ 771039 h 1281345"/>
                <a:gd name="T22" fmla="*/ 270797 w 1361803"/>
                <a:gd name="T23" fmla="*/ 776338 h 1281345"/>
                <a:gd name="T24" fmla="*/ 255979 w 1361803"/>
                <a:gd name="T25" fmla="*/ 705323 h 1281345"/>
                <a:gd name="T26" fmla="*/ 278558 w 1361803"/>
                <a:gd name="T27" fmla="*/ 503808 h 1281345"/>
                <a:gd name="T28" fmla="*/ 746925 w 1361803"/>
                <a:gd name="T29" fmla="*/ 503808 h 1281345"/>
                <a:gd name="T30" fmla="*/ 766688 w 1361803"/>
                <a:gd name="T31" fmla="*/ 555844 h 1281345"/>
                <a:gd name="T32" fmla="*/ 279544 w 1361803"/>
                <a:gd name="T33" fmla="*/ 593008 h 1281345"/>
                <a:gd name="T34" fmla="*/ 256813 w 1361803"/>
                <a:gd name="T35" fmla="*/ 527172 h 1281345"/>
                <a:gd name="T36" fmla="*/ 944591 w 1361803"/>
                <a:gd name="T37" fmla="*/ 452716 h 1281345"/>
                <a:gd name="T38" fmla="*/ 1023588 w 1361803"/>
                <a:gd name="T39" fmla="*/ 643756 h 1281345"/>
                <a:gd name="T40" fmla="*/ 636495 w 1361803"/>
                <a:gd name="T41" fmla="*/ 1040700 h 1281345"/>
                <a:gd name="T42" fmla="*/ 601932 w 1361803"/>
                <a:gd name="T43" fmla="*/ 1010980 h 1281345"/>
                <a:gd name="T44" fmla="*/ 940644 w 1361803"/>
                <a:gd name="T45" fmla="*/ 460140 h 1281345"/>
                <a:gd name="T46" fmla="*/ 1339566 w 1361803"/>
                <a:gd name="T47" fmla="*/ 322482 h 1281345"/>
                <a:gd name="T48" fmla="*/ 1356355 w 1361803"/>
                <a:gd name="T49" fmla="*/ 373372 h 1281345"/>
                <a:gd name="T50" fmla="*/ 1136163 w 1361803"/>
                <a:gd name="T51" fmla="*/ 663855 h 1281345"/>
                <a:gd name="T52" fmla="*/ 1082839 w 1361803"/>
                <a:gd name="T53" fmla="*/ 676580 h 1281345"/>
                <a:gd name="T54" fmla="*/ 1123322 w 1361803"/>
                <a:gd name="T55" fmla="*/ 596008 h 1281345"/>
                <a:gd name="T56" fmla="*/ 1312908 w 1361803"/>
                <a:gd name="T57" fmla="*/ 334145 h 1281345"/>
                <a:gd name="T58" fmla="*/ 526769 w 1361803"/>
                <a:gd name="T59" fmla="*/ 229043 h 1281345"/>
                <a:gd name="T60" fmla="*/ 766688 w 1361803"/>
                <a:gd name="T61" fmla="*/ 244970 h 1281345"/>
                <a:gd name="T62" fmla="*/ 749907 w 1361803"/>
                <a:gd name="T63" fmla="*/ 318243 h 1281345"/>
                <a:gd name="T64" fmla="*/ 529735 w 1361803"/>
                <a:gd name="T65" fmla="*/ 318243 h 1281345"/>
                <a:gd name="T66" fmla="*/ 511959 w 1361803"/>
                <a:gd name="T67" fmla="*/ 246034 h 1281345"/>
                <a:gd name="T68" fmla="*/ 1245419 w 1361803"/>
                <a:gd name="T69" fmla="*/ 137724 h 1281345"/>
                <a:gd name="T70" fmla="*/ 1309122 w 1361803"/>
                <a:gd name="T71" fmla="*/ 239622 h 1281345"/>
                <a:gd name="T72" fmla="*/ 1116528 w 1361803"/>
                <a:gd name="T73" fmla="*/ 531150 h 1281345"/>
                <a:gd name="T74" fmla="*/ 998003 w 1361803"/>
                <a:gd name="T75" fmla="*/ 384860 h 1281345"/>
                <a:gd name="T76" fmla="*/ 1207394 w 1361803"/>
                <a:gd name="T77" fmla="*/ 148457 h 1281345"/>
                <a:gd name="T78" fmla="*/ 327005 w 1361803"/>
                <a:gd name="T79" fmla="*/ 0 h 1281345"/>
                <a:gd name="T80" fmla="*/ 1023501 w 1361803"/>
                <a:gd name="T81" fmla="*/ 136834 h 1281345"/>
                <a:gd name="T82" fmla="*/ 1015602 w 1361803"/>
                <a:gd name="T83" fmla="*/ 237608 h 1281345"/>
                <a:gd name="T84" fmla="*/ 909891 w 1361803"/>
                <a:gd name="T85" fmla="*/ 379745 h 1281345"/>
                <a:gd name="T86" fmla="*/ 897047 w 1361803"/>
                <a:gd name="T87" fmla="*/ 313980 h 1281345"/>
                <a:gd name="T88" fmla="*/ 872348 w 1361803"/>
                <a:gd name="T89" fmla="*/ 135772 h 1281345"/>
                <a:gd name="T90" fmla="*/ 382329 w 1361803"/>
                <a:gd name="T91" fmla="*/ 135772 h 1281345"/>
                <a:gd name="T92" fmla="*/ 382329 w 1361803"/>
                <a:gd name="T93" fmla="*/ 313980 h 1281345"/>
                <a:gd name="T94" fmla="*/ 143255 w 1361803"/>
                <a:gd name="T95" fmla="*/ 409444 h 1281345"/>
                <a:gd name="T96" fmla="*/ 126454 w 1361803"/>
                <a:gd name="T97" fmla="*/ 428538 h 1281345"/>
                <a:gd name="T98" fmla="*/ 151153 w 1361803"/>
                <a:gd name="T99" fmla="*/ 1143476 h 1281345"/>
                <a:gd name="T100" fmla="*/ 897047 w 1361803"/>
                <a:gd name="T101" fmla="*/ 1115897 h 1281345"/>
                <a:gd name="T102" fmla="*/ 902973 w 1361803"/>
                <a:gd name="T103" fmla="*/ 902690 h 1281345"/>
                <a:gd name="T104" fmla="*/ 1022515 w 1361803"/>
                <a:gd name="T105" fmla="*/ 767972 h 1281345"/>
                <a:gd name="T106" fmla="*/ 1023501 w 1361803"/>
                <a:gd name="T107" fmla="*/ 1133931 h 1281345"/>
                <a:gd name="T108" fmla="*/ 131394 w 1361803"/>
                <a:gd name="T109" fmla="*/ 1279248 h 1281345"/>
                <a:gd name="T110" fmla="*/ 0 w 1361803"/>
                <a:gd name="T111" fmla="*/ 335193 h 1281345"/>
                <a:gd name="T112" fmla="*/ 261801 w 1361803"/>
                <a:gd name="T113" fmla="*/ 28642 h 1281345"/>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1361803" h="1281345">
                  <a:moveTo>
                    <a:pt x="340187" y="867542"/>
                  </a:moveTo>
                  <a:cubicBezTo>
                    <a:pt x="351512" y="867144"/>
                    <a:pt x="363575" y="872724"/>
                    <a:pt x="372930" y="883885"/>
                  </a:cubicBezTo>
                  <a:cubicBezTo>
                    <a:pt x="394595" y="907270"/>
                    <a:pt x="415275" y="931718"/>
                    <a:pt x="436940" y="957229"/>
                  </a:cubicBezTo>
                  <a:cubicBezTo>
                    <a:pt x="449742" y="946599"/>
                    <a:pt x="462543" y="935970"/>
                    <a:pt x="475345" y="925340"/>
                  </a:cubicBezTo>
                  <a:cubicBezTo>
                    <a:pt x="492086" y="911522"/>
                    <a:pt x="506857" y="910459"/>
                    <a:pt x="525568" y="923214"/>
                  </a:cubicBezTo>
                  <a:cubicBezTo>
                    <a:pt x="535415" y="929592"/>
                    <a:pt x="544278" y="935970"/>
                    <a:pt x="553141" y="942347"/>
                  </a:cubicBezTo>
                  <a:cubicBezTo>
                    <a:pt x="545263" y="967858"/>
                    <a:pt x="538370" y="993369"/>
                    <a:pt x="530492" y="1018880"/>
                  </a:cubicBezTo>
                  <a:cubicBezTo>
                    <a:pt x="528522" y="1018880"/>
                    <a:pt x="528522" y="1018880"/>
                    <a:pt x="527537" y="1018880"/>
                  </a:cubicBezTo>
                  <a:cubicBezTo>
                    <a:pt x="509812" y="1000810"/>
                    <a:pt x="494056" y="1007187"/>
                    <a:pt x="479284" y="1024195"/>
                  </a:cubicBezTo>
                  <a:cubicBezTo>
                    <a:pt x="473376" y="1030572"/>
                    <a:pt x="466482" y="1035887"/>
                    <a:pt x="459589" y="1041202"/>
                  </a:cubicBezTo>
                  <a:cubicBezTo>
                    <a:pt x="438909" y="1058209"/>
                    <a:pt x="420199" y="1056083"/>
                    <a:pt x="402473" y="1035887"/>
                  </a:cubicBezTo>
                  <a:cubicBezTo>
                    <a:pt x="385732" y="1017817"/>
                    <a:pt x="369976" y="998684"/>
                    <a:pt x="352251" y="978488"/>
                  </a:cubicBezTo>
                  <a:cubicBezTo>
                    <a:pt x="343388" y="995495"/>
                    <a:pt x="335510" y="1012502"/>
                    <a:pt x="327632" y="1028446"/>
                  </a:cubicBezTo>
                  <a:cubicBezTo>
                    <a:pt x="318769" y="1046517"/>
                    <a:pt x="303013" y="1053957"/>
                    <a:pt x="286272" y="1050768"/>
                  </a:cubicBezTo>
                  <a:cubicBezTo>
                    <a:pt x="262638" y="1046517"/>
                    <a:pt x="248851" y="1019943"/>
                    <a:pt x="259683" y="995495"/>
                  </a:cubicBezTo>
                  <a:cubicBezTo>
                    <a:pt x="276424" y="959355"/>
                    <a:pt x="293165" y="922151"/>
                    <a:pt x="311876" y="887074"/>
                  </a:cubicBezTo>
                  <a:cubicBezTo>
                    <a:pt x="318276" y="874318"/>
                    <a:pt x="328863" y="867941"/>
                    <a:pt x="340187" y="867542"/>
                  </a:cubicBezTo>
                  <a:close/>
                  <a:moveTo>
                    <a:pt x="274255" y="687365"/>
                  </a:moveTo>
                  <a:cubicBezTo>
                    <a:pt x="330459" y="687365"/>
                    <a:pt x="386662" y="687365"/>
                    <a:pt x="442866" y="687365"/>
                  </a:cubicBezTo>
                  <a:cubicBezTo>
                    <a:pt x="516819" y="687365"/>
                    <a:pt x="590771" y="687365"/>
                    <a:pt x="664723" y="687365"/>
                  </a:cubicBezTo>
                  <a:cubicBezTo>
                    <a:pt x="670640" y="687365"/>
                    <a:pt x="675570" y="687365"/>
                    <a:pt x="684444" y="687365"/>
                  </a:cubicBezTo>
                  <a:cubicBezTo>
                    <a:pt x="666695" y="718154"/>
                    <a:pt x="649933" y="745757"/>
                    <a:pt x="632184" y="772299"/>
                  </a:cubicBezTo>
                  <a:cubicBezTo>
                    <a:pt x="630212" y="775484"/>
                    <a:pt x="625282" y="776545"/>
                    <a:pt x="621338" y="776545"/>
                  </a:cubicBezTo>
                  <a:cubicBezTo>
                    <a:pt x="504000" y="777607"/>
                    <a:pt x="387648" y="776545"/>
                    <a:pt x="270311" y="777607"/>
                  </a:cubicBezTo>
                  <a:cubicBezTo>
                    <a:pt x="259464" y="777607"/>
                    <a:pt x="255520" y="772299"/>
                    <a:pt x="256506" y="760620"/>
                  </a:cubicBezTo>
                  <a:cubicBezTo>
                    <a:pt x="256506" y="742572"/>
                    <a:pt x="256506" y="724524"/>
                    <a:pt x="255520" y="706475"/>
                  </a:cubicBezTo>
                  <a:cubicBezTo>
                    <a:pt x="255520" y="691612"/>
                    <a:pt x="261436" y="687365"/>
                    <a:pt x="274255" y="687365"/>
                  </a:cubicBezTo>
                  <a:close/>
                  <a:moveTo>
                    <a:pt x="278054" y="504636"/>
                  </a:moveTo>
                  <a:cubicBezTo>
                    <a:pt x="354989" y="504636"/>
                    <a:pt x="432911" y="504636"/>
                    <a:pt x="509846" y="504636"/>
                  </a:cubicBezTo>
                  <a:cubicBezTo>
                    <a:pt x="588754" y="504636"/>
                    <a:pt x="666676" y="504636"/>
                    <a:pt x="745584" y="504636"/>
                  </a:cubicBezTo>
                  <a:cubicBezTo>
                    <a:pt x="764325" y="504636"/>
                    <a:pt x="765311" y="505700"/>
                    <a:pt x="765311" y="524845"/>
                  </a:cubicBezTo>
                  <a:cubicBezTo>
                    <a:pt x="765311" y="535481"/>
                    <a:pt x="765311" y="546117"/>
                    <a:pt x="765311" y="556753"/>
                  </a:cubicBezTo>
                  <a:cubicBezTo>
                    <a:pt x="765311" y="580153"/>
                    <a:pt x="752489" y="593980"/>
                    <a:pt x="730789" y="593980"/>
                  </a:cubicBezTo>
                  <a:cubicBezTo>
                    <a:pt x="580863" y="593980"/>
                    <a:pt x="429952" y="593980"/>
                    <a:pt x="279040" y="593980"/>
                  </a:cubicBezTo>
                  <a:cubicBezTo>
                    <a:pt x="256354" y="593980"/>
                    <a:pt x="256354" y="592917"/>
                    <a:pt x="256354" y="569517"/>
                  </a:cubicBezTo>
                  <a:cubicBezTo>
                    <a:pt x="256354" y="555690"/>
                    <a:pt x="256354" y="541863"/>
                    <a:pt x="256354" y="528036"/>
                  </a:cubicBezTo>
                  <a:cubicBezTo>
                    <a:pt x="256354" y="504636"/>
                    <a:pt x="256354" y="504636"/>
                    <a:pt x="278054" y="504636"/>
                  </a:cubicBezTo>
                  <a:close/>
                  <a:moveTo>
                    <a:pt x="942895" y="453454"/>
                  </a:moveTo>
                  <a:cubicBezTo>
                    <a:pt x="989224" y="494914"/>
                    <a:pt x="1033581" y="534249"/>
                    <a:pt x="1077938" y="574646"/>
                  </a:cubicBezTo>
                  <a:cubicBezTo>
                    <a:pt x="1059210" y="599097"/>
                    <a:pt x="1040481" y="622484"/>
                    <a:pt x="1021752" y="644809"/>
                  </a:cubicBezTo>
                  <a:cubicBezTo>
                    <a:pt x="928109" y="760685"/>
                    <a:pt x="831509" y="874435"/>
                    <a:pt x="722095" y="974365"/>
                  </a:cubicBezTo>
                  <a:cubicBezTo>
                    <a:pt x="695481" y="999879"/>
                    <a:pt x="664923" y="1021141"/>
                    <a:pt x="635352" y="1042403"/>
                  </a:cubicBezTo>
                  <a:cubicBezTo>
                    <a:pt x="626481" y="1048781"/>
                    <a:pt x="613666" y="1046655"/>
                    <a:pt x="601838" y="1048781"/>
                  </a:cubicBezTo>
                  <a:cubicBezTo>
                    <a:pt x="601838" y="1037087"/>
                    <a:pt x="596909" y="1023267"/>
                    <a:pt x="600852" y="1012636"/>
                  </a:cubicBezTo>
                  <a:cubicBezTo>
                    <a:pt x="619581" y="969050"/>
                    <a:pt x="637323" y="924400"/>
                    <a:pt x="659995" y="882940"/>
                  </a:cubicBezTo>
                  <a:cubicBezTo>
                    <a:pt x="741809" y="734108"/>
                    <a:pt x="838409" y="595907"/>
                    <a:pt x="938952" y="460896"/>
                  </a:cubicBezTo>
                  <a:cubicBezTo>
                    <a:pt x="939938" y="458770"/>
                    <a:pt x="940924" y="456643"/>
                    <a:pt x="942895" y="453454"/>
                  </a:cubicBezTo>
                  <a:close/>
                  <a:moveTo>
                    <a:pt x="1337162" y="323013"/>
                  </a:moveTo>
                  <a:cubicBezTo>
                    <a:pt x="1348990" y="326198"/>
                    <a:pt x="1361803" y="343189"/>
                    <a:pt x="1361803" y="358055"/>
                  </a:cubicBezTo>
                  <a:cubicBezTo>
                    <a:pt x="1359832" y="361241"/>
                    <a:pt x="1357861" y="367612"/>
                    <a:pt x="1353918" y="373984"/>
                  </a:cubicBezTo>
                  <a:cubicBezTo>
                    <a:pt x="1300693" y="447255"/>
                    <a:pt x="1247469" y="521588"/>
                    <a:pt x="1194244" y="594859"/>
                  </a:cubicBezTo>
                  <a:cubicBezTo>
                    <a:pt x="1175517" y="619282"/>
                    <a:pt x="1154818" y="642644"/>
                    <a:pt x="1134120" y="664944"/>
                  </a:cubicBezTo>
                  <a:cubicBezTo>
                    <a:pt x="1125249" y="673439"/>
                    <a:pt x="1113421" y="678749"/>
                    <a:pt x="1101594" y="682996"/>
                  </a:cubicBezTo>
                  <a:cubicBezTo>
                    <a:pt x="1095680" y="685120"/>
                    <a:pt x="1083852" y="682996"/>
                    <a:pt x="1080895" y="677687"/>
                  </a:cubicBezTo>
                  <a:cubicBezTo>
                    <a:pt x="1077938" y="671315"/>
                    <a:pt x="1077938" y="658573"/>
                    <a:pt x="1080895" y="652201"/>
                  </a:cubicBezTo>
                  <a:cubicBezTo>
                    <a:pt x="1092723" y="633087"/>
                    <a:pt x="1107507" y="615035"/>
                    <a:pt x="1121306" y="596983"/>
                  </a:cubicBezTo>
                  <a:cubicBezTo>
                    <a:pt x="1175517" y="522650"/>
                    <a:pt x="1229727" y="449379"/>
                    <a:pt x="1284923" y="375046"/>
                  </a:cubicBezTo>
                  <a:cubicBezTo>
                    <a:pt x="1293794" y="362303"/>
                    <a:pt x="1302665" y="348498"/>
                    <a:pt x="1310550" y="334694"/>
                  </a:cubicBezTo>
                  <a:cubicBezTo>
                    <a:pt x="1317449" y="324075"/>
                    <a:pt x="1325334" y="318765"/>
                    <a:pt x="1337162" y="323013"/>
                  </a:cubicBezTo>
                  <a:close/>
                  <a:moveTo>
                    <a:pt x="525824" y="229421"/>
                  </a:moveTo>
                  <a:cubicBezTo>
                    <a:pt x="600725" y="229421"/>
                    <a:pt x="675627" y="229421"/>
                    <a:pt x="750528" y="229421"/>
                  </a:cubicBezTo>
                  <a:cubicBezTo>
                    <a:pt x="761369" y="229421"/>
                    <a:pt x="765311" y="233676"/>
                    <a:pt x="765311" y="245375"/>
                  </a:cubicBezTo>
                  <a:cubicBezTo>
                    <a:pt x="764326" y="264521"/>
                    <a:pt x="764326" y="282602"/>
                    <a:pt x="765311" y="301747"/>
                  </a:cubicBezTo>
                  <a:cubicBezTo>
                    <a:pt x="765311" y="314511"/>
                    <a:pt x="760383" y="318765"/>
                    <a:pt x="748557" y="318765"/>
                  </a:cubicBezTo>
                  <a:cubicBezTo>
                    <a:pt x="711106" y="318765"/>
                    <a:pt x="674641" y="318765"/>
                    <a:pt x="638176" y="318765"/>
                  </a:cubicBezTo>
                  <a:cubicBezTo>
                    <a:pt x="601711" y="318765"/>
                    <a:pt x="565246" y="317702"/>
                    <a:pt x="528781" y="318765"/>
                  </a:cubicBezTo>
                  <a:cubicBezTo>
                    <a:pt x="515969" y="318765"/>
                    <a:pt x="511041" y="313447"/>
                    <a:pt x="511041" y="299620"/>
                  </a:cubicBezTo>
                  <a:cubicBezTo>
                    <a:pt x="512027" y="282602"/>
                    <a:pt x="512027" y="264521"/>
                    <a:pt x="511041" y="246439"/>
                  </a:cubicBezTo>
                  <a:cubicBezTo>
                    <a:pt x="511041" y="234739"/>
                    <a:pt x="514983" y="229421"/>
                    <a:pt x="525824" y="229421"/>
                  </a:cubicBezTo>
                  <a:close/>
                  <a:moveTo>
                    <a:pt x="1243182" y="137949"/>
                  </a:moveTo>
                  <a:cubicBezTo>
                    <a:pt x="1255260" y="139675"/>
                    <a:pt x="1267337" y="146577"/>
                    <a:pt x="1281140" y="158257"/>
                  </a:cubicBezTo>
                  <a:cubicBezTo>
                    <a:pt x="1308745" y="183741"/>
                    <a:pt x="1317618" y="208163"/>
                    <a:pt x="1306773" y="240018"/>
                  </a:cubicBezTo>
                  <a:cubicBezTo>
                    <a:pt x="1300858" y="257008"/>
                    <a:pt x="1294942" y="275059"/>
                    <a:pt x="1285083" y="289925"/>
                  </a:cubicBezTo>
                  <a:cubicBezTo>
                    <a:pt x="1228886" y="370624"/>
                    <a:pt x="1171704" y="450262"/>
                    <a:pt x="1114521" y="532023"/>
                  </a:cubicBezTo>
                  <a:cubicBezTo>
                    <a:pt x="1066212" y="489550"/>
                    <a:pt x="1022832" y="450262"/>
                    <a:pt x="977480" y="410974"/>
                  </a:cubicBezTo>
                  <a:cubicBezTo>
                    <a:pt x="984381" y="401417"/>
                    <a:pt x="990297" y="392923"/>
                    <a:pt x="996212" y="385490"/>
                  </a:cubicBezTo>
                  <a:cubicBezTo>
                    <a:pt x="1050437" y="319656"/>
                    <a:pt x="1103676" y="252760"/>
                    <a:pt x="1157901" y="187988"/>
                  </a:cubicBezTo>
                  <a:cubicBezTo>
                    <a:pt x="1170718" y="172061"/>
                    <a:pt x="1188464" y="159319"/>
                    <a:pt x="1205225" y="148700"/>
                  </a:cubicBezTo>
                  <a:cubicBezTo>
                    <a:pt x="1219027" y="139675"/>
                    <a:pt x="1231105" y="136224"/>
                    <a:pt x="1243182" y="137949"/>
                  </a:cubicBezTo>
                  <a:close/>
                  <a:moveTo>
                    <a:pt x="326420" y="0"/>
                  </a:moveTo>
                  <a:cubicBezTo>
                    <a:pt x="513791" y="0"/>
                    <a:pt x="702148" y="0"/>
                    <a:pt x="889519" y="0"/>
                  </a:cubicBezTo>
                  <a:cubicBezTo>
                    <a:pt x="964468" y="1063"/>
                    <a:pt x="1018707" y="56311"/>
                    <a:pt x="1021665" y="137059"/>
                  </a:cubicBezTo>
                  <a:cubicBezTo>
                    <a:pt x="1021665" y="164684"/>
                    <a:pt x="1021665" y="191246"/>
                    <a:pt x="1020679" y="218870"/>
                  </a:cubicBezTo>
                  <a:cubicBezTo>
                    <a:pt x="1020679" y="225245"/>
                    <a:pt x="1017721" y="232682"/>
                    <a:pt x="1013776" y="237995"/>
                  </a:cubicBezTo>
                  <a:cubicBezTo>
                    <a:pt x="985177" y="275181"/>
                    <a:pt x="956578" y="311305"/>
                    <a:pt x="928966" y="348492"/>
                  </a:cubicBezTo>
                  <a:cubicBezTo>
                    <a:pt x="921077" y="358054"/>
                    <a:pt x="915160" y="369741"/>
                    <a:pt x="908256" y="380366"/>
                  </a:cubicBezTo>
                  <a:cubicBezTo>
                    <a:pt x="905298" y="384616"/>
                    <a:pt x="901353" y="387804"/>
                    <a:pt x="895436" y="395241"/>
                  </a:cubicBezTo>
                  <a:cubicBezTo>
                    <a:pt x="895436" y="365492"/>
                    <a:pt x="895436" y="339992"/>
                    <a:pt x="895436" y="314493"/>
                  </a:cubicBezTo>
                  <a:cubicBezTo>
                    <a:pt x="895436" y="263494"/>
                    <a:pt x="895436" y="212495"/>
                    <a:pt x="895436" y="161496"/>
                  </a:cubicBezTo>
                  <a:cubicBezTo>
                    <a:pt x="895436" y="139184"/>
                    <a:pt x="892478" y="135997"/>
                    <a:pt x="870782" y="135997"/>
                  </a:cubicBezTo>
                  <a:cubicBezTo>
                    <a:pt x="713982" y="135997"/>
                    <a:pt x="557182" y="135997"/>
                    <a:pt x="399396" y="135997"/>
                  </a:cubicBezTo>
                  <a:cubicBezTo>
                    <a:pt x="394465" y="135997"/>
                    <a:pt x="388548" y="135997"/>
                    <a:pt x="381645" y="135997"/>
                  </a:cubicBezTo>
                  <a:cubicBezTo>
                    <a:pt x="381645" y="145559"/>
                    <a:pt x="381645" y="152997"/>
                    <a:pt x="381645" y="159371"/>
                  </a:cubicBezTo>
                  <a:cubicBezTo>
                    <a:pt x="381645" y="211433"/>
                    <a:pt x="381645" y="262431"/>
                    <a:pt x="381645" y="314493"/>
                  </a:cubicBezTo>
                  <a:cubicBezTo>
                    <a:pt x="380659" y="373991"/>
                    <a:pt x="346143" y="410116"/>
                    <a:pt x="290918" y="410116"/>
                  </a:cubicBezTo>
                  <a:cubicBezTo>
                    <a:pt x="241610" y="410116"/>
                    <a:pt x="192302" y="410116"/>
                    <a:pt x="142994" y="410116"/>
                  </a:cubicBezTo>
                  <a:cubicBezTo>
                    <a:pt x="138063" y="410116"/>
                    <a:pt x="133132" y="410116"/>
                    <a:pt x="126229" y="410116"/>
                  </a:cubicBezTo>
                  <a:cubicBezTo>
                    <a:pt x="126229" y="418615"/>
                    <a:pt x="126229" y="423928"/>
                    <a:pt x="126229" y="429240"/>
                  </a:cubicBezTo>
                  <a:cubicBezTo>
                    <a:pt x="126229" y="658735"/>
                    <a:pt x="126229" y="888229"/>
                    <a:pt x="126229" y="1117724"/>
                  </a:cubicBezTo>
                  <a:cubicBezTo>
                    <a:pt x="126229" y="1143223"/>
                    <a:pt x="128201" y="1145348"/>
                    <a:pt x="150883" y="1145348"/>
                  </a:cubicBezTo>
                  <a:cubicBezTo>
                    <a:pt x="390521" y="1145348"/>
                    <a:pt x="630158" y="1145348"/>
                    <a:pt x="869796" y="1145348"/>
                  </a:cubicBezTo>
                  <a:cubicBezTo>
                    <a:pt x="893464" y="1145348"/>
                    <a:pt x="895436" y="1143223"/>
                    <a:pt x="895436" y="1117724"/>
                  </a:cubicBezTo>
                  <a:cubicBezTo>
                    <a:pt x="895436" y="1052913"/>
                    <a:pt x="895436" y="988102"/>
                    <a:pt x="895436" y="923291"/>
                  </a:cubicBezTo>
                  <a:cubicBezTo>
                    <a:pt x="895436" y="916916"/>
                    <a:pt x="897409" y="908416"/>
                    <a:pt x="901353" y="904166"/>
                  </a:cubicBezTo>
                  <a:cubicBezTo>
                    <a:pt x="938827" y="860605"/>
                    <a:pt x="976302" y="818106"/>
                    <a:pt x="1013776" y="774545"/>
                  </a:cubicBezTo>
                  <a:cubicBezTo>
                    <a:pt x="1015748" y="773482"/>
                    <a:pt x="1016734" y="772420"/>
                    <a:pt x="1020679" y="769232"/>
                  </a:cubicBezTo>
                  <a:cubicBezTo>
                    <a:pt x="1020679" y="775607"/>
                    <a:pt x="1021665" y="779857"/>
                    <a:pt x="1021665" y="784107"/>
                  </a:cubicBezTo>
                  <a:cubicBezTo>
                    <a:pt x="1021665" y="902042"/>
                    <a:pt x="1021665" y="1018914"/>
                    <a:pt x="1021665" y="1135786"/>
                  </a:cubicBezTo>
                  <a:cubicBezTo>
                    <a:pt x="1020679" y="1222909"/>
                    <a:pt x="967426" y="1281345"/>
                    <a:pt x="886561" y="1281345"/>
                  </a:cubicBezTo>
                  <a:cubicBezTo>
                    <a:pt x="634103" y="1281345"/>
                    <a:pt x="382631" y="1281345"/>
                    <a:pt x="131160" y="1281345"/>
                  </a:cubicBezTo>
                  <a:cubicBezTo>
                    <a:pt x="55225" y="1281345"/>
                    <a:pt x="0" y="1221847"/>
                    <a:pt x="0" y="1140036"/>
                  </a:cubicBezTo>
                  <a:cubicBezTo>
                    <a:pt x="0" y="872292"/>
                    <a:pt x="0" y="603486"/>
                    <a:pt x="0" y="335742"/>
                  </a:cubicBezTo>
                  <a:cubicBezTo>
                    <a:pt x="0" y="315555"/>
                    <a:pt x="5917" y="298556"/>
                    <a:pt x="18737" y="283681"/>
                  </a:cubicBezTo>
                  <a:cubicBezTo>
                    <a:pt x="99603" y="198683"/>
                    <a:pt x="180468" y="113685"/>
                    <a:pt x="261333" y="28687"/>
                  </a:cubicBezTo>
                  <a:cubicBezTo>
                    <a:pt x="279084" y="9562"/>
                    <a:pt x="300780" y="0"/>
                    <a:pt x="32642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5" name="文本框 4"/>
          <p:cNvSpPr txBox="1"/>
          <p:nvPr/>
        </p:nvSpPr>
        <p:spPr>
          <a:xfrm>
            <a:off x="974526" y="321818"/>
            <a:ext cx="1620957" cy="523220"/>
          </a:xfrm>
          <a:prstGeom prst="rect">
            <a:avLst/>
          </a:prstGeom>
          <a:noFill/>
        </p:spPr>
        <p:txBody>
          <a:bodyPr wrap="none" rtlCol="0">
            <a:spAutoFit/>
          </a:bodyPr>
          <a:lstStyle/>
          <a:p>
            <a:r>
              <a:rPr lang="zh-CN" altLang="en-US" sz="2800" b="1">
                <a:solidFill>
                  <a:srgbClr val="3FB793"/>
                </a:solidFill>
                <a:latin typeface="思源黑体旧字形 Normal" panose="020b0400000000000000" pitchFamily="34" charset="-128"/>
                <a:ea typeface="思源黑体旧字形 Normal" panose="020b0400000000000000" pitchFamily="34" charset="-128"/>
              </a:rPr>
              <a:t>专业技能</a:t>
            </a:r>
          </a:p>
        </p:txBody>
      </p:sp>
      <p:grpSp>
        <p:nvGrpSpPr>
          <p:cNvPr id="42" name="组合 41">
            <a:extLst>
              <a:ext uri="{FF2B5EF4-FFF2-40B4-BE49-F238E27FC236}">
                <a16:creationId xmlns:a16="http://schemas.microsoft.com/office/drawing/2014/main" id="{D4B2A95C-35F4-4BC1-B2D1-BEB0C5A42398}"/>
              </a:ext>
            </a:extLst>
          </p:cNvPr>
          <p:cNvGrpSpPr/>
          <p:nvPr/>
        </p:nvGrpSpPr>
        <p:grpSpPr>
          <a:xfrm>
            <a:off x="6903158" y="4394277"/>
            <a:ext cx="844785" cy="844479"/>
            <a:chOff x="1918742" y="4129763"/>
            <a:chExt cx="844675" cy="844675"/>
          </a:xfrm>
          <a:solidFill>
            <a:schemeClr val="bg1"/>
          </a:solidFill>
        </p:grpSpPr>
        <p:sp>
          <p:nvSpPr>
            <p:cNvPr id="43" name="圆角矩形 5">
              <a:extLst>
                <a:ext uri="{FF2B5EF4-FFF2-40B4-BE49-F238E27FC236}">
                  <a16:creationId xmlns:a16="http://schemas.microsoft.com/office/drawing/2014/main" id="{0235E562-3E04-4F4E-803B-877838EE5AC8}"/>
                </a:ext>
              </a:extLst>
            </p:cNvPr>
            <p:cNvSpPr/>
            <p:nvPr/>
          </p:nvSpPr>
          <p:spPr>
            <a:xfrm>
              <a:off x="1918742" y="4129763"/>
              <a:ext cx="844675" cy="844675"/>
            </a:xfrm>
            <a:prstGeom prst="roundRect">
              <a:avLst>
                <a:gd name="adj" fmla="val 12557"/>
              </a:avLst>
            </a:prstGeom>
            <a:solidFill>
              <a:srgbClr val="545D79"/>
            </a:solidFill>
            <a:ln>
              <a:noFill/>
            </a:ln>
            <a:effectLst>
              <a:outerShdw blurRad="63500" algn="ctr" rotWithShape="0">
                <a:prstClr val="black">
                  <a:alpha val="40000"/>
                </a:prstClr>
              </a:outerShdw>
            </a:effectLst>
          </p:spPr>
          <p:txBody>
            <a:bodyPr vert="horz" wrap="square" lIns="91440" tIns="45720" rIns="91440" bIns="45720" numCol="1" anchor="ctr" anchorCtr="0" compatLnSpc="1">
              <a:prstTxWarp prst="textNoShape">
                <a:avLst/>
              </a:prstTxWarp>
            </a:bodyPr>
            <a:lstStyle/>
            <a:p>
              <a:pPr algn="ctr"/>
              <a:endParaRPr lang="zh-CN" altLang="en-US" sz="4800">
                <a:solidFill>
                  <a:prstClr val="white"/>
                </a:solidFill>
                <a:latin typeface="思源黑体旧字形 Normal" panose="020b0400000000000000" pitchFamily="34" charset="-128"/>
                <a:ea typeface="思源黑体旧字形 Normal" panose="020b0400000000000000" pitchFamily="34" charset="-128"/>
              </a:endParaRPr>
            </a:p>
          </p:txBody>
        </p:sp>
        <p:grpSp>
          <p:nvGrpSpPr>
            <p:cNvPr id="62" name="组合 61">
              <a:extLst>
                <a:ext uri="{FF2B5EF4-FFF2-40B4-BE49-F238E27FC236}">
                  <a16:creationId xmlns:a16="http://schemas.microsoft.com/office/drawing/2014/main" id="{113A339A-21D2-42AA-B268-CFBF2E040F47}"/>
                </a:ext>
              </a:extLst>
            </p:cNvPr>
            <p:cNvGrpSpPr/>
            <p:nvPr/>
          </p:nvGrpSpPr>
          <p:grpSpPr>
            <a:xfrm>
              <a:off x="2098359" y="4336336"/>
              <a:ext cx="510310" cy="501435"/>
              <a:chOff x="5037571" y="856343"/>
              <a:chExt cx="715006" cy="702571"/>
            </a:xfrm>
            <a:grpFill/>
          </p:grpSpPr>
          <p:sp>
            <p:nvSpPr>
              <p:cNvPr id="63" name="Freeform 39">
                <a:extLst>
                  <a:ext uri="{FF2B5EF4-FFF2-40B4-BE49-F238E27FC236}">
                    <a16:creationId xmlns:a16="http://schemas.microsoft.com/office/drawing/2014/main" id="{110A0CC4-9B71-49DC-9A2D-74422B8BF1F8}"/>
                  </a:ext>
                </a:extLst>
              </p:cNvPr>
              <p:cNvSpPr/>
              <p:nvPr/>
            </p:nvSpPr>
            <p:spPr bwMode="auto">
              <a:xfrm>
                <a:off x="5468769" y="856343"/>
                <a:ext cx="244675" cy="244675"/>
              </a:xfrm>
              <a:custGeom>
                <a:gdLst>
                  <a:gd name="T0" fmla="*/ 19 w 283"/>
                  <a:gd name="T1" fmla="*/ 0 h 283"/>
                  <a:gd name="T2" fmla="*/ 264 w 283"/>
                  <a:gd name="T3" fmla="*/ 0 h 283"/>
                  <a:gd name="T4" fmla="*/ 276 w 283"/>
                  <a:gd name="T5" fmla="*/ 4 h 283"/>
                  <a:gd name="T6" fmla="*/ 224 w 283"/>
                  <a:gd name="T7" fmla="*/ 38 h 283"/>
                  <a:gd name="T8" fmla="*/ 97 w 283"/>
                  <a:gd name="T9" fmla="*/ 38 h 283"/>
                  <a:gd name="T10" fmla="*/ 90 w 283"/>
                  <a:gd name="T11" fmla="*/ 38 h 283"/>
                  <a:gd name="T12" fmla="*/ 38 w 283"/>
                  <a:gd name="T13" fmla="*/ 38 h 283"/>
                  <a:gd name="T14" fmla="*/ 38 w 283"/>
                  <a:gd name="T15" fmla="*/ 245 h 283"/>
                  <a:gd name="T16" fmla="*/ 103 w 283"/>
                  <a:gd name="T17" fmla="*/ 245 h 283"/>
                  <a:gd name="T18" fmla="*/ 127 w 283"/>
                  <a:gd name="T19" fmla="*/ 245 h 283"/>
                  <a:gd name="T20" fmla="*/ 245 w 283"/>
                  <a:gd name="T21" fmla="*/ 245 h 283"/>
                  <a:gd name="T22" fmla="*/ 245 w 283"/>
                  <a:gd name="T23" fmla="*/ 152 h 283"/>
                  <a:gd name="T24" fmla="*/ 283 w 283"/>
                  <a:gd name="T25" fmla="*/ 115 h 283"/>
                  <a:gd name="T26" fmla="*/ 283 w 283"/>
                  <a:gd name="T27" fmla="*/ 264 h 283"/>
                  <a:gd name="T28" fmla="*/ 264 w 283"/>
                  <a:gd name="T29" fmla="*/ 283 h 283"/>
                  <a:gd name="T30" fmla="*/ 19 w 283"/>
                  <a:gd name="T31" fmla="*/ 283 h 283"/>
                  <a:gd name="T32" fmla="*/ 0 w 283"/>
                  <a:gd name="T33" fmla="*/ 264 h 283"/>
                  <a:gd name="T34" fmla="*/ 0 w 283"/>
                  <a:gd name="T35" fmla="*/ 19 h 283"/>
                  <a:gd name="T36" fmla="*/ 19 w 283"/>
                  <a:gd name="T37" fmla="*/ 0 h 283"/>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83" h="283">
                    <a:moveTo>
                      <a:pt x="19" y="0"/>
                    </a:moveTo>
                    <a:cubicBezTo>
                      <a:pt x="264" y="0"/>
                      <a:pt x="264" y="0"/>
                      <a:pt x="264" y="0"/>
                    </a:cubicBezTo>
                    <a:cubicBezTo>
                      <a:pt x="269" y="0"/>
                      <a:pt x="273" y="2"/>
                      <a:pt x="276" y="4"/>
                    </a:cubicBezTo>
                    <a:cubicBezTo>
                      <a:pt x="259" y="16"/>
                      <a:pt x="242" y="27"/>
                      <a:pt x="224" y="38"/>
                    </a:cubicBezTo>
                    <a:cubicBezTo>
                      <a:pt x="97" y="38"/>
                      <a:pt x="97" y="38"/>
                      <a:pt x="97" y="38"/>
                    </a:cubicBezTo>
                    <a:cubicBezTo>
                      <a:pt x="95" y="38"/>
                      <a:pt x="92" y="38"/>
                      <a:pt x="90" y="38"/>
                    </a:cubicBezTo>
                    <a:cubicBezTo>
                      <a:pt x="38" y="38"/>
                      <a:pt x="38" y="38"/>
                      <a:pt x="38" y="38"/>
                    </a:cubicBezTo>
                    <a:cubicBezTo>
                      <a:pt x="38" y="245"/>
                      <a:pt x="38" y="245"/>
                      <a:pt x="38" y="245"/>
                    </a:cubicBezTo>
                    <a:cubicBezTo>
                      <a:pt x="103" y="245"/>
                      <a:pt x="103" y="245"/>
                      <a:pt x="103" y="245"/>
                    </a:cubicBezTo>
                    <a:cubicBezTo>
                      <a:pt x="111" y="247"/>
                      <a:pt x="119" y="247"/>
                      <a:pt x="127" y="245"/>
                    </a:cubicBezTo>
                    <a:cubicBezTo>
                      <a:pt x="245" y="245"/>
                      <a:pt x="245" y="245"/>
                      <a:pt x="245" y="245"/>
                    </a:cubicBezTo>
                    <a:cubicBezTo>
                      <a:pt x="245" y="152"/>
                      <a:pt x="245" y="152"/>
                      <a:pt x="245" y="152"/>
                    </a:cubicBezTo>
                    <a:cubicBezTo>
                      <a:pt x="258" y="140"/>
                      <a:pt x="270" y="128"/>
                      <a:pt x="283" y="115"/>
                    </a:cubicBezTo>
                    <a:cubicBezTo>
                      <a:pt x="283" y="264"/>
                      <a:pt x="283" y="264"/>
                      <a:pt x="283" y="264"/>
                    </a:cubicBezTo>
                    <a:cubicBezTo>
                      <a:pt x="283" y="274"/>
                      <a:pt x="275" y="283"/>
                      <a:pt x="264" y="283"/>
                    </a:cubicBezTo>
                    <a:cubicBezTo>
                      <a:pt x="19" y="283"/>
                      <a:pt x="19" y="283"/>
                      <a:pt x="19" y="283"/>
                    </a:cubicBezTo>
                    <a:cubicBezTo>
                      <a:pt x="9" y="283"/>
                      <a:pt x="0" y="274"/>
                      <a:pt x="0" y="264"/>
                    </a:cubicBezTo>
                    <a:cubicBezTo>
                      <a:pt x="0" y="19"/>
                      <a:pt x="0" y="19"/>
                      <a:pt x="0" y="19"/>
                    </a:cubicBezTo>
                    <a:cubicBezTo>
                      <a:pt x="0" y="9"/>
                      <a:pt x="9" y="0"/>
                      <a:pt x="19" y="0"/>
                    </a:cubicBezTo>
                    <a:close/>
                  </a:path>
                </a:pathLst>
              </a:custGeom>
              <a:grpFill/>
              <a:ln>
                <a:noFill/>
              </a:ln>
              <a:extLst/>
            </p:spPr>
            <p:txBody>
              <a:bodyPr vert="horz" wrap="square" lIns="91440" tIns="45720" rIns="91440" bIns="45720" numCol="1" anchor="t" anchorCtr="0" compatLnSpc="1">
                <a:prstTxWarp prst="textNoShape">
                  <a:avLst/>
                </a:prstTxWarp>
              </a:bodyPr>
              <a:lstStyle/>
              <a:p>
                <a:endParaRPr lang="zh-CN" altLang="en-US" sz="1351">
                  <a:solidFill>
                    <a:prstClr val="black"/>
                  </a:solidFill>
                </a:endParaRPr>
              </a:p>
            </p:txBody>
          </p:sp>
          <p:sp>
            <p:nvSpPr>
              <p:cNvPr id="64" name="Freeform 40">
                <a:extLst>
                  <a:ext uri="{FF2B5EF4-FFF2-40B4-BE49-F238E27FC236}">
                    <a16:creationId xmlns:a16="http://schemas.microsoft.com/office/drawing/2014/main" id="{6EE5C3CA-BB02-410D-8A4A-6D1245145368}"/>
                  </a:ext>
                </a:extLst>
              </p:cNvPr>
              <p:cNvSpPr>
                <a:spLocks noEditPoints="1"/>
              </p:cNvSpPr>
              <p:nvPr/>
            </p:nvSpPr>
            <p:spPr bwMode="auto">
              <a:xfrm>
                <a:off x="5037571" y="889259"/>
                <a:ext cx="423518" cy="669655"/>
              </a:xfrm>
              <a:custGeom>
                <a:gdLst>
                  <a:gd name="T0" fmla="*/ 253 w 490"/>
                  <a:gd name="T1" fmla="*/ 737 h 775"/>
                  <a:gd name="T2" fmla="*/ 211 w 490"/>
                  <a:gd name="T3" fmla="*/ 775 h 775"/>
                  <a:gd name="T4" fmla="*/ 175 w 490"/>
                  <a:gd name="T5" fmla="*/ 762 h 775"/>
                  <a:gd name="T6" fmla="*/ 161 w 490"/>
                  <a:gd name="T7" fmla="*/ 762 h 775"/>
                  <a:gd name="T8" fmla="*/ 125 w 490"/>
                  <a:gd name="T9" fmla="*/ 775 h 775"/>
                  <a:gd name="T10" fmla="*/ 84 w 490"/>
                  <a:gd name="T11" fmla="*/ 737 h 775"/>
                  <a:gd name="T12" fmla="*/ 76 w 490"/>
                  <a:gd name="T13" fmla="*/ 475 h 775"/>
                  <a:gd name="T14" fmla="*/ 65 w 490"/>
                  <a:gd name="T15" fmla="*/ 474 h 775"/>
                  <a:gd name="T16" fmla="*/ 21 w 490"/>
                  <a:gd name="T17" fmla="*/ 441 h 775"/>
                  <a:gd name="T18" fmla="*/ 19 w 490"/>
                  <a:gd name="T19" fmla="*/ 217 h 775"/>
                  <a:gd name="T20" fmla="*/ 48 w 490"/>
                  <a:gd name="T21" fmla="*/ 192 h 775"/>
                  <a:gd name="T22" fmla="*/ 121 w 490"/>
                  <a:gd name="T23" fmla="*/ 183 h 775"/>
                  <a:gd name="T24" fmla="*/ 132 w 490"/>
                  <a:gd name="T25" fmla="*/ 189 h 775"/>
                  <a:gd name="T26" fmla="*/ 168 w 490"/>
                  <a:gd name="T27" fmla="*/ 243 h 775"/>
                  <a:gd name="T28" fmla="*/ 204 w 490"/>
                  <a:gd name="T29" fmla="*/ 189 h 775"/>
                  <a:gd name="T30" fmla="*/ 216 w 490"/>
                  <a:gd name="T31" fmla="*/ 183 h 775"/>
                  <a:gd name="T32" fmla="*/ 257 w 490"/>
                  <a:gd name="T33" fmla="*/ 188 h 775"/>
                  <a:gd name="T34" fmla="*/ 293 w 490"/>
                  <a:gd name="T35" fmla="*/ 205 h 775"/>
                  <a:gd name="T36" fmla="*/ 331 w 490"/>
                  <a:gd name="T37" fmla="*/ 251 h 775"/>
                  <a:gd name="T38" fmla="*/ 339 w 490"/>
                  <a:gd name="T39" fmla="*/ 259 h 775"/>
                  <a:gd name="T40" fmla="*/ 355 w 490"/>
                  <a:gd name="T41" fmla="*/ 261 h 775"/>
                  <a:gd name="T42" fmla="*/ 362 w 490"/>
                  <a:gd name="T43" fmla="*/ 256 h 775"/>
                  <a:gd name="T44" fmla="*/ 406 w 490"/>
                  <a:gd name="T45" fmla="*/ 223 h 775"/>
                  <a:gd name="T46" fmla="*/ 452 w 490"/>
                  <a:gd name="T47" fmla="*/ 284 h 775"/>
                  <a:gd name="T48" fmla="*/ 405 w 490"/>
                  <a:gd name="T49" fmla="*/ 318 h 775"/>
                  <a:gd name="T50" fmla="*/ 357 w 490"/>
                  <a:gd name="T51" fmla="*/ 346 h 775"/>
                  <a:gd name="T52" fmla="*/ 321 w 490"/>
                  <a:gd name="T53" fmla="*/ 343 h 775"/>
                  <a:gd name="T54" fmla="*/ 275 w 490"/>
                  <a:gd name="T55" fmla="*/ 302 h 775"/>
                  <a:gd name="T56" fmla="*/ 265 w 490"/>
                  <a:gd name="T57" fmla="*/ 291 h 775"/>
                  <a:gd name="T58" fmla="*/ 253 w 490"/>
                  <a:gd name="T59" fmla="*/ 737 h 775"/>
                  <a:gd name="T60" fmla="*/ 170 w 490"/>
                  <a:gd name="T61" fmla="*/ 1 h 775"/>
                  <a:gd name="T62" fmla="*/ 236 w 490"/>
                  <a:gd name="T63" fmla="*/ 74 h 775"/>
                  <a:gd name="T64" fmla="*/ 167 w 490"/>
                  <a:gd name="T65" fmla="*/ 159 h 775"/>
                  <a:gd name="T66" fmla="*/ 100 w 490"/>
                  <a:gd name="T67" fmla="*/ 71 h 775"/>
                  <a:gd name="T68" fmla="*/ 170 w 490"/>
                  <a:gd name="T69" fmla="*/ 1 h 775"/>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90" h="775">
                    <a:moveTo>
                      <a:pt x="253" y="737"/>
                    </a:moveTo>
                    <a:cubicBezTo>
                      <a:pt x="252" y="758"/>
                      <a:pt x="230" y="775"/>
                      <a:pt x="211" y="775"/>
                    </a:cubicBezTo>
                    <a:cubicBezTo>
                      <a:pt x="198" y="775"/>
                      <a:pt x="182" y="770"/>
                      <a:pt x="175" y="762"/>
                    </a:cubicBezTo>
                    <a:cubicBezTo>
                      <a:pt x="172" y="757"/>
                      <a:pt x="165" y="757"/>
                      <a:pt x="161" y="762"/>
                    </a:cubicBezTo>
                    <a:cubicBezTo>
                      <a:pt x="155" y="770"/>
                      <a:pt x="138" y="775"/>
                      <a:pt x="125" y="775"/>
                    </a:cubicBezTo>
                    <a:cubicBezTo>
                      <a:pt x="106" y="775"/>
                      <a:pt x="85" y="758"/>
                      <a:pt x="84" y="737"/>
                    </a:cubicBezTo>
                    <a:cubicBezTo>
                      <a:pt x="76" y="475"/>
                      <a:pt x="76" y="475"/>
                      <a:pt x="76" y="475"/>
                    </a:cubicBezTo>
                    <a:cubicBezTo>
                      <a:pt x="65" y="474"/>
                      <a:pt x="65" y="474"/>
                      <a:pt x="65" y="474"/>
                    </a:cubicBezTo>
                    <a:cubicBezTo>
                      <a:pt x="47" y="472"/>
                      <a:pt x="24" y="459"/>
                      <a:pt x="21" y="441"/>
                    </a:cubicBezTo>
                    <a:cubicBezTo>
                      <a:pt x="0" y="331"/>
                      <a:pt x="4" y="332"/>
                      <a:pt x="19" y="217"/>
                    </a:cubicBezTo>
                    <a:cubicBezTo>
                      <a:pt x="21" y="209"/>
                      <a:pt x="31" y="194"/>
                      <a:pt x="48" y="192"/>
                    </a:cubicBezTo>
                    <a:cubicBezTo>
                      <a:pt x="121" y="183"/>
                      <a:pt x="121" y="183"/>
                      <a:pt x="121" y="183"/>
                    </a:cubicBezTo>
                    <a:cubicBezTo>
                      <a:pt x="125" y="183"/>
                      <a:pt x="130" y="185"/>
                      <a:pt x="132" y="189"/>
                    </a:cubicBezTo>
                    <a:cubicBezTo>
                      <a:pt x="168" y="243"/>
                      <a:pt x="168" y="243"/>
                      <a:pt x="168" y="243"/>
                    </a:cubicBezTo>
                    <a:cubicBezTo>
                      <a:pt x="204" y="189"/>
                      <a:pt x="204" y="189"/>
                      <a:pt x="204" y="189"/>
                    </a:cubicBezTo>
                    <a:cubicBezTo>
                      <a:pt x="207" y="185"/>
                      <a:pt x="211" y="183"/>
                      <a:pt x="216" y="183"/>
                    </a:cubicBezTo>
                    <a:cubicBezTo>
                      <a:pt x="257" y="188"/>
                      <a:pt x="257" y="188"/>
                      <a:pt x="257" y="188"/>
                    </a:cubicBezTo>
                    <a:cubicBezTo>
                      <a:pt x="278" y="191"/>
                      <a:pt x="285" y="196"/>
                      <a:pt x="293" y="205"/>
                    </a:cubicBezTo>
                    <a:cubicBezTo>
                      <a:pt x="307" y="223"/>
                      <a:pt x="320" y="239"/>
                      <a:pt x="331" y="251"/>
                    </a:cubicBezTo>
                    <a:cubicBezTo>
                      <a:pt x="334" y="254"/>
                      <a:pt x="336" y="257"/>
                      <a:pt x="339" y="259"/>
                    </a:cubicBezTo>
                    <a:cubicBezTo>
                      <a:pt x="343" y="264"/>
                      <a:pt x="350" y="264"/>
                      <a:pt x="355" y="261"/>
                    </a:cubicBezTo>
                    <a:cubicBezTo>
                      <a:pt x="357" y="259"/>
                      <a:pt x="360" y="258"/>
                      <a:pt x="362" y="256"/>
                    </a:cubicBezTo>
                    <a:cubicBezTo>
                      <a:pt x="373" y="248"/>
                      <a:pt x="393" y="233"/>
                      <a:pt x="406" y="223"/>
                    </a:cubicBezTo>
                    <a:cubicBezTo>
                      <a:pt x="442" y="195"/>
                      <a:pt x="490" y="255"/>
                      <a:pt x="452" y="284"/>
                    </a:cubicBezTo>
                    <a:cubicBezTo>
                      <a:pt x="438" y="294"/>
                      <a:pt x="418" y="310"/>
                      <a:pt x="405" y="318"/>
                    </a:cubicBezTo>
                    <a:cubicBezTo>
                      <a:pt x="386" y="332"/>
                      <a:pt x="369" y="342"/>
                      <a:pt x="357" y="346"/>
                    </a:cubicBezTo>
                    <a:cubicBezTo>
                      <a:pt x="346" y="351"/>
                      <a:pt x="332" y="351"/>
                      <a:pt x="321" y="343"/>
                    </a:cubicBezTo>
                    <a:cubicBezTo>
                      <a:pt x="305" y="333"/>
                      <a:pt x="291" y="320"/>
                      <a:pt x="275" y="302"/>
                    </a:cubicBezTo>
                    <a:cubicBezTo>
                      <a:pt x="272" y="299"/>
                      <a:pt x="269" y="295"/>
                      <a:pt x="265" y="291"/>
                    </a:cubicBezTo>
                    <a:cubicBezTo>
                      <a:pt x="253" y="737"/>
                      <a:pt x="253" y="737"/>
                      <a:pt x="253" y="737"/>
                    </a:cubicBezTo>
                    <a:close/>
                    <a:moveTo>
                      <a:pt x="170" y="1"/>
                    </a:moveTo>
                    <a:cubicBezTo>
                      <a:pt x="207" y="2"/>
                      <a:pt x="237" y="34"/>
                      <a:pt x="236" y="74"/>
                    </a:cubicBezTo>
                    <a:cubicBezTo>
                      <a:pt x="235" y="113"/>
                      <a:pt x="204" y="160"/>
                      <a:pt x="167" y="159"/>
                    </a:cubicBezTo>
                    <a:cubicBezTo>
                      <a:pt x="129" y="159"/>
                      <a:pt x="100" y="110"/>
                      <a:pt x="100" y="71"/>
                    </a:cubicBezTo>
                    <a:cubicBezTo>
                      <a:pt x="101" y="32"/>
                      <a:pt x="132" y="0"/>
                      <a:pt x="170" y="1"/>
                    </a:cubicBezTo>
                    <a:close/>
                  </a:path>
                </a:pathLst>
              </a:custGeom>
              <a:grpFill/>
              <a:ln>
                <a:noFill/>
              </a:ln>
              <a:extLst/>
            </p:spPr>
            <p:txBody>
              <a:bodyPr vert="horz" wrap="square" lIns="91440" tIns="45720" rIns="91440" bIns="45720" numCol="1" anchor="t" anchorCtr="0" compatLnSpc="1">
                <a:prstTxWarp prst="textNoShape">
                  <a:avLst/>
                </a:prstTxWarp>
              </a:bodyPr>
              <a:lstStyle/>
              <a:p>
                <a:endParaRPr lang="zh-CN" altLang="en-US" sz="1351">
                  <a:solidFill>
                    <a:prstClr val="black"/>
                  </a:solidFill>
                </a:endParaRPr>
              </a:p>
            </p:txBody>
          </p:sp>
          <p:sp>
            <p:nvSpPr>
              <p:cNvPr id="65" name="Freeform 41">
                <a:extLst>
                  <a:ext uri="{FF2B5EF4-FFF2-40B4-BE49-F238E27FC236}">
                    <a16:creationId xmlns:a16="http://schemas.microsoft.com/office/drawing/2014/main" id="{1AE32102-A342-4990-B021-9660A3293724}"/>
                  </a:ext>
                </a:extLst>
              </p:cNvPr>
              <p:cNvSpPr/>
              <p:nvPr/>
            </p:nvSpPr>
            <p:spPr bwMode="auto">
              <a:xfrm>
                <a:off x="5532772" y="870972"/>
                <a:ext cx="219805" cy="176283"/>
              </a:xfrm>
              <a:custGeom>
                <a:gdLst>
                  <a:gd name="T0" fmla="*/ 35 w 254"/>
                  <a:gd name="T1" fmla="*/ 62 h 204"/>
                  <a:gd name="T2" fmla="*/ 0 w 254"/>
                  <a:gd name="T3" fmla="*/ 66 h 204"/>
                  <a:gd name="T4" fmla="*/ 11 w 254"/>
                  <a:gd name="T5" fmla="*/ 171 h 204"/>
                  <a:gd name="T6" fmla="*/ 48 w 254"/>
                  <a:gd name="T7" fmla="*/ 195 h 204"/>
                  <a:gd name="T8" fmla="*/ 243 w 254"/>
                  <a:gd name="T9" fmla="*/ 20 h 204"/>
                  <a:gd name="T10" fmla="*/ 230 w 254"/>
                  <a:gd name="T11" fmla="*/ 7 h 204"/>
                  <a:gd name="T12" fmla="*/ 53 w 254"/>
                  <a:gd name="T13" fmla="*/ 116 h 204"/>
                  <a:gd name="T14" fmla="*/ 35 w 254"/>
                  <a:gd name="T15" fmla="*/ 62 h 204"/>
                </a:gd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54" h="204">
                    <a:moveTo>
                      <a:pt x="35" y="62"/>
                    </a:moveTo>
                    <a:cubicBezTo>
                      <a:pt x="31" y="48"/>
                      <a:pt x="0" y="51"/>
                      <a:pt x="0" y="66"/>
                    </a:cubicBezTo>
                    <a:cubicBezTo>
                      <a:pt x="0" y="113"/>
                      <a:pt x="4" y="130"/>
                      <a:pt x="11" y="171"/>
                    </a:cubicBezTo>
                    <a:cubicBezTo>
                      <a:pt x="14" y="186"/>
                      <a:pt x="36" y="204"/>
                      <a:pt x="48" y="195"/>
                    </a:cubicBezTo>
                    <a:cubicBezTo>
                      <a:pt x="133" y="135"/>
                      <a:pt x="169" y="92"/>
                      <a:pt x="243" y="20"/>
                    </a:cubicBezTo>
                    <a:cubicBezTo>
                      <a:pt x="254" y="9"/>
                      <a:pt x="240" y="0"/>
                      <a:pt x="230" y="7"/>
                    </a:cubicBezTo>
                    <a:cubicBezTo>
                      <a:pt x="158" y="56"/>
                      <a:pt x="123" y="73"/>
                      <a:pt x="53" y="116"/>
                    </a:cubicBezTo>
                    <a:cubicBezTo>
                      <a:pt x="42" y="95"/>
                      <a:pt x="40" y="80"/>
                      <a:pt x="35" y="62"/>
                    </a:cubicBezTo>
                    <a:close/>
                  </a:path>
                </a:pathLst>
              </a:custGeom>
              <a:grpFill/>
              <a:ln>
                <a:noFill/>
              </a:ln>
              <a:extLst/>
            </p:spPr>
            <p:txBody>
              <a:bodyPr vert="horz" wrap="square" lIns="91440" tIns="45720" rIns="91440" bIns="45720" numCol="1" anchor="t" anchorCtr="0" compatLnSpc="1">
                <a:prstTxWarp prst="textNoShape">
                  <a:avLst/>
                </a:prstTxWarp>
              </a:bodyPr>
              <a:lstStyle/>
              <a:p>
                <a:endParaRPr lang="zh-CN" altLang="en-US" sz="1351">
                  <a:solidFill>
                    <a:prstClr val="black"/>
                  </a:solidFill>
                </a:endParaRPr>
              </a:p>
            </p:txBody>
          </p:sp>
        </p:grpSp>
      </p:grpSp>
      <p:grpSp>
        <p:nvGrpSpPr>
          <p:cNvPr id="66" name="组合 65">
            <a:extLst>
              <a:ext uri="{FF2B5EF4-FFF2-40B4-BE49-F238E27FC236}">
                <a16:creationId xmlns:a16="http://schemas.microsoft.com/office/drawing/2014/main" id="{0CCC92D2-13C5-4E8C-A53E-59AD81B4EB65}"/>
              </a:ext>
            </a:extLst>
          </p:cNvPr>
          <p:cNvGrpSpPr/>
          <p:nvPr/>
        </p:nvGrpSpPr>
        <p:grpSpPr>
          <a:xfrm>
            <a:off x="9401557" y="4394277"/>
            <a:ext cx="844785" cy="844479"/>
            <a:chOff x="6871763" y="4872542"/>
            <a:chExt cx="844675" cy="844675"/>
          </a:xfrm>
          <a:solidFill>
            <a:schemeClr val="bg1"/>
          </a:solidFill>
        </p:grpSpPr>
        <p:sp>
          <p:nvSpPr>
            <p:cNvPr id="67" name="圆角矩形 11">
              <a:extLst>
                <a:ext uri="{FF2B5EF4-FFF2-40B4-BE49-F238E27FC236}">
                  <a16:creationId xmlns:a16="http://schemas.microsoft.com/office/drawing/2014/main" id="{DA592BF8-00D2-403B-B253-1C902AD8F8BF}"/>
                </a:ext>
              </a:extLst>
            </p:cNvPr>
            <p:cNvSpPr/>
            <p:nvPr/>
          </p:nvSpPr>
          <p:spPr>
            <a:xfrm>
              <a:off x="6871763" y="4872542"/>
              <a:ext cx="844675" cy="844675"/>
            </a:xfrm>
            <a:prstGeom prst="roundRect">
              <a:avLst>
                <a:gd name="adj" fmla="val 12557"/>
              </a:avLst>
            </a:prstGeom>
            <a:solidFill>
              <a:srgbClr val="3FB793"/>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33">
                <a:solidFill>
                  <a:prstClr val="white"/>
                </a:solidFill>
                <a:ea typeface="思源黑体旧字形 Normal" panose="020b0400000000000000" pitchFamily="34" charset="-128"/>
              </a:endParaRPr>
            </a:p>
          </p:txBody>
        </p:sp>
        <p:grpSp>
          <p:nvGrpSpPr>
            <p:cNvPr id="68" name="组合 67">
              <a:extLst>
                <a:ext uri="{FF2B5EF4-FFF2-40B4-BE49-F238E27FC236}">
                  <a16:creationId xmlns:a16="http://schemas.microsoft.com/office/drawing/2014/main" id="{38EE8006-3FEE-44CB-A02E-77B6F5B039C7}"/>
                </a:ext>
              </a:extLst>
            </p:cNvPr>
            <p:cNvGrpSpPr/>
            <p:nvPr/>
          </p:nvGrpSpPr>
          <p:grpSpPr>
            <a:xfrm>
              <a:off x="7035919" y="5070283"/>
              <a:ext cx="507134" cy="478887"/>
              <a:chOff x="6460269" y="872801"/>
              <a:chExt cx="709154" cy="669655"/>
            </a:xfrm>
            <a:grpFill/>
          </p:grpSpPr>
          <p:sp>
            <p:nvSpPr>
              <p:cNvPr id="69" name="Freeform 42">
                <a:extLst>
                  <a:ext uri="{FF2B5EF4-FFF2-40B4-BE49-F238E27FC236}">
                    <a16:creationId xmlns:a16="http://schemas.microsoft.com/office/drawing/2014/main" id="{180D99D9-50E6-43D6-AA1F-2A77942010FB}"/>
                  </a:ext>
                </a:extLst>
              </p:cNvPr>
              <p:cNvSpPr>
                <a:spLocks noEditPoints="1"/>
              </p:cNvSpPr>
              <p:nvPr/>
            </p:nvSpPr>
            <p:spPr bwMode="auto">
              <a:xfrm>
                <a:off x="6460269" y="872801"/>
                <a:ext cx="442902" cy="669655"/>
              </a:xfrm>
              <a:custGeom>
                <a:gdLst>
                  <a:gd name="T0" fmla="*/ 250 w 512"/>
                  <a:gd name="T1" fmla="*/ 737 h 775"/>
                  <a:gd name="T2" fmla="*/ 209 w 512"/>
                  <a:gd name="T3" fmla="*/ 775 h 775"/>
                  <a:gd name="T4" fmla="*/ 173 w 512"/>
                  <a:gd name="T5" fmla="*/ 762 h 775"/>
                  <a:gd name="T6" fmla="*/ 159 w 512"/>
                  <a:gd name="T7" fmla="*/ 762 h 775"/>
                  <a:gd name="T8" fmla="*/ 124 w 512"/>
                  <a:gd name="T9" fmla="*/ 775 h 775"/>
                  <a:gd name="T10" fmla="*/ 83 w 512"/>
                  <a:gd name="T11" fmla="*/ 737 h 775"/>
                  <a:gd name="T12" fmla="*/ 75 w 512"/>
                  <a:gd name="T13" fmla="*/ 475 h 775"/>
                  <a:gd name="T14" fmla="*/ 65 w 512"/>
                  <a:gd name="T15" fmla="*/ 474 h 775"/>
                  <a:gd name="T16" fmla="*/ 21 w 512"/>
                  <a:gd name="T17" fmla="*/ 441 h 775"/>
                  <a:gd name="T18" fmla="*/ 19 w 512"/>
                  <a:gd name="T19" fmla="*/ 214 h 775"/>
                  <a:gd name="T20" fmla="*/ 48 w 512"/>
                  <a:gd name="T21" fmla="*/ 189 h 775"/>
                  <a:gd name="T22" fmla="*/ 119 w 512"/>
                  <a:gd name="T23" fmla="*/ 181 h 775"/>
                  <a:gd name="T24" fmla="*/ 131 w 512"/>
                  <a:gd name="T25" fmla="*/ 186 h 775"/>
                  <a:gd name="T26" fmla="*/ 166 w 512"/>
                  <a:gd name="T27" fmla="*/ 239 h 775"/>
                  <a:gd name="T28" fmla="*/ 202 w 512"/>
                  <a:gd name="T29" fmla="*/ 186 h 775"/>
                  <a:gd name="T30" fmla="*/ 213 w 512"/>
                  <a:gd name="T31" fmla="*/ 181 h 775"/>
                  <a:gd name="T32" fmla="*/ 269 w 512"/>
                  <a:gd name="T33" fmla="*/ 184 h 775"/>
                  <a:gd name="T34" fmla="*/ 286 w 512"/>
                  <a:gd name="T35" fmla="*/ 190 h 775"/>
                  <a:gd name="T36" fmla="*/ 361 w 512"/>
                  <a:gd name="T37" fmla="*/ 220 h 775"/>
                  <a:gd name="T38" fmla="*/ 454 w 512"/>
                  <a:gd name="T39" fmla="*/ 179 h 775"/>
                  <a:gd name="T40" fmla="*/ 503 w 512"/>
                  <a:gd name="T41" fmla="*/ 193 h 775"/>
                  <a:gd name="T42" fmla="*/ 488 w 512"/>
                  <a:gd name="T43" fmla="*/ 243 h 775"/>
                  <a:gd name="T44" fmla="*/ 382 w 512"/>
                  <a:gd name="T45" fmla="*/ 290 h 775"/>
                  <a:gd name="T46" fmla="*/ 359 w 512"/>
                  <a:gd name="T47" fmla="*/ 294 h 775"/>
                  <a:gd name="T48" fmla="*/ 266 w 512"/>
                  <a:gd name="T49" fmla="*/ 263 h 775"/>
                  <a:gd name="T50" fmla="*/ 261 w 512"/>
                  <a:gd name="T51" fmla="*/ 265 h 775"/>
                  <a:gd name="T52" fmla="*/ 250 w 512"/>
                  <a:gd name="T53" fmla="*/ 737 h 775"/>
                  <a:gd name="T54" fmla="*/ 168 w 512"/>
                  <a:gd name="T55" fmla="*/ 1 h 775"/>
                  <a:gd name="T56" fmla="*/ 233 w 512"/>
                  <a:gd name="T57" fmla="*/ 72 h 775"/>
                  <a:gd name="T58" fmla="*/ 165 w 512"/>
                  <a:gd name="T59" fmla="*/ 157 h 775"/>
                  <a:gd name="T60" fmla="*/ 99 w 512"/>
                  <a:gd name="T61" fmla="*/ 70 h 775"/>
                  <a:gd name="T62" fmla="*/ 168 w 512"/>
                  <a:gd name="T63" fmla="*/ 1 h 775"/>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512" h="775">
                    <a:moveTo>
                      <a:pt x="250" y="737"/>
                    </a:moveTo>
                    <a:cubicBezTo>
                      <a:pt x="249" y="758"/>
                      <a:pt x="228" y="775"/>
                      <a:pt x="209" y="775"/>
                    </a:cubicBezTo>
                    <a:cubicBezTo>
                      <a:pt x="196" y="775"/>
                      <a:pt x="180" y="770"/>
                      <a:pt x="173" y="762"/>
                    </a:cubicBezTo>
                    <a:cubicBezTo>
                      <a:pt x="170" y="757"/>
                      <a:pt x="163" y="757"/>
                      <a:pt x="159" y="762"/>
                    </a:cubicBezTo>
                    <a:cubicBezTo>
                      <a:pt x="153" y="770"/>
                      <a:pt x="137" y="775"/>
                      <a:pt x="124" y="775"/>
                    </a:cubicBezTo>
                    <a:cubicBezTo>
                      <a:pt x="105" y="775"/>
                      <a:pt x="84" y="758"/>
                      <a:pt x="83" y="737"/>
                    </a:cubicBezTo>
                    <a:cubicBezTo>
                      <a:pt x="75" y="475"/>
                      <a:pt x="75" y="475"/>
                      <a:pt x="75" y="475"/>
                    </a:cubicBezTo>
                    <a:cubicBezTo>
                      <a:pt x="65" y="474"/>
                      <a:pt x="65" y="474"/>
                      <a:pt x="65" y="474"/>
                    </a:cubicBezTo>
                    <a:cubicBezTo>
                      <a:pt x="46" y="472"/>
                      <a:pt x="24" y="460"/>
                      <a:pt x="21" y="441"/>
                    </a:cubicBezTo>
                    <a:cubicBezTo>
                      <a:pt x="0" y="333"/>
                      <a:pt x="4" y="328"/>
                      <a:pt x="19" y="214"/>
                    </a:cubicBezTo>
                    <a:cubicBezTo>
                      <a:pt x="21" y="206"/>
                      <a:pt x="30" y="191"/>
                      <a:pt x="48" y="189"/>
                    </a:cubicBezTo>
                    <a:cubicBezTo>
                      <a:pt x="119" y="181"/>
                      <a:pt x="119" y="181"/>
                      <a:pt x="119" y="181"/>
                    </a:cubicBezTo>
                    <a:cubicBezTo>
                      <a:pt x="124" y="180"/>
                      <a:pt x="128" y="182"/>
                      <a:pt x="131" y="186"/>
                    </a:cubicBezTo>
                    <a:cubicBezTo>
                      <a:pt x="166" y="239"/>
                      <a:pt x="166" y="239"/>
                      <a:pt x="166" y="239"/>
                    </a:cubicBezTo>
                    <a:cubicBezTo>
                      <a:pt x="202" y="186"/>
                      <a:pt x="202" y="186"/>
                      <a:pt x="202" y="186"/>
                    </a:cubicBezTo>
                    <a:cubicBezTo>
                      <a:pt x="204" y="182"/>
                      <a:pt x="209" y="180"/>
                      <a:pt x="213" y="181"/>
                    </a:cubicBezTo>
                    <a:cubicBezTo>
                      <a:pt x="219" y="181"/>
                      <a:pt x="248" y="183"/>
                      <a:pt x="269" y="184"/>
                    </a:cubicBezTo>
                    <a:cubicBezTo>
                      <a:pt x="275" y="185"/>
                      <a:pt x="281" y="186"/>
                      <a:pt x="286" y="190"/>
                    </a:cubicBezTo>
                    <a:cubicBezTo>
                      <a:pt x="309" y="204"/>
                      <a:pt x="334" y="215"/>
                      <a:pt x="361" y="220"/>
                    </a:cubicBezTo>
                    <a:cubicBezTo>
                      <a:pt x="393" y="209"/>
                      <a:pt x="424" y="195"/>
                      <a:pt x="454" y="179"/>
                    </a:cubicBezTo>
                    <a:cubicBezTo>
                      <a:pt x="471" y="169"/>
                      <a:pt x="493" y="176"/>
                      <a:pt x="503" y="193"/>
                    </a:cubicBezTo>
                    <a:cubicBezTo>
                      <a:pt x="512" y="211"/>
                      <a:pt x="506" y="233"/>
                      <a:pt x="488" y="243"/>
                    </a:cubicBezTo>
                    <a:cubicBezTo>
                      <a:pt x="452" y="262"/>
                      <a:pt x="420" y="274"/>
                      <a:pt x="382" y="290"/>
                    </a:cubicBezTo>
                    <a:cubicBezTo>
                      <a:pt x="375" y="293"/>
                      <a:pt x="367" y="295"/>
                      <a:pt x="359" y="294"/>
                    </a:cubicBezTo>
                    <a:cubicBezTo>
                      <a:pt x="326" y="288"/>
                      <a:pt x="296" y="279"/>
                      <a:pt x="266" y="263"/>
                    </a:cubicBezTo>
                    <a:cubicBezTo>
                      <a:pt x="261" y="265"/>
                      <a:pt x="261" y="265"/>
                      <a:pt x="261" y="265"/>
                    </a:cubicBezTo>
                    <a:cubicBezTo>
                      <a:pt x="250" y="737"/>
                      <a:pt x="250" y="737"/>
                      <a:pt x="250" y="737"/>
                    </a:cubicBezTo>
                    <a:close/>
                    <a:moveTo>
                      <a:pt x="168" y="1"/>
                    </a:moveTo>
                    <a:cubicBezTo>
                      <a:pt x="205" y="1"/>
                      <a:pt x="234" y="33"/>
                      <a:pt x="233" y="72"/>
                    </a:cubicBezTo>
                    <a:cubicBezTo>
                      <a:pt x="233" y="111"/>
                      <a:pt x="202" y="158"/>
                      <a:pt x="165" y="157"/>
                    </a:cubicBezTo>
                    <a:cubicBezTo>
                      <a:pt x="128" y="156"/>
                      <a:pt x="99" y="109"/>
                      <a:pt x="99" y="70"/>
                    </a:cubicBezTo>
                    <a:cubicBezTo>
                      <a:pt x="100" y="31"/>
                      <a:pt x="131" y="0"/>
                      <a:pt x="168"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351">
                  <a:solidFill>
                    <a:prstClr val="black"/>
                  </a:solidFill>
                </a:endParaRPr>
              </a:p>
            </p:txBody>
          </p:sp>
          <p:sp>
            <p:nvSpPr>
              <p:cNvPr id="70" name="Freeform 43">
                <a:extLst>
                  <a:ext uri="{FF2B5EF4-FFF2-40B4-BE49-F238E27FC236}">
                    <a16:creationId xmlns:a16="http://schemas.microsoft.com/office/drawing/2014/main" id="{03301B55-DA9D-4770-91E8-4E157B4A616D}"/>
                  </a:ext>
                </a:extLst>
              </p:cNvPr>
              <p:cNvSpPr>
                <a:spLocks noEditPoints="1"/>
              </p:cNvSpPr>
              <p:nvPr/>
            </p:nvSpPr>
            <p:spPr bwMode="auto">
              <a:xfrm>
                <a:off x="6735299" y="1108698"/>
                <a:ext cx="434124" cy="433758"/>
              </a:xfrm>
              <a:custGeom>
                <a:gdLst>
                  <a:gd name="T0" fmla="*/ 388 w 502"/>
                  <a:gd name="T1" fmla="*/ 388 h 502"/>
                  <a:gd name="T2" fmla="*/ 383 w 502"/>
                  <a:gd name="T3" fmla="*/ 335 h 502"/>
                  <a:gd name="T4" fmla="*/ 334 w 502"/>
                  <a:gd name="T5" fmla="*/ 426 h 502"/>
                  <a:gd name="T6" fmla="*/ 445 w 502"/>
                  <a:gd name="T7" fmla="*/ 251 h 502"/>
                  <a:gd name="T8" fmla="*/ 393 w 502"/>
                  <a:gd name="T9" fmla="*/ 214 h 502"/>
                  <a:gd name="T10" fmla="*/ 392 w 502"/>
                  <a:gd name="T11" fmla="*/ 297 h 502"/>
                  <a:gd name="T12" fmla="*/ 430 w 502"/>
                  <a:gd name="T13" fmla="*/ 176 h 502"/>
                  <a:gd name="T14" fmla="*/ 332 w 502"/>
                  <a:gd name="T15" fmla="*/ 75 h 502"/>
                  <a:gd name="T16" fmla="*/ 385 w 502"/>
                  <a:gd name="T17" fmla="*/ 176 h 502"/>
                  <a:gd name="T18" fmla="*/ 72 w 502"/>
                  <a:gd name="T19" fmla="*/ 176 h 502"/>
                  <a:gd name="T20" fmla="*/ 150 w 502"/>
                  <a:gd name="T21" fmla="*/ 117 h 502"/>
                  <a:gd name="T22" fmla="*/ 114 w 502"/>
                  <a:gd name="T23" fmla="*/ 114 h 502"/>
                  <a:gd name="T24" fmla="*/ 165 w 502"/>
                  <a:gd name="T25" fmla="*/ 176 h 502"/>
                  <a:gd name="T26" fmla="*/ 236 w 502"/>
                  <a:gd name="T27" fmla="*/ 71 h 502"/>
                  <a:gd name="T28" fmla="*/ 165 w 502"/>
                  <a:gd name="T29" fmla="*/ 176 h 502"/>
                  <a:gd name="T30" fmla="*/ 345 w 502"/>
                  <a:gd name="T31" fmla="*/ 176 h 502"/>
                  <a:gd name="T32" fmla="*/ 274 w 502"/>
                  <a:gd name="T33" fmla="*/ 71 h 502"/>
                  <a:gd name="T34" fmla="*/ 354 w 502"/>
                  <a:gd name="T35" fmla="*/ 214 h 502"/>
                  <a:gd name="T36" fmla="*/ 274 w 502"/>
                  <a:gd name="T37" fmla="*/ 297 h 502"/>
                  <a:gd name="T38" fmla="*/ 357 w 502"/>
                  <a:gd name="T39" fmla="*/ 252 h 502"/>
                  <a:gd name="T40" fmla="*/ 236 w 502"/>
                  <a:gd name="T41" fmla="*/ 214 h 502"/>
                  <a:gd name="T42" fmla="*/ 153 w 502"/>
                  <a:gd name="T43" fmla="*/ 252 h 502"/>
                  <a:gd name="T44" fmla="*/ 236 w 502"/>
                  <a:gd name="T45" fmla="*/ 297 h 502"/>
                  <a:gd name="T46" fmla="*/ 118 w 502"/>
                  <a:gd name="T47" fmla="*/ 214 h 502"/>
                  <a:gd name="T48" fmla="*/ 57 w 502"/>
                  <a:gd name="T49" fmla="*/ 251 h 502"/>
                  <a:gd name="T50" fmla="*/ 119 w 502"/>
                  <a:gd name="T51" fmla="*/ 297 h 502"/>
                  <a:gd name="T52" fmla="*/ 118 w 502"/>
                  <a:gd name="T53" fmla="*/ 214 h 502"/>
                  <a:gd name="T54" fmla="*/ 274 w 502"/>
                  <a:gd name="T55" fmla="*/ 335 h 502"/>
                  <a:gd name="T56" fmla="*/ 328 w 502"/>
                  <a:gd name="T57" fmla="*/ 367 h 502"/>
                  <a:gd name="T58" fmla="*/ 236 w 502"/>
                  <a:gd name="T59" fmla="*/ 335 h 502"/>
                  <a:gd name="T60" fmla="*/ 182 w 502"/>
                  <a:gd name="T61" fmla="*/ 367 h 502"/>
                  <a:gd name="T62" fmla="*/ 236 w 502"/>
                  <a:gd name="T63" fmla="*/ 335 h 502"/>
                  <a:gd name="T64" fmla="*/ 77 w 502"/>
                  <a:gd name="T65" fmla="*/ 335 h 502"/>
                  <a:gd name="T66" fmla="*/ 181 w 502"/>
                  <a:gd name="T67" fmla="*/ 431 h 502"/>
                  <a:gd name="T68" fmla="*/ 128 w 502"/>
                  <a:gd name="T69" fmla="*/ 335 h 502"/>
                  <a:gd name="T70" fmla="*/ 251 w 502"/>
                  <a:gd name="T71" fmla="*/ 502 h 502"/>
                  <a:gd name="T72" fmla="*/ 0 w 502"/>
                  <a:gd name="T73" fmla="*/ 251 h 502"/>
                  <a:gd name="T74" fmla="*/ 251 w 502"/>
                  <a:gd name="T75" fmla="*/ 0 h 502"/>
                  <a:gd name="T76" fmla="*/ 502 w 502"/>
                  <a:gd name="T77" fmla="*/ 251 h 502"/>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502" h="502">
                    <a:moveTo>
                      <a:pt x="334" y="426"/>
                    </a:moveTo>
                    <a:cubicBezTo>
                      <a:pt x="355" y="416"/>
                      <a:pt x="373" y="403"/>
                      <a:pt x="388" y="388"/>
                    </a:cubicBezTo>
                    <a:cubicBezTo>
                      <a:pt x="403" y="373"/>
                      <a:pt x="416" y="354"/>
                      <a:pt x="425" y="335"/>
                    </a:cubicBezTo>
                    <a:cubicBezTo>
                      <a:pt x="383" y="335"/>
                      <a:pt x="383" y="335"/>
                      <a:pt x="383" y="335"/>
                    </a:cubicBezTo>
                    <a:cubicBezTo>
                      <a:pt x="377" y="352"/>
                      <a:pt x="370" y="370"/>
                      <a:pt x="362" y="385"/>
                    </a:cubicBezTo>
                    <a:cubicBezTo>
                      <a:pt x="354" y="400"/>
                      <a:pt x="345" y="413"/>
                      <a:pt x="334" y="426"/>
                    </a:cubicBezTo>
                    <a:close/>
                    <a:moveTo>
                      <a:pt x="439" y="297"/>
                    </a:moveTo>
                    <a:cubicBezTo>
                      <a:pt x="443" y="282"/>
                      <a:pt x="445" y="267"/>
                      <a:pt x="445" y="251"/>
                    </a:cubicBezTo>
                    <a:cubicBezTo>
                      <a:pt x="445" y="238"/>
                      <a:pt x="444" y="226"/>
                      <a:pt x="442" y="214"/>
                    </a:cubicBezTo>
                    <a:cubicBezTo>
                      <a:pt x="393" y="214"/>
                      <a:pt x="393" y="214"/>
                      <a:pt x="393" y="214"/>
                    </a:cubicBezTo>
                    <a:cubicBezTo>
                      <a:pt x="395" y="227"/>
                      <a:pt x="395" y="239"/>
                      <a:pt x="395" y="252"/>
                    </a:cubicBezTo>
                    <a:cubicBezTo>
                      <a:pt x="395" y="267"/>
                      <a:pt x="394" y="282"/>
                      <a:pt x="392" y="297"/>
                    </a:cubicBezTo>
                    <a:cubicBezTo>
                      <a:pt x="439" y="297"/>
                      <a:pt x="439" y="297"/>
                      <a:pt x="439" y="297"/>
                    </a:cubicBezTo>
                    <a:close/>
                    <a:moveTo>
                      <a:pt x="430" y="176"/>
                    </a:moveTo>
                    <a:cubicBezTo>
                      <a:pt x="420" y="153"/>
                      <a:pt x="406" y="132"/>
                      <a:pt x="388" y="114"/>
                    </a:cubicBezTo>
                    <a:cubicBezTo>
                      <a:pt x="372" y="98"/>
                      <a:pt x="353" y="84"/>
                      <a:pt x="332" y="75"/>
                    </a:cubicBezTo>
                    <a:cubicBezTo>
                      <a:pt x="343" y="88"/>
                      <a:pt x="353" y="102"/>
                      <a:pt x="361" y="117"/>
                    </a:cubicBezTo>
                    <a:cubicBezTo>
                      <a:pt x="371" y="135"/>
                      <a:pt x="379" y="155"/>
                      <a:pt x="385" y="176"/>
                    </a:cubicBezTo>
                    <a:cubicBezTo>
                      <a:pt x="430" y="176"/>
                      <a:pt x="430" y="176"/>
                      <a:pt x="430" y="176"/>
                    </a:cubicBezTo>
                    <a:close/>
                    <a:moveTo>
                      <a:pt x="72" y="176"/>
                    </a:moveTo>
                    <a:cubicBezTo>
                      <a:pt x="125" y="176"/>
                      <a:pt x="125" y="176"/>
                      <a:pt x="125" y="176"/>
                    </a:cubicBezTo>
                    <a:cubicBezTo>
                      <a:pt x="131" y="155"/>
                      <a:pt x="139" y="135"/>
                      <a:pt x="150" y="117"/>
                    </a:cubicBezTo>
                    <a:cubicBezTo>
                      <a:pt x="159" y="100"/>
                      <a:pt x="170" y="84"/>
                      <a:pt x="183" y="69"/>
                    </a:cubicBezTo>
                    <a:cubicBezTo>
                      <a:pt x="157" y="79"/>
                      <a:pt x="133" y="94"/>
                      <a:pt x="114" y="114"/>
                    </a:cubicBezTo>
                    <a:cubicBezTo>
                      <a:pt x="96" y="132"/>
                      <a:pt x="82" y="153"/>
                      <a:pt x="72" y="176"/>
                    </a:cubicBezTo>
                    <a:close/>
                    <a:moveTo>
                      <a:pt x="165" y="176"/>
                    </a:moveTo>
                    <a:cubicBezTo>
                      <a:pt x="236" y="176"/>
                      <a:pt x="236" y="176"/>
                      <a:pt x="236" y="176"/>
                    </a:cubicBezTo>
                    <a:cubicBezTo>
                      <a:pt x="236" y="71"/>
                      <a:pt x="236" y="71"/>
                      <a:pt x="236" y="71"/>
                    </a:cubicBezTo>
                    <a:cubicBezTo>
                      <a:pt x="215" y="88"/>
                      <a:pt x="197" y="110"/>
                      <a:pt x="183" y="135"/>
                    </a:cubicBezTo>
                    <a:cubicBezTo>
                      <a:pt x="176" y="148"/>
                      <a:pt x="170" y="162"/>
                      <a:pt x="165" y="176"/>
                    </a:cubicBezTo>
                    <a:close/>
                    <a:moveTo>
                      <a:pt x="274" y="176"/>
                    </a:moveTo>
                    <a:cubicBezTo>
                      <a:pt x="345" y="176"/>
                      <a:pt x="345" y="176"/>
                      <a:pt x="345" y="176"/>
                    </a:cubicBezTo>
                    <a:cubicBezTo>
                      <a:pt x="341" y="162"/>
                      <a:pt x="335" y="148"/>
                      <a:pt x="327" y="135"/>
                    </a:cubicBezTo>
                    <a:cubicBezTo>
                      <a:pt x="314" y="110"/>
                      <a:pt x="296" y="88"/>
                      <a:pt x="274" y="71"/>
                    </a:cubicBezTo>
                    <a:cubicBezTo>
                      <a:pt x="274" y="176"/>
                      <a:pt x="274" y="176"/>
                      <a:pt x="274" y="176"/>
                    </a:cubicBezTo>
                    <a:close/>
                    <a:moveTo>
                      <a:pt x="354" y="214"/>
                    </a:moveTo>
                    <a:cubicBezTo>
                      <a:pt x="274" y="214"/>
                      <a:pt x="274" y="214"/>
                      <a:pt x="274" y="214"/>
                    </a:cubicBezTo>
                    <a:cubicBezTo>
                      <a:pt x="274" y="297"/>
                      <a:pt x="274" y="297"/>
                      <a:pt x="274" y="297"/>
                    </a:cubicBezTo>
                    <a:cubicBezTo>
                      <a:pt x="353" y="297"/>
                      <a:pt x="353" y="297"/>
                      <a:pt x="353" y="297"/>
                    </a:cubicBezTo>
                    <a:cubicBezTo>
                      <a:pt x="356" y="282"/>
                      <a:pt x="357" y="267"/>
                      <a:pt x="357" y="252"/>
                    </a:cubicBezTo>
                    <a:cubicBezTo>
                      <a:pt x="357" y="239"/>
                      <a:pt x="356" y="227"/>
                      <a:pt x="354" y="214"/>
                    </a:cubicBezTo>
                    <a:close/>
                    <a:moveTo>
                      <a:pt x="236" y="214"/>
                    </a:moveTo>
                    <a:cubicBezTo>
                      <a:pt x="156" y="214"/>
                      <a:pt x="156" y="214"/>
                      <a:pt x="156" y="214"/>
                    </a:cubicBezTo>
                    <a:cubicBezTo>
                      <a:pt x="154" y="227"/>
                      <a:pt x="153" y="239"/>
                      <a:pt x="153" y="252"/>
                    </a:cubicBezTo>
                    <a:cubicBezTo>
                      <a:pt x="153" y="267"/>
                      <a:pt x="155" y="282"/>
                      <a:pt x="158" y="297"/>
                    </a:cubicBezTo>
                    <a:cubicBezTo>
                      <a:pt x="236" y="297"/>
                      <a:pt x="236" y="297"/>
                      <a:pt x="236" y="297"/>
                    </a:cubicBezTo>
                    <a:cubicBezTo>
                      <a:pt x="236" y="214"/>
                      <a:pt x="236" y="214"/>
                      <a:pt x="236" y="214"/>
                    </a:cubicBezTo>
                    <a:close/>
                    <a:moveTo>
                      <a:pt x="118" y="214"/>
                    </a:moveTo>
                    <a:cubicBezTo>
                      <a:pt x="61" y="214"/>
                      <a:pt x="61" y="214"/>
                      <a:pt x="61" y="214"/>
                    </a:cubicBezTo>
                    <a:cubicBezTo>
                      <a:pt x="59" y="226"/>
                      <a:pt x="57" y="238"/>
                      <a:pt x="57" y="251"/>
                    </a:cubicBezTo>
                    <a:cubicBezTo>
                      <a:pt x="57" y="267"/>
                      <a:pt x="59" y="282"/>
                      <a:pt x="63" y="297"/>
                    </a:cubicBezTo>
                    <a:cubicBezTo>
                      <a:pt x="119" y="297"/>
                      <a:pt x="119" y="297"/>
                      <a:pt x="119" y="297"/>
                    </a:cubicBezTo>
                    <a:cubicBezTo>
                      <a:pt x="116" y="282"/>
                      <a:pt x="115" y="267"/>
                      <a:pt x="115" y="252"/>
                    </a:cubicBezTo>
                    <a:cubicBezTo>
                      <a:pt x="115" y="239"/>
                      <a:pt x="116" y="227"/>
                      <a:pt x="118" y="214"/>
                    </a:cubicBezTo>
                    <a:close/>
                    <a:moveTo>
                      <a:pt x="342" y="335"/>
                    </a:moveTo>
                    <a:cubicBezTo>
                      <a:pt x="274" y="335"/>
                      <a:pt x="274" y="335"/>
                      <a:pt x="274" y="335"/>
                    </a:cubicBezTo>
                    <a:cubicBezTo>
                      <a:pt x="274" y="433"/>
                      <a:pt x="274" y="433"/>
                      <a:pt x="274" y="433"/>
                    </a:cubicBezTo>
                    <a:cubicBezTo>
                      <a:pt x="296" y="415"/>
                      <a:pt x="315" y="392"/>
                      <a:pt x="328" y="367"/>
                    </a:cubicBezTo>
                    <a:cubicBezTo>
                      <a:pt x="334" y="357"/>
                      <a:pt x="338" y="346"/>
                      <a:pt x="342" y="335"/>
                    </a:cubicBezTo>
                    <a:close/>
                    <a:moveTo>
                      <a:pt x="236" y="335"/>
                    </a:moveTo>
                    <a:cubicBezTo>
                      <a:pt x="168" y="335"/>
                      <a:pt x="168" y="335"/>
                      <a:pt x="168" y="335"/>
                    </a:cubicBezTo>
                    <a:cubicBezTo>
                      <a:pt x="172" y="346"/>
                      <a:pt x="177" y="357"/>
                      <a:pt x="182" y="367"/>
                    </a:cubicBezTo>
                    <a:cubicBezTo>
                      <a:pt x="196" y="392"/>
                      <a:pt x="214" y="415"/>
                      <a:pt x="236" y="433"/>
                    </a:cubicBezTo>
                    <a:cubicBezTo>
                      <a:pt x="236" y="335"/>
                      <a:pt x="236" y="335"/>
                      <a:pt x="236" y="335"/>
                    </a:cubicBezTo>
                    <a:close/>
                    <a:moveTo>
                      <a:pt x="128" y="335"/>
                    </a:moveTo>
                    <a:cubicBezTo>
                      <a:pt x="77" y="335"/>
                      <a:pt x="77" y="335"/>
                      <a:pt x="77" y="335"/>
                    </a:cubicBezTo>
                    <a:cubicBezTo>
                      <a:pt x="86" y="354"/>
                      <a:pt x="99" y="373"/>
                      <a:pt x="114" y="388"/>
                    </a:cubicBezTo>
                    <a:cubicBezTo>
                      <a:pt x="133" y="407"/>
                      <a:pt x="155" y="422"/>
                      <a:pt x="181" y="431"/>
                    </a:cubicBezTo>
                    <a:cubicBezTo>
                      <a:pt x="168" y="417"/>
                      <a:pt x="158" y="402"/>
                      <a:pt x="149" y="385"/>
                    </a:cubicBezTo>
                    <a:cubicBezTo>
                      <a:pt x="140" y="370"/>
                      <a:pt x="133" y="352"/>
                      <a:pt x="128" y="335"/>
                    </a:cubicBezTo>
                    <a:close/>
                    <a:moveTo>
                      <a:pt x="429" y="428"/>
                    </a:moveTo>
                    <a:cubicBezTo>
                      <a:pt x="383" y="474"/>
                      <a:pt x="321" y="502"/>
                      <a:pt x="251" y="502"/>
                    </a:cubicBezTo>
                    <a:cubicBezTo>
                      <a:pt x="182" y="502"/>
                      <a:pt x="119" y="474"/>
                      <a:pt x="74" y="428"/>
                    </a:cubicBezTo>
                    <a:cubicBezTo>
                      <a:pt x="28" y="383"/>
                      <a:pt x="0" y="320"/>
                      <a:pt x="0" y="251"/>
                    </a:cubicBezTo>
                    <a:cubicBezTo>
                      <a:pt x="0" y="182"/>
                      <a:pt x="28" y="119"/>
                      <a:pt x="74" y="73"/>
                    </a:cubicBezTo>
                    <a:cubicBezTo>
                      <a:pt x="119" y="28"/>
                      <a:pt x="182" y="0"/>
                      <a:pt x="251" y="0"/>
                    </a:cubicBezTo>
                    <a:cubicBezTo>
                      <a:pt x="321" y="0"/>
                      <a:pt x="383" y="28"/>
                      <a:pt x="429" y="73"/>
                    </a:cubicBezTo>
                    <a:cubicBezTo>
                      <a:pt x="474" y="119"/>
                      <a:pt x="502" y="182"/>
                      <a:pt x="502" y="251"/>
                    </a:cubicBezTo>
                    <a:cubicBezTo>
                      <a:pt x="502" y="320"/>
                      <a:pt x="474" y="383"/>
                      <a:pt x="429" y="4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351">
                  <a:solidFill>
                    <a:prstClr val="black"/>
                  </a:solidFill>
                </a:endParaRPr>
              </a:p>
            </p:txBody>
          </p:sp>
        </p:grpSp>
      </p:grpSp>
      <p:grpSp>
        <p:nvGrpSpPr>
          <p:cNvPr id="71" name="组合 70">
            <a:extLst>
              <a:ext uri="{FF2B5EF4-FFF2-40B4-BE49-F238E27FC236}">
                <a16:creationId xmlns:a16="http://schemas.microsoft.com/office/drawing/2014/main" id="{A9FEC8AA-499E-4868-A332-A6589A132473}"/>
              </a:ext>
            </a:extLst>
          </p:cNvPr>
          <p:cNvGrpSpPr/>
          <p:nvPr/>
        </p:nvGrpSpPr>
        <p:grpSpPr>
          <a:xfrm>
            <a:off x="4404758" y="4394277"/>
            <a:ext cx="844785" cy="844479"/>
            <a:chOff x="6785845" y="2983037"/>
            <a:chExt cx="844675" cy="844675"/>
          </a:xfrm>
          <a:solidFill>
            <a:schemeClr val="bg1"/>
          </a:solidFill>
        </p:grpSpPr>
        <p:sp>
          <p:nvSpPr>
            <p:cNvPr id="72" name="圆角矩形 16">
              <a:extLst>
                <a:ext uri="{FF2B5EF4-FFF2-40B4-BE49-F238E27FC236}">
                  <a16:creationId xmlns:a16="http://schemas.microsoft.com/office/drawing/2014/main" id="{C0A1B860-F66E-4F2A-8A5A-2DEFCF10F8F1}"/>
                </a:ext>
              </a:extLst>
            </p:cNvPr>
            <p:cNvSpPr/>
            <p:nvPr/>
          </p:nvSpPr>
          <p:spPr>
            <a:xfrm>
              <a:off x="6785845" y="2983037"/>
              <a:ext cx="844675" cy="844675"/>
            </a:xfrm>
            <a:prstGeom prst="roundRect">
              <a:avLst>
                <a:gd name="adj" fmla="val 12557"/>
              </a:avLst>
            </a:prstGeom>
            <a:solidFill>
              <a:srgbClr val="3FB793"/>
            </a:solidFill>
            <a:ln>
              <a:noFill/>
            </a:ln>
            <a:effectLst>
              <a:outerShdw blurRad="63500" algn="ctr" rotWithShape="0">
                <a:prstClr val="black">
                  <a:alpha val="40000"/>
                </a:prstClr>
              </a:outerShdw>
            </a:effectLst>
          </p:spPr>
          <p:txBody>
            <a:bodyPr vert="horz" wrap="square" lIns="91440" tIns="45720" rIns="91440" bIns="45720" numCol="1" anchor="ctr" anchorCtr="0" compatLnSpc="1">
              <a:prstTxWarp prst="textNoShape">
                <a:avLst/>
              </a:prstTxWarp>
            </a:bodyPr>
            <a:lstStyle/>
            <a:p>
              <a:pPr algn="ctr"/>
              <a:endParaRPr lang="zh-CN" altLang="en-US" sz="4800">
                <a:solidFill>
                  <a:prstClr val="white"/>
                </a:solidFill>
                <a:latin typeface="思源黑体旧字形 Normal" panose="020b0400000000000000" pitchFamily="34" charset="-128"/>
                <a:ea typeface="思源黑体旧字形 Normal" panose="020b0400000000000000" pitchFamily="34" charset="-128"/>
              </a:endParaRPr>
            </a:p>
          </p:txBody>
        </p:sp>
        <p:grpSp>
          <p:nvGrpSpPr>
            <p:cNvPr id="73" name="组合 72">
              <a:extLst>
                <a:ext uri="{FF2B5EF4-FFF2-40B4-BE49-F238E27FC236}">
                  <a16:creationId xmlns:a16="http://schemas.microsoft.com/office/drawing/2014/main" id="{EC274CFF-510C-4C12-937B-F670E5431A14}"/>
                </a:ext>
              </a:extLst>
            </p:cNvPr>
            <p:cNvGrpSpPr/>
            <p:nvPr/>
          </p:nvGrpSpPr>
          <p:grpSpPr>
            <a:xfrm>
              <a:off x="6965236" y="3174118"/>
              <a:ext cx="480153" cy="483400"/>
              <a:chOff x="5042691" y="2273920"/>
              <a:chExt cx="702937" cy="707692"/>
            </a:xfrm>
            <a:grpFill/>
          </p:grpSpPr>
          <p:sp>
            <p:nvSpPr>
              <p:cNvPr id="74" name="Freeform 12">
                <a:extLst>
                  <a:ext uri="{FF2B5EF4-FFF2-40B4-BE49-F238E27FC236}">
                    <a16:creationId xmlns:a16="http://schemas.microsoft.com/office/drawing/2014/main" id="{F2D000EA-9C82-45C4-82ED-6548087E7453}"/>
                  </a:ext>
                </a:extLst>
              </p:cNvPr>
              <p:cNvSpPr/>
              <p:nvPr/>
            </p:nvSpPr>
            <p:spPr bwMode="auto">
              <a:xfrm>
                <a:off x="5284806" y="2789968"/>
                <a:ext cx="460822" cy="191644"/>
              </a:xfrm>
              <a:custGeom>
                <a:gdLst>
                  <a:gd name="T0" fmla="*/ 25 w 533"/>
                  <a:gd name="T1" fmla="*/ 165 h 222"/>
                  <a:gd name="T2" fmla="*/ 158 w 533"/>
                  <a:gd name="T3" fmla="*/ 165 h 222"/>
                  <a:gd name="T4" fmla="*/ 158 w 533"/>
                  <a:gd name="T5" fmla="*/ 108 h 222"/>
                  <a:gd name="T6" fmla="*/ 184 w 533"/>
                  <a:gd name="T7" fmla="*/ 83 h 222"/>
                  <a:gd name="T8" fmla="*/ 317 w 533"/>
                  <a:gd name="T9" fmla="*/ 83 h 222"/>
                  <a:gd name="T10" fmla="*/ 317 w 533"/>
                  <a:gd name="T11" fmla="*/ 25 h 222"/>
                  <a:gd name="T12" fmla="*/ 343 w 533"/>
                  <a:gd name="T13" fmla="*/ 0 h 222"/>
                  <a:gd name="T14" fmla="*/ 533 w 533"/>
                  <a:gd name="T15" fmla="*/ 0 h 222"/>
                  <a:gd name="T16" fmla="*/ 533 w 533"/>
                  <a:gd name="T17" fmla="*/ 32 h 222"/>
                  <a:gd name="T18" fmla="*/ 508 w 533"/>
                  <a:gd name="T19" fmla="*/ 57 h 222"/>
                  <a:gd name="T20" fmla="*/ 375 w 533"/>
                  <a:gd name="T21" fmla="*/ 57 h 222"/>
                  <a:gd name="T22" fmla="*/ 375 w 533"/>
                  <a:gd name="T23" fmla="*/ 114 h 222"/>
                  <a:gd name="T24" fmla="*/ 349 w 533"/>
                  <a:gd name="T25" fmla="*/ 140 h 222"/>
                  <a:gd name="T26" fmla="*/ 216 w 533"/>
                  <a:gd name="T27" fmla="*/ 140 h 222"/>
                  <a:gd name="T28" fmla="*/ 216 w 533"/>
                  <a:gd name="T29" fmla="*/ 197 h 222"/>
                  <a:gd name="T30" fmla="*/ 190 w 533"/>
                  <a:gd name="T31" fmla="*/ 222 h 222"/>
                  <a:gd name="T32" fmla="*/ 0 w 533"/>
                  <a:gd name="T33" fmla="*/ 222 h 222"/>
                  <a:gd name="T34" fmla="*/ 0 w 533"/>
                  <a:gd name="T35" fmla="*/ 191 h 222"/>
                  <a:gd name="T36" fmla="*/ 25 w 533"/>
                  <a:gd name="T37" fmla="*/ 165 h 222"/>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33" h="221">
                    <a:moveTo>
                      <a:pt x="25" y="165"/>
                    </a:moveTo>
                    <a:cubicBezTo>
                      <a:pt x="158" y="165"/>
                      <a:pt x="158" y="165"/>
                      <a:pt x="158" y="165"/>
                    </a:cubicBezTo>
                    <a:cubicBezTo>
                      <a:pt x="158" y="108"/>
                      <a:pt x="158" y="108"/>
                      <a:pt x="158" y="108"/>
                    </a:cubicBezTo>
                    <a:cubicBezTo>
                      <a:pt x="158" y="94"/>
                      <a:pt x="170" y="83"/>
                      <a:pt x="184" y="83"/>
                    </a:cubicBezTo>
                    <a:cubicBezTo>
                      <a:pt x="317" y="83"/>
                      <a:pt x="317" y="83"/>
                      <a:pt x="317" y="83"/>
                    </a:cubicBezTo>
                    <a:cubicBezTo>
                      <a:pt x="317" y="25"/>
                      <a:pt x="317" y="25"/>
                      <a:pt x="317" y="25"/>
                    </a:cubicBezTo>
                    <a:cubicBezTo>
                      <a:pt x="317" y="11"/>
                      <a:pt x="329" y="0"/>
                      <a:pt x="343" y="0"/>
                    </a:cubicBezTo>
                    <a:cubicBezTo>
                      <a:pt x="533" y="0"/>
                      <a:pt x="533" y="0"/>
                      <a:pt x="533" y="0"/>
                    </a:cubicBezTo>
                    <a:cubicBezTo>
                      <a:pt x="533" y="32"/>
                      <a:pt x="533" y="32"/>
                      <a:pt x="533" y="32"/>
                    </a:cubicBezTo>
                    <a:cubicBezTo>
                      <a:pt x="533" y="46"/>
                      <a:pt x="522" y="57"/>
                      <a:pt x="508" y="57"/>
                    </a:cubicBezTo>
                    <a:cubicBezTo>
                      <a:pt x="375" y="57"/>
                      <a:pt x="375" y="57"/>
                      <a:pt x="375" y="57"/>
                    </a:cubicBezTo>
                    <a:cubicBezTo>
                      <a:pt x="375" y="114"/>
                      <a:pt x="375" y="114"/>
                      <a:pt x="375" y="114"/>
                    </a:cubicBezTo>
                    <a:cubicBezTo>
                      <a:pt x="375" y="128"/>
                      <a:pt x="363" y="140"/>
                      <a:pt x="349" y="140"/>
                    </a:cubicBezTo>
                    <a:cubicBezTo>
                      <a:pt x="216" y="140"/>
                      <a:pt x="216" y="140"/>
                      <a:pt x="216" y="140"/>
                    </a:cubicBezTo>
                    <a:cubicBezTo>
                      <a:pt x="216" y="197"/>
                      <a:pt x="216" y="197"/>
                      <a:pt x="216" y="197"/>
                    </a:cubicBezTo>
                    <a:cubicBezTo>
                      <a:pt x="216" y="211"/>
                      <a:pt x="204" y="222"/>
                      <a:pt x="190" y="222"/>
                    </a:cubicBezTo>
                    <a:cubicBezTo>
                      <a:pt x="0" y="222"/>
                      <a:pt x="0" y="222"/>
                      <a:pt x="0" y="222"/>
                    </a:cubicBezTo>
                    <a:cubicBezTo>
                      <a:pt x="0" y="191"/>
                      <a:pt x="0" y="191"/>
                      <a:pt x="0" y="191"/>
                    </a:cubicBezTo>
                    <a:cubicBezTo>
                      <a:pt x="0" y="177"/>
                      <a:pt x="11" y="165"/>
                      <a:pt x="25" y="16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351">
                  <a:solidFill>
                    <a:prstClr val="black"/>
                  </a:solidFill>
                </a:endParaRPr>
              </a:p>
            </p:txBody>
          </p:sp>
          <p:sp>
            <p:nvSpPr>
              <p:cNvPr id="75" name="Freeform 13">
                <a:extLst>
                  <a:ext uri="{FF2B5EF4-FFF2-40B4-BE49-F238E27FC236}">
                    <a16:creationId xmlns:a16="http://schemas.microsoft.com/office/drawing/2014/main" id="{B04A2879-7086-48BA-B549-10A7874FC5ED}"/>
                  </a:ext>
                </a:extLst>
              </p:cNvPr>
              <p:cNvSpPr>
                <a:spLocks noEditPoints="1"/>
              </p:cNvSpPr>
              <p:nvPr/>
            </p:nvSpPr>
            <p:spPr bwMode="auto">
              <a:xfrm>
                <a:off x="5042691" y="2273920"/>
                <a:ext cx="529214" cy="655758"/>
              </a:xfrm>
              <a:custGeom>
                <a:gdLst>
                  <a:gd name="T0" fmla="*/ 28 w 612"/>
                  <a:gd name="T1" fmla="*/ 504 h 759"/>
                  <a:gd name="T2" fmla="*/ 148 w 612"/>
                  <a:gd name="T3" fmla="*/ 514 h 759"/>
                  <a:gd name="T4" fmla="*/ 179 w 612"/>
                  <a:gd name="T5" fmla="*/ 488 h 759"/>
                  <a:gd name="T6" fmla="*/ 184 w 612"/>
                  <a:gd name="T7" fmla="*/ 423 h 759"/>
                  <a:gd name="T8" fmla="*/ 158 w 612"/>
                  <a:gd name="T9" fmla="*/ 392 h 759"/>
                  <a:gd name="T10" fmla="*/ 38 w 612"/>
                  <a:gd name="T11" fmla="*/ 381 h 759"/>
                  <a:gd name="T12" fmla="*/ 7 w 612"/>
                  <a:gd name="T13" fmla="*/ 407 h 759"/>
                  <a:gd name="T14" fmla="*/ 2 w 612"/>
                  <a:gd name="T15" fmla="*/ 473 h 759"/>
                  <a:gd name="T16" fmla="*/ 28 w 612"/>
                  <a:gd name="T17" fmla="*/ 504 h 759"/>
                  <a:gd name="T18" fmla="*/ 157 w 612"/>
                  <a:gd name="T19" fmla="*/ 669 h 759"/>
                  <a:gd name="T20" fmla="*/ 254 w 612"/>
                  <a:gd name="T21" fmla="*/ 487 h 759"/>
                  <a:gd name="T22" fmla="*/ 334 w 612"/>
                  <a:gd name="T23" fmla="*/ 512 h 759"/>
                  <a:gd name="T24" fmla="*/ 342 w 612"/>
                  <a:gd name="T25" fmla="*/ 515 h 759"/>
                  <a:gd name="T26" fmla="*/ 216 w 612"/>
                  <a:gd name="T27" fmla="*/ 722 h 759"/>
                  <a:gd name="T28" fmla="*/ 157 w 612"/>
                  <a:gd name="T29" fmla="*/ 669 h 759"/>
                  <a:gd name="T30" fmla="*/ 379 w 612"/>
                  <a:gd name="T31" fmla="*/ 7 h 759"/>
                  <a:gd name="T32" fmla="*/ 426 w 612"/>
                  <a:gd name="T33" fmla="*/ 84 h 759"/>
                  <a:gd name="T34" fmla="*/ 349 w 612"/>
                  <a:gd name="T35" fmla="*/ 150 h 759"/>
                  <a:gd name="T36" fmla="*/ 304 w 612"/>
                  <a:gd name="T37" fmla="*/ 59 h 759"/>
                  <a:gd name="T38" fmla="*/ 379 w 612"/>
                  <a:gd name="T39" fmla="*/ 7 h 759"/>
                  <a:gd name="T40" fmla="*/ 371 w 612"/>
                  <a:gd name="T41" fmla="*/ 183 h 759"/>
                  <a:gd name="T42" fmla="*/ 403 w 612"/>
                  <a:gd name="T43" fmla="*/ 199 h 759"/>
                  <a:gd name="T44" fmla="*/ 574 w 612"/>
                  <a:gd name="T45" fmla="*/ 278 h 759"/>
                  <a:gd name="T46" fmla="*/ 579 w 612"/>
                  <a:gd name="T47" fmla="*/ 341 h 759"/>
                  <a:gd name="T48" fmla="*/ 398 w 612"/>
                  <a:gd name="T49" fmla="*/ 296 h 759"/>
                  <a:gd name="T50" fmla="*/ 381 w 612"/>
                  <a:gd name="T51" fmla="*/ 385 h 759"/>
                  <a:gd name="T52" fmla="*/ 390 w 612"/>
                  <a:gd name="T53" fmla="*/ 402 h 759"/>
                  <a:gd name="T54" fmla="*/ 561 w 612"/>
                  <a:gd name="T55" fmla="*/ 593 h 759"/>
                  <a:gd name="T56" fmla="*/ 489 w 612"/>
                  <a:gd name="T57" fmla="*/ 626 h 759"/>
                  <a:gd name="T58" fmla="*/ 233 w 612"/>
                  <a:gd name="T59" fmla="*/ 447 h 759"/>
                  <a:gd name="T60" fmla="*/ 203 w 612"/>
                  <a:gd name="T61" fmla="*/ 392 h 759"/>
                  <a:gd name="T62" fmla="*/ 231 w 612"/>
                  <a:gd name="T63" fmla="*/ 239 h 759"/>
                  <a:gd name="T64" fmla="*/ 157 w 612"/>
                  <a:gd name="T65" fmla="*/ 344 h 759"/>
                  <a:gd name="T66" fmla="*/ 95 w 612"/>
                  <a:gd name="T67" fmla="*/ 332 h 759"/>
                  <a:gd name="T68" fmla="*/ 247 w 612"/>
                  <a:gd name="T69" fmla="*/ 155 h 759"/>
                  <a:gd name="T70" fmla="*/ 313 w 612"/>
                  <a:gd name="T71" fmla="*/ 163 h 759"/>
                  <a:gd name="T72" fmla="*/ 349 w 612"/>
                  <a:gd name="T73" fmla="*/ 227 h 759"/>
                  <a:gd name="T74" fmla="*/ 371 w 612"/>
                  <a:gd name="T75" fmla="*/ 183 h 759"/>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612" h="759">
                    <a:moveTo>
                      <a:pt x="28" y="504"/>
                    </a:moveTo>
                    <a:cubicBezTo>
                      <a:pt x="148" y="514"/>
                      <a:pt x="148" y="514"/>
                      <a:pt x="148" y="514"/>
                    </a:cubicBezTo>
                    <a:cubicBezTo>
                      <a:pt x="164" y="516"/>
                      <a:pt x="177" y="504"/>
                      <a:pt x="179" y="488"/>
                    </a:cubicBezTo>
                    <a:cubicBezTo>
                      <a:pt x="184" y="423"/>
                      <a:pt x="184" y="423"/>
                      <a:pt x="184" y="423"/>
                    </a:cubicBezTo>
                    <a:cubicBezTo>
                      <a:pt x="186" y="407"/>
                      <a:pt x="174" y="393"/>
                      <a:pt x="158" y="392"/>
                    </a:cubicBezTo>
                    <a:cubicBezTo>
                      <a:pt x="38" y="381"/>
                      <a:pt x="38" y="381"/>
                      <a:pt x="38" y="381"/>
                    </a:cubicBezTo>
                    <a:cubicBezTo>
                      <a:pt x="23" y="380"/>
                      <a:pt x="9" y="392"/>
                      <a:pt x="7" y="407"/>
                    </a:cubicBezTo>
                    <a:cubicBezTo>
                      <a:pt x="2" y="473"/>
                      <a:pt x="2" y="473"/>
                      <a:pt x="2" y="473"/>
                    </a:cubicBezTo>
                    <a:cubicBezTo>
                      <a:pt x="0" y="489"/>
                      <a:pt x="12" y="503"/>
                      <a:pt x="28" y="504"/>
                    </a:cubicBezTo>
                    <a:close/>
                    <a:moveTo>
                      <a:pt x="157" y="669"/>
                    </a:moveTo>
                    <a:cubicBezTo>
                      <a:pt x="220" y="595"/>
                      <a:pt x="230" y="592"/>
                      <a:pt x="254" y="487"/>
                    </a:cubicBezTo>
                    <a:cubicBezTo>
                      <a:pt x="280" y="496"/>
                      <a:pt x="307" y="504"/>
                      <a:pt x="334" y="512"/>
                    </a:cubicBezTo>
                    <a:cubicBezTo>
                      <a:pt x="337" y="513"/>
                      <a:pt x="339" y="514"/>
                      <a:pt x="342" y="515"/>
                    </a:cubicBezTo>
                    <a:cubicBezTo>
                      <a:pt x="303" y="633"/>
                      <a:pt x="296" y="637"/>
                      <a:pt x="216" y="722"/>
                    </a:cubicBezTo>
                    <a:cubicBezTo>
                      <a:pt x="180" y="759"/>
                      <a:pt x="122" y="709"/>
                      <a:pt x="157" y="669"/>
                    </a:cubicBezTo>
                    <a:close/>
                    <a:moveTo>
                      <a:pt x="379" y="7"/>
                    </a:moveTo>
                    <a:cubicBezTo>
                      <a:pt x="413" y="15"/>
                      <a:pt x="434" y="49"/>
                      <a:pt x="426" y="84"/>
                    </a:cubicBezTo>
                    <a:cubicBezTo>
                      <a:pt x="419" y="120"/>
                      <a:pt x="383" y="157"/>
                      <a:pt x="349" y="150"/>
                    </a:cubicBezTo>
                    <a:cubicBezTo>
                      <a:pt x="315" y="143"/>
                      <a:pt x="297" y="94"/>
                      <a:pt x="304" y="59"/>
                    </a:cubicBezTo>
                    <a:cubicBezTo>
                      <a:pt x="312" y="23"/>
                      <a:pt x="345" y="0"/>
                      <a:pt x="379" y="7"/>
                    </a:cubicBezTo>
                    <a:close/>
                    <a:moveTo>
                      <a:pt x="371" y="183"/>
                    </a:moveTo>
                    <a:cubicBezTo>
                      <a:pt x="378" y="185"/>
                      <a:pt x="393" y="190"/>
                      <a:pt x="403" y="199"/>
                    </a:cubicBezTo>
                    <a:cubicBezTo>
                      <a:pt x="494" y="286"/>
                      <a:pt x="474" y="282"/>
                      <a:pt x="574" y="278"/>
                    </a:cubicBezTo>
                    <a:cubicBezTo>
                      <a:pt x="612" y="277"/>
                      <a:pt x="611" y="338"/>
                      <a:pt x="579" y="341"/>
                    </a:cubicBezTo>
                    <a:cubicBezTo>
                      <a:pt x="477" y="350"/>
                      <a:pt x="470" y="358"/>
                      <a:pt x="398" y="296"/>
                    </a:cubicBezTo>
                    <a:cubicBezTo>
                      <a:pt x="381" y="385"/>
                      <a:pt x="381" y="385"/>
                      <a:pt x="381" y="385"/>
                    </a:cubicBezTo>
                    <a:cubicBezTo>
                      <a:pt x="380" y="392"/>
                      <a:pt x="383" y="399"/>
                      <a:pt x="390" y="402"/>
                    </a:cubicBezTo>
                    <a:cubicBezTo>
                      <a:pt x="494" y="448"/>
                      <a:pt x="515" y="448"/>
                      <a:pt x="561" y="593"/>
                    </a:cubicBezTo>
                    <a:cubicBezTo>
                      <a:pt x="578" y="638"/>
                      <a:pt x="510" y="668"/>
                      <a:pt x="489" y="626"/>
                    </a:cubicBezTo>
                    <a:cubicBezTo>
                      <a:pt x="417" y="484"/>
                      <a:pt x="405" y="506"/>
                      <a:pt x="233" y="447"/>
                    </a:cubicBezTo>
                    <a:cubicBezTo>
                      <a:pt x="211" y="435"/>
                      <a:pt x="203" y="416"/>
                      <a:pt x="203" y="392"/>
                    </a:cubicBezTo>
                    <a:cubicBezTo>
                      <a:pt x="231" y="239"/>
                      <a:pt x="231" y="239"/>
                      <a:pt x="231" y="239"/>
                    </a:cubicBezTo>
                    <a:cubicBezTo>
                      <a:pt x="164" y="260"/>
                      <a:pt x="171" y="259"/>
                      <a:pt x="157" y="344"/>
                    </a:cubicBezTo>
                    <a:cubicBezTo>
                      <a:pt x="151" y="376"/>
                      <a:pt x="91" y="372"/>
                      <a:pt x="95" y="332"/>
                    </a:cubicBezTo>
                    <a:cubicBezTo>
                      <a:pt x="107" y="207"/>
                      <a:pt x="126" y="199"/>
                      <a:pt x="247" y="155"/>
                    </a:cubicBezTo>
                    <a:cubicBezTo>
                      <a:pt x="264" y="149"/>
                      <a:pt x="304" y="160"/>
                      <a:pt x="313" y="163"/>
                    </a:cubicBezTo>
                    <a:cubicBezTo>
                      <a:pt x="349" y="227"/>
                      <a:pt x="349" y="227"/>
                      <a:pt x="349" y="227"/>
                    </a:cubicBezTo>
                    <a:cubicBezTo>
                      <a:pt x="371" y="183"/>
                      <a:pt x="371" y="183"/>
                      <a:pt x="371" y="18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351">
                  <a:solidFill>
                    <a:prstClr val="black"/>
                  </a:solidFill>
                </a:endParaRPr>
              </a:p>
            </p:txBody>
          </p:sp>
        </p:grpSp>
      </p:grpSp>
      <p:grpSp>
        <p:nvGrpSpPr>
          <p:cNvPr id="76" name="组合 75">
            <a:extLst>
              <a:ext uri="{FF2B5EF4-FFF2-40B4-BE49-F238E27FC236}">
                <a16:creationId xmlns:a16="http://schemas.microsoft.com/office/drawing/2014/main" id="{22004728-85B4-46A4-814C-2232CC626D72}"/>
              </a:ext>
            </a:extLst>
          </p:cNvPr>
          <p:cNvGrpSpPr/>
          <p:nvPr/>
        </p:nvGrpSpPr>
        <p:grpSpPr>
          <a:xfrm>
            <a:off x="1906358" y="4409119"/>
            <a:ext cx="844785" cy="844479"/>
            <a:chOff x="3881858" y="1485578"/>
            <a:chExt cx="844675" cy="844675"/>
          </a:xfrm>
          <a:solidFill>
            <a:schemeClr val="bg1"/>
          </a:solidFill>
        </p:grpSpPr>
        <p:sp>
          <p:nvSpPr>
            <p:cNvPr id="77" name="圆角矩形 21">
              <a:extLst>
                <a:ext uri="{FF2B5EF4-FFF2-40B4-BE49-F238E27FC236}">
                  <a16:creationId xmlns:a16="http://schemas.microsoft.com/office/drawing/2014/main" id="{E4C3F4EC-2774-4AF1-B117-3A31631BCA0B}"/>
                </a:ext>
              </a:extLst>
            </p:cNvPr>
            <p:cNvSpPr/>
            <p:nvPr/>
          </p:nvSpPr>
          <p:spPr>
            <a:xfrm>
              <a:off x="3881858" y="1485578"/>
              <a:ext cx="844675" cy="844675"/>
            </a:xfrm>
            <a:prstGeom prst="roundRect">
              <a:avLst>
                <a:gd name="adj" fmla="val 12557"/>
              </a:avLst>
            </a:prstGeom>
            <a:solidFill>
              <a:srgbClr val="545D79"/>
            </a:solidFill>
            <a:ln>
              <a:noFill/>
            </a:ln>
            <a:effectLst>
              <a:outerShdw blurRad="63500" algn="ctr" rotWithShape="0">
                <a:prstClr val="black">
                  <a:alpha val="40000"/>
                </a:prstClr>
              </a:outerShdw>
            </a:effectLst>
          </p:spPr>
          <p:txBody>
            <a:bodyPr vert="horz" wrap="square" lIns="91440" tIns="45720" rIns="91440" bIns="45720" numCol="1" anchor="ctr" anchorCtr="0" compatLnSpc="1">
              <a:prstTxWarp prst="textNoShape">
                <a:avLst/>
              </a:prstTxWarp>
            </a:bodyPr>
            <a:lstStyle/>
            <a:p>
              <a:pPr algn="ctr"/>
              <a:endParaRPr lang="zh-CN" altLang="en-US" sz="4800">
                <a:solidFill>
                  <a:prstClr val="white"/>
                </a:solidFill>
                <a:latin typeface="思源黑体旧字形 Normal" panose="020b0400000000000000" pitchFamily="34" charset="-128"/>
                <a:ea typeface="思源黑体旧字形 Normal" panose="020b0400000000000000" pitchFamily="34" charset="-128"/>
              </a:endParaRPr>
            </a:p>
          </p:txBody>
        </p:sp>
        <p:grpSp>
          <p:nvGrpSpPr>
            <p:cNvPr id="78" name="组合 77">
              <a:extLst>
                <a:ext uri="{FF2B5EF4-FFF2-40B4-BE49-F238E27FC236}">
                  <a16:creationId xmlns:a16="http://schemas.microsoft.com/office/drawing/2014/main" id="{B87817AD-A535-414E-951C-D80F46F0226C}"/>
                </a:ext>
              </a:extLst>
            </p:cNvPr>
            <p:cNvGrpSpPr/>
            <p:nvPr/>
          </p:nvGrpSpPr>
          <p:grpSpPr>
            <a:xfrm>
              <a:off x="4092885" y="1696817"/>
              <a:ext cx="425052" cy="422197"/>
              <a:chOff x="6463926" y="2278309"/>
              <a:chExt cx="708057" cy="703302"/>
            </a:xfrm>
            <a:grpFill/>
          </p:grpSpPr>
          <p:sp>
            <p:nvSpPr>
              <p:cNvPr id="79" name="Freeform 30">
                <a:extLst>
                  <a:ext uri="{FF2B5EF4-FFF2-40B4-BE49-F238E27FC236}">
                    <a16:creationId xmlns:a16="http://schemas.microsoft.com/office/drawing/2014/main" id="{643B292C-1464-486B-BAFB-74E83DD737E7}"/>
                  </a:ext>
                </a:extLst>
              </p:cNvPr>
              <p:cNvSpPr>
                <a:spLocks noEditPoints="1"/>
              </p:cNvSpPr>
              <p:nvPr/>
            </p:nvSpPr>
            <p:spPr bwMode="auto">
              <a:xfrm>
                <a:off x="6687023" y="2278309"/>
                <a:ext cx="261864" cy="305752"/>
              </a:xfrm>
              <a:custGeom>
                <a:gdLst>
                  <a:gd name="T0" fmla="*/ 150 w 303"/>
                  <a:gd name="T1" fmla="*/ 1 h 354"/>
                  <a:gd name="T2" fmla="*/ 81 w 303"/>
                  <a:gd name="T3" fmla="*/ 76 h 354"/>
                  <a:gd name="T4" fmla="*/ 153 w 303"/>
                  <a:gd name="T5" fmla="*/ 165 h 354"/>
                  <a:gd name="T6" fmla="*/ 222 w 303"/>
                  <a:gd name="T7" fmla="*/ 74 h 354"/>
                  <a:gd name="T8" fmla="*/ 150 w 303"/>
                  <a:gd name="T9" fmla="*/ 1 h 354"/>
                  <a:gd name="T10" fmla="*/ 151 w 303"/>
                  <a:gd name="T11" fmla="*/ 261 h 354"/>
                  <a:gd name="T12" fmla="*/ 198 w 303"/>
                  <a:gd name="T13" fmla="*/ 196 h 354"/>
                  <a:gd name="T14" fmla="*/ 210 w 303"/>
                  <a:gd name="T15" fmla="*/ 190 h 354"/>
                  <a:gd name="T16" fmla="*/ 260 w 303"/>
                  <a:gd name="T17" fmla="*/ 199 h 354"/>
                  <a:gd name="T18" fmla="*/ 290 w 303"/>
                  <a:gd name="T19" fmla="*/ 225 h 354"/>
                  <a:gd name="T20" fmla="*/ 303 w 303"/>
                  <a:gd name="T21" fmla="*/ 330 h 354"/>
                  <a:gd name="T22" fmla="*/ 297 w 303"/>
                  <a:gd name="T23" fmla="*/ 347 h 354"/>
                  <a:gd name="T24" fmla="*/ 280 w 303"/>
                  <a:gd name="T25" fmla="*/ 354 h 354"/>
                  <a:gd name="T26" fmla="*/ 23 w 303"/>
                  <a:gd name="T27" fmla="*/ 354 h 354"/>
                  <a:gd name="T28" fmla="*/ 6 w 303"/>
                  <a:gd name="T29" fmla="*/ 347 h 354"/>
                  <a:gd name="T30" fmla="*/ 0 w 303"/>
                  <a:gd name="T31" fmla="*/ 330 h 354"/>
                  <a:gd name="T32" fmla="*/ 13 w 303"/>
                  <a:gd name="T33" fmla="*/ 225 h 354"/>
                  <a:gd name="T34" fmla="*/ 43 w 303"/>
                  <a:gd name="T35" fmla="*/ 199 h 354"/>
                  <a:gd name="T36" fmla="*/ 93 w 303"/>
                  <a:gd name="T37" fmla="*/ 190 h 354"/>
                  <a:gd name="T38" fmla="*/ 105 w 303"/>
                  <a:gd name="T39" fmla="*/ 196 h 354"/>
                  <a:gd name="T40" fmla="*/ 151 w 303"/>
                  <a:gd name="T41" fmla="*/ 261 h 354"/>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03" h="354">
                    <a:moveTo>
                      <a:pt x="150" y="1"/>
                    </a:moveTo>
                    <a:cubicBezTo>
                      <a:pt x="111" y="2"/>
                      <a:pt x="80" y="36"/>
                      <a:pt x="81" y="76"/>
                    </a:cubicBezTo>
                    <a:cubicBezTo>
                      <a:pt x="82" y="117"/>
                      <a:pt x="114" y="166"/>
                      <a:pt x="153" y="165"/>
                    </a:cubicBezTo>
                    <a:cubicBezTo>
                      <a:pt x="192" y="165"/>
                      <a:pt x="223" y="114"/>
                      <a:pt x="222" y="74"/>
                    </a:cubicBezTo>
                    <a:cubicBezTo>
                      <a:pt x="221" y="33"/>
                      <a:pt x="189" y="0"/>
                      <a:pt x="150" y="1"/>
                    </a:cubicBezTo>
                    <a:close/>
                    <a:moveTo>
                      <a:pt x="151" y="261"/>
                    </a:moveTo>
                    <a:cubicBezTo>
                      <a:pt x="198" y="196"/>
                      <a:pt x="198" y="196"/>
                      <a:pt x="198" y="196"/>
                    </a:cubicBezTo>
                    <a:cubicBezTo>
                      <a:pt x="201" y="192"/>
                      <a:pt x="206" y="190"/>
                      <a:pt x="210" y="190"/>
                    </a:cubicBezTo>
                    <a:cubicBezTo>
                      <a:pt x="260" y="199"/>
                      <a:pt x="260" y="199"/>
                      <a:pt x="260" y="199"/>
                    </a:cubicBezTo>
                    <a:cubicBezTo>
                      <a:pt x="278" y="202"/>
                      <a:pt x="288" y="217"/>
                      <a:pt x="290" y="225"/>
                    </a:cubicBezTo>
                    <a:cubicBezTo>
                      <a:pt x="297" y="274"/>
                      <a:pt x="301" y="304"/>
                      <a:pt x="303" y="330"/>
                    </a:cubicBezTo>
                    <a:cubicBezTo>
                      <a:pt x="303" y="336"/>
                      <a:pt x="301" y="342"/>
                      <a:pt x="297" y="347"/>
                    </a:cubicBezTo>
                    <a:cubicBezTo>
                      <a:pt x="292" y="351"/>
                      <a:pt x="287" y="354"/>
                      <a:pt x="280" y="354"/>
                    </a:cubicBezTo>
                    <a:cubicBezTo>
                      <a:pt x="23" y="354"/>
                      <a:pt x="23" y="354"/>
                      <a:pt x="23" y="354"/>
                    </a:cubicBezTo>
                    <a:cubicBezTo>
                      <a:pt x="16" y="354"/>
                      <a:pt x="11" y="351"/>
                      <a:pt x="6" y="347"/>
                    </a:cubicBezTo>
                    <a:cubicBezTo>
                      <a:pt x="2" y="342"/>
                      <a:pt x="0" y="336"/>
                      <a:pt x="0" y="330"/>
                    </a:cubicBezTo>
                    <a:cubicBezTo>
                      <a:pt x="2" y="304"/>
                      <a:pt x="6" y="274"/>
                      <a:pt x="13" y="225"/>
                    </a:cubicBezTo>
                    <a:cubicBezTo>
                      <a:pt x="15" y="217"/>
                      <a:pt x="25" y="202"/>
                      <a:pt x="43" y="199"/>
                    </a:cubicBezTo>
                    <a:cubicBezTo>
                      <a:pt x="93" y="190"/>
                      <a:pt x="93" y="190"/>
                      <a:pt x="93" y="190"/>
                    </a:cubicBezTo>
                    <a:cubicBezTo>
                      <a:pt x="97" y="190"/>
                      <a:pt x="102" y="192"/>
                      <a:pt x="105" y="196"/>
                    </a:cubicBezTo>
                    <a:cubicBezTo>
                      <a:pt x="151" y="261"/>
                      <a:pt x="151" y="261"/>
                      <a:pt x="151" y="261"/>
                    </a:cubicBezTo>
                    <a:close/>
                  </a:path>
                </a:pathLst>
              </a:custGeom>
              <a:grpFill/>
              <a:ln>
                <a:noFill/>
              </a:ln>
              <a:extLst/>
            </p:spPr>
            <p:txBody>
              <a:bodyPr vert="horz" wrap="square" lIns="91440" tIns="45720" rIns="91440" bIns="45720" numCol="1" anchor="t" anchorCtr="0" compatLnSpc="1">
                <a:prstTxWarp prst="textNoShape">
                  <a:avLst/>
                </a:prstTxWarp>
              </a:bodyPr>
              <a:lstStyle/>
              <a:p>
                <a:endParaRPr lang="zh-CN" altLang="en-US" sz="1351">
                  <a:solidFill>
                    <a:prstClr val="black"/>
                  </a:solidFill>
                </a:endParaRPr>
              </a:p>
            </p:txBody>
          </p:sp>
          <p:sp>
            <p:nvSpPr>
              <p:cNvPr id="80" name="Freeform 31">
                <a:extLst>
                  <a:ext uri="{FF2B5EF4-FFF2-40B4-BE49-F238E27FC236}">
                    <a16:creationId xmlns:a16="http://schemas.microsoft.com/office/drawing/2014/main" id="{7425BD75-8FE8-46CC-BFAB-7C7977CCCB80}"/>
                  </a:ext>
                </a:extLst>
              </p:cNvPr>
              <p:cNvSpPr>
                <a:spLocks noEditPoints="1"/>
              </p:cNvSpPr>
              <p:nvPr/>
            </p:nvSpPr>
            <p:spPr bwMode="auto">
              <a:xfrm>
                <a:off x="6463926" y="2632337"/>
                <a:ext cx="268082" cy="349274"/>
              </a:xfrm>
              <a:custGeom>
                <a:gdLst>
                  <a:gd name="T0" fmla="*/ 153 w 310"/>
                  <a:gd name="T1" fmla="*/ 1 h 404"/>
                  <a:gd name="T2" fmla="*/ 84 w 310"/>
                  <a:gd name="T3" fmla="*/ 76 h 404"/>
                  <a:gd name="T4" fmla="*/ 156 w 310"/>
                  <a:gd name="T5" fmla="*/ 165 h 404"/>
                  <a:gd name="T6" fmla="*/ 225 w 310"/>
                  <a:gd name="T7" fmla="*/ 73 h 404"/>
                  <a:gd name="T8" fmla="*/ 153 w 310"/>
                  <a:gd name="T9" fmla="*/ 1 h 404"/>
                  <a:gd name="T10" fmla="*/ 155 w 310"/>
                  <a:gd name="T11" fmla="*/ 261 h 404"/>
                  <a:gd name="T12" fmla="*/ 201 w 310"/>
                  <a:gd name="T13" fmla="*/ 195 h 404"/>
                  <a:gd name="T14" fmla="*/ 213 w 310"/>
                  <a:gd name="T15" fmla="*/ 190 h 404"/>
                  <a:gd name="T16" fmla="*/ 263 w 310"/>
                  <a:gd name="T17" fmla="*/ 199 h 404"/>
                  <a:gd name="T18" fmla="*/ 293 w 310"/>
                  <a:gd name="T19" fmla="*/ 225 h 404"/>
                  <a:gd name="T20" fmla="*/ 304 w 310"/>
                  <a:gd name="T21" fmla="*/ 385 h 404"/>
                  <a:gd name="T22" fmla="*/ 282 w 310"/>
                  <a:gd name="T23" fmla="*/ 404 h 404"/>
                  <a:gd name="T24" fmla="*/ 27 w 310"/>
                  <a:gd name="T25" fmla="*/ 404 h 404"/>
                  <a:gd name="T26" fmla="*/ 5 w 310"/>
                  <a:gd name="T27" fmla="*/ 385 h 404"/>
                  <a:gd name="T28" fmla="*/ 16 w 310"/>
                  <a:gd name="T29" fmla="*/ 225 h 404"/>
                  <a:gd name="T30" fmla="*/ 46 w 310"/>
                  <a:gd name="T31" fmla="*/ 199 h 404"/>
                  <a:gd name="T32" fmla="*/ 96 w 310"/>
                  <a:gd name="T33" fmla="*/ 190 h 404"/>
                  <a:gd name="T34" fmla="*/ 108 w 310"/>
                  <a:gd name="T35" fmla="*/ 195 h 404"/>
                  <a:gd name="T36" fmla="*/ 155 w 310"/>
                  <a:gd name="T37" fmla="*/ 261 h 404"/>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10" h="403">
                    <a:moveTo>
                      <a:pt x="153" y="1"/>
                    </a:moveTo>
                    <a:cubicBezTo>
                      <a:pt x="114" y="1"/>
                      <a:pt x="83" y="35"/>
                      <a:pt x="84" y="76"/>
                    </a:cubicBezTo>
                    <a:cubicBezTo>
                      <a:pt x="85" y="117"/>
                      <a:pt x="117" y="166"/>
                      <a:pt x="156" y="165"/>
                    </a:cubicBezTo>
                    <a:cubicBezTo>
                      <a:pt x="195" y="164"/>
                      <a:pt x="226" y="114"/>
                      <a:pt x="225" y="73"/>
                    </a:cubicBezTo>
                    <a:cubicBezTo>
                      <a:pt x="224" y="32"/>
                      <a:pt x="192" y="0"/>
                      <a:pt x="153" y="1"/>
                    </a:cubicBezTo>
                    <a:close/>
                    <a:moveTo>
                      <a:pt x="155" y="261"/>
                    </a:moveTo>
                    <a:cubicBezTo>
                      <a:pt x="201" y="195"/>
                      <a:pt x="201" y="195"/>
                      <a:pt x="201" y="195"/>
                    </a:cubicBezTo>
                    <a:cubicBezTo>
                      <a:pt x="204" y="191"/>
                      <a:pt x="209" y="189"/>
                      <a:pt x="213" y="190"/>
                    </a:cubicBezTo>
                    <a:cubicBezTo>
                      <a:pt x="263" y="199"/>
                      <a:pt x="263" y="199"/>
                      <a:pt x="263" y="199"/>
                    </a:cubicBezTo>
                    <a:cubicBezTo>
                      <a:pt x="281" y="202"/>
                      <a:pt x="291" y="216"/>
                      <a:pt x="293" y="225"/>
                    </a:cubicBezTo>
                    <a:cubicBezTo>
                      <a:pt x="304" y="309"/>
                      <a:pt x="310" y="336"/>
                      <a:pt x="304" y="385"/>
                    </a:cubicBezTo>
                    <a:cubicBezTo>
                      <a:pt x="303" y="396"/>
                      <a:pt x="294" y="404"/>
                      <a:pt x="282" y="404"/>
                    </a:cubicBezTo>
                    <a:cubicBezTo>
                      <a:pt x="27" y="404"/>
                      <a:pt x="27" y="404"/>
                      <a:pt x="27" y="404"/>
                    </a:cubicBezTo>
                    <a:cubicBezTo>
                      <a:pt x="15" y="404"/>
                      <a:pt x="6" y="396"/>
                      <a:pt x="5" y="385"/>
                    </a:cubicBezTo>
                    <a:cubicBezTo>
                      <a:pt x="0" y="336"/>
                      <a:pt x="5" y="309"/>
                      <a:pt x="16" y="225"/>
                    </a:cubicBezTo>
                    <a:cubicBezTo>
                      <a:pt x="18" y="216"/>
                      <a:pt x="28" y="202"/>
                      <a:pt x="46" y="199"/>
                    </a:cubicBezTo>
                    <a:cubicBezTo>
                      <a:pt x="96" y="190"/>
                      <a:pt x="96" y="190"/>
                      <a:pt x="96" y="190"/>
                    </a:cubicBezTo>
                    <a:cubicBezTo>
                      <a:pt x="100" y="189"/>
                      <a:pt x="105" y="191"/>
                      <a:pt x="108" y="195"/>
                    </a:cubicBezTo>
                    <a:cubicBezTo>
                      <a:pt x="155" y="261"/>
                      <a:pt x="155" y="261"/>
                      <a:pt x="155" y="261"/>
                    </a:cubicBezTo>
                    <a:close/>
                  </a:path>
                </a:pathLst>
              </a:custGeom>
              <a:grpFill/>
              <a:ln>
                <a:noFill/>
              </a:ln>
              <a:extLst/>
            </p:spPr>
            <p:txBody>
              <a:bodyPr vert="horz" wrap="square" lIns="91440" tIns="45720" rIns="91440" bIns="45720" numCol="1" anchor="t" anchorCtr="0" compatLnSpc="1">
                <a:prstTxWarp prst="textNoShape">
                  <a:avLst/>
                </a:prstTxWarp>
              </a:bodyPr>
              <a:lstStyle/>
              <a:p>
                <a:endParaRPr lang="zh-CN" altLang="en-US" sz="1351">
                  <a:solidFill>
                    <a:prstClr val="black"/>
                  </a:solidFill>
                </a:endParaRPr>
              </a:p>
            </p:txBody>
          </p:sp>
          <p:sp>
            <p:nvSpPr>
              <p:cNvPr id="81" name="Freeform 32">
                <a:extLst>
                  <a:ext uri="{FF2B5EF4-FFF2-40B4-BE49-F238E27FC236}">
                    <a16:creationId xmlns:a16="http://schemas.microsoft.com/office/drawing/2014/main" id="{9ADB3AE8-16AC-4ED0-8DB5-E7C267BFB121}"/>
                  </a:ext>
                </a:extLst>
              </p:cNvPr>
              <p:cNvSpPr/>
              <p:nvPr/>
            </p:nvSpPr>
            <p:spPr bwMode="auto">
              <a:xfrm>
                <a:off x="6727619" y="2616977"/>
                <a:ext cx="180672" cy="154705"/>
              </a:xfrm>
              <a:custGeom>
                <a:gdLst>
                  <a:gd name="T0" fmla="*/ 85 w 209"/>
                  <a:gd name="T1" fmla="*/ 19 h 179"/>
                  <a:gd name="T2" fmla="*/ 104 w 209"/>
                  <a:gd name="T3" fmla="*/ 0 h 179"/>
                  <a:gd name="T4" fmla="*/ 124 w 209"/>
                  <a:gd name="T5" fmla="*/ 19 h 179"/>
                  <a:gd name="T6" fmla="*/ 124 w 209"/>
                  <a:gd name="T7" fmla="*/ 98 h 179"/>
                  <a:gd name="T8" fmla="*/ 197 w 209"/>
                  <a:gd name="T9" fmla="*/ 141 h 179"/>
                  <a:gd name="T10" fmla="*/ 204 w 209"/>
                  <a:gd name="T11" fmla="*/ 167 h 179"/>
                  <a:gd name="T12" fmla="*/ 178 w 209"/>
                  <a:gd name="T13" fmla="*/ 174 h 179"/>
                  <a:gd name="T14" fmla="*/ 104 w 209"/>
                  <a:gd name="T15" fmla="*/ 131 h 179"/>
                  <a:gd name="T16" fmla="*/ 31 w 209"/>
                  <a:gd name="T17" fmla="*/ 174 h 179"/>
                  <a:gd name="T18" fmla="*/ 5 w 209"/>
                  <a:gd name="T19" fmla="*/ 167 h 179"/>
                  <a:gd name="T20" fmla="*/ 12 w 209"/>
                  <a:gd name="T21" fmla="*/ 141 h 179"/>
                  <a:gd name="T22" fmla="*/ 85 w 209"/>
                  <a:gd name="T23" fmla="*/ 98 h 179"/>
                  <a:gd name="T24" fmla="*/ 85 w 209"/>
                  <a:gd name="T25" fmla="*/ 19 h 179"/>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09" h="179">
                    <a:moveTo>
                      <a:pt x="85" y="19"/>
                    </a:moveTo>
                    <a:cubicBezTo>
                      <a:pt x="85" y="8"/>
                      <a:pt x="94" y="0"/>
                      <a:pt x="104" y="0"/>
                    </a:cubicBezTo>
                    <a:cubicBezTo>
                      <a:pt x="115" y="0"/>
                      <a:pt x="124" y="8"/>
                      <a:pt x="124" y="19"/>
                    </a:cubicBezTo>
                    <a:cubicBezTo>
                      <a:pt x="124" y="98"/>
                      <a:pt x="124" y="98"/>
                      <a:pt x="124" y="98"/>
                    </a:cubicBezTo>
                    <a:cubicBezTo>
                      <a:pt x="197" y="141"/>
                      <a:pt x="197" y="141"/>
                      <a:pt x="197" y="141"/>
                    </a:cubicBezTo>
                    <a:cubicBezTo>
                      <a:pt x="206" y="146"/>
                      <a:pt x="209" y="158"/>
                      <a:pt x="204" y="167"/>
                    </a:cubicBezTo>
                    <a:cubicBezTo>
                      <a:pt x="198" y="176"/>
                      <a:pt x="187" y="179"/>
                      <a:pt x="178" y="174"/>
                    </a:cubicBezTo>
                    <a:cubicBezTo>
                      <a:pt x="104" y="131"/>
                      <a:pt x="104" y="131"/>
                      <a:pt x="104" y="131"/>
                    </a:cubicBezTo>
                    <a:cubicBezTo>
                      <a:pt x="31" y="174"/>
                      <a:pt x="31" y="174"/>
                      <a:pt x="31" y="174"/>
                    </a:cubicBezTo>
                    <a:cubicBezTo>
                      <a:pt x="22" y="179"/>
                      <a:pt x="11" y="176"/>
                      <a:pt x="5" y="167"/>
                    </a:cubicBezTo>
                    <a:cubicBezTo>
                      <a:pt x="0" y="158"/>
                      <a:pt x="3" y="146"/>
                      <a:pt x="12" y="141"/>
                    </a:cubicBezTo>
                    <a:cubicBezTo>
                      <a:pt x="85" y="98"/>
                      <a:pt x="85" y="98"/>
                      <a:pt x="85" y="98"/>
                    </a:cubicBezTo>
                    <a:cubicBezTo>
                      <a:pt x="85" y="19"/>
                      <a:pt x="85" y="19"/>
                      <a:pt x="85" y="19"/>
                    </a:cubicBezTo>
                    <a:close/>
                  </a:path>
                </a:pathLst>
              </a:custGeom>
              <a:grpFill/>
              <a:ln>
                <a:noFill/>
              </a:ln>
              <a:extLst/>
            </p:spPr>
            <p:txBody>
              <a:bodyPr vert="horz" wrap="square" lIns="91440" tIns="45720" rIns="91440" bIns="45720" numCol="1" anchor="t" anchorCtr="0" compatLnSpc="1">
                <a:prstTxWarp prst="textNoShape">
                  <a:avLst/>
                </a:prstTxWarp>
              </a:bodyPr>
              <a:lstStyle/>
              <a:p>
                <a:endParaRPr lang="zh-CN" altLang="en-US" sz="1351">
                  <a:solidFill>
                    <a:prstClr val="black"/>
                  </a:solidFill>
                </a:endParaRPr>
              </a:p>
            </p:txBody>
          </p:sp>
          <p:sp>
            <p:nvSpPr>
              <p:cNvPr id="82" name="Freeform 33">
                <a:extLst>
                  <a:ext uri="{FF2B5EF4-FFF2-40B4-BE49-F238E27FC236}">
                    <a16:creationId xmlns:a16="http://schemas.microsoft.com/office/drawing/2014/main" id="{62E0FDCA-D7D1-4E89-9D83-FEAF7D11FAE6}"/>
                  </a:ext>
                </a:extLst>
              </p:cNvPr>
              <p:cNvSpPr>
                <a:spLocks noEditPoints="1"/>
              </p:cNvSpPr>
              <p:nvPr/>
            </p:nvSpPr>
            <p:spPr bwMode="auto">
              <a:xfrm>
                <a:off x="6903901" y="2632337"/>
                <a:ext cx="268082" cy="349274"/>
              </a:xfrm>
              <a:custGeom>
                <a:gdLst>
                  <a:gd name="T0" fmla="*/ 154 w 310"/>
                  <a:gd name="T1" fmla="*/ 1 h 404"/>
                  <a:gd name="T2" fmla="*/ 85 w 310"/>
                  <a:gd name="T3" fmla="*/ 76 h 404"/>
                  <a:gd name="T4" fmla="*/ 157 w 310"/>
                  <a:gd name="T5" fmla="*/ 165 h 404"/>
                  <a:gd name="T6" fmla="*/ 226 w 310"/>
                  <a:gd name="T7" fmla="*/ 73 h 404"/>
                  <a:gd name="T8" fmla="*/ 154 w 310"/>
                  <a:gd name="T9" fmla="*/ 1 h 404"/>
                  <a:gd name="T10" fmla="*/ 155 w 310"/>
                  <a:gd name="T11" fmla="*/ 261 h 404"/>
                  <a:gd name="T12" fmla="*/ 202 w 310"/>
                  <a:gd name="T13" fmla="*/ 195 h 404"/>
                  <a:gd name="T14" fmla="*/ 214 w 310"/>
                  <a:gd name="T15" fmla="*/ 190 h 404"/>
                  <a:gd name="T16" fmla="*/ 264 w 310"/>
                  <a:gd name="T17" fmla="*/ 199 h 404"/>
                  <a:gd name="T18" fmla="*/ 294 w 310"/>
                  <a:gd name="T19" fmla="*/ 225 h 404"/>
                  <a:gd name="T20" fmla="*/ 305 w 310"/>
                  <a:gd name="T21" fmla="*/ 385 h 404"/>
                  <a:gd name="T22" fmla="*/ 283 w 310"/>
                  <a:gd name="T23" fmla="*/ 404 h 404"/>
                  <a:gd name="T24" fmla="*/ 28 w 310"/>
                  <a:gd name="T25" fmla="*/ 404 h 404"/>
                  <a:gd name="T26" fmla="*/ 6 w 310"/>
                  <a:gd name="T27" fmla="*/ 385 h 404"/>
                  <a:gd name="T28" fmla="*/ 17 w 310"/>
                  <a:gd name="T29" fmla="*/ 225 h 404"/>
                  <a:gd name="T30" fmla="*/ 47 w 310"/>
                  <a:gd name="T31" fmla="*/ 199 h 404"/>
                  <a:gd name="T32" fmla="*/ 97 w 310"/>
                  <a:gd name="T33" fmla="*/ 190 h 404"/>
                  <a:gd name="T34" fmla="*/ 109 w 310"/>
                  <a:gd name="T35" fmla="*/ 195 h 404"/>
                  <a:gd name="T36" fmla="*/ 155 w 310"/>
                  <a:gd name="T37" fmla="*/ 261 h 404"/>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10" h="403">
                    <a:moveTo>
                      <a:pt x="154" y="1"/>
                    </a:moveTo>
                    <a:cubicBezTo>
                      <a:pt x="115" y="1"/>
                      <a:pt x="84" y="35"/>
                      <a:pt x="85" y="76"/>
                    </a:cubicBezTo>
                    <a:cubicBezTo>
                      <a:pt x="86" y="117"/>
                      <a:pt x="118" y="166"/>
                      <a:pt x="157" y="165"/>
                    </a:cubicBezTo>
                    <a:cubicBezTo>
                      <a:pt x="196" y="164"/>
                      <a:pt x="227" y="114"/>
                      <a:pt x="226" y="73"/>
                    </a:cubicBezTo>
                    <a:cubicBezTo>
                      <a:pt x="225" y="32"/>
                      <a:pt x="193" y="0"/>
                      <a:pt x="154" y="1"/>
                    </a:cubicBezTo>
                    <a:close/>
                    <a:moveTo>
                      <a:pt x="155" y="261"/>
                    </a:moveTo>
                    <a:cubicBezTo>
                      <a:pt x="202" y="195"/>
                      <a:pt x="202" y="195"/>
                      <a:pt x="202" y="195"/>
                    </a:cubicBezTo>
                    <a:cubicBezTo>
                      <a:pt x="205" y="191"/>
                      <a:pt x="209" y="189"/>
                      <a:pt x="214" y="190"/>
                    </a:cubicBezTo>
                    <a:cubicBezTo>
                      <a:pt x="264" y="199"/>
                      <a:pt x="264" y="199"/>
                      <a:pt x="264" y="199"/>
                    </a:cubicBezTo>
                    <a:cubicBezTo>
                      <a:pt x="282" y="202"/>
                      <a:pt x="292" y="216"/>
                      <a:pt x="294" y="225"/>
                    </a:cubicBezTo>
                    <a:cubicBezTo>
                      <a:pt x="305" y="309"/>
                      <a:pt x="310" y="336"/>
                      <a:pt x="305" y="385"/>
                    </a:cubicBezTo>
                    <a:cubicBezTo>
                      <a:pt x="304" y="396"/>
                      <a:pt x="295" y="404"/>
                      <a:pt x="283" y="404"/>
                    </a:cubicBezTo>
                    <a:cubicBezTo>
                      <a:pt x="28" y="404"/>
                      <a:pt x="28" y="404"/>
                      <a:pt x="28" y="404"/>
                    </a:cubicBezTo>
                    <a:cubicBezTo>
                      <a:pt x="16" y="404"/>
                      <a:pt x="7" y="396"/>
                      <a:pt x="6" y="385"/>
                    </a:cubicBezTo>
                    <a:cubicBezTo>
                      <a:pt x="0" y="336"/>
                      <a:pt x="6" y="309"/>
                      <a:pt x="17" y="225"/>
                    </a:cubicBezTo>
                    <a:cubicBezTo>
                      <a:pt x="19" y="216"/>
                      <a:pt x="29" y="202"/>
                      <a:pt x="47" y="199"/>
                    </a:cubicBezTo>
                    <a:cubicBezTo>
                      <a:pt x="97" y="190"/>
                      <a:pt x="97" y="190"/>
                      <a:pt x="97" y="190"/>
                    </a:cubicBezTo>
                    <a:cubicBezTo>
                      <a:pt x="101" y="189"/>
                      <a:pt x="106" y="191"/>
                      <a:pt x="109" y="195"/>
                    </a:cubicBezTo>
                    <a:cubicBezTo>
                      <a:pt x="155" y="261"/>
                      <a:pt x="155" y="261"/>
                      <a:pt x="155" y="261"/>
                    </a:cubicBezTo>
                    <a:close/>
                  </a:path>
                </a:pathLst>
              </a:custGeom>
              <a:grpFill/>
              <a:ln>
                <a:noFill/>
              </a:ln>
              <a:extLst/>
            </p:spPr>
            <p:txBody>
              <a:bodyPr vert="horz" wrap="square" lIns="91440" tIns="45720" rIns="91440" bIns="45720" numCol="1" anchor="t" anchorCtr="0" compatLnSpc="1">
                <a:prstTxWarp prst="textNoShape">
                  <a:avLst/>
                </a:prstTxWarp>
              </a:bodyPr>
              <a:lstStyle/>
              <a:p>
                <a:endParaRPr lang="zh-CN" altLang="en-US" sz="1351">
                  <a:solidFill>
                    <a:prstClr val="black"/>
                  </a:solidFill>
                </a:endParaRPr>
              </a:p>
            </p:txBody>
          </p:sp>
        </p:grpSp>
      </p:grpSp>
      <p:grpSp>
        <p:nvGrpSpPr>
          <p:cNvPr id="83" name="组合 82">
            <a:extLst>
              <a:ext uri="{FF2B5EF4-FFF2-40B4-BE49-F238E27FC236}">
                <a16:creationId xmlns:a16="http://schemas.microsoft.com/office/drawing/2014/main" id="{5BFF13D6-B255-4A0B-A39F-4BCB2454C8EA}"/>
              </a:ext>
            </a:extLst>
          </p:cNvPr>
          <p:cNvGrpSpPr/>
          <p:nvPr/>
        </p:nvGrpSpPr>
        <p:grpSpPr>
          <a:xfrm>
            <a:off x="1405159" y="2364652"/>
            <a:ext cx="1756963" cy="1756325"/>
            <a:chOff x="1405159" y="2364652"/>
            <a:chExt cx="1756962" cy="1756325"/>
          </a:xfrm>
        </p:grpSpPr>
        <p:sp>
          <p:nvSpPr>
            <p:cNvPr id="84" name="圆角矩形 28">
              <a:extLst>
                <a:ext uri="{FF2B5EF4-FFF2-40B4-BE49-F238E27FC236}">
                  <a16:creationId xmlns:a16="http://schemas.microsoft.com/office/drawing/2014/main" id="{CF48E161-AE35-4D07-B66F-199F4F3BD2AF}"/>
                </a:ext>
              </a:extLst>
            </p:cNvPr>
            <p:cNvSpPr/>
            <p:nvPr/>
          </p:nvSpPr>
          <p:spPr>
            <a:xfrm>
              <a:off x="1405159" y="2364652"/>
              <a:ext cx="1756962" cy="1756325"/>
            </a:xfrm>
            <a:prstGeom prst="roundRect">
              <a:avLst>
                <a:gd name="adj" fmla="val 12557"/>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solidFill>
                  <a:schemeClr val="tx1">
                    <a:lumMod val="75000"/>
                    <a:lumOff val="25000"/>
                  </a:schemeClr>
                </a:solidFill>
                <a:ea typeface="思源黑体旧字形 Normal" panose="020b0400000000000000" pitchFamily="34" charset="-128"/>
              </a:endParaRPr>
            </a:p>
          </p:txBody>
        </p:sp>
        <p:sp>
          <p:nvSpPr>
            <p:cNvPr id="85" name="文本框 56">
              <a:extLst>
                <a:ext uri="{FF2B5EF4-FFF2-40B4-BE49-F238E27FC236}">
                  <a16:creationId xmlns:a16="http://schemas.microsoft.com/office/drawing/2014/main" id="{8D5CAD30-481B-465E-B48D-C12CEF4A1BF1}"/>
                </a:ext>
              </a:extLst>
            </p:cNvPr>
            <p:cNvSpPr txBox="1"/>
            <p:nvPr/>
          </p:nvSpPr>
          <p:spPr>
            <a:xfrm>
              <a:off x="1727266" y="2699099"/>
              <a:ext cx="1128365" cy="338554"/>
            </a:xfrm>
            <a:prstGeom prst="rect">
              <a:avLst/>
            </a:prstGeom>
            <a:noFill/>
          </p:spPr>
          <p:txBody>
            <a:bodyPr wrap="square" rtlCol="0">
              <a:spAutoFit/>
            </a:bodyPr>
            <a:lstStyle/>
            <a:p>
              <a:pPr algn="ctr"/>
              <a:r>
                <a:rPr lang="zh-CN" altLang="en-US" sz="1600">
                  <a:solidFill>
                    <a:schemeClr val="tx1">
                      <a:lumMod val="75000"/>
                      <a:lumOff val="25000"/>
                    </a:schemeClr>
                  </a:solidFill>
                  <a:latin typeface="思源黑体旧字形 Normal" panose="020b0400000000000000" pitchFamily="34" charset="-128"/>
                  <a:ea typeface="思源黑体旧字形 Normal" panose="020b0400000000000000" pitchFamily="34" charset="-128"/>
                </a:rPr>
                <a:t>技能储备</a:t>
              </a:r>
            </a:p>
          </p:txBody>
        </p:sp>
        <p:sp>
          <p:nvSpPr>
            <p:cNvPr id="104" name="文本框 149">
              <a:extLst>
                <a:ext uri="{FF2B5EF4-FFF2-40B4-BE49-F238E27FC236}">
                  <a16:creationId xmlns:a16="http://schemas.microsoft.com/office/drawing/2014/main" id="{D18322E9-38FC-4ED9-929A-AD3D36B47E5A}"/>
                </a:ext>
              </a:extLst>
            </p:cNvPr>
            <p:cNvSpPr txBox="1"/>
            <p:nvPr/>
          </p:nvSpPr>
          <p:spPr>
            <a:xfrm>
              <a:off x="1572786" y="3133807"/>
              <a:ext cx="1437327" cy="692497"/>
            </a:xfrm>
            <a:prstGeom prst="rect">
              <a:avLst/>
            </a:prstGeom>
            <a:noFill/>
          </p:spPr>
          <p:txBody>
            <a:bodyPr wrap="square" rtlCol="0">
              <a:spAutoFit/>
            </a:bodyPr>
            <a:lstStyle/>
            <a:p>
              <a:pPr algn="just">
                <a:lnSpc>
                  <a:spcPct val="130000"/>
                </a:lnSpc>
              </a:pPr>
              <a:r>
                <a:rPr lang="zh-CN" altLang="en-US" sz="1000">
                  <a:solidFill>
                    <a:schemeClr val="tx1">
                      <a:lumMod val="75000"/>
                      <a:lumOff val="25000"/>
                    </a:schemeClr>
                  </a:solidFill>
                  <a:latin typeface="思源黑体旧字形 Normal" panose="020b0400000000000000" pitchFamily="34" charset="-128"/>
                  <a:ea typeface="思源黑体旧字形 Normal" panose="020b0400000000000000" pitchFamily="34" charset="-128"/>
                </a:rPr>
                <a:t>点击添加文字说明详情介绍点击添加文字说明详情介绍</a:t>
              </a:r>
            </a:p>
          </p:txBody>
        </p:sp>
      </p:grpSp>
      <p:grpSp>
        <p:nvGrpSpPr>
          <p:cNvPr id="105" name="组合 104">
            <a:extLst>
              <a:ext uri="{FF2B5EF4-FFF2-40B4-BE49-F238E27FC236}">
                <a16:creationId xmlns:a16="http://schemas.microsoft.com/office/drawing/2014/main" id="{AFDC73A9-980C-40C4-ACB4-2F68A31513DC}"/>
              </a:ext>
            </a:extLst>
          </p:cNvPr>
          <p:cNvGrpSpPr/>
          <p:nvPr/>
        </p:nvGrpSpPr>
        <p:grpSpPr>
          <a:xfrm>
            <a:off x="3916697" y="2364651"/>
            <a:ext cx="1756963" cy="1756327"/>
            <a:chOff x="3916697" y="2364651"/>
            <a:chExt cx="1756962" cy="1756326"/>
          </a:xfrm>
        </p:grpSpPr>
        <p:sp>
          <p:nvSpPr>
            <p:cNvPr id="106" name="圆角矩形 32">
              <a:extLst>
                <a:ext uri="{FF2B5EF4-FFF2-40B4-BE49-F238E27FC236}">
                  <a16:creationId xmlns:a16="http://schemas.microsoft.com/office/drawing/2014/main" id="{F9018B5C-8928-43C6-9848-6E4076CF6D0D}"/>
                </a:ext>
              </a:extLst>
            </p:cNvPr>
            <p:cNvSpPr/>
            <p:nvPr/>
          </p:nvSpPr>
          <p:spPr>
            <a:xfrm>
              <a:off x="3916697" y="2364651"/>
              <a:ext cx="1756962" cy="1756326"/>
            </a:xfrm>
            <a:prstGeom prst="roundRect">
              <a:avLst>
                <a:gd name="adj" fmla="val 12557"/>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solidFill>
                  <a:schemeClr val="tx1">
                    <a:lumMod val="75000"/>
                    <a:lumOff val="25000"/>
                  </a:schemeClr>
                </a:solidFill>
                <a:ea typeface="思源黑体旧字形 Normal" panose="020b0400000000000000" pitchFamily="34" charset="-128"/>
              </a:endParaRPr>
            </a:p>
          </p:txBody>
        </p:sp>
        <p:sp>
          <p:nvSpPr>
            <p:cNvPr id="107" name="文本框 59">
              <a:extLst>
                <a:ext uri="{FF2B5EF4-FFF2-40B4-BE49-F238E27FC236}">
                  <a16:creationId xmlns:a16="http://schemas.microsoft.com/office/drawing/2014/main" id="{C6837665-60D4-49F0-98B8-96C6D870BFF8}"/>
                </a:ext>
              </a:extLst>
            </p:cNvPr>
            <p:cNvSpPr txBox="1"/>
            <p:nvPr/>
          </p:nvSpPr>
          <p:spPr>
            <a:xfrm>
              <a:off x="4189408" y="2699098"/>
              <a:ext cx="1128365" cy="338554"/>
            </a:xfrm>
            <a:prstGeom prst="rect">
              <a:avLst/>
            </a:prstGeom>
            <a:noFill/>
          </p:spPr>
          <p:txBody>
            <a:bodyPr wrap="square" rtlCol="0">
              <a:spAutoFit/>
            </a:bodyPr>
            <a:lstStyle/>
            <a:p>
              <a:pPr algn="ctr"/>
              <a:r>
                <a:rPr lang="zh-CN" altLang="en-US" sz="1600">
                  <a:solidFill>
                    <a:schemeClr val="tx1">
                      <a:lumMod val="75000"/>
                      <a:lumOff val="25000"/>
                    </a:schemeClr>
                  </a:solidFill>
                  <a:latin typeface="思源黑体旧字形 Normal" panose="020b0400000000000000" pitchFamily="34" charset="-128"/>
                  <a:ea typeface="思源黑体旧字形 Normal" panose="020b0400000000000000" pitchFamily="34" charset="-128"/>
                </a:rPr>
                <a:t>技能培训</a:t>
              </a:r>
            </a:p>
          </p:txBody>
        </p:sp>
        <p:sp>
          <p:nvSpPr>
            <p:cNvPr id="108" name="文本框 149">
              <a:extLst>
                <a:ext uri="{FF2B5EF4-FFF2-40B4-BE49-F238E27FC236}">
                  <a16:creationId xmlns:a16="http://schemas.microsoft.com/office/drawing/2014/main" id="{31282E14-DAA8-40F8-95EB-CC0D29A27BFD}"/>
                </a:ext>
              </a:extLst>
            </p:cNvPr>
            <p:cNvSpPr txBox="1"/>
            <p:nvPr/>
          </p:nvSpPr>
          <p:spPr>
            <a:xfrm>
              <a:off x="4076514" y="3133805"/>
              <a:ext cx="1437327" cy="692497"/>
            </a:xfrm>
            <a:prstGeom prst="rect">
              <a:avLst/>
            </a:prstGeom>
            <a:noFill/>
          </p:spPr>
          <p:txBody>
            <a:bodyPr wrap="square" rtlCol="0">
              <a:spAutoFit/>
            </a:bodyPr>
            <a:lstStyle/>
            <a:p>
              <a:pPr algn="just">
                <a:lnSpc>
                  <a:spcPct val="130000"/>
                </a:lnSpc>
              </a:pPr>
              <a:r>
                <a:rPr lang="zh-CN" altLang="en-US" sz="1000">
                  <a:solidFill>
                    <a:schemeClr val="tx1">
                      <a:lumMod val="75000"/>
                      <a:lumOff val="25000"/>
                    </a:schemeClr>
                  </a:solidFill>
                  <a:latin typeface="思源黑体旧字形 Normal" panose="020b0400000000000000" pitchFamily="34" charset="-128"/>
                  <a:ea typeface="思源黑体旧字形 Normal" panose="020b0400000000000000" pitchFamily="34" charset="-128"/>
                </a:rPr>
                <a:t>点击添加文字说明详情介绍点击添加文字说明详情介绍</a:t>
              </a:r>
            </a:p>
          </p:txBody>
        </p:sp>
      </p:grpSp>
      <p:grpSp>
        <p:nvGrpSpPr>
          <p:cNvPr id="109" name="组合 108">
            <a:extLst>
              <a:ext uri="{FF2B5EF4-FFF2-40B4-BE49-F238E27FC236}">
                <a16:creationId xmlns:a16="http://schemas.microsoft.com/office/drawing/2014/main" id="{BEF906B8-E27A-4157-80E5-C049D73C97C8}"/>
              </a:ext>
            </a:extLst>
          </p:cNvPr>
          <p:cNvGrpSpPr/>
          <p:nvPr/>
        </p:nvGrpSpPr>
        <p:grpSpPr>
          <a:xfrm>
            <a:off x="6428235" y="2364651"/>
            <a:ext cx="1756963" cy="1756327"/>
            <a:chOff x="6428235" y="2364651"/>
            <a:chExt cx="1756962" cy="1756326"/>
          </a:xfrm>
        </p:grpSpPr>
        <p:sp>
          <p:nvSpPr>
            <p:cNvPr id="110" name="圆角矩形 36">
              <a:extLst>
                <a:ext uri="{FF2B5EF4-FFF2-40B4-BE49-F238E27FC236}">
                  <a16:creationId xmlns:a16="http://schemas.microsoft.com/office/drawing/2014/main" id="{5090ECF1-CACF-415A-990E-2DD242BC003D}"/>
                </a:ext>
              </a:extLst>
            </p:cNvPr>
            <p:cNvSpPr/>
            <p:nvPr/>
          </p:nvSpPr>
          <p:spPr>
            <a:xfrm>
              <a:off x="6428235" y="2364651"/>
              <a:ext cx="1756962" cy="1756326"/>
            </a:xfrm>
            <a:prstGeom prst="roundRect">
              <a:avLst>
                <a:gd name="adj" fmla="val 12557"/>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solidFill>
                  <a:schemeClr val="tx1">
                    <a:lumMod val="75000"/>
                    <a:lumOff val="25000"/>
                  </a:schemeClr>
                </a:solidFill>
                <a:ea typeface="思源黑体旧字形 Normal" panose="020b0400000000000000" pitchFamily="34" charset="-128"/>
              </a:endParaRPr>
            </a:p>
          </p:txBody>
        </p:sp>
        <p:sp>
          <p:nvSpPr>
            <p:cNvPr id="111" name="文本框 68">
              <a:extLst>
                <a:ext uri="{FF2B5EF4-FFF2-40B4-BE49-F238E27FC236}">
                  <a16:creationId xmlns:a16="http://schemas.microsoft.com/office/drawing/2014/main" id="{3987EEC8-BD17-4F66-9F77-0E6232D0C338}"/>
                </a:ext>
              </a:extLst>
            </p:cNvPr>
            <p:cNvSpPr txBox="1"/>
            <p:nvPr/>
          </p:nvSpPr>
          <p:spPr>
            <a:xfrm>
              <a:off x="6750342" y="2699098"/>
              <a:ext cx="1128365" cy="338554"/>
            </a:xfrm>
            <a:prstGeom prst="rect">
              <a:avLst/>
            </a:prstGeom>
            <a:noFill/>
          </p:spPr>
          <p:txBody>
            <a:bodyPr wrap="square" rtlCol="0">
              <a:spAutoFit/>
            </a:bodyPr>
            <a:lstStyle/>
            <a:p>
              <a:pPr algn="ctr"/>
              <a:r>
                <a:rPr lang="zh-CN" altLang="en-US" sz="1600">
                  <a:solidFill>
                    <a:schemeClr val="tx1">
                      <a:lumMod val="75000"/>
                      <a:lumOff val="25000"/>
                    </a:schemeClr>
                  </a:solidFill>
                  <a:latin typeface="思源黑体旧字形 Normal" panose="020b0400000000000000" pitchFamily="34" charset="-128"/>
                  <a:ea typeface="思源黑体旧字形 Normal" panose="020b0400000000000000" pitchFamily="34" charset="-128"/>
                </a:rPr>
                <a:t>技能消化</a:t>
              </a:r>
            </a:p>
          </p:txBody>
        </p:sp>
        <p:sp>
          <p:nvSpPr>
            <p:cNvPr id="112" name="文本框 149">
              <a:extLst>
                <a:ext uri="{FF2B5EF4-FFF2-40B4-BE49-F238E27FC236}">
                  <a16:creationId xmlns:a16="http://schemas.microsoft.com/office/drawing/2014/main" id="{1AE9706C-542D-44C9-AEB1-534C749B3AB8}"/>
                </a:ext>
              </a:extLst>
            </p:cNvPr>
            <p:cNvSpPr txBox="1"/>
            <p:nvPr/>
          </p:nvSpPr>
          <p:spPr>
            <a:xfrm>
              <a:off x="6595944" y="3133805"/>
              <a:ext cx="1437327" cy="692497"/>
            </a:xfrm>
            <a:prstGeom prst="rect">
              <a:avLst/>
            </a:prstGeom>
            <a:noFill/>
          </p:spPr>
          <p:txBody>
            <a:bodyPr wrap="square" rtlCol="0">
              <a:spAutoFit/>
            </a:bodyPr>
            <a:lstStyle/>
            <a:p>
              <a:pPr algn="just">
                <a:lnSpc>
                  <a:spcPct val="130000"/>
                </a:lnSpc>
              </a:pPr>
              <a:r>
                <a:rPr lang="zh-CN" altLang="en-US" sz="1000">
                  <a:solidFill>
                    <a:schemeClr val="tx1">
                      <a:lumMod val="75000"/>
                      <a:lumOff val="25000"/>
                    </a:schemeClr>
                  </a:solidFill>
                  <a:latin typeface="思源黑体旧字形 Normal" panose="020b0400000000000000" pitchFamily="34" charset="-128"/>
                  <a:ea typeface="思源黑体旧字形 Normal" panose="020b0400000000000000" pitchFamily="34" charset="-128"/>
                </a:rPr>
                <a:t>点击添加文字说明详情介绍点击添加文字说明详情介绍</a:t>
              </a:r>
            </a:p>
          </p:txBody>
        </p:sp>
      </p:grpSp>
      <p:grpSp>
        <p:nvGrpSpPr>
          <p:cNvPr id="113" name="组合 112">
            <a:extLst>
              <a:ext uri="{FF2B5EF4-FFF2-40B4-BE49-F238E27FC236}">
                <a16:creationId xmlns:a16="http://schemas.microsoft.com/office/drawing/2014/main" id="{87423592-12C3-4A80-BE81-FA56B8B614D5}"/>
              </a:ext>
            </a:extLst>
          </p:cNvPr>
          <p:cNvGrpSpPr/>
          <p:nvPr/>
        </p:nvGrpSpPr>
        <p:grpSpPr>
          <a:xfrm>
            <a:off x="8939773" y="2364651"/>
            <a:ext cx="1756963" cy="1756327"/>
            <a:chOff x="8939773" y="2364651"/>
            <a:chExt cx="1756962" cy="1756326"/>
          </a:xfrm>
        </p:grpSpPr>
        <p:sp>
          <p:nvSpPr>
            <p:cNvPr id="114" name="圆角矩形 40">
              <a:extLst>
                <a:ext uri="{FF2B5EF4-FFF2-40B4-BE49-F238E27FC236}">
                  <a16:creationId xmlns:a16="http://schemas.microsoft.com/office/drawing/2014/main" id="{7ECDFD08-5A10-4953-B146-6BBB9171C478}"/>
                </a:ext>
              </a:extLst>
            </p:cNvPr>
            <p:cNvSpPr/>
            <p:nvPr/>
          </p:nvSpPr>
          <p:spPr>
            <a:xfrm>
              <a:off x="8939773" y="2364651"/>
              <a:ext cx="1756962" cy="1756326"/>
            </a:xfrm>
            <a:prstGeom prst="roundRect">
              <a:avLst>
                <a:gd name="adj" fmla="val 12557"/>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solidFill>
                  <a:schemeClr val="tx1">
                    <a:lumMod val="75000"/>
                    <a:lumOff val="25000"/>
                  </a:schemeClr>
                </a:solidFill>
                <a:ea typeface="思源黑体旧字形 Normal" panose="020b0400000000000000" pitchFamily="34" charset="-128"/>
              </a:endParaRPr>
            </a:p>
          </p:txBody>
        </p:sp>
        <p:sp>
          <p:nvSpPr>
            <p:cNvPr id="115" name="文本框 65">
              <a:extLst>
                <a:ext uri="{FF2B5EF4-FFF2-40B4-BE49-F238E27FC236}">
                  <a16:creationId xmlns:a16="http://schemas.microsoft.com/office/drawing/2014/main" id="{6BF581DA-5DC7-49CD-8ACC-7C15E96466BF}"/>
                </a:ext>
              </a:extLst>
            </p:cNvPr>
            <p:cNvSpPr txBox="1"/>
            <p:nvPr/>
          </p:nvSpPr>
          <p:spPr>
            <a:xfrm>
              <a:off x="9212484" y="2699098"/>
              <a:ext cx="1128365" cy="338554"/>
            </a:xfrm>
            <a:prstGeom prst="rect">
              <a:avLst/>
            </a:prstGeom>
            <a:noFill/>
          </p:spPr>
          <p:txBody>
            <a:bodyPr wrap="square" rtlCol="0">
              <a:spAutoFit/>
            </a:bodyPr>
            <a:lstStyle/>
            <a:p>
              <a:pPr algn="ctr"/>
              <a:r>
                <a:rPr lang="zh-CN" altLang="en-US" sz="1600">
                  <a:solidFill>
                    <a:schemeClr val="tx1">
                      <a:lumMod val="75000"/>
                      <a:lumOff val="25000"/>
                    </a:schemeClr>
                  </a:solidFill>
                  <a:latin typeface="思源黑体旧字形 Normal" panose="020b0400000000000000" pitchFamily="34" charset="-128"/>
                  <a:ea typeface="思源黑体旧字形 Normal" panose="020b0400000000000000" pitchFamily="34" charset="-128"/>
                </a:rPr>
                <a:t>技能使用</a:t>
              </a:r>
            </a:p>
          </p:txBody>
        </p:sp>
        <p:sp>
          <p:nvSpPr>
            <p:cNvPr id="116" name="文本框 149">
              <a:extLst>
                <a:ext uri="{FF2B5EF4-FFF2-40B4-BE49-F238E27FC236}">
                  <a16:creationId xmlns:a16="http://schemas.microsoft.com/office/drawing/2014/main" id="{BF0A58C8-FAD3-4856-9700-F29E921CE736}"/>
                </a:ext>
              </a:extLst>
            </p:cNvPr>
            <p:cNvSpPr txBox="1"/>
            <p:nvPr/>
          </p:nvSpPr>
          <p:spPr>
            <a:xfrm>
              <a:off x="9099673" y="3133805"/>
              <a:ext cx="1437327" cy="692497"/>
            </a:xfrm>
            <a:prstGeom prst="rect">
              <a:avLst/>
            </a:prstGeom>
            <a:noFill/>
          </p:spPr>
          <p:txBody>
            <a:bodyPr wrap="square" rtlCol="0">
              <a:spAutoFit/>
            </a:bodyPr>
            <a:lstStyle/>
            <a:p>
              <a:pPr algn="just">
                <a:lnSpc>
                  <a:spcPct val="130000"/>
                </a:lnSpc>
              </a:pPr>
              <a:r>
                <a:rPr lang="zh-CN" altLang="en-US" sz="1000">
                  <a:solidFill>
                    <a:schemeClr val="tx1">
                      <a:lumMod val="75000"/>
                      <a:lumOff val="25000"/>
                    </a:schemeClr>
                  </a:solidFill>
                  <a:latin typeface="思源黑体旧字形 Normal" panose="020b0400000000000000" pitchFamily="34" charset="-128"/>
                  <a:ea typeface="思源黑体旧字形 Normal" panose="020b0400000000000000" pitchFamily="34" charset="-128"/>
                </a:rPr>
                <a:t>点击添加文字说明详情介绍点击添加文字说明详情介绍</a:t>
              </a:r>
            </a:p>
          </p:txBody>
        </p:sp>
      </p:grpSp>
      <p:sp>
        <p:nvSpPr>
          <p:cNvPr id="117" name="文本框 129">
            <a:extLst>
              <a:ext uri="{FF2B5EF4-FFF2-40B4-BE49-F238E27FC236}">
                <a16:creationId xmlns:a16="http://schemas.microsoft.com/office/drawing/2014/main" id="{E2F78D6C-A512-4994-ADE1-D2799CBA2897}"/>
              </a:ext>
            </a:extLst>
          </p:cNvPr>
          <p:cNvSpPr txBox="1"/>
          <p:nvPr/>
        </p:nvSpPr>
        <p:spPr>
          <a:xfrm>
            <a:off x="1355606" y="5452783"/>
            <a:ext cx="9530263" cy="923330"/>
          </a:xfrm>
          <a:prstGeom prst="rect">
            <a:avLst/>
          </a:prstGeom>
          <a:noFill/>
        </p:spPr>
        <p:txBody>
          <a:bodyPr wrap="square" rtlCol="0">
            <a:spAutoFit/>
          </a:bodyPr>
          <a:lstStyle/>
          <a:p>
            <a:pPr>
              <a:lnSpc>
                <a:spcPct val="150000"/>
              </a:lnSpc>
            </a:pPr>
            <a:r>
              <a:rPr lang="zh-CN" altLang="en-US" sz="1200">
                <a:solidFill>
                  <a:schemeClr val="tx1">
                    <a:lumMod val="85000"/>
                    <a:lumOff val="15000"/>
                  </a:schemeClr>
                </a:solidFill>
                <a:latin typeface="思源黑体旧字形 Normal" panose="020b0400000000000000" pitchFamily="34" charset="-128"/>
                <a:ea typeface="思源黑体旧字形 Normal" panose="020b0400000000000000" pitchFamily="34" charset="-128"/>
              </a:rPr>
              <a:t>点击输入简要文字内容，文字内容需概括精炼，不用多余的文字修饰，言简意赅的说明分项内容，文字内容需概括精炼，不用多余的文字修饰，言简意赅的说明分项内容，文字内容需概括精炼，不用多余的文字修饰，言简意赅的说明分项内容，文字内容需概括精炼，不用多余的文字修饰，言简意赅的说明分项内容，文字内容需概括精炼，不用多余的文字修饰，言简意赅的说明分项内容。</a:t>
            </a:r>
            <a:endParaRPr lang="zh-CN" altLang="en-US" sz="1200">
              <a:solidFill>
                <a:schemeClr val="tx1">
                  <a:lumMod val="85000"/>
                  <a:lumOff val="15000"/>
                </a:schemeClr>
              </a:solidFill>
              <a:latin typeface="思源黑体旧字形 Normal" panose="020b0400000000000000" pitchFamily="34" charset="-128"/>
              <a:ea typeface="思源黑体旧字形 Normal" panose="020b0400000000000000" pitchFamily="34" charset="-128"/>
              <a:sym typeface="微软雅黑" panose="020b0503020204020204" pitchFamily="34" charset="-122"/>
            </a:endParaRPr>
          </a:p>
        </p:txBody>
      </p:sp>
      <p:grpSp>
        <p:nvGrpSpPr>
          <p:cNvPr id="118" name="组合 117">
            <a:extLst>
              <a:ext uri="{FF2B5EF4-FFF2-40B4-BE49-F238E27FC236}">
                <a16:creationId xmlns:a16="http://schemas.microsoft.com/office/drawing/2014/main" id="{17C8F5CD-586A-40A8-AEFF-7A43B9ACB6F2}"/>
              </a:ext>
            </a:extLst>
          </p:cNvPr>
          <p:cNvGrpSpPr/>
          <p:nvPr/>
        </p:nvGrpSpPr>
        <p:grpSpPr>
          <a:xfrm>
            <a:off x="1788183" y="1459835"/>
            <a:ext cx="1016643" cy="1016276"/>
            <a:chOff x="2135898" y="1485578"/>
            <a:chExt cx="1016511" cy="1016511"/>
          </a:xfrm>
        </p:grpSpPr>
        <p:sp>
          <p:nvSpPr>
            <p:cNvPr id="119" name="椭圆 118">
              <a:extLst>
                <a:ext uri="{FF2B5EF4-FFF2-40B4-BE49-F238E27FC236}">
                  <a16:creationId xmlns:a16="http://schemas.microsoft.com/office/drawing/2014/main" id="{F9421ECD-A2A4-40FB-A480-661644F1A6BD}"/>
                </a:ext>
              </a:extLst>
            </p:cNvPr>
            <p:cNvSpPr/>
            <p:nvPr/>
          </p:nvSpPr>
          <p:spPr>
            <a:xfrm>
              <a:off x="2135898" y="1485578"/>
              <a:ext cx="1016511" cy="1016511"/>
            </a:xfrm>
            <a:prstGeom prst="ellipse">
              <a:avLst/>
            </a:prstGeom>
            <a:gradFill>
              <a:gsLst>
                <a:gs pos="0">
                  <a:schemeClr val="bg1">
                    <a:lumMod val="80000"/>
                  </a:schemeClr>
                </a:gs>
                <a:gs pos="100000">
                  <a:schemeClr val="bg1">
                    <a:lumMod val="97000"/>
                  </a:schemeClr>
                </a:gs>
              </a:gsLst>
              <a:lin ang="2700000" scaled="1"/>
            </a:gradFill>
            <a:ln w="22225">
              <a:gradFill flip="none" rotWithShape="1">
                <a:gsLst>
                  <a:gs pos="0">
                    <a:schemeClr val="bg1"/>
                  </a:gs>
                  <a:gs pos="100000">
                    <a:schemeClr val="bg1">
                      <a:lumMod val="75000"/>
                    </a:schemeClr>
                  </a:gs>
                </a:gsLst>
                <a:lin ang="2700000" scaled="1"/>
              </a:gradFill>
            </a:ln>
            <a:effectLst>
              <a:outerShdw blurRad="203200" dist="1016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1">
                <a:solidFill>
                  <a:prstClr val="white"/>
                </a:solidFill>
                <a:ea typeface="思源黑体旧字形 Normal" panose="020b0400000000000000" pitchFamily="34" charset="-128"/>
              </a:endParaRPr>
            </a:p>
          </p:txBody>
        </p:sp>
        <p:sp>
          <p:nvSpPr>
            <p:cNvPr id="120" name="椭圆 119">
              <a:extLst>
                <a:ext uri="{FF2B5EF4-FFF2-40B4-BE49-F238E27FC236}">
                  <a16:creationId xmlns:a16="http://schemas.microsoft.com/office/drawing/2014/main" id="{99C3F65F-6070-48BE-B965-22E6B41C44C3}"/>
                </a:ext>
              </a:extLst>
            </p:cNvPr>
            <p:cNvSpPr/>
            <p:nvPr/>
          </p:nvSpPr>
          <p:spPr>
            <a:xfrm>
              <a:off x="2288503" y="1638183"/>
              <a:ext cx="711301" cy="711301"/>
            </a:xfrm>
            <a:prstGeom prst="ellipse">
              <a:avLst/>
            </a:prstGeom>
            <a:solidFill>
              <a:srgbClr val="545D79"/>
            </a:solidFill>
            <a:ln>
              <a:noFill/>
            </a:ln>
            <a:effectLst>
              <a:outerShdw blurRad="63500" algn="ctr" rotWithShape="0">
                <a:prstClr val="black">
                  <a:alpha val="40000"/>
                </a:prstClr>
              </a:outerShdw>
            </a:effectLst>
          </p:spPr>
          <p:txBody>
            <a:bodyPr vert="horz" wrap="square" lIns="91440" tIns="45720" rIns="91440" bIns="45720" numCol="1" anchor="ctr" anchorCtr="0" compatLnSpc="1">
              <a:prstTxWarp prst="textNoShape">
                <a:avLst/>
              </a:prstTxWarp>
            </a:bodyPr>
            <a:lstStyle/>
            <a:p>
              <a:pPr algn="ctr"/>
              <a:endParaRPr lang="zh-CN" altLang="en-US" sz="4800">
                <a:solidFill>
                  <a:prstClr val="white"/>
                </a:solidFill>
                <a:latin typeface="思源黑体旧字形 Normal" panose="020b0400000000000000" pitchFamily="34" charset="-128"/>
                <a:ea typeface="思源黑体旧字形 Normal" panose="020b0400000000000000" pitchFamily="34" charset="-128"/>
              </a:endParaRPr>
            </a:p>
          </p:txBody>
        </p:sp>
        <p:sp>
          <p:nvSpPr>
            <p:cNvPr id="121" name="文本框 17">
              <a:extLst>
                <a:ext uri="{FF2B5EF4-FFF2-40B4-BE49-F238E27FC236}">
                  <a16:creationId xmlns:a16="http://schemas.microsoft.com/office/drawing/2014/main" id="{75AD7E03-9478-4949-839C-32F45A52CDE1}"/>
                </a:ext>
              </a:extLst>
            </p:cNvPr>
            <p:cNvSpPr txBox="1"/>
            <p:nvPr/>
          </p:nvSpPr>
          <p:spPr>
            <a:xfrm>
              <a:off x="2403079" y="1803865"/>
              <a:ext cx="482148" cy="400203"/>
            </a:xfrm>
            <a:prstGeom prst="rect">
              <a:avLst/>
            </a:prstGeom>
            <a:noFill/>
          </p:spPr>
          <p:txBody>
            <a:bodyPr wrap="square" rtlCol="0">
              <a:spAutoFit/>
            </a:bodyPr>
            <a:lstStyle/>
            <a:p>
              <a:pPr algn="ctr"/>
              <a:r>
                <a:rPr lang="en-US" altLang="zh-CN" sz="2000">
                  <a:solidFill>
                    <a:prstClr val="white"/>
                  </a:solidFill>
                  <a:latin typeface="Impact" pitchFamily="34" charset="0"/>
                  <a:ea typeface="思源黑体旧字形 Normal" panose="020b0400000000000000" pitchFamily="34" charset="-128"/>
                </a:rPr>
                <a:t>01</a:t>
              </a:r>
              <a:endParaRPr lang="zh-CN" altLang="en-US" sz="2000">
                <a:solidFill>
                  <a:prstClr val="white"/>
                </a:solidFill>
                <a:latin typeface="Impact" pitchFamily="34" charset="0"/>
                <a:ea typeface="思源黑体旧字形 Normal" panose="020b0400000000000000" pitchFamily="34" charset="-128"/>
              </a:endParaRPr>
            </a:p>
          </p:txBody>
        </p:sp>
      </p:grpSp>
      <p:grpSp>
        <p:nvGrpSpPr>
          <p:cNvPr id="122" name="组合 121">
            <a:extLst>
              <a:ext uri="{FF2B5EF4-FFF2-40B4-BE49-F238E27FC236}">
                <a16:creationId xmlns:a16="http://schemas.microsoft.com/office/drawing/2014/main" id="{796E1588-5E85-4600-AE69-7B9567EB531C}"/>
              </a:ext>
            </a:extLst>
          </p:cNvPr>
          <p:cNvGrpSpPr/>
          <p:nvPr/>
        </p:nvGrpSpPr>
        <p:grpSpPr>
          <a:xfrm>
            <a:off x="6803355" y="1459836"/>
            <a:ext cx="1016643" cy="1016276"/>
            <a:chOff x="3881858" y="5509627"/>
            <a:chExt cx="1016511" cy="1016511"/>
          </a:xfrm>
        </p:grpSpPr>
        <p:sp>
          <p:nvSpPr>
            <p:cNvPr id="123" name="椭圆 122">
              <a:extLst>
                <a:ext uri="{FF2B5EF4-FFF2-40B4-BE49-F238E27FC236}">
                  <a16:creationId xmlns:a16="http://schemas.microsoft.com/office/drawing/2014/main" id="{B61C1C89-C2B3-4A5B-8DBF-D68D81616A66}"/>
                </a:ext>
              </a:extLst>
            </p:cNvPr>
            <p:cNvSpPr/>
            <p:nvPr/>
          </p:nvSpPr>
          <p:spPr>
            <a:xfrm>
              <a:off x="3881858" y="5509627"/>
              <a:ext cx="1016511" cy="1016511"/>
            </a:xfrm>
            <a:prstGeom prst="ellipse">
              <a:avLst/>
            </a:prstGeom>
            <a:gradFill>
              <a:gsLst>
                <a:gs pos="0">
                  <a:schemeClr val="bg1">
                    <a:lumMod val="80000"/>
                  </a:schemeClr>
                </a:gs>
                <a:gs pos="100000">
                  <a:schemeClr val="bg1">
                    <a:lumMod val="97000"/>
                  </a:schemeClr>
                </a:gs>
              </a:gsLst>
              <a:lin ang="2700000" scaled="1"/>
            </a:gradFill>
            <a:ln w="22225">
              <a:gradFill flip="none" rotWithShape="1">
                <a:gsLst>
                  <a:gs pos="0">
                    <a:schemeClr val="bg1"/>
                  </a:gs>
                  <a:gs pos="100000">
                    <a:schemeClr val="bg1">
                      <a:lumMod val="75000"/>
                    </a:schemeClr>
                  </a:gs>
                </a:gsLst>
                <a:lin ang="2700000" scaled="1"/>
              </a:gradFill>
            </a:ln>
            <a:effectLst>
              <a:outerShdw blurRad="203200" dist="1016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33">
                <a:solidFill>
                  <a:prstClr val="white"/>
                </a:solidFill>
                <a:ea typeface="思源黑体旧字形 Normal" panose="020b0400000000000000" pitchFamily="34" charset="-128"/>
              </a:endParaRPr>
            </a:p>
          </p:txBody>
        </p:sp>
        <p:sp>
          <p:nvSpPr>
            <p:cNvPr id="124" name="椭圆 123">
              <a:extLst>
                <a:ext uri="{FF2B5EF4-FFF2-40B4-BE49-F238E27FC236}">
                  <a16:creationId xmlns:a16="http://schemas.microsoft.com/office/drawing/2014/main" id="{E0222B36-BE48-41C7-99BF-FAB184F6092D}"/>
                </a:ext>
              </a:extLst>
            </p:cNvPr>
            <p:cNvSpPr/>
            <p:nvPr/>
          </p:nvSpPr>
          <p:spPr>
            <a:xfrm>
              <a:off x="4034463" y="5662232"/>
              <a:ext cx="711301" cy="711301"/>
            </a:xfrm>
            <a:prstGeom prst="ellipse">
              <a:avLst/>
            </a:prstGeom>
            <a:solidFill>
              <a:srgbClr val="545D79"/>
            </a:solidFill>
            <a:ln>
              <a:noFill/>
            </a:ln>
            <a:effectLst>
              <a:outerShdw blurRad="63500" algn="ctr" rotWithShape="0">
                <a:prstClr val="black">
                  <a:alpha val="40000"/>
                </a:prstClr>
              </a:outerShdw>
            </a:effectLst>
          </p:spPr>
          <p:txBody>
            <a:bodyPr vert="horz" wrap="square" lIns="91440" tIns="45720" rIns="91440" bIns="45720" numCol="1" anchor="ctr" anchorCtr="0" compatLnSpc="1">
              <a:prstTxWarp prst="textNoShape">
                <a:avLst/>
              </a:prstTxWarp>
            </a:bodyPr>
            <a:lstStyle/>
            <a:p>
              <a:pPr algn="ctr"/>
              <a:endParaRPr lang="zh-CN" altLang="en-US" sz="4800">
                <a:solidFill>
                  <a:prstClr val="white"/>
                </a:solidFill>
                <a:latin typeface="思源黑体旧字形 Normal" panose="020b0400000000000000" pitchFamily="34" charset="-128"/>
                <a:ea typeface="思源黑体旧字形 Normal" panose="020b0400000000000000" pitchFamily="34" charset="-128"/>
              </a:endParaRPr>
            </a:p>
          </p:txBody>
        </p:sp>
        <p:sp>
          <p:nvSpPr>
            <p:cNvPr id="125" name="文本框 22">
              <a:extLst>
                <a:ext uri="{FF2B5EF4-FFF2-40B4-BE49-F238E27FC236}">
                  <a16:creationId xmlns:a16="http://schemas.microsoft.com/office/drawing/2014/main" id="{6208D2B3-8040-44FB-92CA-1D89890E61DE}"/>
                </a:ext>
              </a:extLst>
            </p:cNvPr>
            <p:cNvSpPr txBox="1"/>
            <p:nvPr/>
          </p:nvSpPr>
          <p:spPr>
            <a:xfrm>
              <a:off x="4086791" y="5816550"/>
              <a:ext cx="596724" cy="420661"/>
            </a:xfrm>
            <a:prstGeom prst="rect">
              <a:avLst/>
            </a:prstGeom>
            <a:noFill/>
          </p:spPr>
          <p:txBody>
            <a:bodyPr wrap="square" rtlCol="0">
              <a:spAutoFit/>
            </a:bodyPr>
            <a:lstStyle/>
            <a:p>
              <a:pPr algn="ctr"/>
              <a:r>
                <a:rPr lang="en-US" altLang="zh-CN" sz="2133">
                  <a:solidFill>
                    <a:prstClr val="white"/>
                  </a:solidFill>
                  <a:latin typeface="Impact" pitchFamily="34" charset="0"/>
                  <a:ea typeface="思源黑体旧字形 Normal" panose="020b0400000000000000" pitchFamily="34" charset="-128"/>
                </a:rPr>
                <a:t>03</a:t>
              </a:r>
              <a:endParaRPr lang="zh-CN" altLang="en-US" sz="2133">
                <a:solidFill>
                  <a:prstClr val="white"/>
                </a:solidFill>
                <a:latin typeface="Impact" pitchFamily="34" charset="0"/>
                <a:ea typeface="思源黑体旧字形 Normal" panose="020b0400000000000000" pitchFamily="34" charset="-128"/>
              </a:endParaRPr>
            </a:p>
          </p:txBody>
        </p:sp>
      </p:grpSp>
      <p:grpSp>
        <p:nvGrpSpPr>
          <p:cNvPr id="126" name="组合 125">
            <a:extLst>
              <a:ext uri="{FF2B5EF4-FFF2-40B4-BE49-F238E27FC236}">
                <a16:creationId xmlns:a16="http://schemas.microsoft.com/office/drawing/2014/main" id="{F9238D94-04C5-4365-87D1-A5B6635CD224}"/>
              </a:ext>
            </a:extLst>
          </p:cNvPr>
          <p:cNvGrpSpPr/>
          <p:nvPr/>
        </p:nvGrpSpPr>
        <p:grpSpPr>
          <a:xfrm>
            <a:off x="4295769" y="1459835"/>
            <a:ext cx="1016643" cy="1016276"/>
            <a:chOff x="6699927" y="981522"/>
            <a:chExt cx="1016511" cy="1016511"/>
          </a:xfrm>
        </p:grpSpPr>
        <p:sp>
          <p:nvSpPr>
            <p:cNvPr id="127" name="椭圆 126">
              <a:extLst>
                <a:ext uri="{FF2B5EF4-FFF2-40B4-BE49-F238E27FC236}">
                  <a16:creationId xmlns:a16="http://schemas.microsoft.com/office/drawing/2014/main" id="{C7A60F2C-9F61-47FD-8BF3-6C50012FA55F}"/>
                </a:ext>
              </a:extLst>
            </p:cNvPr>
            <p:cNvSpPr/>
            <p:nvPr/>
          </p:nvSpPr>
          <p:spPr>
            <a:xfrm>
              <a:off x="6699927" y="981522"/>
              <a:ext cx="1016511" cy="1016511"/>
            </a:xfrm>
            <a:prstGeom prst="ellipse">
              <a:avLst/>
            </a:prstGeom>
            <a:gradFill>
              <a:gsLst>
                <a:gs pos="0">
                  <a:schemeClr val="bg1">
                    <a:lumMod val="80000"/>
                  </a:schemeClr>
                </a:gs>
                <a:gs pos="100000">
                  <a:schemeClr val="bg1">
                    <a:lumMod val="97000"/>
                  </a:schemeClr>
                </a:gs>
              </a:gsLst>
              <a:lin ang="2700000" scaled="1"/>
            </a:gradFill>
            <a:ln w="22225">
              <a:gradFill flip="none" rotWithShape="1">
                <a:gsLst>
                  <a:gs pos="0">
                    <a:schemeClr val="bg1"/>
                  </a:gs>
                  <a:gs pos="100000">
                    <a:schemeClr val="bg1">
                      <a:lumMod val="75000"/>
                    </a:schemeClr>
                  </a:gs>
                </a:gsLst>
                <a:lin ang="2700000" scaled="1"/>
              </a:gradFill>
            </a:ln>
            <a:effectLst>
              <a:outerShdw blurRad="203200" dist="1016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prstClr val="white"/>
                </a:solidFill>
                <a:ea typeface="思源黑体旧字形 Normal" panose="020b0400000000000000" pitchFamily="34" charset="-128"/>
              </a:endParaRPr>
            </a:p>
          </p:txBody>
        </p:sp>
        <p:sp>
          <p:nvSpPr>
            <p:cNvPr id="128" name="椭圆 127">
              <a:extLst>
                <a:ext uri="{FF2B5EF4-FFF2-40B4-BE49-F238E27FC236}">
                  <a16:creationId xmlns:a16="http://schemas.microsoft.com/office/drawing/2014/main" id="{99206ED2-E74B-48A4-B3E1-BE30B50AA7DC}"/>
                </a:ext>
              </a:extLst>
            </p:cNvPr>
            <p:cNvSpPr/>
            <p:nvPr/>
          </p:nvSpPr>
          <p:spPr>
            <a:xfrm>
              <a:off x="6852532" y="1145215"/>
              <a:ext cx="711301" cy="711301"/>
            </a:xfrm>
            <a:prstGeom prst="ellipse">
              <a:avLst/>
            </a:prstGeom>
            <a:solidFill>
              <a:srgbClr val="3FB793"/>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prstClr val="white"/>
                </a:solidFill>
                <a:ea typeface="思源黑体旧字形 Normal" panose="020b0400000000000000" pitchFamily="34" charset="-128"/>
              </a:endParaRPr>
            </a:p>
          </p:txBody>
        </p:sp>
        <p:sp>
          <p:nvSpPr>
            <p:cNvPr id="129" name="文本框 23">
              <a:extLst>
                <a:ext uri="{FF2B5EF4-FFF2-40B4-BE49-F238E27FC236}">
                  <a16:creationId xmlns:a16="http://schemas.microsoft.com/office/drawing/2014/main" id="{EAC26D8B-34D6-46E7-A979-ED7FAA6374FC}"/>
                </a:ext>
              </a:extLst>
            </p:cNvPr>
            <p:cNvSpPr txBox="1"/>
            <p:nvPr/>
          </p:nvSpPr>
          <p:spPr>
            <a:xfrm>
              <a:off x="6897655" y="1295081"/>
              <a:ext cx="596724" cy="420661"/>
            </a:xfrm>
            <a:prstGeom prst="rect">
              <a:avLst/>
            </a:prstGeom>
            <a:noFill/>
          </p:spPr>
          <p:txBody>
            <a:bodyPr wrap="square" rtlCol="0">
              <a:spAutoFit/>
            </a:bodyPr>
            <a:lstStyle/>
            <a:p>
              <a:pPr algn="ctr"/>
              <a:r>
                <a:rPr lang="en-US" altLang="zh-CN" sz="2133">
                  <a:solidFill>
                    <a:prstClr val="white"/>
                  </a:solidFill>
                  <a:latin typeface="Impact" pitchFamily="34" charset="0"/>
                  <a:ea typeface="思源黑体旧字形 Normal" panose="020b0400000000000000" pitchFamily="34" charset="-128"/>
                </a:rPr>
                <a:t>02</a:t>
              </a:r>
              <a:endParaRPr lang="zh-CN" altLang="en-US" sz="2133">
                <a:solidFill>
                  <a:prstClr val="white"/>
                </a:solidFill>
                <a:latin typeface="Impact" pitchFamily="34" charset="0"/>
                <a:ea typeface="思源黑体旧字形 Normal" panose="020b0400000000000000" pitchFamily="34" charset="-128"/>
              </a:endParaRPr>
            </a:p>
          </p:txBody>
        </p:sp>
      </p:grpSp>
      <p:grpSp>
        <p:nvGrpSpPr>
          <p:cNvPr id="130" name="组合 129">
            <a:extLst>
              <a:ext uri="{FF2B5EF4-FFF2-40B4-BE49-F238E27FC236}">
                <a16:creationId xmlns:a16="http://schemas.microsoft.com/office/drawing/2014/main" id="{176804AB-43CB-47DF-913A-89074DC80B3B}"/>
              </a:ext>
            </a:extLst>
          </p:cNvPr>
          <p:cNvGrpSpPr/>
          <p:nvPr/>
        </p:nvGrpSpPr>
        <p:grpSpPr>
          <a:xfrm>
            <a:off x="9310941" y="1459834"/>
            <a:ext cx="1016643" cy="1016276"/>
            <a:chOff x="5201861" y="3625236"/>
            <a:chExt cx="1016511" cy="1016511"/>
          </a:xfrm>
        </p:grpSpPr>
        <p:sp>
          <p:nvSpPr>
            <p:cNvPr id="131" name="椭圆 130">
              <a:extLst>
                <a:ext uri="{FF2B5EF4-FFF2-40B4-BE49-F238E27FC236}">
                  <a16:creationId xmlns:a16="http://schemas.microsoft.com/office/drawing/2014/main" id="{D4895427-5C1D-444C-BF89-04350EA0B57F}"/>
                </a:ext>
              </a:extLst>
            </p:cNvPr>
            <p:cNvSpPr/>
            <p:nvPr/>
          </p:nvSpPr>
          <p:spPr>
            <a:xfrm>
              <a:off x="5201861" y="3625236"/>
              <a:ext cx="1016511" cy="1016511"/>
            </a:xfrm>
            <a:prstGeom prst="ellipse">
              <a:avLst/>
            </a:prstGeom>
            <a:gradFill>
              <a:gsLst>
                <a:gs pos="0">
                  <a:schemeClr val="bg1">
                    <a:lumMod val="80000"/>
                  </a:schemeClr>
                </a:gs>
                <a:gs pos="100000">
                  <a:schemeClr val="bg1">
                    <a:lumMod val="97000"/>
                  </a:schemeClr>
                </a:gs>
              </a:gsLst>
              <a:lin ang="2700000" scaled="1"/>
            </a:gradFill>
            <a:ln w="22225">
              <a:gradFill flip="none" rotWithShape="1">
                <a:gsLst>
                  <a:gs pos="0">
                    <a:schemeClr val="bg1"/>
                  </a:gs>
                  <a:gs pos="100000">
                    <a:schemeClr val="bg1">
                      <a:lumMod val="75000"/>
                    </a:schemeClr>
                  </a:gs>
                </a:gsLst>
                <a:lin ang="2700000" scaled="1"/>
              </a:gradFill>
            </a:ln>
            <a:effectLst>
              <a:outerShdw blurRad="203200" dist="1016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33">
                <a:solidFill>
                  <a:prstClr val="white"/>
                </a:solidFill>
                <a:ea typeface="思源黑体旧字形 Normal" panose="020b0400000000000000" pitchFamily="34" charset="-128"/>
              </a:endParaRPr>
            </a:p>
          </p:txBody>
        </p:sp>
        <p:sp>
          <p:nvSpPr>
            <p:cNvPr id="132" name="椭圆 131">
              <a:extLst>
                <a:ext uri="{FF2B5EF4-FFF2-40B4-BE49-F238E27FC236}">
                  <a16:creationId xmlns:a16="http://schemas.microsoft.com/office/drawing/2014/main" id="{99ADF561-3A16-4CD3-849D-15B0C9124BC4}"/>
                </a:ext>
              </a:extLst>
            </p:cNvPr>
            <p:cNvSpPr/>
            <p:nvPr/>
          </p:nvSpPr>
          <p:spPr>
            <a:xfrm>
              <a:off x="5354466" y="3777840"/>
              <a:ext cx="711301" cy="711301"/>
            </a:xfrm>
            <a:prstGeom prst="ellipse">
              <a:avLst/>
            </a:prstGeom>
            <a:solidFill>
              <a:srgbClr val="3FB793"/>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33">
                <a:solidFill>
                  <a:prstClr val="white"/>
                </a:solidFill>
                <a:ea typeface="思源黑体旧字形 Normal" panose="020b0400000000000000" pitchFamily="34" charset="-128"/>
              </a:endParaRPr>
            </a:p>
          </p:txBody>
        </p:sp>
        <p:sp>
          <p:nvSpPr>
            <p:cNvPr id="133" name="文本框 24">
              <a:extLst>
                <a:ext uri="{FF2B5EF4-FFF2-40B4-BE49-F238E27FC236}">
                  <a16:creationId xmlns:a16="http://schemas.microsoft.com/office/drawing/2014/main" id="{4AA84094-C3A4-48D6-9F5B-76C59B761EF6}"/>
                </a:ext>
              </a:extLst>
            </p:cNvPr>
            <p:cNvSpPr txBox="1"/>
            <p:nvPr/>
          </p:nvSpPr>
          <p:spPr>
            <a:xfrm>
              <a:off x="5410746" y="3943523"/>
              <a:ext cx="596724" cy="420661"/>
            </a:xfrm>
            <a:prstGeom prst="rect">
              <a:avLst/>
            </a:prstGeom>
            <a:noFill/>
          </p:spPr>
          <p:txBody>
            <a:bodyPr wrap="square" rtlCol="0">
              <a:spAutoFit/>
            </a:bodyPr>
            <a:lstStyle/>
            <a:p>
              <a:pPr algn="ctr"/>
              <a:r>
                <a:rPr lang="en-US" altLang="zh-CN" sz="2133">
                  <a:solidFill>
                    <a:prstClr val="white"/>
                  </a:solidFill>
                  <a:latin typeface="Impact" pitchFamily="34" charset="0"/>
                  <a:ea typeface="思源黑体旧字形 Normal" panose="020b0400000000000000" pitchFamily="34" charset="-128"/>
                </a:rPr>
                <a:t>04</a:t>
              </a:r>
              <a:endParaRPr lang="zh-CN" altLang="en-US" sz="2133">
                <a:solidFill>
                  <a:prstClr val="white"/>
                </a:solidFill>
                <a:latin typeface="Impact" pitchFamily="34" charset="0"/>
                <a:ea typeface="思源黑体旧字形 Normal" panose="020b0400000000000000" pitchFamily="34" charset="-128"/>
              </a:endParaRPr>
            </a:p>
          </p:txBody>
        </p:sp>
      </p:grpSp>
    </p:spTree>
    <p:extLst>
      <p:ext uri="{BB962C8B-B14F-4D97-AF65-F5344CB8AC3E}">
        <p14:creationId val="2280563066"/>
      </p:ext>
    </p:extLst>
  </p:cSld>
  <p:clrMapOvr>
    <a:masterClrMapping/>
  </p:clrMapOvr>
  <mc:AlternateContent>
    <mc:Choice xmlns:p14="http://schemas.microsoft.com/office/powerpoint/2010/main" Requires="p14">
      <p:transition spd="slow" advClick="0" advTm="0" p14:dur="2000">
        <p14:ferris dir="l"/>
      </p:transition>
    </mc:Choice>
    <mc:Fallback>
      <p:transition spd="slow" advClick="0" advTm="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49" presetClass="entr" presetSubtype="0" decel="10000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 calcmode="lin" valueType="num">
                                      <p:cBhvr>
                                        <p:cTn id="9" dur="500" fill="hold"/>
                                        <p:tgtEl>
                                          <p:spTgt spid="2"/>
                                        </p:tgtEl>
                                        <p:attrNameLst>
                                          <p:attrName>style.rotation</p:attrName>
                                        </p:attrNameLst>
                                      </p:cBhvr>
                                      <p:tavLst>
                                        <p:tav tm="0">
                                          <p:val>
                                            <p:fltVal val="360"/>
                                          </p:val>
                                        </p:tav>
                                        <p:tav tm="100000">
                                          <p:val>
                                            <p:fltVal val="0"/>
                                          </p:val>
                                        </p:tav>
                                      </p:tavLst>
                                    </p:anim>
                                    <p:animEffect transition="in" filter="fade">
                                      <p:cBhvr>
                                        <p:cTn id="10" dur="500"/>
                                        <p:tgtEl>
                                          <p:spTgt spid="2"/>
                                        </p:tgtEl>
                                      </p:cBhvr>
                                    </p:animEffect>
                                  </p:childTnLst>
                                </p:cTn>
                              </p:par>
                              <p:par>
                                <p:cTn id="11" presetID="41" presetClass="entr" presetSubtype="0" fill="hold" grpId="0" nodeType="withEffect">
                                  <p:stCondLst>
                                    <p:cond delay="0"/>
                                  </p:stCondLst>
                                  <p:iterate type="lt">
                                    <p:tmPct val="10000"/>
                                  </p:iterate>
                                  <p:childTnLst>
                                    <p:set>
                                      <p:cBhvr>
                                        <p:cTn id="12" dur="1" fill="hold">
                                          <p:stCondLst>
                                            <p:cond delay="0"/>
                                          </p:stCondLst>
                                        </p:cTn>
                                        <p:tgtEl>
                                          <p:spTgt spid="5"/>
                                        </p:tgtEl>
                                        <p:attrNameLst>
                                          <p:attrName>style.visibility</p:attrName>
                                        </p:attrNameLst>
                                      </p:cBhvr>
                                      <p:to>
                                        <p:strVal val="visible"/>
                                      </p:to>
                                    </p:set>
                                    <p:anim calcmode="lin" valueType="num">
                                      <p:cBhvr>
                                        <p:cTn id="13" dur="500" fill="hold"/>
                                        <p:tgtEl>
                                          <p:spTgt spid="5"/>
                                        </p:tgtEl>
                                        <p:attrNameLst>
                                          <p:attrName>ppt_x</p:attrName>
                                        </p:attrNameLst>
                                      </p:cBhvr>
                                      <p:tavLst>
                                        <p:tav tm="0">
                                          <p:val>
                                            <p:strVal val="#ppt_x"/>
                                          </p:val>
                                        </p:tav>
                                        <p:tav tm="50000">
                                          <p:val>
                                            <p:strVal val="#ppt_x+.1"/>
                                          </p:val>
                                        </p:tav>
                                        <p:tav tm="100000">
                                          <p:val>
                                            <p:strVal val="#ppt_x"/>
                                          </p:val>
                                        </p:tav>
                                      </p:tavLst>
                                    </p:anim>
                                    <p:anim calcmode="lin" valueType="num">
                                      <p:cBhvr>
                                        <p:cTn id="14" dur="500" fill="hold"/>
                                        <p:tgtEl>
                                          <p:spTgt spid="5"/>
                                        </p:tgtEl>
                                        <p:attrNameLst>
                                          <p:attrName>ppt_y</p:attrName>
                                        </p:attrNameLst>
                                      </p:cBhvr>
                                      <p:tavLst>
                                        <p:tav tm="0">
                                          <p:val>
                                            <p:strVal val="#ppt_y"/>
                                          </p:val>
                                        </p:tav>
                                        <p:tav tm="100000">
                                          <p:val>
                                            <p:strVal val="#ppt_y"/>
                                          </p:val>
                                        </p:tav>
                                      </p:tavLst>
                                    </p:anim>
                                    <p:anim calcmode="lin" valueType="num">
                                      <p:cBhvr>
                                        <p:cTn id="15" dur="500" fill="hold"/>
                                        <p:tgtEl>
                                          <p:spTgt spid="5"/>
                                        </p:tgtEl>
                                        <p:attrNameLst>
                                          <p:attrName>ppt_h</p:attrName>
                                        </p:attrNameLst>
                                      </p:cBhvr>
                                      <p:tavLst>
                                        <p:tav tm="0">
                                          <p:val>
                                            <p:strVal val="#ppt_h/10"/>
                                          </p:val>
                                        </p:tav>
                                        <p:tav tm="50000">
                                          <p:val>
                                            <p:strVal val="#ppt_h+.01"/>
                                          </p:val>
                                        </p:tav>
                                        <p:tav tm="100000">
                                          <p:val>
                                            <p:strVal val="#ppt_h"/>
                                          </p:val>
                                        </p:tav>
                                      </p:tavLst>
                                    </p:anim>
                                    <p:anim calcmode="lin" valueType="num">
                                      <p:cBhvr>
                                        <p:cTn id="16" dur="500" fill="hold"/>
                                        <p:tgtEl>
                                          <p:spTgt spid="5"/>
                                        </p:tgtEl>
                                        <p:attrNameLst>
                                          <p:attrName>ppt_w</p:attrName>
                                        </p:attrNameLst>
                                      </p:cBhvr>
                                      <p:tavLst>
                                        <p:tav tm="0">
                                          <p:val>
                                            <p:strVal val="#ppt_w/10"/>
                                          </p:val>
                                        </p:tav>
                                        <p:tav tm="50000">
                                          <p:val>
                                            <p:strVal val="#ppt_w+.01"/>
                                          </p:val>
                                        </p:tav>
                                        <p:tav tm="100000">
                                          <p:val>
                                            <p:strVal val="#ppt_w"/>
                                          </p:val>
                                        </p:tav>
                                      </p:tavLst>
                                    </p:anim>
                                    <p:animEffect transition="in" filter="fade">
                                      <p:cBhvr>
                                        <p:cTn id="17" dur="500" tmFilter="0,0; .5, 1; 1, 1"/>
                                        <p:tgtEl>
                                          <p:spTgt spid="5"/>
                                        </p:tgtEl>
                                      </p:cBhvr>
                                    </p:animEffect>
                                  </p:childTnLst>
                                </p:cTn>
                              </p:par>
                            </p:childTnLst>
                          </p:cTn>
                        </p:par>
                        <p:par>
                          <p:cTn id="18" fill="hold" nodeType="afterGroup">
                            <p:stCondLst>
                              <p:cond delay="500"/>
                            </p:stCondLst>
                            <p:childTnLst>
                              <p:par>
                                <p:cTn id="19" presetID="47" presetClass="entr" presetSubtype="0" fill="hold" nodeType="afterEffect">
                                  <p:stCondLst>
                                    <p:cond delay="0"/>
                                  </p:stCondLst>
                                  <p:childTnLst>
                                    <p:set>
                                      <p:cBhvr>
                                        <p:cTn id="20" dur="1" fill="hold">
                                          <p:stCondLst>
                                            <p:cond delay="0"/>
                                          </p:stCondLst>
                                        </p:cTn>
                                        <p:tgtEl>
                                          <p:spTgt spid="83"/>
                                        </p:tgtEl>
                                        <p:attrNameLst>
                                          <p:attrName>style.visibility</p:attrName>
                                        </p:attrNameLst>
                                      </p:cBhvr>
                                      <p:to>
                                        <p:strVal val="visible"/>
                                      </p:to>
                                    </p:set>
                                    <p:animEffect transition="in" filter="fade">
                                      <p:cBhvr>
                                        <p:cTn id="21" dur="750"/>
                                        <p:tgtEl>
                                          <p:spTgt spid="83"/>
                                        </p:tgtEl>
                                      </p:cBhvr>
                                    </p:animEffect>
                                    <p:anim calcmode="lin" valueType="num">
                                      <p:cBhvr>
                                        <p:cTn id="22" dur="750" fill="hold"/>
                                        <p:tgtEl>
                                          <p:spTgt spid="83"/>
                                        </p:tgtEl>
                                        <p:attrNameLst>
                                          <p:attrName>ppt_x</p:attrName>
                                        </p:attrNameLst>
                                      </p:cBhvr>
                                      <p:tavLst>
                                        <p:tav tm="0">
                                          <p:val>
                                            <p:strVal val="#ppt_x"/>
                                          </p:val>
                                        </p:tav>
                                        <p:tav tm="100000">
                                          <p:val>
                                            <p:strVal val="#ppt_x"/>
                                          </p:val>
                                        </p:tav>
                                      </p:tavLst>
                                    </p:anim>
                                    <p:anim calcmode="lin" valueType="num">
                                      <p:cBhvr>
                                        <p:cTn id="23" dur="750" fill="hold"/>
                                        <p:tgtEl>
                                          <p:spTgt spid="83"/>
                                        </p:tgtEl>
                                        <p:attrNameLst>
                                          <p:attrName>ppt_y</p:attrName>
                                        </p:attrNameLst>
                                      </p:cBhvr>
                                      <p:tavLst>
                                        <p:tav tm="0">
                                          <p:val>
                                            <p:strVal val="#ppt_y-.1"/>
                                          </p:val>
                                        </p:tav>
                                        <p:tav tm="100000">
                                          <p:val>
                                            <p:strVal val="#ppt_y"/>
                                          </p:val>
                                        </p:tav>
                                      </p:tavLst>
                                    </p:anim>
                                  </p:childTnLst>
                                </p:cTn>
                              </p:par>
                            </p:childTnLst>
                          </p:cTn>
                        </p:par>
                        <p:par>
                          <p:cTn id="24" fill="hold" nodeType="afterGroup">
                            <p:stCondLst>
                              <p:cond delay="1250"/>
                            </p:stCondLst>
                            <p:childTnLst>
                              <p:par>
                                <p:cTn id="25" presetID="47" presetClass="entr" presetSubtype="0" fill="hold" nodeType="afterEffect">
                                  <p:stCondLst>
                                    <p:cond delay="0"/>
                                  </p:stCondLst>
                                  <p:childTnLst>
                                    <p:set>
                                      <p:cBhvr>
                                        <p:cTn id="26" dur="1" fill="hold">
                                          <p:stCondLst>
                                            <p:cond delay="0"/>
                                          </p:stCondLst>
                                        </p:cTn>
                                        <p:tgtEl>
                                          <p:spTgt spid="105"/>
                                        </p:tgtEl>
                                        <p:attrNameLst>
                                          <p:attrName>style.visibility</p:attrName>
                                        </p:attrNameLst>
                                      </p:cBhvr>
                                      <p:to>
                                        <p:strVal val="visible"/>
                                      </p:to>
                                    </p:set>
                                    <p:animEffect transition="in" filter="fade">
                                      <p:cBhvr>
                                        <p:cTn id="27" dur="750"/>
                                        <p:tgtEl>
                                          <p:spTgt spid="105"/>
                                        </p:tgtEl>
                                      </p:cBhvr>
                                    </p:animEffect>
                                    <p:anim calcmode="lin" valueType="num">
                                      <p:cBhvr>
                                        <p:cTn id="28" dur="750" fill="hold"/>
                                        <p:tgtEl>
                                          <p:spTgt spid="105"/>
                                        </p:tgtEl>
                                        <p:attrNameLst>
                                          <p:attrName>ppt_x</p:attrName>
                                        </p:attrNameLst>
                                      </p:cBhvr>
                                      <p:tavLst>
                                        <p:tav tm="0">
                                          <p:val>
                                            <p:strVal val="#ppt_x"/>
                                          </p:val>
                                        </p:tav>
                                        <p:tav tm="100000">
                                          <p:val>
                                            <p:strVal val="#ppt_x"/>
                                          </p:val>
                                        </p:tav>
                                      </p:tavLst>
                                    </p:anim>
                                    <p:anim calcmode="lin" valueType="num">
                                      <p:cBhvr>
                                        <p:cTn id="29" dur="750" fill="hold"/>
                                        <p:tgtEl>
                                          <p:spTgt spid="105"/>
                                        </p:tgtEl>
                                        <p:attrNameLst>
                                          <p:attrName>ppt_y</p:attrName>
                                        </p:attrNameLst>
                                      </p:cBhvr>
                                      <p:tavLst>
                                        <p:tav tm="0">
                                          <p:val>
                                            <p:strVal val="#ppt_y-.1"/>
                                          </p:val>
                                        </p:tav>
                                        <p:tav tm="100000">
                                          <p:val>
                                            <p:strVal val="#ppt_y"/>
                                          </p:val>
                                        </p:tav>
                                      </p:tavLst>
                                    </p:anim>
                                  </p:childTnLst>
                                </p:cTn>
                              </p:par>
                            </p:childTnLst>
                          </p:cTn>
                        </p:par>
                        <p:par>
                          <p:cTn id="30" fill="hold" nodeType="afterGroup">
                            <p:stCondLst>
                              <p:cond delay="2000"/>
                            </p:stCondLst>
                            <p:childTnLst>
                              <p:par>
                                <p:cTn id="31" presetID="47" presetClass="entr" presetSubtype="0" fill="hold" nodeType="afterEffect">
                                  <p:stCondLst>
                                    <p:cond delay="0"/>
                                  </p:stCondLst>
                                  <p:childTnLst>
                                    <p:set>
                                      <p:cBhvr>
                                        <p:cTn id="32" dur="1" fill="hold">
                                          <p:stCondLst>
                                            <p:cond delay="0"/>
                                          </p:stCondLst>
                                        </p:cTn>
                                        <p:tgtEl>
                                          <p:spTgt spid="109"/>
                                        </p:tgtEl>
                                        <p:attrNameLst>
                                          <p:attrName>style.visibility</p:attrName>
                                        </p:attrNameLst>
                                      </p:cBhvr>
                                      <p:to>
                                        <p:strVal val="visible"/>
                                      </p:to>
                                    </p:set>
                                    <p:animEffect transition="in" filter="fade">
                                      <p:cBhvr>
                                        <p:cTn id="33" dur="750"/>
                                        <p:tgtEl>
                                          <p:spTgt spid="109"/>
                                        </p:tgtEl>
                                      </p:cBhvr>
                                    </p:animEffect>
                                    <p:anim calcmode="lin" valueType="num">
                                      <p:cBhvr>
                                        <p:cTn id="34" dur="750" fill="hold"/>
                                        <p:tgtEl>
                                          <p:spTgt spid="109"/>
                                        </p:tgtEl>
                                        <p:attrNameLst>
                                          <p:attrName>ppt_x</p:attrName>
                                        </p:attrNameLst>
                                      </p:cBhvr>
                                      <p:tavLst>
                                        <p:tav tm="0">
                                          <p:val>
                                            <p:strVal val="#ppt_x"/>
                                          </p:val>
                                        </p:tav>
                                        <p:tav tm="100000">
                                          <p:val>
                                            <p:strVal val="#ppt_x"/>
                                          </p:val>
                                        </p:tav>
                                      </p:tavLst>
                                    </p:anim>
                                    <p:anim calcmode="lin" valueType="num">
                                      <p:cBhvr>
                                        <p:cTn id="35" dur="750" fill="hold"/>
                                        <p:tgtEl>
                                          <p:spTgt spid="109"/>
                                        </p:tgtEl>
                                        <p:attrNameLst>
                                          <p:attrName>ppt_y</p:attrName>
                                        </p:attrNameLst>
                                      </p:cBhvr>
                                      <p:tavLst>
                                        <p:tav tm="0">
                                          <p:val>
                                            <p:strVal val="#ppt_y-.1"/>
                                          </p:val>
                                        </p:tav>
                                        <p:tav tm="100000">
                                          <p:val>
                                            <p:strVal val="#ppt_y"/>
                                          </p:val>
                                        </p:tav>
                                      </p:tavLst>
                                    </p:anim>
                                  </p:childTnLst>
                                </p:cTn>
                              </p:par>
                            </p:childTnLst>
                          </p:cTn>
                        </p:par>
                        <p:par>
                          <p:cTn id="36" fill="hold" nodeType="afterGroup">
                            <p:stCondLst>
                              <p:cond delay="2750"/>
                            </p:stCondLst>
                            <p:childTnLst>
                              <p:par>
                                <p:cTn id="37" presetID="47" presetClass="entr" presetSubtype="0" fill="hold" nodeType="afterEffect">
                                  <p:stCondLst>
                                    <p:cond delay="0"/>
                                  </p:stCondLst>
                                  <p:childTnLst>
                                    <p:set>
                                      <p:cBhvr>
                                        <p:cTn id="38" dur="1" fill="hold">
                                          <p:stCondLst>
                                            <p:cond delay="0"/>
                                          </p:stCondLst>
                                        </p:cTn>
                                        <p:tgtEl>
                                          <p:spTgt spid="113"/>
                                        </p:tgtEl>
                                        <p:attrNameLst>
                                          <p:attrName>style.visibility</p:attrName>
                                        </p:attrNameLst>
                                      </p:cBhvr>
                                      <p:to>
                                        <p:strVal val="visible"/>
                                      </p:to>
                                    </p:set>
                                    <p:animEffect transition="in" filter="fade">
                                      <p:cBhvr>
                                        <p:cTn id="39" dur="750"/>
                                        <p:tgtEl>
                                          <p:spTgt spid="113"/>
                                        </p:tgtEl>
                                      </p:cBhvr>
                                    </p:animEffect>
                                    <p:anim calcmode="lin" valueType="num">
                                      <p:cBhvr>
                                        <p:cTn id="40" dur="750" fill="hold"/>
                                        <p:tgtEl>
                                          <p:spTgt spid="113"/>
                                        </p:tgtEl>
                                        <p:attrNameLst>
                                          <p:attrName>ppt_x</p:attrName>
                                        </p:attrNameLst>
                                      </p:cBhvr>
                                      <p:tavLst>
                                        <p:tav tm="0">
                                          <p:val>
                                            <p:strVal val="#ppt_x"/>
                                          </p:val>
                                        </p:tav>
                                        <p:tav tm="100000">
                                          <p:val>
                                            <p:strVal val="#ppt_x"/>
                                          </p:val>
                                        </p:tav>
                                      </p:tavLst>
                                    </p:anim>
                                    <p:anim calcmode="lin" valueType="num">
                                      <p:cBhvr>
                                        <p:cTn id="41" dur="750" fill="hold"/>
                                        <p:tgtEl>
                                          <p:spTgt spid="113"/>
                                        </p:tgtEl>
                                        <p:attrNameLst>
                                          <p:attrName>ppt_y</p:attrName>
                                        </p:attrNameLst>
                                      </p:cBhvr>
                                      <p:tavLst>
                                        <p:tav tm="0">
                                          <p:val>
                                            <p:strVal val="#ppt_y-.1"/>
                                          </p:val>
                                        </p:tav>
                                        <p:tav tm="100000">
                                          <p:val>
                                            <p:strVal val="#ppt_y"/>
                                          </p:val>
                                        </p:tav>
                                      </p:tavLst>
                                    </p:anim>
                                  </p:childTnLst>
                                </p:cTn>
                              </p:par>
                            </p:childTnLst>
                          </p:cTn>
                        </p:par>
                        <p:par>
                          <p:cTn id="42" fill="hold" nodeType="afterGroup">
                            <p:stCondLst>
                              <p:cond delay="3500"/>
                            </p:stCondLst>
                            <p:childTnLst>
                              <p:par>
                                <p:cTn id="43" presetID="23" presetClass="entr" presetSubtype="32" fill="hold" nodeType="afterEffect">
                                  <p:stCondLst>
                                    <p:cond delay="0"/>
                                  </p:stCondLst>
                                  <p:childTnLst>
                                    <p:set>
                                      <p:cBhvr>
                                        <p:cTn id="44" dur="1" fill="hold">
                                          <p:stCondLst>
                                            <p:cond delay="0"/>
                                          </p:stCondLst>
                                        </p:cTn>
                                        <p:tgtEl>
                                          <p:spTgt spid="118"/>
                                        </p:tgtEl>
                                        <p:attrNameLst>
                                          <p:attrName>style.visibility</p:attrName>
                                        </p:attrNameLst>
                                      </p:cBhvr>
                                      <p:to>
                                        <p:strVal val="visible"/>
                                      </p:to>
                                    </p:set>
                                    <p:anim calcmode="lin" valueType="num">
                                      <p:cBhvr>
                                        <p:cTn id="45" dur="500" fill="hold"/>
                                        <p:tgtEl>
                                          <p:spTgt spid="118"/>
                                        </p:tgtEl>
                                        <p:attrNameLst>
                                          <p:attrName>ppt_w</p:attrName>
                                        </p:attrNameLst>
                                      </p:cBhvr>
                                      <p:tavLst>
                                        <p:tav tm="0">
                                          <p:val>
                                            <p:strVal val="4*#ppt_w"/>
                                          </p:val>
                                        </p:tav>
                                        <p:tav tm="100000">
                                          <p:val>
                                            <p:strVal val="#ppt_w"/>
                                          </p:val>
                                        </p:tav>
                                      </p:tavLst>
                                    </p:anim>
                                    <p:anim calcmode="lin" valueType="num">
                                      <p:cBhvr>
                                        <p:cTn id="46" dur="500" fill="hold"/>
                                        <p:tgtEl>
                                          <p:spTgt spid="118"/>
                                        </p:tgtEl>
                                        <p:attrNameLst>
                                          <p:attrName>ppt_h</p:attrName>
                                        </p:attrNameLst>
                                      </p:cBhvr>
                                      <p:tavLst>
                                        <p:tav tm="0">
                                          <p:val>
                                            <p:strVal val="4*#ppt_h"/>
                                          </p:val>
                                        </p:tav>
                                        <p:tav tm="100000">
                                          <p:val>
                                            <p:strVal val="#ppt_h"/>
                                          </p:val>
                                        </p:tav>
                                      </p:tavLst>
                                    </p:anim>
                                  </p:childTnLst>
                                </p:cTn>
                              </p:par>
                            </p:childTnLst>
                          </p:cTn>
                        </p:par>
                        <p:par>
                          <p:cTn id="47" fill="hold" nodeType="afterGroup">
                            <p:stCondLst>
                              <p:cond delay="4000"/>
                            </p:stCondLst>
                            <p:childTnLst>
                              <p:par>
                                <p:cTn id="48" presetID="23" presetClass="entr" presetSubtype="32" fill="hold" nodeType="afterEffect">
                                  <p:stCondLst>
                                    <p:cond delay="0"/>
                                  </p:stCondLst>
                                  <p:childTnLst>
                                    <p:set>
                                      <p:cBhvr>
                                        <p:cTn id="49" dur="1" fill="hold">
                                          <p:stCondLst>
                                            <p:cond delay="0"/>
                                          </p:stCondLst>
                                        </p:cTn>
                                        <p:tgtEl>
                                          <p:spTgt spid="126"/>
                                        </p:tgtEl>
                                        <p:attrNameLst>
                                          <p:attrName>style.visibility</p:attrName>
                                        </p:attrNameLst>
                                      </p:cBhvr>
                                      <p:to>
                                        <p:strVal val="visible"/>
                                      </p:to>
                                    </p:set>
                                    <p:anim calcmode="lin" valueType="num">
                                      <p:cBhvr>
                                        <p:cTn id="50" dur="500" fill="hold"/>
                                        <p:tgtEl>
                                          <p:spTgt spid="126"/>
                                        </p:tgtEl>
                                        <p:attrNameLst>
                                          <p:attrName>ppt_w</p:attrName>
                                        </p:attrNameLst>
                                      </p:cBhvr>
                                      <p:tavLst>
                                        <p:tav tm="0">
                                          <p:val>
                                            <p:strVal val="4*#ppt_w"/>
                                          </p:val>
                                        </p:tav>
                                        <p:tav tm="100000">
                                          <p:val>
                                            <p:strVal val="#ppt_w"/>
                                          </p:val>
                                        </p:tav>
                                      </p:tavLst>
                                    </p:anim>
                                    <p:anim calcmode="lin" valueType="num">
                                      <p:cBhvr>
                                        <p:cTn id="51" dur="500" fill="hold"/>
                                        <p:tgtEl>
                                          <p:spTgt spid="126"/>
                                        </p:tgtEl>
                                        <p:attrNameLst>
                                          <p:attrName>ppt_h</p:attrName>
                                        </p:attrNameLst>
                                      </p:cBhvr>
                                      <p:tavLst>
                                        <p:tav tm="0">
                                          <p:val>
                                            <p:strVal val="4*#ppt_h"/>
                                          </p:val>
                                        </p:tav>
                                        <p:tav tm="100000">
                                          <p:val>
                                            <p:strVal val="#ppt_h"/>
                                          </p:val>
                                        </p:tav>
                                      </p:tavLst>
                                    </p:anim>
                                  </p:childTnLst>
                                </p:cTn>
                              </p:par>
                            </p:childTnLst>
                          </p:cTn>
                        </p:par>
                        <p:par>
                          <p:cTn id="52" fill="hold" nodeType="afterGroup">
                            <p:stCondLst>
                              <p:cond delay="4500"/>
                            </p:stCondLst>
                            <p:childTnLst>
                              <p:par>
                                <p:cTn id="53" presetID="23" presetClass="entr" presetSubtype="32" fill="hold" nodeType="afterEffect">
                                  <p:stCondLst>
                                    <p:cond delay="0"/>
                                  </p:stCondLst>
                                  <p:childTnLst>
                                    <p:set>
                                      <p:cBhvr>
                                        <p:cTn id="54" dur="1" fill="hold">
                                          <p:stCondLst>
                                            <p:cond delay="0"/>
                                          </p:stCondLst>
                                        </p:cTn>
                                        <p:tgtEl>
                                          <p:spTgt spid="122"/>
                                        </p:tgtEl>
                                        <p:attrNameLst>
                                          <p:attrName>style.visibility</p:attrName>
                                        </p:attrNameLst>
                                      </p:cBhvr>
                                      <p:to>
                                        <p:strVal val="visible"/>
                                      </p:to>
                                    </p:set>
                                    <p:anim calcmode="lin" valueType="num">
                                      <p:cBhvr>
                                        <p:cTn id="55" dur="500" fill="hold"/>
                                        <p:tgtEl>
                                          <p:spTgt spid="122"/>
                                        </p:tgtEl>
                                        <p:attrNameLst>
                                          <p:attrName>ppt_w</p:attrName>
                                        </p:attrNameLst>
                                      </p:cBhvr>
                                      <p:tavLst>
                                        <p:tav tm="0">
                                          <p:val>
                                            <p:strVal val="4*#ppt_w"/>
                                          </p:val>
                                        </p:tav>
                                        <p:tav tm="100000">
                                          <p:val>
                                            <p:strVal val="#ppt_w"/>
                                          </p:val>
                                        </p:tav>
                                      </p:tavLst>
                                    </p:anim>
                                    <p:anim calcmode="lin" valueType="num">
                                      <p:cBhvr>
                                        <p:cTn id="56" dur="500" fill="hold"/>
                                        <p:tgtEl>
                                          <p:spTgt spid="122"/>
                                        </p:tgtEl>
                                        <p:attrNameLst>
                                          <p:attrName>ppt_h</p:attrName>
                                        </p:attrNameLst>
                                      </p:cBhvr>
                                      <p:tavLst>
                                        <p:tav tm="0">
                                          <p:val>
                                            <p:strVal val="4*#ppt_h"/>
                                          </p:val>
                                        </p:tav>
                                        <p:tav tm="100000">
                                          <p:val>
                                            <p:strVal val="#ppt_h"/>
                                          </p:val>
                                        </p:tav>
                                      </p:tavLst>
                                    </p:anim>
                                  </p:childTnLst>
                                </p:cTn>
                              </p:par>
                            </p:childTnLst>
                          </p:cTn>
                        </p:par>
                        <p:par>
                          <p:cTn id="57" fill="hold" nodeType="afterGroup">
                            <p:stCondLst>
                              <p:cond delay="5000"/>
                            </p:stCondLst>
                            <p:childTnLst>
                              <p:par>
                                <p:cTn id="58" presetID="23" presetClass="entr" presetSubtype="32" fill="hold" nodeType="afterEffect">
                                  <p:stCondLst>
                                    <p:cond delay="0"/>
                                  </p:stCondLst>
                                  <p:childTnLst>
                                    <p:set>
                                      <p:cBhvr>
                                        <p:cTn id="59" dur="1" fill="hold">
                                          <p:stCondLst>
                                            <p:cond delay="0"/>
                                          </p:stCondLst>
                                        </p:cTn>
                                        <p:tgtEl>
                                          <p:spTgt spid="130"/>
                                        </p:tgtEl>
                                        <p:attrNameLst>
                                          <p:attrName>style.visibility</p:attrName>
                                        </p:attrNameLst>
                                      </p:cBhvr>
                                      <p:to>
                                        <p:strVal val="visible"/>
                                      </p:to>
                                    </p:set>
                                    <p:anim calcmode="lin" valueType="num">
                                      <p:cBhvr>
                                        <p:cTn id="60" dur="500" fill="hold"/>
                                        <p:tgtEl>
                                          <p:spTgt spid="130"/>
                                        </p:tgtEl>
                                        <p:attrNameLst>
                                          <p:attrName>ppt_w</p:attrName>
                                        </p:attrNameLst>
                                      </p:cBhvr>
                                      <p:tavLst>
                                        <p:tav tm="0">
                                          <p:val>
                                            <p:strVal val="4*#ppt_w"/>
                                          </p:val>
                                        </p:tav>
                                        <p:tav tm="100000">
                                          <p:val>
                                            <p:strVal val="#ppt_w"/>
                                          </p:val>
                                        </p:tav>
                                      </p:tavLst>
                                    </p:anim>
                                    <p:anim calcmode="lin" valueType="num">
                                      <p:cBhvr>
                                        <p:cTn id="61" dur="500" fill="hold"/>
                                        <p:tgtEl>
                                          <p:spTgt spid="130"/>
                                        </p:tgtEl>
                                        <p:attrNameLst>
                                          <p:attrName>ppt_h</p:attrName>
                                        </p:attrNameLst>
                                      </p:cBhvr>
                                      <p:tavLst>
                                        <p:tav tm="0">
                                          <p:val>
                                            <p:strVal val="4*#ppt_h"/>
                                          </p:val>
                                        </p:tav>
                                        <p:tav tm="100000">
                                          <p:val>
                                            <p:strVal val="#ppt_h"/>
                                          </p:val>
                                        </p:tav>
                                      </p:tavLst>
                                    </p:anim>
                                  </p:childTnLst>
                                </p:cTn>
                              </p:par>
                            </p:childTnLst>
                          </p:cTn>
                        </p:par>
                        <p:par>
                          <p:cTn id="62" fill="hold" nodeType="afterGroup">
                            <p:stCondLst>
                              <p:cond delay="5500"/>
                            </p:stCondLst>
                            <p:childTnLst>
                              <p:par>
                                <p:cTn id="63" presetID="37" presetClass="entr" presetSubtype="0" fill="hold" nodeType="afterEffect">
                                  <p:stCondLst>
                                    <p:cond delay="0"/>
                                  </p:stCondLst>
                                  <p:childTnLst>
                                    <p:set>
                                      <p:cBhvr>
                                        <p:cTn id="64" dur="1" fill="hold">
                                          <p:stCondLst>
                                            <p:cond delay="0"/>
                                          </p:stCondLst>
                                        </p:cTn>
                                        <p:tgtEl>
                                          <p:spTgt spid="76"/>
                                        </p:tgtEl>
                                        <p:attrNameLst>
                                          <p:attrName>style.visibility</p:attrName>
                                        </p:attrNameLst>
                                      </p:cBhvr>
                                      <p:to>
                                        <p:strVal val="visible"/>
                                      </p:to>
                                    </p:set>
                                    <p:animEffect transition="in" filter="fade">
                                      <p:cBhvr>
                                        <p:cTn id="65" dur="1000"/>
                                        <p:tgtEl>
                                          <p:spTgt spid="76"/>
                                        </p:tgtEl>
                                      </p:cBhvr>
                                    </p:animEffect>
                                    <p:anim calcmode="lin" valueType="num">
                                      <p:cBhvr>
                                        <p:cTn id="66" dur="1000" fill="hold"/>
                                        <p:tgtEl>
                                          <p:spTgt spid="76"/>
                                        </p:tgtEl>
                                        <p:attrNameLst>
                                          <p:attrName>ppt_x</p:attrName>
                                        </p:attrNameLst>
                                      </p:cBhvr>
                                      <p:tavLst>
                                        <p:tav tm="0">
                                          <p:val>
                                            <p:strVal val="#ppt_x"/>
                                          </p:val>
                                        </p:tav>
                                        <p:tav tm="100000">
                                          <p:val>
                                            <p:strVal val="#ppt_x"/>
                                          </p:val>
                                        </p:tav>
                                      </p:tavLst>
                                    </p:anim>
                                    <p:anim calcmode="lin" valueType="num">
                                      <p:cBhvr>
                                        <p:cTn id="67" dur="900" decel="100000" fill="hold"/>
                                        <p:tgtEl>
                                          <p:spTgt spid="76"/>
                                        </p:tgtEl>
                                        <p:attrNameLst>
                                          <p:attrName>ppt_y</p:attrName>
                                        </p:attrNameLst>
                                      </p:cBhvr>
                                      <p:tavLst>
                                        <p:tav tm="0">
                                          <p:val>
                                            <p:strVal val="#ppt_y+1"/>
                                          </p:val>
                                        </p:tav>
                                        <p:tav tm="100000">
                                          <p:val>
                                            <p:strVal val="#ppt_y-.03"/>
                                          </p:val>
                                        </p:tav>
                                      </p:tavLst>
                                    </p:anim>
                                    <p:anim calcmode="lin" valueType="num">
                                      <p:cBhvr>
                                        <p:cTn id="68" dur="100" accel="100000" fill="hold">
                                          <p:stCondLst>
                                            <p:cond delay="900"/>
                                          </p:stCondLst>
                                        </p:cTn>
                                        <p:tgtEl>
                                          <p:spTgt spid="76"/>
                                        </p:tgtEl>
                                        <p:attrNameLst>
                                          <p:attrName>ppt_y</p:attrName>
                                        </p:attrNameLst>
                                      </p:cBhvr>
                                      <p:tavLst>
                                        <p:tav tm="0">
                                          <p:val>
                                            <p:strVal val="#ppt_y-.03"/>
                                          </p:val>
                                        </p:tav>
                                        <p:tav tm="100000">
                                          <p:val>
                                            <p:strVal val="#ppt_y"/>
                                          </p:val>
                                        </p:tav>
                                      </p:tavLst>
                                    </p:anim>
                                  </p:childTnLst>
                                </p:cTn>
                              </p:par>
                              <p:par>
                                <p:cTn id="69" presetID="37" presetClass="entr" presetSubtype="0" fill="hold" nodeType="withEffect">
                                  <p:stCondLst>
                                    <p:cond delay="250"/>
                                  </p:stCondLst>
                                  <p:childTnLst>
                                    <p:set>
                                      <p:cBhvr>
                                        <p:cTn id="70" dur="1" fill="hold">
                                          <p:stCondLst>
                                            <p:cond delay="0"/>
                                          </p:stCondLst>
                                        </p:cTn>
                                        <p:tgtEl>
                                          <p:spTgt spid="71"/>
                                        </p:tgtEl>
                                        <p:attrNameLst>
                                          <p:attrName>style.visibility</p:attrName>
                                        </p:attrNameLst>
                                      </p:cBhvr>
                                      <p:to>
                                        <p:strVal val="visible"/>
                                      </p:to>
                                    </p:set>
                                    <p:animEffect transition="in" filter="fade">
                                      <p:cBhvr>
                                        <p:cTn id="71" dur="1000"/>
                                        <p:tgtEl>
                                          <p:spTgt spid="71"/>
                                        </p:tgtEl>
                                      </p:cBhvr>
                                    </p:animEffect>
                                    <p:anim calcmode="lin" valueType="num">
                                      <p:cBhvr>
                                        <p:cTn id="72" dur="1000" fill="hold"/>
                                        <p:tgtEl>
                                          <p:spTgt spid="71"/>
                                        </p:tgtEl>
                                        <p:attrNameLst>
                                          <p:attrName>ppt_x</p:attrName>
                                        </p:attrNameLst>
                                      </p:cBhvr>
                                      <p:tavLst>
                                        <p:tav tm="0">
                                          <p:val>
                                            <p:strVal val="#ppt_x"/>
                                          </p:val>
                                        </p:tav>
                                        <p:tav tm="100000">
                                          <p:val>
                                            <p:strVal val="#ppt_x"/>
                                          </p:val>
                                        </p:tav>
                                      </p:tavLst>
                                    </p:anim>
                                    <p:anim calcmode="lin" valueType="num">
                                      <p:cBhvr>
                                        <p:cTn id="73" dur="900" decel="100000" fill="hold"/>
                                        <p:tgtEl>
                                          <p:spTgt spid="71"/>
                                        </p:tgtEl>
                                        <p:attrNameLst>
                                          <p:attrName>ppt_y</p:attrName>
                                        </p:attrNameLst>
                                      </p:cBhvr>
                                      <p:tavLst>
                                        <p:tav tm="0">
                                          <p:val>
                                            <p:strVal val="#ppt_y+1"/>
                                          </p:val>
                                        </p:tav>
                                        <p:tav tm="100000">
                                          <p:val>
                                            <p:strVal val="#ppt_y-.03"/>
                                          </p:val>
                                        </p:tav>
                                      </p:tavLst>
                                    </p:anim>
                                    <p:anim calcmode="lin" valueType="num">
                                      <p:cBhvr>
                                        <p:cTn id="74" dur="100" accel="100000" fill="hold">
                                          <p:stCondLst>
                                            <p:cond delay="900"/>
                                          </p:stCondLst>
                                        </p:cTn>
                                        <p:tgtEl>
                                          <p:spTgt spid="71"/>
                                        </p:tgtEl>
                                        <p:attrNameLst>
                                          <p:attrName>ppt_y</p:attrName>
                                        </p:attrNameLst>
                                      </p:cBhvr>
                                      <p:tavLst>
                                        <p:tav tm="0">
                                          <p:val>
                                            <p:strVal val="#ppt_y-.03"/>
                                          </p:val>
                                        </p:tav>
                                        <p:tav tm="100000">
                                          <p:val>
                                            <p:strVal val="#ppt_y"/>
                                          </p:val>
                                        </p:tav>
                                      </p:tavLst>
                                    </p:anim>
                                  </p:childTnLst>
                                </p:cTn>
                              </p:par>
                              <p:par>
                                <p:cTn id="75" presetID="37" presetClass="entr" presetSubtype="0" fill="hold" nodeType="withEffect">
                                  <p:stCondLst>
                                    <p:cond delay="500"/>
                                  </p:stCondLst>
                                  <p:childTnLst>
                                    <p:set>
                                      <p:cBhvr>
                                        <p:cTn id="76" dur="1" fill="hold">
                                          <p:stCondLst>
                                            <p:cond delay="0"/>
                                          </p:stCondLst>
                                        </p:cTn>
                                        <p:tgtEl>
                                          <p:spTgt spid="42"/>
                                        </p:tgtEl>
                                        <p:attrNameLst>
                                          <p:attrName>style.visibility</p:attrName>
                                        </p:attrNameLst>
                                      </p:cBhvr>
                                      <p:to>
                                        <p:strVal val="visible"/>
                                      </p:to>
                                    </p:set>
                                    <p:animEffect transition="in" filter="fade">
                                      <p:cBhvr>
                                        <p:cTn id="77" dur="1000"/>
                                        <p:tgtEl>
                                          <p:spTgt spid="42"/>
                                        </p:tgtEl>
                                      </p:cBhvr>
                                    </p:animEffect>
                                    <p:anim calcmode="lin" valueType="num">
                                      <p:cBhvr>
                                        <p:cTn id="78" dur="1000" fill="hold"/>
                                        <p:tgtEl>
                                          <p:spTgt spid="42"/>
                                        </p:tgtEl>
                                        <p:attrNameLst>
                                          <p:attrName>ppt_x</p:attrName>
                                        </p:attrNameLst>
                                      </p:cBhvr>
                                      <p:tavLst>
                                        <p:tav tm="0">
                                          <p:val>
                                            <p:strVal val="#ppt_x"/>
                                          </p:val>
                                        </p:tav>
                                        <p:tav tm="100000">
                                          <p:val>
                                            <p:strVal val="#ppt_x"/>
                                          </p:val>
                                        </p:tav>
                                      </p:tavLst>
                                    </p:anim>
                                    <p:anim calcmode="lin" valueType="num">
                                      <p:cBhvr>
                                        <p:cTn id="79" dur="900" decel="100000" fill="hold"/>
                                        <p:tgtEl>
                                          <p:spTgt spid="42"/>
                                        </p:tgtEl>
                                        <p:attrNameLst>
                                          <p:attrName>ppt_y</p:attrName>
                                        </p:attrNameLst>
                                      </p:cBhvr>
                                      <p:tavLst>
                                        <p:tav tm="0">
                                          <p:val>
                                            <p:strVal val="#ppt_y+1"/>
                                          </p:val>
                                        </p:tav>
                                        <p:tav tm="100000">
                                          <p:val>
                                            <p:strVal val="#ppt_y-.03"/>
                                          </p:val>
                                        </p:tav>
                                      </p:tavLst>
                                    </p:anim>
                                    <p:anim calcmode="lin" valueType="num">
                                      <p:cBhvr>
                                        <p:cTn id="80" dur="100" accel="100000" fill="hold">
                                          <p:stCondLst>
                                            <p:cond delay="900"/>
                                          </p:stCondLst>
                                        </p:cTn>
                                        <p:tgtEl>
                                          <p:spTgt spid="42"/>
                                        </p:tgtEl>
                                        <p:attrNameLst>
                                          <p:attrName>ppt_y</p:attrName>
                                        </p:attrNameLst>
                                      </p:cBhvr>
                                      <p:tavLst>
                                        <p:tav tm="0">
                                          <p:val>
                                            <p:strVal val="#ppt_y-.03"/>
                                          </p:val>
                                        </p:tav>
                                        <p:tav tm="100000">
                                          <p:val>
                                            <p:strVal val="#ppt_y"/>
                                          </p:val>
                                        </p:tav>
                                      </p:tavLst>
                                    </p:anim>
                                  </p:childTnLst>
                                </p:cTn>
                              </p:par>
                              <p:par>
                                <p:cTn id="81" presetID="37" presetClass="entr" presetSubtype="0" fill="hold" nodeType="withEffect">
                                  <p:stCondLst>
                                    <p:cond delay="750"/>
                                  </p:stCondLst>
                                  <p:childTnLst>
                                    <p:set>
                                      <p:cBhvr>
                                        <p:cTn id="82" dur="1" fill="hold">
                                          <p:stCondLst>
                                            <p:cond delay="0"/>
                                          </p:stCondLst>
                                        </p:cTn>
                                        <p:tgtEl>
                                          <p:spTgt spid="66"/>
                                        </p:tgtEl>
                                        <p:attrNameLst>
                                          <p:attrName>style.visibility</p:attrName>
                                        </p:attrNameLst>
                                      </p:cBhvr>
                                      <p:to>
                                        <p:strVal val="visible"/>
                                      </p:to>
                                    </p:set>
                                    <p:animEffect transition="in" filter="fade">
                                      <p:cBhvr>
                                        <p:cTn id="83" dur="1000"/>
                                        <p:tgtEl>
                                          <p:spTgt spid="66"/>
                                        </p:tgtEl>
                                      </p:cBhvr>
                                    </p:animEffect>
                                    <p:anim calcmode="lin" valueType="num">
                                      <p:cBhvr>
                                        <p:cTn id="84" dur="1000" fill="hold"/>
                                        <p:tgtEl>
                                          <p:spTgt spid="66"/>
                                        </p:tgtEl>
                                        <p:attrNameLst>
                                          <p:attrName>ppt_x</p:attrName>
                                        </p:attrNameLst>
                                      </p:cBhvr>
                                      <p:tavLst>
                                        <p:tav tm="0">
                                          <p:val>
                                            <p:strVal val="#ppt_x"/>
                                          </p:val>
                                        </p:tav>
                                        <p:tav tm="100000">
                                          <p:val>
                                            <p:strVal val="#ppt_x"/>
                                          </p:val>
                                        </p:tav>
                                      </p:tavLst>
                                    </p:anim>
                                    <p:anim calcmode="lin" valueType="num">
                                      <p:cBhvr>
                                        <p:cTn id="85" dur="900" decel="100000" fill="hold"/>
                                        <p:tgtEl>
                                          <p:spTgt spid="66"/>
                                        </p:tgtEl>
                                        <p:attrNameLst>
                                          <p:attrName>ppt_y</p:attrName>
                                        </p:attrNameLst>
                                      </p:cBhvr>
                                      <p:tavLst>
                                        <p:tav tm="0">
                                          <p:val>
                                            <p:strVal val="#ppt_y+1"/>
                                          </p:val>
                                        </p:tav>
                                        <p:tav tm="100000">
                                          <p:val>
                                            <p:strVal val="#ppt_y-.03"/>
                                          </p:val>
                                        </p:tav>
                                      </p:tavLst>
                                    </p:anim>
                                    <p:anim calcmode="lin" valueType="num">
                                      <p:cBhvr>
                                        <p:cTn id="86" dur="100" accel="100000" fill="hold">
                                          <p:stCondLst>
                                            <p:cond delay="900"/>
                                          </p:stCondLst>
                                        </p:cTn>
                                        <p:tgtEl>
                                          <p:spTgt spid="66"/>
                                        </p:tgtEl>
                                        <p:attrNameLst>
                                          <p:attrName>ppt_y</p:attrName>
                                        </p:attrNameLst>
                                      </p:cBhvr>
                                      <p:tavLst>
                                        <p:tav tm="0">
                                          <p:val>
                                            <p:strVal val="#ppt_y-.03"/>
                                          </p:val>
                                        </p:tav>
                                        <p:tav tm="100000">
                                          <p:val>
                                            <p:strVal val="#ppt_y"/>
                                          </p:val>
                                        </p:tav>
                                      </p:tavLst>
                                    </p:anim>
                                  </p:childTnLst>
                                </p:cTn>
                              </p:par>
                            </p:childTnLst>
                          </p:cTn>
                        </p:par>
                        <p:par>
                          <p:cTn id="87" fill="hold" nodeType="afterGroup">
                            <p:stCondLst>
                              <p:cond delay="7250"/>
                            </p:stCondLst>
                            <p:childTnLst>
                              <p:par>
                                <p:cTn id="88" presetID="41" presetClass="entr" presetSubtype="0" fill="hold" grpId="0" nodeType="afterEffect">
                                  <p:stCondLst>
                                    <p:cond delay="0"/>
                                  </p:stCondLst>
                                  <p:iterate type="lt">
                                    <p:tmPct val="10000"/>
                                  </p:iterate>
                                  <p:childTnLst>
                                    <p:set>
                                      <p:cBhvr>
                                        <p:cTn id="89" dur="1" fill="hold">
                                          <p:stCondLst>
                                            <p:cond delay="0"/>
                                          </p:stCondLst>
                                        </p:cTn>
                                        <p:tgtEl>
                                          <p:spTgt spid="117"/>
                                        </p:tgtEl>
                                        <p:attrNameLst>
                                          <p:attrName>style.visibility</p:attrName>
                                        </p:attrNameLst>
                                      </p:cBhvr>
                                      <p:to>
                                        <p:strVal val="visible"/>
                                      </p:to>
                                    </p:set>
                                    <p:anim calcmode="lin" valueType="num">
                                      <p:cBhvr>
                                        <p:cTn id="90" dur="250" fill="hold"/>
                                        <p:tgtEl>
                                          <p:spTgt spid="117"/>
                                        </p:tgtEl>
                                        <p:attrNameLst>
                                          <p:attrName>ppt_x</p:attrName>
                                        </p:attrNameLst>
                                      </p:cBhvr>
                                      <p:tavLst>
                                        <p:tav tm="0">
                                          <p:val>
                                            <p:strVal val="#ppt_x"/>
                                          </p:val>
                                        </p:tav>
                                        <p:tav tm="50000">
                                          <p:val>
                                            <p:strVal val="#ppt_x+.1"/>
                                          </p:val>
                                        </p:tav>
                                        <p:tav tm="100000">
                                          <p:val>
                                            <p:strVal val="#ppt_x"/>
                                          </p:val>
                                        </p:tav>
                                      </p:tavLst>
                                    </p:anim>
                                    <p:anim calcmode="lin" valueType="num">
                                      <p:cBhvr>
                                        <p:cTn id="91" dur="250" fill="hold"/>
                                        <p:tgtEl>
                                          <p:spTgt spid="117"/>
                                        </p:tgtEl>
                                        <p:attrNameLst>
                                          <p:attrName>ppt_y</p:attrName>
                                        </p:attrNameLst>
                                      </p:cBhvr>
                                      <p:tavLst>
                                        <p:tav tm="0">
                                          <p:val>
                                            <p:strVal val="#ppt_y"/>
                                          </p:val>
                                        </p:tav>
                                        <p:tav tm="100000">
                                          <p:val>
                                            <p:strVal val="#ppt_y"/>
                                          </p:val>
                                        </p:tav>
                                      </p:tavLst>
                                    </p:anim>
                                    <p:anim calcmode="lin" valueType="num">
                                      <p:cBhvr>
                                        <p:cTn id="92" dur="250" fill="hold"/>
                                        <p:tgtEl>
                                          <p:spTgt spid="117"/>
                                        </p:tgtEl>
                                        <p:attrNameLst>
                                          <p:attrName>ppt_h</p:attrName>
                                        </p:attrNameLst>
                                      </p:cBhvr>
                                      <p:tavLst>
                                        <p:tav tm="0">
                                          <p:val>
                                            <p:strVal val="#ppt_h/10"/>
                                          </p:val>
                                        </p:tav>
                                        <p:tav tm="50000">
                                          <p:val>
                                            <p:strVal val="#ppt_h+.01"/>
                                          </p:val>
                                        </p:tav>
                                        <p:tav tm="100000">
                                          <p:val>
                                            <p:strVal val="#ppt_h"/>
                                          </p:val>
                                        </p:tav>
                                      </p:tavLst>
                                    </p:anim>
                                    <p:anim calcmode="lin" valueType="num">
                                      <p:cBhvr>
                                        <p:cTn id="93" dur="250" fill="hold"/>
                                        <p:tgtEl>
                                          <p:spTgt spid="117"/>
                                        </p:tgtEl>
                                        <p:attrNameLst>
                                          <p:attrName>ppt_w</p:attrName>
                                        </p:attrNameLst>
                                      </p:cBhvr>
                                      <p:tavLst>
                                        <p:tav tm="0">
                                          <p:val>
                                            <p:strVal val="#ppt_w/10"/>
                                          </p:val>
                                        </p:tav>
                                        <p:tav tm="50000">
                                          <p:val>
                                            <p:strVal val="#ppt_w+.01"/>
                                          </p:val>
                                        </p:tav>
                                        <p:tav tm="100000">
                                          <p:val>
                                            <p:strVal val="#ppt_w"/>
                                          </p:val>
                                        </p:tav>
                                      </p:tavLst>
                                    </p:anim>
                                    <p:animEffect transition="in" filter="fade">
                                      <p:cBhvr>
                                        <p:cTn id="94" dur="250" tmFilter="0,0; .5, 1; 1, 1"/>
                                        <p:tgtEl>
                                          <p:spTgt spid="1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17" grpId="0"/>
    </p:bldLst>
  </p:timing>
</p:sld>
</file>

<file path=ppt/slides/slide20.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grpSp>
        <p:nvGrpSpPr>
          <p:cNvPr id="2" name="组合 1"/>
          <p:cNvGrpSpPr/>
          <p:nvPr/>
        </p:nvGrpSpPr>
        <p:grpSpPr>
          <a:xfrm>
            <a:off x="327153" y="318911"/>
            <a:ext cx="529037" cy="529037"/>
            <a:chOff x="327153" y="318911"/>
            <a:chExt cx="529037" cy="529037"/>
          </a:xfrm>
        </p:grpSpPr>
        <p:sp>
          <p:nvSpPr>
            <p:cNvPr id="3" name="圆角矩形 2"/>
            <p:cNvSpPr/>
            <p:nvPr/>
          </p:nvSpPr>
          <p:spPr>
            <a:xfrm rot="18926424">
              <a:off x="327153" y="318911"/>
              <a:ext cx="529037" cy="529037"/>
            </a:xfrm>
            <a:prstGeom prst="roundRect">
              <a:avLst/>
            </a:prstGeom>
            <a:solidFill>
              <a:srgbClr val="545D79"/>
            </a:solidFill>
            <a:ln>
              <a:noFill/>
            </a:ln>
            <a:effectLst>
              <a:outerShdw blurRad="63500" algn="ctr" rotWithShape="0">
                <a:prstClr val="black">
                  <a:alpha val="40000"/>
                </a:prstClr>
              </a:outerShdw>
            </a:effectLst>
          </p:spPr>
          <p:txBody>
            <a:bodyPr vert="horz" wrap="square" lIns="91440" tIns="45720" rIns="91440" bIns="45720" numCol="1" anchor="ctr" anchorCtr="0" compatLnSpc="1">
              <a:prstTxWarp prst="textNoShape">
                <a:avLst/>
              </a:prstTxWarp>
            </a:bodyPr>
            <a:lstStyle/>
            <a:p>
              <a:pPr algn="ctr"/>
              <a:endParaRPr lang="zh-CN" altLang="en-US" sz="4800">
                <a:solidFill>
                  <a:prstClr val="white"/>
                </a:solidFill>
                <a:latin typeface="思源黑体旧字形 Normal" panose="020b0400000000000000" pitchFamily="34" charset="-128"/>
                <a:ea typeface="思源黑体旧字形 Normal" panose="020b0400000000000000" pitchFamily="34" charset="-128"/>
              </a:endParaRPr>
            </a:p>
          </p:txBody>
        </p:sp>
        <p:sp>
          <p:nvSpPr>
            <p:cNvPr id="4" name="MH_Other_2"/>
            <p:cNvSpPr/>
            <p:nvPr>
              <p:custDataLst>
                <p:tags r:id="rId3"/>
              </p:custDataLst>
            </p:nvPr>
          </p:nvSpPr>
          <p:spPr bwMode="auto">
            <a:xfrm>
              <a:off x="440450" y="441196"/>
              <a:ext cx="302442" cy="284465"/>
            </a:xfrm>
            <a:custGeom>
              <a:gdLst>
                <a:gd name="T0" fmla="*/ 373604 w 1361803"/>
                <a:gd name="T1" fmla="*/ 882437 h 1281345"/>
                <a:gd name="T2" fmla="*/ 476200 w 1361803"/>
                <a:gd name="T3" fmla="*/ 923828 h 1281345"/>
                <a:gd name="T4" fmla="*/ 554139 w 1361803"/>
                <a:gd name="T5" fmla="*/ 940808 h 1281345"/>
                <a:gd name="T6" fmla="*/ 528484 w 1361803"/>
                <a:gd name="T7" fmla="*/ 1017215 h 1281345"/>
                <a:gd name="T8" fmla="*/ 460417 w 1361803"/>
                <a:gd name="T9" fmla="*/ 1039501 h 1281345"/>
                <a:gd name="T10" fmla="*/ 352881 w 1361803"/>
                <a:gd name="T11" fmla="*/ 976886 h 1281345"/>
                <a:gd name="T12" fmla="*/ 286785 w 1361803"/>
                <a:gd name="T13" fmla="*/ 1049049 h 1281345"/>
                <a:gd name="T14" fmla="*/ 312434 w 1361803"/>
                <a:gd name="T15" fmla="*/ 885625 h 1281345"/>
                <a:gd name="T16" fmla="*/ 274750 w 1361803"/>
                <a:gd name="T17" fmla="*/ 686240 h 1281345"/>
                <a:gd name="T18" fmla="*/ 665920 w 1361803"/>
                <a:gd name="T19" fmla="*/ 686240 h 1281345"/>
                <a:gd name="T20" fmla="*/ 633318 w 1361803"/>
                <a:gd name="T21" fmla="*/ 771039 h 1281345"/>
                <a:gd name="T22" fmla="*/ 270797 w 1361803"/>
                <a:gd name="T23" fmla="*/ 776338 h 1281345"/>
                <a:gd name="T24" fmla="*/ 255979 w 1361803"/>
                <a:gd name="T25" fmla="*/ 705323 h 1281345"/>
                <a:gd name="T26" fmla="*/ 278558 w 1361803"/>
                <a:gd name="T27" fmla="*/ 503808 h 1281345"/>
                <a:gd name="T28" fmla="*/ 746925 w 1361803"/>
                <a:gd name="T29" fmla="*/ 503808 h 1281345"/>
                <a:gd name="T30" fmla="*/ 766688 w 1361803"/>
                <a:gd name="T31" fmla="*/ 555844 h 1281345"/>
                <a:gd name="T32" fmla="*/ 279544 w 1361803"/>
                <a:gd name="T33" fmla="*/ 593008 h 1281345"/>
                <a:gd name="T34" fmla="*/ 256813 w 1361803"/>
                <a:gd name="T35" fmla="*/ 527172 h 1281345"/>
                <a:gd name="T36" fmla="*/ 944591 w 1361803"/>
                <a:gd name="T37" fmla="*/ 452716 h 1281345"/>
                <a:gd name="T38" fmla="*/ 1023588 w 1361803"/>
                <a:gd name="T39" fmla="*/ 643756 h 1281345"/>
                <a:gd name="T40" fmla="*/ 636495 w 1361803"/>
                <a:gd name="T41" fmla="*/ 1040700 h 1281345"/>
                <a:gd name="T42" fmla="*/ 601932 w 1361803"/>
                <a:gd name="T43" fmla="*/ 1010980 h 1281345"/>
                <a:gd name="T44" fmla="*/ 940644 w 1361803"/>
                <a:gd name="T45" fmla="*/ 460140 h 1281345"/>
                <a:gd name="T46" fmla="*/ 1339566 w 1361803"/>
                <a:gd name="T47" fmla="*/ 322482 h 1281345"/>
                <a:gd name="T48" fmla="*/ 1356355 w 1361803"/>
                <a:gd name="T49" fmla="*/ 373372 h 1281345"/>
                <a:gd name="T50" fmla="*/ 1136163 w 1361803"/>
                <a:gd name="T51" fmla="*/ 663855 h 1281345"/>
                <a:gd name="T52" fmla="*/ 1082839 w 1361803"/>
                <a:gd name="T53" fmla="*/ 676580 h 1281345"/>
                <a:gd name="T54" fmla="*/ 1123322 w 1361803"/>
                <a:gd name="T55" fmla="*/ 596008 h 1281345"/>
                <a:gd name="T56" fmla="*/ 1312908 w 1361803"/>
                <a:gd name="T57" fmla="*/ 334145 h 1281345"/>
                <a:gd name="T58" fmla="*/ 526769 w 1361803"/>
                <a:gd name="T59" fmla="*/ 229043 h 1281345"/>
                <a:gd name="T60" fmla="*/ 766688 w 1361803"/>
                <a:gd name="T61" fmla="*/ 244970 h 1281345"/>
                <a:gd name="T62" fmla="*/ 749907 w 1361803"/>
                <a:gd name="T63" fmla="*/ 318243 h 1281345"/>
                <a:gd name="T64" fmla="*/ 529735 w 1361803"/>
                <a:gd name="T65" fmla="*/ 318243 h 1281345"/>
                <a:gd name="T66" fmla="*/ 511959 w 1361803"/>
                <a:gd name="T67" fmla="*/ 246034 h 1281345"/>
                <a:gd name="T68" fmla="*/ 1245419 w 1361803"/>
                <a:gd name="T69" fmla="*/ 137724 h 1281345"/>
                <a:gd name="T70" fmla="*/ 1309122 w 1361803"/>
                <a:gd name="T71" fmla="*/ 239622 h 1281345"/>
                <a:gd name="T72" fmla="*/ 1116528 w 1361803"/>
                <a:gd name="T73" fmla="*/ 531150 h 1281345"/>
                <a:gd name="T74" fmla="*/ 998003 w 1361803"/>
                <a:gd name="T75" fmla="*/ 384860 h 1281345"/>
                <a:gd name="T76" fmla="*/ 1207394 w 1361803"/>
                <a:gd name="T77" fmla="*/ 148457 h 1281345"/>
                <a:gd name="T78" fmla="*/ 327005 w 1361803"/>
                <a:gd name="T79" fmla="*/ 0 h 1281345"/>
                <a:gd name="T80" fmla="*/ 1023501 w 1361803"/>
                <a:gd name="T81" fmla="*/ 136834 h 1281345"/>
                <a:gd name="T82" fmla="*/ 1015602 w 1361803"/>
                <a:gd name="T83" fmla="*/ 237608 h 1281345"/>
                <a:gd name="T84" fmla="*/ 909891 w 1361803"/>
                <a:gd name="T85" fmla="*/ 379745 h 1281345"/>
                <a:gd name="T86" fmla="*/ 897047 w 1361803"/>
                <a:gd name="T87" fmla="*/ 313980 h 1281345"/>
                <a:gd name="T88" fmla="*/ 872348 w 1361803"/>
                <a:gd name="T89" fmla="*/ 135772 h 1281345"/>
                <a:gd name="T90" fmla="*/ 382329 w 1361803"/>
                <a:gd name="T91" fmla="*/ 135772 h 1281345"/>
                <a:gd name="T92" fmla="*/ 382329 w 1361803"/>
                <a:gd name="T93" fmla="*/ 313980 h 1281345"/>
                <a:gd name="T94" fmla="*/ 143255 w 1361803"/>
                <a:gd name="T95" fmla="*/ 409444 h 1281345"/>
                <a:gd name="T96" fmla="*/ 126454 w 1361803"/>
                <a:gd name="T97" fmla="*/ 428538 h 1281345"/>
                <a:gd name="T98" fmla="*/ 151153 w 1361803"/>
                <a:gd name="T99" fmla="*/ 1143476 h 1281345"/>
                <a:gd name="T100" fmla="*/ 897047 w 1361803"/>
                <a:gd name="T101" fmla="*/ 1115897 h 1281345"/>
                <a:gd name="T102" fmla="*/ 902973 w 1361803"/>
                <a:gd name="T103" fmla="*/ 902690 h 1281345"/>
                <a:gd name="T104" fmla="*/ 1022515 w 1361803"/>
                <a:gd name="T105" fmla="*/ 767972 h 1281345"/>
                <a:gd name="T106" fmla="*/ 1023501 w 1361803"/>
                <a:gd name="T107" fmla="*/ 1133931 h 1281345"/>
                <a:gd name="T108" fmla="*/ 131394 w 1361803"/>
                <a:gd name="T109" fmla="*/ 1279248 h 1281345"/>
                <a:gd name="T110" fmla="*/ 0 w 1361803"/>
                <a:gd name="T111" fmla="*/ 335193 h 1281345"/>
                <a:gd name="T112" fmla="*/ 261801 w 1361803"/>
                <a:gd name="T113" fmla="*/ 28642 h 1281345"/>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1361803" h="1281345">
                  <a:moveTo>
                    <a:pt x="340187" y="867542"/>
                  </a:moveTo>
                  <a:cubicBezTo>
                    <a:pt x="351512" y="867144"/>
                    <a:pt x="363575" y="872724"/>
                    <a:pt x="372930" y="883885"/>
                  </a:cubicBezTo>
                  <a:cubicBezTo>
                    <a:pt x="394595" y="907270"/>
                    <a:pt x="415275" y="931718"/>
                    <a:pt x="436940" y="957229"/>
                  </a:cubicBezTo>
                  <a:cubicBezTo>
                    <a:pt x="449742" y="946599"/>
                    <a:pt x="462543" y="935970"/>
                    <a:pt x="475345" y="925340"/>
                  </a:cubicBezTo>
                  <a:cubicBezTo>
                    <a:pt x="492086" y="911522"/>
                    <a:pt x="506857" y="910459"/>
                    <a:pt x="525568" y="923214"/>
                  </a:cubicBezTo>
                  <a:cubicBezTo>
                    <a:pt x="535415" y="929592"/>
                    <a:pt x="544278" y="935970"/>
                    <a:pt x="553141" y="942347"/>
                  </a:cubicBezTo>
                  <a:cubicBezTo>
                    <a:pt x="545263" y="967858"/>
                    <a:pt x="538370" y="993369"/>
                    <a:pt x="530492" y="1018880"/>
                  </a:cubicBezTo>
                  <a:cubicBezTo>
                    <a:pt x="528522" y="1018880"/>
                    <a:pt x="528522" y="1018880"/>
                    <a:pt x="527537" y="1018880"/>
                  </a:cubicBezTo>
                  <a:cubicBezTo>
                    <a:pt x="509812" y="1000810"/>
                    <a:pt x="494056" y="1007187"/>
                    <a:pt x="479284" y="1024195"/>
                  </a:cubicBezTo>
                  <a:cubicBezTo>
                    <a:pt x="473376" y="1030572"/>
                    <a:pt x="466482" y="1035887"/>
                    <a:pt x="459589" y="1041202"/>
                  </a:cubicBezTo>
                  <a:cubicBezTo>
                    <a:pt x="438909" y="1058209"/>
                    <a:pt x="420199" y="1056083"/>
                    <a:pt x="402473" y="1035887"/>
                  </a:cubicBezTo>
                  <a:cubicBezTo>
                    <a:pt x="385732" y="1017817"/>
                    <a:pt x="369976" y="998684"/>
                    <a:pt x="352251" y="978488"/>
                  </a:cubicBezTo>
                  <a:cubicBezTo>
                    <a:pt x="343388" y="995495"/>
                    <a:pt x="335510" y="1012502"/>
                    <a:pt x="327632" y="1028446"/>
                  </a:cubicBezTo>
                  <a:cubicBezTo>
                    <a:pt x="318769" y="1046517"/>
                    <a:pt x="303013" y="1053957"/>
                    <a:pt x="286272" y="1050768"/>
                  </a:cubicBezTo>
                  <a:cubicBezTo>
                    <a:pt x="262638" y="1046517"/>
                    <a:pt x="248851" y="1019943"/>
                    <a:pt x="259683" y="995495"/>
                  </a:cubicBezTo>
                  <a:cubicBezTo>
                    <a:pt x="276424" y="959355"/>
                    <a:pt x="293165" y="922151"/>
                    <a:pt x="311876" y="887074"/>
                  </a:cubicBezTo>
                  <a:cubicBezTo>
                    <a:pt x="318276" y="874318"/>
                    <a:pt x="328863" y="867941"/>
                    <a:pt x="340187" y="867542"/>
                  </a:cubicBezTo>
                  <a:close/>
                  <a:moveTo>
                    <a:pt x="274255" y="687365"/>
                  </a:moveTo>
                  <a:cubicBezTo>
                    <a:pt x="330459" y="687365"/>
                    <a:pt x="386662" y="687365"/>
                    <a:pt x="442866" y="687365"/>
                  </a:cubicBezTo>
                  <a:cubicBezTo>
                    <a:pt x="516819" y="687365"/>
                    <a:pt x="590771" y="687365"/>
                    <a:pt x="664723" y="687365"/>
                  </a:cubicBezTo>
                  <a:cubicBezTo>
                    <a:pt x="670640" y="687365"/>
                    <a:pt x="675570" y="687365"/>
                    <a:pt x="684444" y="687365"/>
                  </a:cubicBezTo>
                  <a:cubicBezTo>
                    <a:pt x="666695" y="718154"/>
                    <a:pt x="649933" y="745757"/>
                    <a:pt x="632184" y="772299"/>
                  </a:cubicBezTo>
                  <a:cubicBezTo>
                    <a:pt x="630212" y="775484"/>
                    <a:pt x="625282" y="776545"/>
                    <a:pt x="621338" y="776545"/>
                  </a:cubicBezTo>
                  <a:cubicBezTo>
                    <a:pt x="504000" y="777607"/>
                    <a:pt x="387648" y="776545"/>
                    <a:pt x="270311" y="777607"/>
                  </a:cubicBezTo>
                  <a:cubicBezTo>
                    <a:pt x="259464" y="777607"/>
                    <a:pt x="255520" y="772299"/>
                    <a:pt x="256506" y="760620"/>
                  </a:cubicBezTo>
                  <a:cubicBezTo>
                    <a:pt x="256506" y="742572"/>
                    <a:pt x="256506" y="724524"/>
                    <a:pt x="255520" y="706475"/>
                  </a:cubicBezTo>
                  <a:cubicBezTo>
                    <a:pt x="255520" y="691612"/>
                    <a:pt x="261436" y="687365"/>
                    <a:pt x="274255" y="687365"/>
                  </a:cubicBezTo>
                  <a:close/>
                  <a:moveTo>
                    <a:pt x="278054" y="504636"/>
                  </a:moveTo>
                  <a:cubicBezTo>
                    <a:pt x="354989" y="504636"/>
                    <a:pt x="432911" y="504636"/>
                    <a:pt x="509846" y="504636"/>
                  </a:cubicBezTo>
                  <a:cubicBezTo>
                    <a:pt x="588754" y="504636"/>
                    <a:pt x="666676" y="504636"/>
                    <a:pt x="745584" y="504636"/>
                  </a:cubicBezTo>
                  <a:cubicBezTo>
                    <a:pt x="764325" y="504636"/>
                    <a:pt x="765311" y="505700"/>
                    <a:pt x="765311" y="524845"/>
                  </a:cubicBezTo>
                  <a:cubicBezTo>
                    <a:pt x="765311" y="535481"/>
                    <a:pt x="765311" y="546117"/>
                    <a:pt x="765311" y="556753"/>
                  </a:cubicBezTo>
                  <a:cubicBezTo>
                    <a:pt x="765311" y="580153"/>
                    <a:pt x="752489" y="593980"/>
                    <a:pt x="730789" y="593980"/>
                  </a:cubicBezTo>
                  <a:cubicBezTo>
                    <a:pt x="580863" y="593980"/>
                    <a:pt x="429952" y="593980"/>
                    <a:pt x="279040" y="593980"/>
                  </a:cubicBezTo>
                  <a:cubicBezTo>
                    <a:pt x="256354" y="593980"/>
                    <a:pt x="256354" y="592917"/>
                    <a:pt x="256354" y="569517"/>
                  </a:cubicBezTo>
                  <a:cubicBezTo>
                    <a:pt x="256354" y="555690"/>
                    <a:pt x="256354" y="541863"/>
                    <a:pt x="256354" y="528036"/>
                  </a:cubicBezTo>
                  <a:cubicBezTo>
                    <a:pt x="256354" y="504636"/>
                    <a:pt x="256354" y="504636"/>
                    <a:pt x="278054" y="504636"/>
                  </a:cubicBezTo>
                  <a:close/>
                  <a:moveTo>
                    <a:pt x="942895" y="453454"/>
                  </a:moveTo>
                  <a:cubicBezTo>
                    <a:pt x="989224" y="494914"/>
                    <a:pt x="1033581" y="534249"/>
                    <a:pt x="1077938" y="574646"/>
                  </a:cubicBezTo>
                  <a:cubicBezTo>
                    <a:pt x="1059210" y="599097"/>
                    <a:pt x="1040481" y="622484"/>
                    <a:pt x="1021752" y="644809"/>
                  </a:cubicBezTo>
                  <a:cubicBezTo>
                    <a:pt x="928109" y="760685"/>
                    <a:pt x="831509" y="874435"/>
                    <a:pt x="722095" y="974365"/>
                  </a:cubicBezTo>
                  <a:cubicBezTo>
                    <a:pt x="695481" y="999879"/>
                    <a:pt x="664923" y="1021141"/>
                    <a:pt x="635352" y="1042403"/>
                  </a:cubicBezTo>
                  <a:cubicBezTo>
                    <a:pt x="626481" y="1048781"/>
                    <a:pt x="613666" y="1046655"/>
                    <a:pt x="601838" y="1048781"/>
                  </a:cubicBezTo>
                  <a:cubicBezTo>
                    <a:pt x="601838" y="1037087"/>
                    <a:pt x="596909" y="1023267"/>
                    <a:pt x="600852" y="1012636"/>
                  </a:cubicBezTo>
                  <a:cubicBezTo>
                    <a:pt x="619581" y="969050"/>
                    <a:pt x="637323" y="924400"/>
                    <a:pt x="659995" y="882940"/>
                  </a:cubicBezTo>
                  <a:cubicBezTo>
                    <a:pt x="741809" y="734108"/>
                    <a:pt x="838409" y="595907"/>
                    <a:pt x="938952" y="460896"/>
                  </a:cubicBezTo>
                  <a:cubicBezTo>
                    <a:pt x="939938" y="458770"/>
                    <a:pt x="940924" y="456643"/>
                    <a:pt x="942895" y="453454"/>
                  </a:cubicBezTo>
                  <a:close/>
                  <a:moveTo>
                    <a:pt x="1337162" y="323013"/>
                  </a:moveTo>
                  <a:cubicBezTo>
                    <a:pt x="1348990" y="326198"/>
                    <a:pt x="1361803" y="343189"/>
                    <a:pt x="1361803" y="358055"/>
                  </a:cubicBezTo>
                  <a:cubicBezTo>
                    <a:pt x="1359832" y="361241"/>
                    <a:pt x="1357861" y="367612"/>
                    <a:pt x="1353918" y="373984"/>
                  </a:cubicBezTo>
                  <a:cubicBezTo>
                    <a:pt x="1300693" y="447255"/>
                    <a:pt x="1247469" y="521588"/>
                    <a:pt x="1194244" y="594859"/>
                  </a:cubicBezTo>
                  <a:cubicBezTo>
                    <a:pt x="1175517" y="619282"/>
                    <a:pt x="1154818" y="642644"/>
                    <a:pt x="1134120" y="664944"/>
                  </a:cubicBezTo>
                  <a:cubicBezTo>
                    <a:pt x="1125249" y="673439"/>
                    <a:pt x="1113421" y="678749"/>
                    <a:pt x="1101594" y="682996"/>
                  </a:cubicBezTo>
                  <a:cubicBezTo>
                    <a:pt x="1095680" y="685120"/>
                    <a:pt x="1083852" y="682996"/>
                    <a:pt x="1080895" y="677687"/>
                  </a:cubicBezTo>
                  <a:cubicBezTo>
                    <a:pt x="1077938" y="671315"/>
                    <a:pt x="1077938" y="658573"/>
                    <a:pt x="1080895" y="652201"/>
                  </a:cubicBezTo>
                  <a:cubicBezTo>
                    <a:pt x="1092723" y="633087"/>
                    <a:pt x="1107507" y="615035"/>
                    <a:pt x="1121306" y="596983"/>
                  </a:cubicBezTo>
                  <a:cubicBezTo>
                    <a:pt x="1175517" y="522650"/>
                    <a:pt x="1229727" y="449379"/>
                    <a:pt x="1284923" y="375046"/>
                  </a:cubicBezTo>
                  <a:cubicBezTo>
                    <a:pt x="1293794" y="362303"/>
                    <a:pt x="1302665" y="348498"/>
                    <a:pt x="1310550" y="334694"/>
                  </a:cubicBezTo>
                  <a:cubicBezTo>
                    <a:pt x="1317449" y="324075"/>
                    <a:pt x="1325334" y="318765"/>
                    <a:pt x="1337162" y="323013"/>
                  </a:cubicBezTo>
                  <a:close/>
                  <a:moveTo>
                    <a:pt x="525824" y="229421"/>
                  </a:moveTo>
                  <a:cubicBezTo>
                    <a:pt x="600725" y="229421"/>
                    <a:pt x="675627" y="229421"/>
                    <a:pt x="750528" y="229421"/>
                  </a:cubicBezTo>
                  <a:cubicBezTo>
                    <a:pt x="761369" y="229421"/>
                    <a:pt x="765311" y="233676"/>
                    <a:pt x="765311" y="245375"/>
                  </a:cubicBezTo>
                  <a:cubicBezTo>
                    <a:pt x="764326" y="264521"/>
                    <a:pt x="764326" y="282602"/>
                    <a:pt x="765311" y="301747"/>
                  </a:cubicBezTo>
                  <a:cubicBezTo>
                    <a:pt x="765311" y="314511"/>
                    <a:pt x="760383" y="318765"/>
                    <a:pt x="748557" y="318765"/>
                  </a:cubicBezTo>
                  <a:cubicBezTo>
                    <a:pt x="711106" y="318765"/>
                    <a:pt x="674641" y="318765"/>
                    <a:pt x="638176" y="318765"/>
                  </a:cubicBezTo>
                  <a:cubicBezTo>
                    <a:pt x="601711" y="318765"/>
                    <a:pt x="565246" y="317702"/>
                    <a:pt x="528781" y="318765"/>
                  </a:cubicBezTo>
                  <a:cubicBezTo>
                    <a:pt x="515969" y="318765"/>
                    <a:pt x="511041" y="313447"/>
                    <a:pt x="511041" y="299620"/>
                  </a:cubicBezTo>
                  <a:cubicBezTo>
                    <a:pt x="512027" y="282602"/>
                    <a:pt x="512027" y="264521"/>
                    <a:pt x="511041" y="246439"/>
                  </a:cubicBezTo>
                  <a:cubicBezTo>
                    <a:pt x="511041" y="234739"/>
                    <a:pt x="514983" y="229421"/>
                    <a:pt x="525824" y="229421"/>
                  </a:cubicBezTo>
                  <a:close/>
                  <a:moveTo>
                    <a:pt x="1243182" y="137949"/>
                  </a:moveTo>
                  <a:cubicBezTo>
                    <a:pt x="1255260" y="139675"/>
                    <a:pt x="1267337" y="146577"/>
                    <a:pt x="1281140" y="158257"/>
                  </a:cubicBezTo>
                  <a:cubicBezTo>
                    <a:pt x="1308745" y="183741"/>
                    <a:pt x="1317618" y="208163"/>
                    <a:pt x="1306773" y="240018"/>
                  </a:cubicBezTo>
                  <a:cubicBezTo>
                    <a:pt x="1300858" y="257008"/>
                    <a:pt x="1294942" y="275059"/>
                    <a:pt x="1285083" y="289925"/>
                  </a:cubicBezTo>
                  <a:cubicBezTo>
                    <a:pt x="1228886" y="370624"/>
                    <a:pt x="1171704" y="450262"/>
                    <a:pt x="1114521" y="532023"/>
                  </a:cubicBezTo>
                  <a:cubicBezTo>
                    <a:pt x="1066212" y="489550"/>
                    <a:pt x="1022832" y="450262"/>
                    <a:pt x="977480" y="410974"/>
                  </a:cubicBezTo>
                  <a:cubicBezTo>
                    <a:pt x="984381" y="401417"/>
                    <a:pt x="990297" y="392923"/>
                    <a:pt x="996212" y="385490"/>
                  </a:cubicBezTo>
                  <a:cubicBezTo>
                    <a:pt x="1050437" y="319656"/>
                    <a:pt x="1103676" y="252760"/>
                    <a:pt x="1157901" y="187988"/>
                  </a:cubicBezTo>
                  <a:cubicBezTo>
                    <a:pt x="1170718" y="172061"/>
                    <a:pt x="1188464" y="159319"/>
                    <a:pt x="1205225" y="148700"/>
                  </a:cubicBezTo>
                  <a:cubicBezTo>
                    <a:pt x="1219027" y="139675"/>
                    <a:pt x="1231105" y="136224"/>
                    <a:pt x="1243182" y="137949"/>
                  </a:cubicBezTo>
                  <a:close/>
                  <a:moveTo>
                    <a:pt x="326420" y="0"/>
                  </a:moveTo>
                  <a:cubicBezTo>
                    <a:pt x="513791" y="0"/>
                    <a:pt x="702148" y="0"/>
                    <a:pt x="889519" y="0"/>
                  </a:cubicBezTo>
                  <a:cubicBezTo>
                    <a:pt x="964468" y="1063"/>
                    <a:pt x="1018707" y="56311"/>
                    <a:pt x="1021665" y="137059"/>
                  </a:cubicBezTo>
                  <a:cubicBezTo>
                    <a:pt x="1021665" y="164684"/>
                    <a:pt x="1021665" y="191246"/>
                    <a:pt x="1020679" y="218870"/>
                  </a:cubicBezTo>
                  <a:cubicBezTo>
                    <a:pt x="1020679" y="225245"/>
                    <a:pt x="1017721" y="232682"/>
                    <a:pt x="1013776" y="237995"/>
                  </a:cubicBezTo>
                  <a:cubicBezTo>
                    <a:pt x="985177" y="275181"/>
                    <a:pt x="956578" y="311305"/>
                    <a:pt x="928966" y="348492"/>
                  </a:cubicBezTo>
                  <a:cubicBezTo>
                    <a:pt x="921077" y="358054"/>
                    <a:pt x="915160" y="369741"/>
                    <a:pt x="908256" y="380366"/>
                  </a:cubicBezTo>
                  <a:cubicBezTo>
                    <a:pt x="905298" y="384616"/>
                    <a:pt x="901353" y="387804"/>
                    <a:pt x="895436" y="395241"/>
                  </a:cubicBezTo>
                  <a:cubicBezTo>
                    <a:pt x="895436" y="365492"/>
                    <a:pt x="895436" y="339992"/>
                    <a:pt x="895436" y="314493"/>
                  </a:cubicBezTo>
                  <a:cubicBezTo>
                    <a:pt x="895436" y="263494"/>
                    <a:pt x="895436" y="212495"/>
                    <a:pt x="895436" y="161496"/>
                  </a:cubicBezTo>
                  <a:cubicBezTo>
                    <a:pt x="895436" y="139184"/>
                    <a:pt x="892478" y="135997"/>
                    <a:pt x="870782" y="135997"/>
                  </a:cubicBezTo>
                  <a:cubicBezTo>
                    <a:pt x="713982" y="135997"/>
                    <a:pt x="557182" y="135997"/>
                    <a:pt x="399396" y="135997"/>
                  </a:cubicBezTo>
                  <a:cubicBezTo>
                    <a:pt x="394465" y="135997"/>
                    <a:pt x="388548" y="135997"/>
                    <a:pt x="381645" y="135997"/>
                  </a:cubicBezTo>
                  <a:cubicBezTo>
                    <a:pt x="381645" y="145559"/>
                    <a:pt x="381645" y="152997"/>
                    <a:pt x="381645" y="159371"/>
                  </a:cubicBezTo>
                  <a:cubicBezTo>
                    <a:pt x="381645" y="211433"/>
                    <a:pt x="381645" y="262431"/>
                    <a:pt x="381645" y="314493"/>
                  </a:cubicBezTo>
                  <a:cubicBezTo>
                    <a:pt x="380659" y="373991"/>
                    <a:pt x="346143" y="410116"/>
                    <a:pt x="290918" y="410116"/>
                  </a:cubicBezTo>
                  <a:cubicBezTo>
                    <a:pt x="241610" y="410116"/>
                    <a:pt x="192302" y="410116"/>
                    <a:pt x="142994" y="410116"/>
                  </a:cubicBezTo>
                  <a:cubicBezTo>
                    <a:pt x="138063" y="410116"/>
                    <a:pt x="133132" y="410116"/>
                    <a:pt x="126229" y="410116"/>
                  </a:cubicBezTo>
                  <a:cubicBezTo>
                    <a:pt x="126229" y="418615"/>
                    <a:pt x="126229" y="423928"/>
                    <a:pt x="126229" y="429240"/>
                  </a:cubicBezTo>
                  <a:cubicBezTo>
                    <a:pt x="126229" y="658735"/>
                    <a:pt x="126229" y="888229"/>
                    <a:pt x="126229" y="1117724"/>
                  </a:cubicBezTo>
                  <a:cubicBezTo>
                    <a:pt x="126229" y="1143223"/>
                    <a:pt x="128201" y="1145348"/>
                    <a:pt x="150883" y="1145348"/>
                  </a:cubicBezTo>
                  <a:cubicBezTo>
                    <a:pt x="390521" y="1145348"/>
                    <a:pt x="630158" y="1145348"/>
                    <a:pt x="869796" y="1145348"/>
                  </a:cubicBezTo>
                  <a:cubicBezTo>
                    <a:pt x="893464" y="1145348"/>
                    <a:pt x="895436" y="1143223"/>
                    <a:pt x="895436" y="1117724"/>
                  </a:cubicBezTo>
                  <a:cubicBezTo>
                    <a:pt x="895436" y="1052913"/>
                    <a:pt x="895436" y="988102"/>
                    <a:pt x="895436" y="923291"/>
                  </a:cubicBezTo>
                  <a:cubicBezTo>
                    <a:pt x="895436" y="916916"/>
                    <a:pt x="897409" y="908416"/>
                    <a:pt x="901353" y="904166"/>
                  </a:cubicBezTo>
                  <a:cubicBezTo>
                    <a:pt x="938827" y="860605"/>
                    <a:pt x="976302" y="818106"/>
                    <a:pt x="1013776" y="774545"/>
                  </a:cubicBezTo>
                  <a:cubicBezTo>
                    <a:pt x="1015748" y="773482"/>
                    <a:pt x="1016734" y="772420"/>
                    <a:pt x="1020679" y="769232"/>
                  </a:cubicBezTo>
                  <a:cubicBezTo>
                    <a:pt x="1020679" y="775607"/>
                    <a:pt x="1021665" y="779857"/>
                    <a:pt x="1021665" y="784107"/>
                  </a:cubicBezTo>
                  <a:cubicBezTo>
                    <a:pt x="1021665" y="902042"/>
                    <a:pt x="1021665" y="1018914"/>
                    <a:pt x="1021665" y="1135786"/>
                  </a:cubicBezTo>
                  <a:cubicBezTo>
                    <a:pt x="1020679" y="1222909"/>
                    <a:pt x="967426" y="1281345"/>
                    <a:pt x="886561" y="1281345"/>
                  </a:cubicBezTo>
                  <a:cubicBezTo>
                    <a:pt x="634103" y="1281345"/>
                    <a:pt x="382631" y="1281345"/>
                    <a:pt x="131160" y="1281345"/>
                  </a:cubicBezTo>
                  <a:cubicBezTo>
                    <a:pt x="55225" y="1281345"/>
                    <a:pt x="0" y="1221847"/>
                    <a:pt x="0" y="1140036"/>
                  </a:cubicBezTo>
                  <a:cubicBezTo>
                    <a:pt x="0" y="872292"/>
                    <a:pt x="0" y="603486"/>
                    <a:pt x="0" y="335742"/>
                  </a:cubicBezTo>
                  <a:cubicBezTo>
                    <a:pt x="0" y="315555"/>
                    <a:pt x="5917" y="298556"/>
                    <a:pt x="18737" y="283681"/>
                  </a:cubicBezTo>
                  <a:cubicBezTo>
                    <a:pt x="99603" y="198683"/>
                    <a:pt x="180468" y="113685"/>
                    <a:pt x="261333" y="28687"/>
                  </a:cubicBezTo>
                  <a:cubicBezTo>
                    <a:pt x="279084" y="9562"/>
                    <a:pt x="300780" y="0"/>
                    <a:pt x="32642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5" name="文本框 4"/>
          <p:cNvSpPr txBox="1"/>
          <p:nvPr/>
        </p:nvSpPr>
        <p:spPr>
          <a:xfrm>
            <a:off x="974526" y="321818"/>
            <a:ext cx="1620957" cy="523220"/>
          </a:xfrm>
          <a:prstGeom prst="rect">
            <a:avLst/>
          </a:prstGeom>
          <a:noFill/>
        </p:spPr>
        <p:txBody>
          <a:bodyPr wrap="none" rtlCol="0">
            <a:spAutoFit/>
          </a:bodyPr>
          <a:lstStyle/>
          <a:p>
            <a:r>
              <a:rPr lang="zh-CN" altLang="en-US" sz="2800" b="1">
                <a:solidFill>
                  <a:srgbClr val="3FB793"/>
                </a:solidFill>
                <a:latin typeface="思源黑体旧字形 Normal" panose="020b0400000000000000" pitchFamily="34" charset="-128"/>
                <a:ea typeface="思源黑体旧字形 Normal" panose="020b0400000000000000" pitchFamily="34" charset="-128"/>
              </a:rPr>
              <a:t>专业技能</a:t>
            </a:r>
          </a:p>
        </p:txBody>
      </p:sp>
      <p:grpSp>
        <p:nvGrpSpPr>
          <p:cNvPr id="86" name="组合 85">
            <a:extLst>
              <a:ext uri="{FF2B5EF4-FFF2-40B4-BE49-F238E27FC236}">
                <a16:creationId xmlns:a16="http://schemas.microsoft.com/office/drawing/2014/main" id="{D3BC84AB-82CE-4CD0-AC27-0DACB3E5672D}"/>
              </a:ext>
            </a:extLst>
          </p:cNvPr>
          <p:cNvGrpSpPr/>
          <p:nvPr/>
        </p:nvGrpSpPr>
        <p:grpSpPr>
          <a:xfrm>
            <a:off x="0" y="3641982"/>
            <a:ext cx="12192000" cy="477157"/>
            <a:chOff x="0" y="3572328"/>
            <a:chExt cx="12192000" cy="477157"/>
          </a:xfrm>
        </p:grpSpPr>
        <p:sp>
          <p:nvSpPr>
            <p:cNvPr id="87" name="矩形 86">
              <a:extLst>
                <a:ext uri="{FF2B5EF4-FFF2-40B4-BE49-F238E27FC236}">
                  <a16:creationId xmlns:a16="http://schemas.microsoft.com/office/drawing/2014/main" id="{955A5C41-96B2-4E27-AB28-53DA135D7842}"/>
                </a:ext>
              </a:extLst>
            </p:cNvPr>
            <p:cNvSpPr/>
            <p:nvPr/>
          </p:nvSpPr>
          <p:spPr>
            <a:xfrm>
              <a:off x="0" y="3572328"/>
              <a:ext cx="12192000" cy="477157"/>
            </a:xfrm>
            <a:prstGeom prst="rect">
              <a:avLst/>
            </a:prstGeom>
            <a:solidFill>
              <a:schemeClr val="bg1">
                <a:lumMod val="6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思源黑体旧字形 Normal" panose="020b0400000000000000" pitchFamily="34" charset="-128"/>
              </a:endParaRPr>
            </a:p>
          </p:txBody>
        </p:sp>
        <p:cxnSp>
          <p:nvCxnSpPr>
            <p:cNvPr id="88" name="直接连接符 87">
              <a:extLst>
                <a:ext uri="{FF2B5EF4-FFF2-40B4-BE49-F238E27FC236}">
                  <a16:creationId xmlns:a16="http://schemas.microsoft.com/office/drawing/2014/main" id="{0962666C-5B22-40EC-807B-92B40BC14C49}"/>
                </a:ext>
              </a:extLst>
            </p:cNvPr>
            <p:cNvCxnSpPr/>
            <p:nvPr/>
          </p:nvCxnSpPr>
          <p:spPr>
            <a:xfrm flipV="1">
              <a:off x="344712" y="3817258"/>
              <a:ext cx="11411857" cy="14514"/>
            </a:xfrm>
            <a:prstGeom prst="line">
              <a:avLst/>
            </a:prstGeom>
            <a:ln w="85725">
              <a:solidFill>
                <a:schemeClr val="bg1"/>
              </a:solidFill>
              <a:prstDash val="dash"/>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grpSp>
      <p:grpSp>
        <p:nvGrpSpPr>
          <p:cNvPr id="89" name="组合 26">
            <a:extLst>
              <a:ext uri="{FF2B5EF4-FFF2-40B4-BE49-F238E27FC236}">
                <a16:creationId xmlns:a16="http://schemas.microsoft.com/office/drawing/2014/main" id="{881E1D31-AE21-4EF9-9075-32B5559972E0}"/>
              </a:ext>
            </a:extLst>
          </p:cNvPr>
          <p:cNvGrpSpPr/>
          <p:nvPr/>
        </p:nvGrpSpPr>
        <p:grpSpPr>
          <a:xfrm rot="2886851">
            <a:off x="1119142" y="3483057"/>
            <a:ext cx="789372" cy="789372"/>
            <a:chOff x="5004046" y="1923583"/>
            <a:chExt cx="628790" cy="628790"/>
          </a:xfrm>
          <a:effectLst>
            <a:outerShdw blurRad="50800" dist="38100" dir="2700000" algn="tl" rotWithShape="0">
              <a:prstClr val="black">
                <a:alpha val="40000"/>
              </a:prstClr>
            </a:outerShdw>
          </a:effectLst>
        </p:grpSpPr>
        <p:sp>
          <p:nvSpPr>
            <p:cNvPr id="90" name="泪滴形 89">
              <a:extLst>
                <a:ext uri="{FF2B5EF4-FFF2-40B4-BE49-F238E27FC236}">
                  <a16:creationId xmlns:a16="http://schemas.microsoft.com/office/drawing/2014/main" id="{51F6D737-24FE-408E-A1C7-D5560388F177}"/>
                </a:ext>
              </a:extLst>
            </p:cNvPr>
            <p:cNvSpPr/>
            <p:nvPr/>
          </p:nvSpPr>
          <p:spPr>
            <a:xfrm rot="10800000" flipH="1">
              <a:off x="5004046" y="1923583"/>
              <a:ext cx="628790" cy="628790"/>
            </a:xfrm>
            <a:prstGeom prst="teardrop">
              <a:avLst/>
            </a:prstGeom>
            <a:solidFill>
              <a:srgbClr val="545D79"/>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bg1">
                    <a:lumMod val="50000"/>
                  </a:schemeClr>
                </a:solidFill>
                <a:ea typeface="思源黑体旧字形 Normal" panose="020b0400000000000000" pitchFamily="34" charset="-128"/>
              </a:endParaRPr>
            </a:p>
          </p:txBody>
        </p:sp>
        <p:sp>
          <p:nvSpPr>
            <p:cNvPr id="91" name="椭圆​​ 22">
              <a:extLst>
                <a:ext uri="{FF2B5EF4-FFF2-40B4-BE49-F238E27FC236}">
                  <a16:creationId xmlns:a16="http://schemas.microsoft.com/office/drawing/2014/main" id="{F6161C2A-2CF6-4E76-8E2B-4ED07F7E5F0A}"/>
                </a:ext>
              </a:extLst>
            </p:cNvPr>
            <p:cNvSpPr/>
            <p:nvPr/>
          </p:nvSpPr>
          <p:spPr>
            <a:xfrm rot="10800000" flipH="1">
              <a:off x="5166008" y="2098246"/>
              <a:ext cx="295342" cy="295342"/>
            </a:xfrm>
            <a:prstGeom prst="ellipse">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zh-CN" altLang="en-US" sz="2399">
                <a:solidFill>
                  <a:schemeClr val="lt1"/>
                </a:solidFill>
                <a:ea typeface="思源黑体旧字形 Normal" panose="020b0400000000000000" pitchFamily="34" charset="-128"/>
              </a:endParaRPr>
            </a:p>
          </p:txBody>
        </p:sp>
      </p:grpSp>
      <p:sp>
        <p:nvSpPr>
          <p:cNvPr id="92" name="矩形 91">
            <a:extLst>
              <a:ext uri="{FF2B5EF4-FFF2-40B4-BE49-F238E27FC236}">
                <a16:creationId xmlns:a16="http://schemas.microsoft.com/office/drawing/2014/main" id="{14BD0F3E-859A-4BA9-9247-89F34906ED65}"/>
              </a:ext>
            </a:extLst>
          </p:cNvPr>
          <p:cNvSpPr/>
          <p:nvPr/>
        </p:nvSpPr>
        <p:spPr>
          <a:xfrm>
            <a:off x="341473" y="4575715"/>
            <a:ext cx="2325527" cy="1200329"/>
          </a:xfrm>
          <a:prstGeom prst="rect">
            <a:avLst/>
          </a:prstGeom>
        </p:spPr>
        <p:txBody>
          <a:bodyPr wrap="square">
            <a:spAutoFit/>
          </a:bodyPr>
          <a:lstStyle/>
          <a:p>
            <a:pPr algn="ctr">
              <a:lnSpc>
                <a:spcPct val="120000"/>
              </a:lnSpc>
            </a:pPr>
            <a:r>
              <a:rPr lang="zh-CN" altLang="en-US">
                <a:latin typeface="思源黑体旧字形 Normal" panose="020b0400000000000000" pitchFamily="34" charset="-128"/>
                <a:ea typeface="思源黑体旧字形 Normal" panose="020b0400000000000000" pitchFamily="34" charset="-128"/>
                <a:cs typeface="+mn-ea"/>
                <a:sym typeface="Arial" panose="020b0604020202020204" pitchFamily="34" charset="0"/>
              </a:rPr>
              <a:t>全局观念</a:t>
            </a:r>
          </a:p>
          <a:p>
            <a:pPr algn="ctr">
              <a:lnSpc>
                <a:spcPct val="120000"/>
              </a:lnSpc>
            </a:pPr>
            <a:r>
              <a:rPr lang="zh-CN" altLang="en-US" sz="1400">
                <a:latin typeface="Arial" panose="020b0604020202020204" pitchFamily="34" charset="0"/>
                <a:ea typeface="思源黑体旧字形 Normal" panose="020b0400000000000000" pitchFamily="34" charset="-128"/>
                <a:cs typeface="+mn-ea"/>
                <a:sym typeface="Arial" panose="020b0604020202020204" pitchFamily="34" charset="0"/>
              </a:rPr>
              <a:t>在此处输入您的内容，或通过选择只保留文本来复制粘贴您的内容。</a:t>
            </a:r>
          </a:p>
        </p:txBody>
      </p:sp>
      <p:sp>
        <p:nvSpPr>
          <p:cNvPr id="93" name="矩形 92">
            <a:extLst>
              <a:ext uri="{FF2B5EF4-FFF2-40B4-BE49-F238E27FC236}">
                <a16:creationId xmlns:a16="http://schemas.microsoft.com/office/drawing/2014/main" id="{65E8D05A-4402-4DE9-9BB0-C67A6618B8F3}"/>
              </a:ext>
            </a:extLst>
          </p:cNvPr>
          <p:cNvSpPr/>
          <p:nvPr/>
        </p:nvSpPr>
        <p:spPr>
          <a:xfrm>
            <a:off x="2185667" y="2016106"/>
            <a:ext cx="2412091" cy="1200329"/>
          </a:xfrm>
          <a:prstGeom prst="rect">
            <a:avLst/>
          </a:prstGeom>
        </p:spPr>
        <p:txBody>
          <a:bodyPr wrap="square">
            <a:spAutoFit/>
          </a:bodyPr>
          <a:lstStyle/>
          <a:p>
            <a:pPr algn="ctr">
              <a:lnSpc>
                <a:spcPct val="120000"/>
              </a:lnSpc>
            </a:pPr>
            <a:r>
              <a:rPr lang="zh-CN" altLang="en-US">
                <a:latin typeface="思源黑体旧字形 Normal" panose="020b0400000000000000" pitchFamily="34" charset="-128"/>
                <a:ea typeface="思源黑体旧字形 Normal" panose="020b0400000000000000" pitchFamily="34" charset="-128"/>
                <a:cs typeface="+mn-ea"/>
                <a:sym typeface="Arial" panose="020b0604020202020204" pitchFamily="34" charset="0"/>
              </a:rPr>
              <a:t>树立目标</a:t>
            </a:r>
          </a:p>
          <a:p>
            <a:pPr algn="ctr">
              <a:lnSpc>
                <a:spcPct val="120000"/>
              </a:lnSpc>
            </a:pPr>
            <a:r>
              <a:rPr lang="zh-CN" altLang="en-US" sz="1400">
                <a:latin typeface="Arial" panose="020b0604020202020204" pitchFamily="34" charset="0"/>
                <a:ea typeface="思源黑体旧字形 Normal" panose="020b0400000000000000" pitchFamily="34" charset="-128"/>
                <a:cs typeface="+mn-ea"/>
                <a:sym typeface="Arial" panose="020b0604020202020204" pitchFamily="34" charset="0"/>
              </a:rPr>
              <a:t>在此处输入您的内容，或通过选择只保留文本来复制粘贴您的内容。</a:t>
            </a:r>
          </a:p>
        </p:txBody>
      </p:sp>
      <p:grpSp>
        <p:nvGrpSpPr>
          <p:cNvPr id="94" name="组合 26">
            <a:extLst>
              <a:ext uri="{FF2B5EF4-FFF2-40B4-BE49-F238E27FC236}">
                <a16:creationId xmlns:a16="http://schemas.microsoft.com/office/drawing/2014/main" id="{F5E12D9D-C450-43A4-9B99-29A12EBCA9DE}"/>
              </a:ext>
            </a:extLst>
          </p:cNvPr>
          <p:cNvGrpSpPr/>
          <p:nvPr/>
        </p:nvGrpSpPr>
        <p:grpSpPr>
          <a:xfrm rot="2711064">
            <a:off x="4868235" y="3439732"/>
            <a:ext cx="789372" cy="789372"/>
            <a:chOff x="5004048" y="1923583"/>
            <a:chExt cx="628790" cy="628790"/>
          </a:xfrm>
          <a:effectLst>
            <a:outerShdw blurRad="50800" dist="38100" dir="2700000" algn="tl" rotWithShape="0">
              <a:prstClr val="black">
                <a:alpha val="40000"/>
              </a:prstClr>
            </a:outerShdw>
          </a:effectLst>
        </p:grpSpPr>
        <p:sp>
          <p:nvSpPr>
            <p:cNvPr id="95" name="泪滴形 94">
              <a:extLst>
                <a:ext uri="{FF2B5EF4-FFF2-40B4-BE49-F238E27FC236}">
                  <a16:creationId xmlns:a16="http://schemas.microsoft.com/office/drawing/2014/main" id="{92A11339-681F-4B5E-8298-7BAAB647B52B}"/>
                </a:ext>
              </a:extLst>
            </p:cNvPr>
            <p:cNvSpPr/>
            <p:nvPr/>
          </p:nvSpPr>
          <p:spPr>
            <a:xfrm rot="10800000" flipH="1">
              <a:off x="5004048" y="1923583"/>
              <a:ext cx="628790" cy="628790"/>
            </a:xfrm>
            <a:prstGeom prst="teardrop">
              <a:avLst/>
            </a:prstGeom>
            <a:solidFill>
              <a:srgbClr val="545D79"/>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bg1">
                    <a:lumMod val="50000"/>
                  </a:schemeClr>
                </a:solidFill>
                <a:ea typeface="思源黑体旧字形 Normal" panose="020b0400000000000000" pitchFamily="34" charset="-128"/>
              </a:endParaRPr>
            </a:p>
          </p:txBody>
        </p:sp>
        <p:sp>
          <p:nvSpPr>
            <p:cNvPr id="96" name="椭圆​​ 22">
              <a:extLst>
                <a:ext uri="{FF2B5EF4-FFF2-40B4-BE49-F238E27FC236}">
                  <a16:creationId xmlns:a16="http://schemas.microsoft.com/office/drawing/2014/main" id="{881BB9BB-2576-4F77-B3D4-E21357248209}"/>
                </a:ext>
              </a:extLst>
            </p:cNvPr>
            <p:cNvSpPr/>
            <p:nvPr/>
          </p:nvSpPr>
          <p:spPr>
            <a:xfrm rot="10800000" flipH="1">
              <a:off x="5166008" y="2098246"/>
              <a:ext cx="295342" cy="295342"/>
            </a:xfrm>
            <a:prstGeom prst="ellipse">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zh-CN" altLang="en-US" sz="2399">
                <a:solidFill>
                  <a:schemeClr val="lt1"/>
                </a:solidFill>
                <a:ea typeface="思源黑体旧字形 Normal" panose="020b0400000000000000" pitchFamily="34" charset="-128"/>
              </a:endParaRPr>
            </a:p>
          </p:txBody>
        </p:sp>
      </p:grpSp>
      <p:sp>
        <p:nvSpPr>
          <p:cNvPr id="97" name="矩形 96">
            <a:extLst>
              <a:ext uri="{FF2B5EF4-FFF2-40B4-BE49-F238E27FC236}">
                <a16:creationId xmlns:a16="http://schemas.microsoft.com/office/drawing/2014/main" id="{97390E74-85F5-428A-8EC1-CC3601AA3524}"/>
              </a:ext>
            </a:extLst>
          </p:cNvPr>
          <p:cNvSpPr/>
          <p:nvPr/>
        </p:nvSpPr>
        <p:spPr>
          <a:xfrm>
            <a:off x="4068540" y="4609677"/>
            <a:ext cx="2366189" cy="1200329"/>
          </a:xfrm>
          <a:prstGeom prst="rect">
            <a:avLst/>
          </a:prstGeom>
        </p:spPr>
        <p:txBody>
          <a:bodyPr wrap="square">
            <a:spAutoFit/>
          </a:bodyPr>
          <a:lstStyle/>
          <a:p>
            <a:pPr algn="ctr">
              <a:lnSpc>
                <a:spcPct val="120000"/>
              </a:lnSpc>
            </a:pPr>
            <a:r>
              <a:rPr lang="zh-CN" altLang="en-US">
                <a:latin typeface="思源黑体旧字形 Normal" panose="020b0400000000000000" pitchFamily="34" charset="-128"/>
                <a:ea typeface="思源黑体旧字形 Normal" panose="020b0400000000000000" pitchFamily="34" charset="-128"/>
                <a:cs typeface="+mn-ea"/>
                <a:sym typeface="Arial" panose="020b0604020202020204" pitchFamily="34" charset="0"/>
              </a:rPr>
              <a:t>勇于创新</a:t>
            </a:r>
          </a:p>
          <a:p>
            <a:pPr algn="ctr">
              <a:lnSpc>
                <a:spcPct val="120000"/>
              </a:lnSpc>
            </a:pPr>
            <a:r>
              <a:rPr lang="zh-CN" altLang="en-US" sz="1400">
                <a:latin typeface="Arial" panose="020b0604020202020204" pitchFamily="34" charset="0"/>
                <a:ea typeface="思源黑体旧字形 Normal" panose="020b0400000000000000" pitchFamily="34" charset="-128"/>
                <a:cs typeface="+mn-ea"/>
                <a:sym typeface="Arial" panose="020b0604020202020204" pitchFamily="34" charset="0"/>
              </a:rPr>
              <a:t>在此处输入您的内容，或通过选择只保留文本来复制粘贴您的内容。</a:t>
            </a:r>
          </a:p>
        </p:txBody>
      </p:sp>
      <p:grpSp>
        <p:nvGrpSpPr>
          <p:cNvPr id="98" name="组合 26">
            <a:extLst>
              <a:ext uri="{FF2B5EF4-FFF2-40B4-BE49-F238E27FC236}">
                <a16:creationId xmlns:a16="http://schemas.microsoft.com/office/drawing/2014/main" id="{4AF90D72-8F73-4DE7-9B0E-E270D07687CE}"/>
              </a:ext>
            </a:extLst>
          </p:cNvPr>
          <p:cNvGrpSpPr/>
          <p:nvPr/>
        </p:nvGrpSpPr>
        <p:grpSpPr>
          <a:xfrm rot="13614234">
            <a:off x="2985666" y="3483056"/>
            <a:ext cx="789372" cy="789372"/>
            <a:chOff x="5004046" y="1923583"/>
            <a:chExt cx="628790" cy="628790"/>
          </a:xfrm>
          <a:effectLst>
            <a:outerShdw blurRad="50800" dist="38100" dir="2700000" algn="tl" rotWithShape="0">
              <a:prstClr val="black">
                <a:alpha val="40000"/>
              </a:prstClr>
            </a:outerShdw>
          </a:effectLst>
        </p:grpSpPr>
        <p:sp>
          <p:nvSpPr>
            <p:cNvPr id="99" name="泪滴形 98">
              <a:extLst>
                <a:ext uri="{FF2B5EF4-FFF2-40B4-BE49-F238E27FC236}">
                  <a16:creationId xmlns:a16="http://schemas.microsoft.com/office/drawing/2014/main" id="{2D6C19E6-995A-42F7-AC66-1C53BFBFA7DB}"/>
                </a:ext>
              </a:extLst>
            </p:cNvPr>
            <p:cNvSpPr/>
            <p:nvPr/>
          </p:nvSpPr>
          <p:spPr>
            <a:xfrm rot="10800000" flipH="1">
              <a:off x="5004046" y="1923583"/>
              <a:ext cx="628790" cy="628790"/>
            </a:xfrm>
            <a:prstGeom prst="teardrop">
              <a:avLst/>
            </a:prstGeom>
            <a:solidFill>
              <a:srgbClr val="3FB793"/>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bg1">
                    <a:lumMod val="50000"/>
                  </a:schemeClr>
                </a:solidFill>
                <a:ea typeface="思源黑体旧字形 Normal" panose="020b0400000000000000" pitchFamily="34" charset="-128"/>
              </a:endParaRPr>
            </a:p>
          </p:txBody>
        </p:sp>
        <p:sp>
          <p:nvSpPr>
            <p:cNvPr id="100" name="椭圆​​ 22">
              <a:extLst>
                <a:ext uri="{FF2B5EF4-FFF2-40B4-BE49-F238E27FC236}">
                  <a16:creationId xmlns:a16="http://schemas.microsoft.com/office/drawing/2014/main" id="{D49B3CDF-DDDB-41F5-885E-0ECE5B0640B3}"/>
                </a:ext>
              </a:extLst>
            </p:cNvPr>
            <p:cNvSpPr/>
            <p:nvPr/>
          </p:nvSpPr>
          <p:spPr>
            <a:xfrm rot="10800000" flipH="1">
              <a:off x="5166008" y="2098246"/>
              <a:ext cx="295342" cy="295342"/>
            </a:xfrm>
            <a:prstGeom prst="ellipse">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zh-CN" altLang="en-US" sz="2399">
                <a:solidFill>
                  <a:schemeClr val="lt1"/>
                </a:solidFill>
                <a:ea typeface="思源黑体旧字形 Normal" panose="020b0400000000000000" pitchFamily="34" charset="-128"/>
              </a:endParaRPr>
            </a:p>
          </p:txBody>
        </p:sp>
      </p:grpSp>
      <p:grpSp>
        <p:nvGrpSpPr>
          <p:cNvPr id="101" name="组合 100">
            <a:extLst>
              <a:ext uri="{FF2B5EF4-FFF2-40B4-BE49-F238E27FC236}">
                <a16:creationId xmlns:a16="http://schemas.microsoft.com/office/drawing/2014/main" id="{0013EDCC-A280-4C1D-A0A1-9346A2ED951C}"/>
              </a:ext>
            </a:extLst>
          </p:cNvPr>
          <p:cNvGrpSpPr/>
          <p:nvPr/>
        </p:nvGrpSpPr>
        <p:grpSpPr>
          <a:xfrm rot="13614234">
            <a:off x="6771636" y="3499484"/>
            <a:ext cx="789372" cy="789372"/>
            <a:chOff x="5004048" y="1923583"/>
            <a:chExt cx="628790" cy="628790"/>
          </a:xfrm>
          <a:effectLst>
            <a:outerShdw blurRad="50800" dist="38100" dir="2700000" algn="tl" rotWithShape="0">
              <a:prstClr val="black">
                <a:alpha val="40000"/>
              </a:prstClr>
            </a:outerShdw>
          </a:effectLst>
        </p:grpSpPr>
        <p:sp>
          <p:nvSpPr>
            <p:cNvPr id="102" name="泪滴形 101">
              <a:extLst>
                <a:ext uri="{FF2B5EF4-FFF2-40B4-BE49-F238E27FC236}">
                  <a16:creationId xmlns:a16="http://schemas.microsoft.com/office/drawing/2014/main" id="{EB02B8C2-7626-487A-AACB-F55837BF2848}"/>
                </a:ext>
              </a:extLst>
            </p:cNvPr>
            <p:cNvSpPr/>
            <p:nvPr/>
          </p:nvSpPr>
          <p:spPr>
            <a:xfrm rot="10800000" flipH="1">
              <a:off x="5004048" y="1923583"/>
              <a:ext cx="628790" cy="628790"/>
            </a:xfrm>
            <a:prstGeom prst="teardrop">
              <a:avLst/>
            </a:prstGeom>
            <a:solidFill>
              <a:srgbClr val="3FB793"/>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bg1">
                    <a:lumMod val="50000"/>
                  </a:schemeClr>
                </a:solidFill>
                <a:ea typeface="思源黑体旧字形 Normal" panose="020b0400000000000000" pitchFamily="34" charset="-128"/>
              </a:endParaRPr>
            </a:p>
          </p:txBody>
        </p:sp>
        <p:sp>
          <p:nvSpPr>
            <p:cNvPr id="103" name="椭圆​​ 22">
              <a:extLst>
                <a:ext uri="{FF2B5EF4-FFF2-40B4-BE49-F238E27FC236}">
                  <a16:creationId xmlns:a16="http://schemas.microsoft.com/office/drawing/2014/main" id="{FD622AC3-3A73-4E08-A4C9-2157D210AB3F}"/>
                </a:ext>
              </a:extLst>
            </p:cNvPr>
            <p:cNvSpPr/>
            <p:nvPr/>
          </p:nvSpPr>
          <p:spPr>
            <a:xfrm rot="10800000" flipH="1">
              <a:off x="5166008" y="2098246"/>
              <a:ext cx="295342" cy="295342"/>
            </a:xfrm>
            <a:prstGeom prst="ellipse">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zh-CN" altLang="en-US" sz="2399">
                <a:solidFill>
                  <a:schemeClr val="lt1"/>
                </a:solidFill>
                <a:ea typeface="思源黑体旧字形 Normal" panose="020b0400000000000000" pitchFamily="34" charset="-128"/>
              </a:endParaRPr>
            </a:p>
          </p:txBody>
        </p:sp>
      </p:grpSp>
      <p:sp>
        <p:nvSpPr>
          <p:cNvPr id="134" name="矩形 133">
            <a:extLst>
              <a:ext uri="{FF2B5EF4-FFF2-40B4-BE49-F238E27FC236}">
                <a16:creationId xmlns:a16="http://schemas.microsoft.com/office/drawing/2014/main" id="{6ED9AF96-327E-45D6-971B-84F331307A11}"/>
              </a:ext>
            </a:extLst>
          </p:cNvPr>
          <p:cNvSpPr/>
          <p:nvPr/>
        </p:nvSpPr>
        <p:spPr>
          <a:xfrm>
            <a:off x="5821089" y="2061565"/>
            <a:ext cx="2408511" cy="1200329"/>
          </a:xfrm>
          <a:prstGeom prst="rect">
            <a:avLst/>
          </a:prstGeom>
        </p:spPr>
        <p:txBody>
          <a:bodyPr wrap="square">
            <a:spAutoFit/>
          </a:bodyPr>
          <a:lstStyle/>
          <a:p>
            <a:pPr algn="ctr">
              <a:lnSpc>
                <a:spcPct val="120000"/>
              </a:lnSpc>
            </a:pPr>
            <a:r>
              <a:rPr lang="zh-CN" altLang="en-US">
                <a:latin typeface="思源黑体旧字形 Normal" panose="020b0400000000000000" pitchFamily="34" charset="-128"/>
                <a:ea typeface="思源黑体旧字形 Normal" panose="020b0400000000000000" pitchFamily="34" charset="-128"/>
                <a:cs typeface="+mn-ea"/>
                <a:sym typeface="Arial" panose="020b0604020202020204" pitchFamily="34" charset="0"/>
              </a:rPr>
              <a:t>表达沟通</a:t>
            </a:r>
          </a:p>
          <a:p>
            <a:pPr algn="ctr">
              <a:lnSpc>
                <a:spcPct val="120000"/>
              </a:lnSpc>
            </a:pPr>
            <a:r>
              <a:rPr lang="zh-CN" altLang="en-US" sz="1400">
                <a:latin typeface="Arial" panose="020b0604020202020204" pitchFamily="34" charset="0"/>
                <a:ea typeface="思源黑体旧字形 Normal" panose="020b0400000000000000" pitchFamily="34" charset="-128"/>
                <a:cs typeface="+mn-ea"/>
                <a:sym typeface="Arial" panose="020b0604020202020204" pitchFamily="34" charset="0"/>
              </a:rPr>
              <a:t>在此处输入您的内容，或通过选择只保留文本来复制粘贴您的内容。</a:t>
            </a:r>
          </a:p>
        </p:txBody>
      </p:sp>
      <p:grpSp>
        <p:nvGrpSpPr>
          <p:cNvPr id="135" name="组合 26">
            <a:extLst>
              <a:ext uri="{FF2B5EF4-FFF2-40B4-BE49-F238E27FC236}">
                <a16:creationId xmlns:a16="http://schemas.microsoft.com/office/drawing/2014/main" id="{3CFA6552-160B-40BB-967C-ABEE40A9DE76}"/>
              </a:ext>
            </a:extLst>
          </p:cNvPr>
          <p:cNvGrpSpPr/>
          <p:nvPr/>
        </p:nvGrpSpPr>
        <p:grpSpPr>
          <a:xfrm rot="2711064">
            <a:off x="8615411" y="3499180"/>
            <a:ext cx="789372" cy="789372"/>
            <a:chOff x="5004048" y="1923583"/>
            <a:chExt cx="628790" cy="628790"/>
          </a:xfrm>
          <a:effectLst>
            <a:outerShdw blurRad="50800" dist="38100" dir="2700000" algn="tl" rotWithShape="0">
              <a:prstClr val="black">
                <a:alpha val="40000"/>
              </a:prstClr>
            </a:outerShdw>
          </a:effectLst>
        </p:grpSpPr>
        <p:sp>
          <p:nvSpPr>
            <p:cNvPr id="136" name="泪滴形 135">
              <a:extLst>
                <a:ext uri="{FF2B5EF4-FFF2-40B4-BE49-F238E27FC236}">
                  <a16:creationId xmlns:a16="http://schemas.microsoft.com/office/drawing/2014/main" id="{34A058A5-50DA-436B-B56E-F9CB5B3EC0F9}"/>
                </a:ext>
              </a:extLst>
            </p:cNvPr>
            <p:cNvSpPr/>
            <p:nvPr/>
          </p:nvSpPr>
          <p:spPr>
            <a:xfrm rot="10800000" flipH="1">
              <a:off x="5004048" y="1923583"/>
              <a:ext cx="628790" cy="628790"/>
            </a:xfrm>
            <a:prstGeom prst="teardrop">
              <a:avLst/>
            </a:prstGeom>
            <a:solidFill>
              <a:srgbClr val="545D79"/>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bg1">
                    <a:lumMod val="50000"/>
                  </a:schemeClr>
                </a:solidFill>
                <a:ea typeface="思源黑体旧字形 Normal" panose="020b0400000000000000" pitchFamily="34" charset="-128"/>
              </a:endParaRPr>
            </a:p>
          </p:txBody>
        </p:sp>
        <p:sp>
          <p:nvSpPr>
            <p:cNvPr id="137" name="椭圆​​ 22">
              <a:extLst>
                <a:ext uri="{FF2B5EF4-FFF2-40B4-BE49-F238E27FC236}">
                  <a16:creationId xmlns:a16="http://schemas.microsoft.com/office/drawing/2014/main" id="{2CF9D15C-1E65-4A9C-AC5D-5E80C04592EE}"/>
                </a:ext>
              </a:extLst>
            </p:cNvPr>
            <p:cNvSpPr/>
            <p:nvPr/>
          </p:nvSpPr>
          <p:spPr>
            <a:xfrm rot="10800000" flipH="1">
              <a:off x="5166008" y="2098246"/>
              <a:ext cx="295342" cy="295342"/>
            </a:xfrm>
            <a:prstGeom prst="ellipse">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zh-CN" altLang="en-US" sz="2399">
                <a:solidFill>
                  <a:schemeClr val="lt1"/>
                </a:solidFill>
                <a:ea typeface="思源黑体旧字形 Normal" panose="020b0400000000000000" pitchFamily="34" charset="-128"/>
              </a:endParaRPr>
            </a:p>
          </p:txBody>
        </p:sp>
      </p:grpSp>
      <p:sp>
        <p:nvSpPr>
          <p:cNvPr id="138" name="矩形 137">
            <a:extLst>
              <a:ext uri="{FF2B5EF4-FFF2-40B4-BE49-F238E27FC236}">
                <a16:creationId xmlns:a16="http://schemas.microsoft.com/office/drawing/2014/main" id="{F8687679-B367-4C86-8E81-213B844ED6CE}"/>
              </a:ext>
            </a:extLst>
          </p:cNvPr>
          <p:cNvSpPr/>
          <p:nvPr/>
        </p:nvSpPr>
        <p:spPr>
          <a:xfrm>
            <a:off x="7724185" y="4584367"/>
            <a:ext cx="2366189" cy="1200329"/>
          </a:xfrm>
          <a:prstGeom prst="rect">
            <a:avLst/>
          </a:prstGeom>
        </p:spPr>
        <p:txBody>
          <a:bodyPr wrap="square">
            <a:spAutoFit/>
          </a:bodyPr>
          <a:lstStyle/>
          <a:p>
            <a:pPr algn="ctr">
              <a:lnSpc>
                <a:spcPct val="120000"/>
              </a:lnSpc>
            </a:pPr>
            <a:r>
              <a:rPr lang="zh-CN" altLang="en-US">
                <a:latin typeface="思源黑体旧字形 Normal" panose="020b0400000000000000" pitchFamily="34" charset="-128"/>
                <a:ea typeface="思源黑体旧字形 Normal" panose="020b0400000000000000" pitchFamily="34" charset="-128"/>
                <a:cs typeface="+mn-ea"/>
                <a:sym typeface="Arial" panose="020b0604020202020204" pitchFamily="34" charset="0"/>
              </a:rPr>
              <a:t>追求卓越</a:t>
            </a:r>
          </a:p>
          <a:p>
            <a:pPr algn="ctr">
              <a:lnSpc>
                <a:spcPct val="120000"/>
              </a:lnSpc>
            </a:pPr>
            <a:r>
              <a:rPr lang="zh-CN" altLang="en-US" sz="1400">
                <a:latin typeface="Arial" panose="020b0604020202020204" pitchFamily="34" charset="0"/>
                <a:ea typeface="思源黑体旧字形 Normal" panose="020b0400000000000000" pitchFamily="34" charset="-128"/>
                <a:cs typeface="+mn-ea"/>
                <a:sym typeface="Arial" panose="020b0604020202020204" pitchFamily="34" charset="0"/>
              </a:rPr>
              <a:t>在此处输入您的内容，或通过选择只保留文本来复制粘贴您的内容。</a:t>
            </a:r>
          </a:p>
        </p:txBody>
      </p:sp>
      <p:grpSp>
        <p:nvGrpSpPr>
          <p:cNvPr id="139" name="组合 138">
            <a:extLst>
              <a:ext uri="{FF2B5EF4-FFF2-40B4-BE49-F238E27FC236}">
                <a16:creationId xmlns:a16="http://schemas.microsoft.com/office/drawing/2014/main" id="{33E13EA4-884C-4DD7-BBBB-9328E4C398B2}"/>
              </a:ext>
            </a:extLst>
          </p:cNvPr>
          <p:cNvGrpSpPr/>
          <p:nvPr/>
        </p:nvGrpSpPr>
        <p:grpSpPr>
          <a:xfrm rot="13614234">
            <a:off x="10345579" y="3440039"/>
            <a:ext cx="789372" cy="789372"/>
            <a:chOff x="5004048" y="1923583"/>
            <a:chExt cx="628790" cy="628790"/>
          </a:xfrm>
          <a:effectLst>
            <a:outerShdw blurRad="50800" dist="38100" dir="2700000" algn="tl" rotWithShape="0">
              <a:prstClr val="black">
                <a:alpha val="40000"/>
              </a:prstClr>
            </a:outerShdw>
          </a:effectLst>
        </p:grpSpPr>
        <p:sp>
          <p:nvSpPr>
            <p:cNvPr id="140" name="泪滴形 139">
              <a:extLst>
                <a:ext uri="{FF2B5EF4-FFF2-40B4-BE49-F238E27FC236}">
                  <a16:creationId xmlns:a16="http://schemas.microsoft.com/office/drawing/2014/main" id="{1112F962-1D90-4CE2-884C-2368A8C7FE66}"/>
                </a:ext>
              </a:extLst>
            </p:cNvPr>
            <p:cNvSpPr/>
            <p:nvPr/>
          </p:nvSpPr>
          <p:spPr>
            <a:xfrm rot="10800000" flipH="1">
              <a:off x="5004048" y="1923583"/>
              <a:ext cx="628790" cy="628790"/>
            </a:xfrm>
            <a:prstGeom prst="teardrop">
              <a:avLst/>
            </a:prstGeom>
            <a:solidFill>
              <a:srgbClr val="3FB793"/>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bg1">
                    <a:lumMod val="50000"/>
                  </a:schemeClr>
                </a:solidFill>
                <a:ea typeface="思源黑体旧字形 Normal" panose="020b0400000000000000" pitchFamily="34" charset="-128"/>
              </a:endParaRPr>
            </a:p>
          </p:txBody>
        </p:sp>
        <p:sp>
          <p:nvSpPr>
            <p:cNvPr id="141" name="椭圆​​ 22">
              <a:extLst>
                <a:ext uri="{FF2B5EF4-FFF2-40B4-BE49-F238E27FC236}">
                  <a16:creationId xmlns:a16="http://schemas.microsoft.com/office/drawing/2014/main" id="{03F8B9DB-A881-4A20-B71B-E48754194409}"/>
                </a:ext>
              </a:extLst>
            </p:cNvPr>
            <p:cNvSpPr/>
            <p:nvPr/>
          </p:nvSpPr>
          <p:spPr>
            <a:xfrm rot="10800000" flipH="1">
              <a:off x="5166008" y="2098246"/>
              <a:ext cx="295342" cy="295342"/>
            </a:xfrm>
            <a:prstGeom prst="ellipse">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zh-CN" altLang="en-US" sz="2399">
                <a:solidFill>
                  <a:schemeClr val="lt1"/>
                </a:solidFill>
                <a:ea typeface="思源黑体旧字形 Normal" panose="020b0400000000000000" pitchFamily="34" charset="-128"/>
              </a:endParaRPr>
            </a:p>
          </p:txBody>
        </p:sp>
      </p:grpSp>
      <p:sp>
        <p:nvSpPr>
          <p:cNvPr id="142" name="矩形 141">
            <a:extLst>
              <a:ext uri="{FF2B5EF4-FFF2-40B4-BE49-F238E27FC236}">
                <a16:creationId xmlns:a16="http://schemas.microsoft.com/office/drawing/2014/main" id="{AA5D1012-7631-44DF-AD7E-9342C3D64F3D}"/>
              </a:ext>
            </a:extLst>
          </p:cNvPr>
          <p:cNvSpPr/>
          <p:nvPr/>
        </p:nvSpPr>
        <p:spPr>
          <a:xfrm>
            <a:off x="9436393" y="2058347"/>
            <a:ext cx="2408511" cy="1200329"/>
          </a:xfrm>
          <a:prstGeom prst="rect">
            <a:avLst/>
          </a:prstGeom>
        </p:spPr>
        <p:txBody>
          <a:bodyPr wrap="square">
            <a:spAutoFit/>
          </a:bodyPr>
          <a:lstStyle/>
          <a:p>
            <a:pPr algn="ctr">
              <a:lnSpc>
                <a:spcPct val="120000"/>
              </a:lnSpc>
            </a:pPr>
            <a:r>
              <a:rPr lang="zh-CN" altLang="en-US">
                <a:latin typeface="思源黑体旧字形 Normal" panose="020b0400000000000000" pitchFamily="34" charset="-128"/>
                <a:ea typeface="思源黑体旧字形 Normal" panose="020b0400000000000000" pitchFamily="34" charset="-128"/>
                <a:cs typeface="+mn-ea"/>
                <a:sym typeface="Arial" panose="020b0604020202020204" pitchFamily="34" charset="0"/>
              </a:rPr>
              <a:t>团结奋斗</a:t>
            </a:r>
          </a:p>
          <a:p>
            <a:pPr algn="ctr">
              <a:lnSpc>
                <a:spcPct val="120000"/>
              </a:lnSpc>
            </a:pPr>
            <a:r>
              <a:rPr lang="zh-CN" altLang="en-US" sz="1400">
                <a:latin typeface="Arial" panose="020b0604020202020204" pitchFamily="34" charset="0"/>
                <a:ea typeface="思源黑体旧字形 Normal" panose="020b0400000000000000" pitchFamily="34" charset="-128"/>
                <a:cs typeface="+mn-ea"/>
                <a:sym typeface="Arial" panose="020b0604020202020204" pitchFamily="34" charset="0"/>
              </a:rPr>
              <a:t>在此处输入您的内容，或通过选择只保留文本来复制粘贴您的内容。</a:t>
            </a:r>
          </a:p>
        </p:txBody>
      </p:sp>
    </p:spTree>
    <p:extLst>
      <p:ext uri="{BB962C8B-B14F-4D97-AF65-F5344CB8AC3E}">
        <p14:creationId val="305992707"/>
      </p:ext>
    </p:extLst>
  </p:cSld>
  <p:clrMapOvr>
    <a:masterClrMapping/>
  </p:clrMapOvr>
  <mc:AlternateContent>
    <mc:Choice xmlns:p14="http://schemas.microsoft.com/office/powerpoint/2010/main" Requires="p14">
      <p:transition spd="slow" advClick="0" advTm="0" p14:dur="2000">
        <p14:ferris dir="l"/>
      </p:transition>
    </mc:Choice>
    <mc:Fallback>
      <p:transition spd="slow" advClick="0" advTm="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49" presetClass="entr" presetSubtype="0" decel="10000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 calcmode="lin" valueType="num">
                                      <p:cBhvr>
                                        <p:cTn id="9" dur="500" fill="hold"/>
                                        <p:tgtEl>
                                          <p:spTgt spid="2"/>
                                        </p:tgtEl>
                                        <p:attrNameLst>
                                          <p:attrName>style.rotation</p:attrName>
                                        </p:attrNameLst>
                                      </p:cBhvr>
                                      <p:tavLst>
                                        <p:tav tm="0">
                                          <p:val>
                                            <p:fltVal val="360"/>
                                          </p:val>
                                        </p:tav>
                                        <p:tav tm="100000">
                                          <p:val>
                                            <p:fltVal val="0"/>
                                          </p:val>
                                        </p:tav>
                                      </p:tavLst>
                                    </p:anim>
                                    <p:animEffect transition="in" filter="fade">
                                      <p:cBhvr>
                                        <p:cTn id="10" dur="500"/>
                                        <p:tgtEl>
                                          <p:spTgt spid="2"/>
                                        </p:tgtEl>
                                      </p:cBhvr>
                                    </p:animEffect>
                                  </p:childTnLst>
                                </p:cTn>
                              </p:par>
                              <p:par>
                                <p:cTn id="11" presetID="41" presetClass="entr" presetSubtype="0" fill="hold" grpId="0" nodeType="withEffect">
                                  <p:stCondLst>
                                    <p:cond delay="0"/>
                                  </p:stCondLst>
                                  <p:iterate type="lt">
                                    <p:tmPct val="10000"/>
                                  </p:iterate>
                                  <p:childTnLst>
                                    <p:set>
                                      <p:cBhvr>
                                        <p:cTn id="12" dur="1" fill="hold">
                                          <p:stCondLst>
                                            <p:cond delay="0"/>
                                          </p:stCondLst>
                                        </p:cTn>
                                        <p:tgtEl>
                                          <p:spTgt spid="5"/>
                                        </p:tgtEl>
                                        <p:attrNameLst>
                                          <p:attrName>style.visibility</p:attrName>
                                        </p:attrNameLst>
                                      </p:cBhvr>
                                      <p:to>
                                        <p:strVal val="visible"/>
                                      </p:to>
                                    </p:set>
                                    <p:anim calcmode="lin" valueType="num">
                                      <p:cBhvr>
                                        <p:cTn id="13" dur="500" fill="hold"/>
                                        <p:tgtEl>
                                          <p:spTgt spid="5"/>
                                        </p:tgtEl>
                                        <p:attrNameLst>
                                          <p:attrName>ppt_x</p:attrName>
                                        </p:attrNameLst>
                                      </p:cBhvr>
                                      <p:tavLst>
                                        <p:tav tm="0">
                                          <p:val>
                                            <p:strVal val="#ppt_x"/>
                                          </p:val>
                                        </p:tav>
                                        <p:tav tm="50000">
                                          <p:val>
                                            <p:strVal val="#ppt_x+.1"/>
                                          </p:val>
                                        </p:tav>
                                        <p:tav tm="100000">
                                          <p:val>
                                            <p:strVal val="#ppt_x"/>
                                          </p:val>
                                        </p:tav>
                                      </p:tavLst>
                                    </p:anim>
                                    <p:anim calcmode="lin" valueType="num">
                                      <p:cBhvr>
                                        <p:cTn id="14" dur="500" fill="hold"/>
                                        <p:tgtEl>
                                          <p:spTgt spid="5"/>
                                        </p:tgtEl>
                                        <p:attrNameLst>
                                          <p:attrName>ppt_y</p:attrName>
                                        </p:attrNameLst>
                                      </p:cBhvr>
                                      <p:tavLst>
                                        <p:tav tm="0">
                                          <p:val>
                                            <p:strVal val="#ppt_y"/>
                                          </p:val>
                                        </p:tav>
                                        <p:tav tm="100000">
                                          <p:val>
                                            <p:strVal val="#ppt_y"/>
                                          </p:val>
                                        </p:tav>
                                      </p:tavLst>
                                    </p:anim>
                                    <p:anim calcmode="lin" valueType="num">
                                      <p:cBhvr>
                                        <p:cTn id="15" dur="500" fill="hold"/>
                                        <p:tgtEl>
                                          <p:spTgt spid="5"/>
                                        </p:tgtEl>
                                        <p:attrNameLst>
                                          <p:attrName>ppt_h</p:attrName>
                                        </p:attrNameLst>
                                      </p:cBhvr>
                                      <p:tavLst>
                                        <p:tav tm="0">
                                          <p:val>
                                            <p:strVal val="#ppt_h/10"/>
                                          </p:val>
                                        </p:tav>
                                        <p:tav tm="50000">
                                          <p:val>
                                            <p:strVal val="#ppt_h+.01"/>
                                          </p:val>
                                        </p:tav>
                                        <p:tav tm="100000">
                                          <p:val>
                                            <p:strVal val="#ppt_h"/>
                                          </p:val>
                                        </p:tav>
                                      </p:tavLst>
                                    </p:anim>
                                    <p:anim calcmode="lin" valueType="num">
                                      <p:cBhvr>
                                        <p:cTn id="16" dur="500" fill="hold"/>
                                        <p:tgtEl>
                                          <p:spTgt spid="5"/>
                                        </p:tgtEl>
                                        <p:attrNameLst>
                                          <p:attrName>ppt_w</p:attrName>
                                        </p:attrNameLst>
                                      </p:cBhvr>
                                      <p:tavLst>
                                        <p:tav tm="0">
                                          <p:val>
                                            <p:strVal val="#ppt_w/10"/>
                                          </p:val>
                                        </p:tav>
                                        <p:tav tm="50000">
                                          <p:val>
                                            <p:strVal val="#ppt_w+.01"/>
                                          </p:val>
                                        </p:tav>
                                        <p:tav tm="100000">
                                          <p:val>
                                            <p:strVal val="#ppt_w"/>
                                          </p:val>
                                        </p:tav>
                                      </p:tavLst>
                                    </p:anim>
                                    <p:animEffect transition="in" filter="fade">
                                      <p:cBhvr>
                                        <p:cTn id="17" dur="500" tmFilter="0,0; .5, 1; 1, 1"/>
                                        <p:tgtEl>
                                          <p:spTgt spid="5"/>
                                        </p:tgtEl>
                                      </p:cBhvr>
                                    </p:animEffect>
                                  </p:childTnLst>
                                </p:cTn>
                              </p:par>
                            </p:childTnLst>
                          </p:cTn>
                        </p:par>
                        <p:par>
                          <p:cTn id="18" fill="hold" nodeType="afterGroup">
                            <p:stCondLst>
                              <p:cond delay="500"/>
                            </p:stCondLst>
                            <p:childTnLst>
                              <p:par>
                                <p:cTn id="19" presetID="12" presetClass="entr" presetSubtype="8" fill="hold" nodeType="afterEffect">
                                  <p:stCondLst>
                                    <p:cond delay="0"/>
                                  </p:stCondLst>
                                  <p:childTnLst>
                                    <p:set>
                                      <p:cBhvr>
                                        <p:cTn id="20" dur="1" fill="hold">
                                          <p:stCondLst>
                                            <p:cond delay="0"/>
                                          </p:stCondLst>
                                        </p:cTn>
                                        <p:tgtEl>
                                          <p:spTgt spid="86"/>
                                        </p:tgtEl>
                                        <p:attrNameLst>
                                          <p:attrName>style.visibility</p:attrName>
                                        </p:attrNameLst>
                                      </p:cBhvr>
                                      <p:to>
                                        <p:strVal val="visible"/>
                                      </p:to>
                                    </p:set>
                                    <p:anim calcmode="lin" valueType="num">
                                      <p:cBhvr additive="base">
                                        <p:cTn id="21" dur="500"/>
                                        <p:tgtEl>
                                          <p:spTgt spid="86"/>
                                        </p:tgtEl>
                                        <p:attrNameLst>
                                          <p:attrName>ppt_x</p:attrName>
                                        </p:attrNameLst>
                                      </p:cBhvr>
                                      <p:tavLst>
                                        <p:tav tm="0">
                                          <p:val>
                                            <p:strVal val="#ppt_x-#ppt_w*1.125000"/>
                                          </p:val>
                                        </p:tav>
                                        <p:tav tm="100000">
                                          <p:val>
                                            <p:strVal val="#ppt_x"/>
                                          </p:val>
                                        </p:tav>
                                      </p:tavLst>
                                    </p:anim>
                                    <p:animEffect transition="in" filter="wipe(right)">
                                      <p:cBhvr>
                                        <p:cTn id="22" dur="500"/>
                                        <p:tgtEl>
                                          <p:spTgt spid="86"/>
                                        </p:tgtEl>
                                      </p:cBhvr>
                                    </p:animEffect>
                                  </p:childTnLst>
                                </p:cTn>
                              </p:par>
                            </p:childTnLst>
                          </p:cTn>
                        </p:par>
                        <p:par>
                          <p:cTn id="23" fill="hold" nodeType="afterGroup">
                            <p:stCondLst>
                              <p:cond delay="1000"/>
                            </p:stCondLst>
                            <p:childTnLst>
                              <p:par>
                                <p:cTn id="24" presetID="55" presetClass="entr" presetSubtype="0" fill="hold" nodeType="afterEffect">
                                  <p:stCondLst>
                                    <p:cond delay="0"/>
                                  </p:stCondLst>
                                  <p:childTnLst>
                                    <p:set>
                                      <p:cBhvr>
                                        <p:cTn id="25" dur="1" fill="hold">
                                          <p:stCondLst>
                                            <p:cond delay="0"/>
                                          </p:stCondLst>
                                        </p:cTn>
                                        <p:tgtEl>
                                          <p:spTgt spid="89"/>
                                        </p:tgtEl>
                                        <p:attrNameLst>
                                          <p:attrName>style.visibility</p:attrName>
                                        </p:attrNameLst>
                                      </p:cBhvr>
                                      <p:to>
                                        <p:strVal val="visible"/>
                                      </p:to>
                                    </p:set>
                                    <p:anim calcmode="lin" valueType="num">
                                      <p:cBhvr>
                                        <p:cTn id="26" dur="750" fill="hold"/>
                                        <p:tgtEl>
                                          <p:spTgt spid="89"/>
                                        </p:tgtEl>
                                        <p:attrNameLst>
                                          <p:attrName>ppt_w</p:attrName>
                                        </p:attrNameLst>
                                      </p:cBhvr>
                                      <p:tavLst>
                                        <p:tav tm="0">
                                          <p:val>
                                            <p:strVal val="#ppt_w*0.70"/>
                                          </p:val>
                                        </p:tav>
                                        <p:tav tm="100000">
                                          <p:val>
                                            <p:strVal val="#ppt_w"/>
                                          </p:val>
                                        </p:tav>
                                      </p:tavLst>
                                    </p:anim>
                                    <p:anim calcmode="lin" valueType="num">
                                      <p:cBhvr>
                                        <p:cTn id="27" dur="750" fill="hold"/>
                                        <p:tgtEl>
                                          <p:spTgt spid="89"/>
                                        </p:tgtEl>
                                        <p:attrNameLst>
                                          <p:attrName>ppt_h</p:attrName>
                                        </p:attrNameLst>
                                      </p:cBhvr>
                                      <p:tavLst>
                                        <p:tav tm="0">
                                          <p:val>
                                            <p:strVal val="#ppt_h"/>
                                          </p:val>
                                        </p:tav>
                                        <p:tav tm="100000">
                                          <p:val>
                                            <p:strVal val="#ppt_h"/>
                                          </p:val>
                                        </p:tav>
                                      </p:tavLst>
                                    </p:anim>
                                    <p:animEffect transition="in" filter="fade">
                                      <p:cBhvr>
                                        <p:cTn id="28" dur="750"/>
                                        <p:tgtEl>
                                          <p:spTgt spid="89"/>
                                        </p:tgtEl>
                                      </p:cBhvr>
                                    </p:animEffect>
                                  </p:childTnLst>
                                </p:cTn>
                              </p:par>
                            </p:childTnLst>
                          </p:cTn>
                        </p:par>
                        <p:par>
                          <p:cTn id="29" fill="hold" nodeType="afterGroup">
                            <p:stCondLst>
                              <p:cond delay="1750"/>
                            </p:stCondLst>
                            <p:childTnLst>
                              <p:par>
                                <p:cTn id="30" presetID="18" presetClass="entr" presetSubtype="12" fill="hold" grpId="0" nodeType="afterEffect">
                                  <p:stCondLst>
                                    <p:cond delay="0"/>
                                  </p:stCondLst>
                                  <p:childTnLst>
                                    <p:set>
                                      <p:cBhvr>
                                        <p:cTn id="31" dur="1" fill="hold">
                                          <p:stCondLst>
                                            <p:cond delay="0"/>
                                          </p:stCondLst>
                                        </p:cTn>
                                        <p:tgtEl>
                                          <p:spTgt spid="92"/>
                                        </p:tgtEl>
                                        <p:attrNameLst>
                                          <p:attrName>style.visibility</p:attrName>
                                        </p:attrNameLst>
                                      </p:cBhvr>
                                      <p:to>
                                        <p:strVal val="visible"/>
                                      </p:to>
                                    </p:set>
                                    <p:animEffect transition="in" filter="strips(downLeft)">
                                      <p:cBhvr>
                                        <p:cTn id="32" dur="250"/>
                                        <p:tgtEl>
                                          <p:spTgt spid="92"/>
                                        </p:tgtEl>
                                      </p:cBhvr>
                                    </p:animEffect>
                                  </p:childTnLst>
                                </p:cTn>
                              </p:par>
                            </p:childTnLst>
                          </p:cTn>
                        </p:par>
                        <p:par>
                          <p:cTn id="33" fill="hold" nodeType="afterGroup">
                            <p:stCondLst>
                              <p:cond delay="2000"/>
                            </p:stCondLst>
                            <p:childTnLst>
                              <p:par>
                                <p:cTn id="34" presetID="55" presetClass="entr" presetSubtype="0" fill="hold" nodeType="afterEffect">
                                  <p:stCondLst>
                                    <p:cond delay="0"/>
                                  </p:stCondLst>
                                  <p:childTnLst>
                                    <p:set>
                                      <p:cBhvr>
                                        <p:cTn id="35" dur="1" fill="hold">
                                          <p:stCondLst>
                                            <p:cond delay="0"/>
                                          </p:stCondLst>
                                        </p:cTn>
                                        <p:tgtEl>
                                          <p:spTgt spid="98"/>
                                        </p:tgtEl>
                                        <p:attrNameLst>
                                          <p:attrName>style.visibility</p:attrName>
                                        </p:attrNameLst>
                                      </p:cBhvr>
                                      <p:to>
                                        <p:strVal val="visible"/>
                                      </p:to>
                                    </p:set>
                                    <p:anim calcmode="lin" valueType="num">
                                      <p:cBhvr>
                                        <p:cTn id="36" dur="750" fill="hold"/>
                                        <p:tgtEl>
                                          <p:spTgt spid="98"/>
                                        </p:tgtEl>
                                        <p:attrNameLst>
                                          <p:attrName>ppt_w</p:attrName>
                                        </p:attrNameLst>
                                      </p:cBhvr>
                                      <p:tavLst>
                                        <p:tav tm="0">
                                          <p:val>
                                            <p:strVal val="#ppt_w*0.70"/>
                                          </p:val>
                                        </p:tav>
                                        <p:tav tm="100000">
                                          <p:val>
                                            <p:strVal val="#ppt_w"/>
                                          </p:val>
                                        </p:tav>
                                      </p:tavLst>
                                    </p:anim>
                                    <p:anim calcmode="lin" valueType="num">
                                      <p:cBhvr>
                                        <p:cTn id="37" dur="750" fill="hold"/>
                                        <p:tgtEl>
                                          <p:spTgt spid="98"/>
                                        </p:tgtEl>
                                        <p:attrNameLst>
                                          <p:attrName>ppt_h</p:attrName>
                                        </p:attrNameLst>
                                      </p:cBhvr>
                                      <p:tavLst>
                                        <p:tav tm="0">
                                          <p:val>
                                            <p:strVal val="#ppt_h"/>
                                          </p:val>
                                        </p:tav>
                                        <p:tav tm="100000">
                                          <p:val>
                                            <p:strVal val="#ppt_h"/>
                                          </p:val>
                                        </p:tav>
                                      </p:tavLst>
                                    </p:anim>
                                    <p:animEffect transition="in" filter="fade">
                                      <p:cBhvr>
                                        <p:cTn id="38" dur="750"/>
                                        <p:tgtEl>
                                          <p:spTgt spid="98"/>
                                        </p:tgtEl>
                                      </p:cBhvr>
                                    </p:animEffect>
                                  </p:childTnLst>
                                </p:cTn>
                              </p:par>
                            </p:childTnLst>
                          </p:cTn>
                        </p:par>
                        <p:par>
                          <p:cTn id="39" fill="hold" nodeType="afterGroup">
                            <p:stCondLst>
                              <p:cond delay="2750"/>
                            </p:stCondLst>
                            <p:childTnLst>
                              <p:par>
                                <p:cTn id="40" presetID="18" presetClass="entr" presetSubtype="12" fill="hold" grpId="0" nodeType="afterEffect">
                                  <p:stCondLst>
                                    <p:cond delay="0"/>
                                  </p:stCondLst>
                                  <p:childTnLst>
                                    <p:set>
                                      <p:cBhvr>
                                        <p:cTn id="41" dur="1" fill="hold">
                                          <p:stCondLst>
                                            <p:cond delay="0"/>
                                          </p:stCondLst>
                                        </p:cTn>
                                        <p:tgtEl>
                                          <p:spTgt spid="93"/>
                                        </p:tgtEl>
                                        <p:attrNameLst>
                                          <p:attrName>style.visibility</p:attrName>
                                        </p:attrNameLst>
                                      </p:cBhvr>
                                      <p:to>
                                        <p:strVal val="visible"/>
                                      </p:to>
                                    </p:set>
                                    <p:animEffect transition="in" filter="strips(downLeft)">
                                      <p:cBhvr>
                                        <p:cTn id="42" dur="250"/>
                                        <p:tgtEl>
                                          <p:spTgt spid="93"/>
                                        </p:tgtEl>
                                      </p:cBhvr>
                                    </p:animEffect>
                                  </p:childTnLst>
                                </p:cTn>
                              </p:par>
                            </p:childTnLst>
                          </p:cTn>
                        </p:par>
                        <p:par>
                          <p:cTn id="43" fill="hold" nodeType="afterGroup">
                            <p:stCondLst>
                              <p:cond delay="3000"/>
                            </p:stCondLst>
                            <p:childTnLst>
                              <p:par>
                                <p:cTn id="44" presetID="55" presetClass="entr" presetSubtype="0" fill="hold" nodeType="afterEffect">
                                  <p:stCondLst>
                                    <p:cond delay="0"/>
                                  </p:stCondLst>
                                  <p:childTnLst>
                                    <p:set>
                                      <p:cBhvr>
                                        <p:cTn id="45" dur="1" fill="hold">
                                          <p:stCondLst>
                                            <p:cond delay="0"/>
                                          </p:stCondLst>
                                        </p:cTn>
                                        <p:tgtEl>
                                          <p:spTgt spid="94"/>
                                        </p:tgtEl>
                                        <p:attrNameLst>
                                          <p:attrName>style.visibility</p:attrName>
                                        </p:attrNameLst>
                                      </p:cBhvr>
                                      <p:to>
                                        <p:strVal val="visible"/>
                                      </p:to>
                                    </p:set>
                                    <p:anim calcmode="lin" valueType="num">
                                      <p:cBhvr>
                                        <p:cTn id="46" dur="750" fill="hold"/>
                                        <p:tgtEl>
                                          <p:spTgt spid="94"/>
                                        </p:tgtEl>
                                        <p:attrNameLst>
                                          <p:attrName>ppt_w</p:attrName>
                                        </p:attrNameLst>
                                      </p:cBhvr>
                                      <p:tavLst>
                                        <p:tav tm="0">
                                          <p:val>
                                            <p:strVal val="#ppt_w*0.70"/>
                                          </p:val>
                                        </p:tav>
                                        <p:tav tm="100000">
                                          <p:val>
                                            <p:strVal val="#ppt_w"/>
                                          </p:val>
                                        </p:tav>
                                      </p:tavLst>
                                    </p:anim>
                                    <p:anim calcmode="lin" valueType="num">
                                      <p:cBhvr>
                                        <p:cTn id="47" dur="750" fill="hold"/>
                                        <p:tgtEl>
                                          <p:spTgt spid="94"/>
                                        </p:tgtEl>
                                        <p:attrNameLst>
                                          <p:attrName>ppt_h</p:attrName>
                                        </p:attrNameLst>
                                      </p:cBhvr>
                                      <p:tavLst>
                                        <p:tav tm="0">
                                          <p:val>
                                            <p:strVal val="#ppt_h"/>
                                          </p:val>
                                        </p:tav>
                                        <p:tav tm="100000">
                                          <p:val>
                                            <p:strVal val="#ppt_h"/>
                                          </p:val>
                                        </p:tav>
                                      </p:tavLst>
                                    </p:anim>
                                    <p:animEffect transition="in" filter="fade">
                                      <p:cBhvr>
                                        <p:cTn id="48" dur="750"/>
                                        <p:tgtEl>
                                          <p:spTgt spid="94"/>
                                        </p:tgtEl>
                                      </p:cBhvr>
                                    </p:animEffect>
                                  </p:childTnLst>
                                </p:cTn>
                              </p:par>
                            </p:childTnLst>
                          </p:cTn>
                        </p:par>
                        <p:par>
                          <p:cTn id="49" fill="hold" nodeType="afterGroup">
                            <p:stCondLst>
                              <p:cond delay="3750"/>
                            </p:stCondLst>
                            <p:childTnLst>
                              <p:par>
                                <p:cTn id="50" presetID="18" presetClass="entr" presetSubtype="12" fill="hold" grpId="0" nodeType="afterEffect">
                                  <p:stCondLst>
                                    <p:cond delay="0"/>
                                  </p:stCondLst>
                                  <p:childTnLst>
                                    <p:set>
                                      <p:cBhvr>
                                        <p:cTn id="51" dur="1" fill="hold">
                                          <p:stCondLst>
                                            <p:cond delay="0"/>
                                          </p:stCondLst>
                                        </p:cTn>
                                        <p:tgtEl>
                                          <p:spTgt spid="97"/>
                                        </p:tgtEl>
                                        <p:attrNameLst>
                                          <p:attrName>style.visibility</p:attrName>
                                        </p:attrNameLst>
                                      </p:cBhvr>
                                      <p:to>
                                        <p:strVal val="visible"/>
                                      </p:to>
                                    </p:set>
                                    <p:animEffect transition="in" filter="strips(downLeft)">
                                      <p:cBhvr>
                                        <p:cTn id="52" dur="250"/>
                                        <p:tgtEl>
                                          <p:spTgt spid="97"/>
                                        </p:tgtEl>
                                      </p:cBhvr>
                                    </p:animEffect>
                                  </p:childTnLst>
                                </p:cTn>
                              </p:par>
                            </p:childTnLst>
                          </p:cTn>
                        </p:par>
                        <p:par>
                          <p:cTn id="53" fill="hold" nodeType="afterGroup">
                            <p:stCondLst>
                              <p:cond delay="4000"/>
                            </p:stCondLst>
                            <p:childTnLst>
                              <p:par>
                                <p:cTn id="54" presetID="55" presetClass="entr" presetSubtype="0" fill="hold" nodeType="afterEffect">
                                  <p:stCondLst>
                                    <p:cond delay="0"/>
                                  </p:stCondLst>
                                  <p:childTnLst>
                                    <p:set>
                                      <p:cBhvr>
                                        <p:cTn id="55" dur="1" fill="hold">
                                          <p:stCondLst>
                                            <p:cond delay="0"/>
                                          </p:stCondLst>
                                        </p:cTn>
                                        <p:tgtEl>
                                          <p:spTgt spid="101"/>
                                        </p:tgtEl>
                                        <p:attrNameLst>
                                          <p:attrName>style.visibility</p:attrName>
                                        </p:attrNameLst>
                                      </p:cBhvr>
                                      <p:to>
                                        <p:strVal val="visible"/>
                                      </p:to>
                                    </p:set>
                                    <p:anim calcmode="lin" valueType="num">
                                      <p:cBhvr>
                                        <p:cTn id="56" dur="750" fill="hold"/>
                                        <p:tgtEl>
                                          <p:spTgt spid="101"/>
                                        </p:tgtEl>
                                        <p:attrNameLst>
                                          <p:attrName>ppt_w</p:attrName>
                                        </p:attrNameLst>
                                      </p:cBhvr>
                                      <p:tavLst>
                                        <p:tav tm="0">
                                          <p:val>
                                            <p:strVal val="#ppt_w*0.70"/>
                                          </p:val>
                                        </p:tav>
                                        <p:tav tm="100000">
                                          <p:val>
                                            <p:strVal val="#ppt_w"/>
                                          </p:val>
                                        </p:tav>
                                      </p:tavLst>
                                    </p:anim>
                                    <p:anim calcmode="lin" valueType="num">
                                      <p:cBhvr>
                                        <p:cTn id="57" dur="750" fill="hold"/>
                                        <p:tgtEl>
                                          <p:spTgt spid="101"/>
                                        </p:tgtEl>
                                        <p:attrNameLst>
                                          <p:attrName>ppt_h</p:attrName>
                                        </p:attrNameLst>
                                      </p:cBhvr>
                                      <p:tavLst>
                                        <p:tav tm="0">
                                          <p:val>
                                            <p:strVal val="#ppt_h"/>
                                          </p:val>
                                        </p:tav>
                                        <p:tav tm="100000">
                                          <p:val>
                                            <p:strVal val="#ppt_h"/>
                                          </p:val>
                                        </p:tav>
                                      </p:tavLst>
                                    </p:anim>
                                    <p:animEffect transition="in" filter="fade">
                                      <p:cBhvr>
                                        <p:cTn id="58" dur="750"/>
                                        <p:tgtEl>
                                          <p:spTgt spid="101"/>
                                        </p:tgtEl>
                                      </p:cBhvr>
                                    </p:animEffect>
                                  </p:childTnLst>
                                </p:cTn>
                              </p:par>
                            </p:childTnLst>
                          </p:cTn>
                        </p:par>
                        <p:par>
                          <p:cTn id="59" fill="hold" nodeType="afterGroup">
                            <p:stCondLst>
                              <p:cond delay="4750"/>
                            </p:stCondLst>
                            <p:childTnLst>
                              <p:par>
                                <p:cTn id="60" presetID="18" presetClass="entr" presetSubtype="12" fill="hold" grpId="0" nodeType="afterEffect">
                                  <p:stCondLst>
                                    <p:cond delay="0"/>
                                  </p:stCondLst>
                                  <p:childTnLst>
                                    <p:set>
                                      <p:cBhvr>
                                        <p:cTn id="61" dur="1" fill="hold">
                                          <p:stCondLst>
                                            <p:cond delay="0"/>
                                          </p:stCondLst>
                                        </p:cTn>
                                        <p:tgtEl>
                                          <p:spTgt spid="134"/>
                                        </p:tgtEl>
                                        <p:attrNameLst>
                                          <p:attrName>style.visibility</p:attrName>
                                        </p:attrNameLst>
                                      </p:cBhvr>
                                      <p:to>
                                        <p:strVal val="visible"/>
                                      </p:to>
                                    </p:set>
                                    <p:animEffect transition="in" filter="strips(downLeft)">
                                      <p:cBhvr>
                                        <p:cTn id="62" dur="250"/>
                                        <p:tgtEl>
                                          <p:spTgt spid="134"/>
                                        </p:tgtEl>
                                      </p:cBhvr>
                                    </p:animEffect>
                                  </p:childTnLst>
                                </p:cTn>
                              </p:par>
                            </p:childTnLst>
                          </p:cTn>
                        </p:par>
                        <p:par>
                          <p:cTn id="63" fill="hold" nodeType="afterGroup">
                            <p:stCondLst>
                              <p:cond delay="5000"/>
                            </p:stCondLst>
                            <p:childTnLst>
                              <p:par>
                                <p:cTn id="64" presetID="55" presetClass="entr" presetSubtype="0" fill="hold" nodeType="afterEffect">
                                  <p:stCondLst>
                                    <p:cond delay="0"/>
                                  </p:stCondLst>
                                  <p:childTnLst>
                                    <p:set>
                                      <p:cBhvr>
                                        <p:cTn id="65" dur="1" fill="hold">
                                          <p:stCondLst>
                                            <p:cond delay="0"/>
                                          </p:stCondLst>
                                        </p:cTn>
                                        <p:tgtEl>
                                          <p:spTgt spid="135"/>
                                        </p:tgtEl>
                                        <p:attrNameLst>
                                          <p:attrName>style.visibility</p:attrName>
                                        </p:attrNameLst>
                                      </p:cBhvr>
                                      <p:to>
                                        <p:strVal val="visible"/>
                                      </p:to>
                                    </p:set>
                                    <p:anim calcmode="lin" valueType="num">
                                      <p:cBhvr>
                                        <p:cTn id="66" dur="750" fill="hold"/>
                                        <p:tgtEl>
                                          <p:spTgt spid="135"/>
                                        </p:tgtEl>
                                        <p:attrNameLst>
                                          <p:attrName>ppt_w</p:attrName>
                                        </p:attrNameLst>
                                      </p:cBhvr>
                                      <p:tavLst>
                                        <p:tav tm="0">
                                          <p:val>
                                            <p:strVal val="#ppt_w*0.70"/>
                                          </p:val>
                                        </p:tav>
                                        <p:tav tm="100000">
                                          <p:val>
                                            <p:strVal val="#ppt_w"/>
                                          </p:val>
                                        </p:tav>
                                      </p:tavLst>
                                    </p:anim>
                                    <p:anim calcmode="lin" valueType="num">
                                      <p:cBhvr>
                                        <p:cTn id="67" dur="750" fill="hold"/>
                                        <p:tgtEl>
                                          <p:spTgt spid="135"/>
                                        </p:tgtEl>
                                        <p:attrNameLst>
                                          <p:attrName>ppt_h</p:attrName>
                                        </p:attrNameLst>
                                      </p:cBhvr>
                                      <p:tavLst>
                                        <p:tav tm="0">
                                          <p:val>
                                            <p:strVal val="#ppt_h"/>
                                          </p:val>
                                        </p:tav>
                                        <p:tav tm="100000">
                                          <p:val>
                                            <p:strVal val="#ppt_h"/>
                                          </p:val>
                                        </p:tav>
                                      </p:tavLst>
                                    </p:anim>
                                    <p:animEffect transition="in" filter="fade">
                                      <p:cBhvr>
                                        <p:cTn id="68" dur="750"/>
                                        <p:tgtEl>
                                          <p:spTgt spid="135"/>
                                        </p:tgtEl>
                                      </p:cBhvr>
                                    </p:animEffect>
                                  </p:childTnLst>
                                </p:cTn>
                              </p:par>
                            </p:childTnLst>
                          </p:cTn>
                        </p:par>
                        <p:par>
                          <p:cTn id="69" fill="hold" nodeType="afterGroup">
                            <p:stCondLst>
                              <p:cond delay="5750"/>
                            </p:stCondLst>
                            <p:childTnLst>
                              <p:par>
                                <p:cTn id="70" presetID="18" presetClass="entr" presetSubtype="12" fill="hold" grpId="0" nodeType="afterEffect">
                                  <p:stCondLst>
                                    <p:cond delay="0"/>
                                  </p:stCondLst>
                                  <p:childTnLst>
                                    <p:set>
                                      <p:cBhvr>
                                        <p:cTn id="71" dur="1" fill="hold">
                                          <p:stCondLst>
                                            <p:cond delay="0"/>
                                          </p:stCondLst>
                                        </p:cTn>
                                        <p:tgtEl>
                                          <p:spTgt spid="138"/>
                                        </p:tgtEl>
                                        <p:attrNameLst>
                                          <p:attrName>style.visibility</p:attrName>
                                        </p:attrNameLst>
                                      </p:cBhvr>
                                      <p:to>
                                        <p:strVal val="visible"/>
                                      </p:to>
                                    </p:set>
                                    <p:animEffect transition="in" filter="strips(downLeft)">
                                      <p:cBhvr>
                                        <p:cTn id="72" dur="250"/>
                                        <p:tgtEl>
                                          <p:spTgt spid="138"/>
                                        </p:tgtEl>
                                      </p:cBhvr>
                                    </p:animEffect>
                                  </p:childTnLst>
                                </p:cTn>
                              </p:par>
                            </p:childTnLst>
                          </p:cTn>
                        </p:par>
                        <p:par>
                          <p:cTn id="73" fill="hold" nodeType="afterGroup">
                            <p:stCondLst>
                              <p:cond delay="6000"/>
                            </p:stCondLst>
                            <p:childTnLst>
                              <p:par>
                                <p:cTn id="74" presetID="55" presetClass="entr" presetSubtype="0" fill="hold" nodeType="afterEffect">
                                  <p:stCondLst>
                                    <p:cond delay="0"/>
                                  </p:stCondLst>
                                  <p:childTnLst>
                                    <p:set>
                                      <p:cBhvr>
                                        <p:cTn id="75" dur="1" fill="hold">
                                          <p:stCondLst>
                                            <p:cond delay="0"/>
                                          </p:stCondLst>
                                        </p:cTn>
                                        <p:tgtEl>
                                          <p:spTgt spid="139"/>
                                        </p:tgtEl>
                                        <p:attrNameLst>
                                          <p:attrName>style.visibility</p:attrName>
                                        </p:attrNameLst>
                                      </p:cBhvr>
                                      <p:to>
                                        <p:strVal val="visible"/>
                                      </p:to>
                                    </p:set>
                                    <p:anim calcmode="lin" valueType="num">
                                      <p:cBhvr>
                                        <p:cTn id="76" dur="750" fill="hold"/>
                                        <p:tgtEl>
                                          <p:spTgt spid="139"/>
                                        </p:tgtEl>
                                        <p:attrNameLst>
                                          <p:attrName>ppt_w</p:attrName>
                                        </p:attrNameLst>
                                      </p:cBhvr>
                                      <p:tavLst>
                                        <p:tav tm="0">
                                          <p:val>
                                            <p:strVal val="#ppt_w*0.70"/>
                                          </p:val>
                                        </p:tav>
                                        <p:tav tm="100000">
                                          <p:val>
                                            <p:strVal val="#ppt_w"/>
                                          </p:val>
                                        </p:tav>
                                      </p:tavLst>
                                    </p:anim>
                                    <p:anim calcmode="lin" valueType="num">
                                      <p:cBhvr>
                                        <p:cTn id="77" dur="750" fill="hold"/>
                                        <p:tgtEl>
                                          <p:spTgt spid="139"/>
                                        </p:tgtEl>
                                        <p:attrNameLst>
                                          <p:attrName>ppt_h</p:attrName>
                                        </p:attrNameLst>
                                      </p:cBhvr>
                                      <p:tavLst>
                                        <p:tav tm="0">
                                          <p:val>
                                            <p:strVal val="#ppt_h"/>
                                          </p:val>
                                        </p:tav>
                                        <p:tav tm="100000">
                                          <p:val>
                                            <p:strVal val="#ppt_h"/>
                                          </p:val>
                                        </p:tav>
                                      </p:tavLst>
                                    </p:anim>
                                    <p:animEffect transition="in" filter="fade">
                                      <p:cBhvr>
                                        <p:cTn id="78" dur="750"/>
                                        <p:tgtEl>
                                          <p:spTgt spid="139"/>
                                        </p:tgtEl>
                                      </p:cBhvr>
                                    </p:animEffect>
                                  </p:childTnLst>
                                </p:cTn>
                              </p:par>
                            </p:childTnLst>
                          </p:cTn>
                        </p:par>
                        <p:par>
                          <p:cTn id="79" fill="hold" nodeType="afterGroup">
                            <p:stCondLst>
                              <p:cond delay="6750"/>
                            </p:stCondLst>
                            <p:childTnLst>
                              <p:par>
                                <p:cTn id="80" presetID="18" presetClass="entr" presetSubtype="12" fill="hold" grpId="0" nodeType="afterEffect">
                                  <p:stCondLst>
                                    <p:cond delay="0"/>
                                  </p:stCondLst>
                                  <p:childTnLst>
                                    <p:set>
                                      <p:cBhvr>
                                        <p:cTn id="81" dur="1" fill="hold">
                                          <p:stCondLst>
                                            <p:cond delay="0"/>
                                          </p:stCondLst>
                                        </p:cTn>
                                        <p:tgtEl>
                                          <p:spTgt spid="142"/>
                                        </p:tgtEl>
                                        <p:attrNameLst>
                                          <p:attrName>style.visibility</p:attrName>
                                        </p:attrNameLst>
                                      </p:cBhvr>
                                      <p:to>
                                        <p:strVal val="visible"/>
                                      </p:to>
                                    </p:set>
                                    <p:animEffect transition="in" filter="strips(downLeft)">
                                      <p:cBhvr>
                                        <p:cTn id="82" dur="250"/>
                                        <p:tgtEl>
                                          <p:spTgt spid="1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92" grpId="0"/>
      <p:bldP spid="93" grpId="0"/>
      <p:bldP spid="97" grpId="0"/>
      <p:bldP spid="134" grpId="0"/>
      <p:bldP spid="138" grpId="0"/>
      <p:bldP spid="142" grpId="0"/>
    </p:bldLst>
  </p:timing>
</p:sld>
</file>

<file path=ppt/slides/slide2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grpSp>
        <p:nvGrpSpPr>
          <p:cNvPr id="2" name="组合 1"/>
          <p:cNvGrpSpPr/>
          <p:nvPr/>
        </p:nvGrpSpPr>
        <p:grpSpPr>
          <a:xfrm>
            <a:off x="327153" y="318911"/>
            <a:ext cx="529037" cy="529037"/>
            <a:chOff x="327153" y="318911"/>
            <a:chExt cx="529037" cy="529037"/>
          </a:xfrm>
        </p:grpSpPr>
        <p:sp>
          <p:nvSpPr>
            <p:cNvPr id="3" name="圆角矩形 2"/>
            <p:cNvSpPr/>
            <p:nvPr/>
          </p:nvSpPr>
          <p:spPr>
            <a:xfrm rot="18926424">
              <a:off x="327153" y="318911"/>
              <a:ext cx="529037" cy="529037"/>
            </a:xfrm>
            <a:prstGeom prst="roundRect">
              <a:avLst/>
            </a:prstGeom>
            <a:solidFill>
              <a:srgbClr val="545D79"/>
            </a:solidFill>
            <a:ln>
              <a:noFill/>
            </a:ln>
            <a:effectLst>
              <a:outerShdw blurRad="63500" algn="ctr" rotWithShape="0">
                <a:prstClr val="black">
                  <a:alpha val="40000"/>
                </a:prstClr>
              </a:outerShdw>
            </a:effectLst>
          </p:spPr>
          <p:txBody>
            <a:bodyPr vert="horz" wrap="square" lIns="91440" tIns="45720" rIns="91440" bIns="45720" numCol="1" anchor="ctr" anchorCtr="0" compatLnSpc="1">
              <a:prstTxWarp prst="textNoShape">
                <a:avLst/>
              </a:prstTxWarp>
            </a:bodyPr>
            <a:lstStyle/>
            <a:p>
              <a:pPr algn="ctr"/>
              <a:endParaRPr lang="zh-CN" altLang="en-US" sz="4800">
                <a:solidFill>
                  <a:prstClr val="white"/>
                </a:solidFill>
                <a:latin typeface="思源黑体旧字形 Normal" panose="020b0400000000000000" pitchFamily="34" charset="-128"/>
                <a:ea typeface="思源黑体旧字形 Normal" panose="020b0400000000000000" pitchFamily="34" charset="-128"/>
              </a:endParaRPr>
            </a:p>
          </p:txBody>
        </p:sp>
        <p:sp>
          <p:nvSpPr>
            <p:cNvPr id="4" name="MH_Other_2"/>
            <p:cNvSpPr/>
            <p:nvPr>
              <p:custDataLst>
                <p:tags r:id="rId3"/>
              </p:custDataLst>
            </p:nvPr>
          </p:nvSpPr>
          <p:spPr bwMode="auto">
            <a:xfrm>
              <a:off x="440450" y="441196"/>
              <a:ext cx="302442" cy="284465"/>
            </a:xfrm>
            <a:custGeom>
              <a:gdLst>
                <a:gd name="T0" fmla="*/ 373604 w 1361803"/>
                <a:gd name="T1" fmla="*/ 882437 h 1281345"/>
                <a:gd name="T2" fmla="*/ 476200 w 1361803"/>
                <a:gd name="T3" fmla="*/ 923828 h 1281345"/>
                <a:gd name="T4" fmla="*/ 554139 w 1361803"/>
                <a:gd name="T5" fmla="*/ 940808 h 1281345"/>
                <a:gd name="T6" fmla="*/ 528484 w 1361803"/>
                <a:gd name="T7" fmla="*/ 1017215 h 1281345"/>
                <a:gd name="T8" fmla="*/ 460417 w 1361803"/>
                <a:gd name="T9" fmla="*/ 1039501 h 1281345"/>
                <a:gd name="T10" fmla="*/ 352881 w 1361803"/>
                <a:gd name="T11" fmla="*/ 976886 h 1281345"/>
                <a:gd name="T12" fmla="*/ 286785 w 1361803"/>
                <a:gd name="T13" fmla="*/ 1049049 h 1281345"/>
                <a:gd name="T14" fmla="*/ 312434 w 1361803"/>
                <a:gd name="T15" fmla="*/ 885625 h 1281345"/>
                <a:gd name="T16" fmla="*/ 274750 w 1361803"/>
                <a:gd name="T17" fmla="*/ 686240 h 1281345"/>
                <a:gd name="T18" fmla="*/ 665920 w 1361803"/>
                <a:gd name="T19" fmla="*/ 686240 h 1281345"/>
                <a:gd name="T20" fmla="*/ 633318 w 1361803"/>
                <a:gd name="T21" fmla="*/ 771039 h 1281345"/>
                <a:gd name="T22" fmla="*/ 270797 w 1361803"/>
                <a:gd name="T23" fmla="*/ 776338 h 1281345"/>
                <a:gd name="T24" fmla="*/ 255979 w 1361803"/>
                <a:gd name="T25" fmla="*/ 705323 h 1281345"/>
                <a:gd name="T26" fmla="*/ 278558 w 1361803"/>
                <a:gd name="T27" fmla="*/ 503808 h 1281345"/>
                <a:gd name="T28" fmla="*/ 746925 w 1361803"/>
                <a:gd name="T29" fmla="*/ 503808 h 1281345"/>
                <a:gd name="T30" fmla="*/ 766688 w 1361803"/>
                <a:gd name="T31" fmla="*/ 555844 h 1281345"/>
                <a:gd name="T32" fmla="*/ 279544 w 1361803"/>
                <a:gd name="T33" fmla="*/ 593008 h 1281345"/>
                <a:gd name="T34" fmla="*/ 256813 w 1361803"/>
                <a:gd name="T35" fmla="*/ 527172 h 1281345"/>
                <a:gd name="T36" fmla="*/ 944591 w 1361803"/>
                <a:gd name="T37" fmla="*/ 452716 h 1281345"/>
                <a:gd name="T38" fmla="*/ 1023588 w 1361803"/>
                <a:gd name="T39" fmla="*/ 643756 h 1281345"/>
                <a:gd name="T40" fmla="*/ 636495 w 1361803"/>
                <a:gd name="T41" fmla="*/ 1040700 h 1281345"/>
                <a:gd name="T42" fmla="*/ 601932 w 1361803"/>
                <a:gd name="T43" fmla="*/ 1010980 h 1281345"/>
                <a:gd name="T44" fmla="*/ 940644 w 1361803"/>
                <a:gd name="T45" fmla="*/ 460140 h 1281345"/>
                <a:gd name="T46" fmla="*/ 1339566 w 1361803"/>
                <a:gd name="T47" fmla="*/ 322482 h 1281345"/>
                <a:gd name="T48" fmla="*/ 1356355 w 1361803"/>
                <a:gd name="T49" fmla="*/ 373372 h 1281345"/>
                <a:gd name="T50" fmla="*/ 1136163 w 1361803"/>
                <a:gd name="T51" fmla="*/ 663855 h 1281345"/>
                <a:gd name="T52" fmla="*/ 1082839 w 1361803"/>
                <a:gd name="T53" fmla="*/ 676580 h 1281345"/>
                <a:gd name="T54" fmla="*/ 1123322 w 1361803"/>
                <a:gd name="T55" fmla="*/ 596008 h 1281345"/>
                <a:gd name="T56" fmla="*/ 1312908 w 1361803"/>
                <a:gd name="T57" fmla="*/ 334145 h 1281345"/>
                <a:gd name="T58" fmla="*/ 526769 w 1361803"/>
                <a:gd name="T59" fmla="*/ 229043 h 1281345"/>
                <a:gd name="T60" fmla="*/ 766688 w 1361803"/>
                <a:gd name="T61" fmla="*/ 244970 h 1281345"/>
                <a:gd name="T62" fmla="*/ 749907 w 1361803"/>
                <a:gd name="T63" fmla="*/ 318243 h 1281345"/>
                <a:gd name="T64" fmla="*/ 529735 w 1361803"/>
                <a:gd name="T65" fmla="*/ 318243 h 1281345"/>
                <a:gd name="T66" fmla="*/ 511959 w 1361803"/>
                <a:gd name="T67" fmla="*/ 246034 h 1281345"/>
                <a:gd name="T68" fmla="*/ 1245419 w 1361803"/>
                <a:gd name="T69" fmla="*/ 137724 h 1281345"/>
                <a:gd name="T70" fmla="*/ 1309122 w 1361803"/>
                <a:gd name="T71" fmla="*/ 239622 h 1281345"/>
                <a:gd name="T72" fmla="*/ 1116528 w 1361803"/>
                <a:gd name="T73" fmla="*/ 531150 h 1281345"/>
                <a:gd name="T74" fmla="*/ 998003 w 1361803"/>
                <a:gd name="T75" fmla="*/ 384860 h 1281345"/>
                <a:gd name="T76" fmla="*/ 1207394 w 1361803"/>
                <a:gd name="T77" fmla="*/ 148457 h 1281345"/>
                <a:gd name="T78" fmla="*/ 327005 w 1361803"/>
                <a:gd name="T79" fmla="*/ 0 h 1281345"/>
                <a:gd name="T80" fmla="*/ 1023501 w 1361803"/>
                <a:gd name="T81" fmla="*/ 136834 h 1281345"/>
                <a:gd name="T82" fmla="*/ 1015602 w 1361803"/>
                <a:gd name="T83" fmla="*/ 237608 h 1281345"/>
                <a:gd name="T84" fmla="*/ 909891 w 1361803"/>
                <a:gd name="T85" fmla="*/ 379745 h 1281345"/>
                <a:gd name="T86" fmla="*/ 897047 w 1361803"/>
                <a:gd name="T87" fmla="*/ 313980 h 1281345"/>
                <a:gd name="T88" fmla="*/ 872348 w 1361803"/>
                <a:gd name="T89" fmla="*/ 135772 h 1281345"/>
                <a:gd name="T90" fmla="*/ 382329 w 1361803"/>
                <a:gd name="T91" fmla="*/ 135772 h 1281345"/>
                <a:gd name="T92" fmla="*/ 382329 w 1361803"/>
                <a:gd name="T93" fmla="*/ 313980 h 1281345"/>
                <a:gd name="T94" fmla="*/ 143255 w 1361803"/>
                <a:gd name="T95" fmla="*/ 409444 h 1281345"/>
                <a:gd name="T96" fmla="*/ 126454 w 1361803"/>
                <a:gd name="T97" fmla="*/ 428538 h 1281345"/>
                <a:gd name="T98" fmla="*/ 151153 w 1361803"/>
                <a:gd name="T99" fmla="*/ 1143476 h 1281345"/>
                <a:gd name="T100" fmla="*/ 897047 w 1361803"/>
                <a:gd name="T101" fmla="*/ 1115897 h 1281345"/>
                <a:gd name="T102" fmla="*/ 902973 w 1361803"/>
                <a:gd name="T103" fmla="*/ 902690 h 1281345"/>
                <a:gd name="T104" fmla="*/ 1022515 w 1361803"/>
                <a:gd name="T105" fmla="*/ 767972 h 1281345"/>
                <a:gd name="T106" fmla="*/ 1023501 w 1361803"/>
                <a:gd name="T107" fmla="*/ 1133931 h 1281345"/>
                <a:gd name="T108" fmla="*/ 131394 w 1361803"/>
                <a:gd name="T109" fmla="*/ 1279248 h 1281345"/>
                <a:gd name="T110" fmla="*/ 0 w 1361803"/>
                <a:gd name="T111" fmla="*/ 335193 h 1281345"/>
                <a:gd name="T112" fmla="*/ 261801 w 1361803"/>
                <a:gd name="T113" fmla="*/ 28642 h 1281345"/>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1361803" h="1281345">
                  <a:moveTo>
                    <a:pt x="340187" y="867542"/>
                  </a:moveTo>
                  <a:cubicBezTo>
                    <a:pt x="351512" y="867144"/>
                    <a:pt x="363575" y="872724"/>
                    <a:pt x="372930" y="883885"/>
                  </a:cubicBezTo>
                  <a:cubicBezTo>
                    <a:pt x="394595" y="907270"/>
                    <a:pt x="415275" y="931718"/>
                    <a:pt x="436940" y="957229"/>
                  </a:cubicBezTo>
                  <a:cubicBezTo>
                    <a:pt x="449742" y="946599"/>
                    <a:pt x="462543" y="935970"/>
                    <a:pt x="475345" y="925340"/>
                  </a:cubicBezTo>
                  <a:cubicBezTo>
                    <a:pt x="492086" y="911522"/>
                    <a:pt x="506857" y="910459"/>
                    <a:pt x="525568" y="923214"/>
                  </a:cubicBezTo>
                  <a:cubicBezTo>
                    <a:pt x="535415" y="929592"/>
                    <a:pt x="544278" y="935970"/>
                    <a:pt x="553141" y="942347"/>
                  </a:cubicBezTo>
                  <a:cubicBezTo>
                    <a:pt x="545263" y="967858"/>
                    <a:pt x="538370" y="993369"/>
                    <a:pt x="530492" y="1018880"/>
                  </a:cubicBezTo>
                  <a:cubicBezTo>
                    <a:pt x="528522" y="1018880"/>
                    <a:pt x="528522" y="1018880"/>
                    <a:pt x="527537" y="1018880"/>
                  </a:cubicBezTo>
                  <a:cubicBezTo>
                    <a:pt x="509812" y="1000810"/>
                    <a:pt x="494056" y="1007187"/>
                    <a:pt x="479284" y="1024195"/>
                  </a:cubicBezTo>
                  <a:cubicBezTo>
                    <a:pt x="473376" y="1030572"/>
                    <a:pt x="466482" y="1035887"/>
                    <a:pt x="459589" y="1041202"/>
                  </a:cubicBezTo>
                  <a:cubicBezTo>
                    <a:pt x="438909" y="1058209"/>
                    <a:pt x="420199" y="1056083"/>
                    <a:pt x="402473" y="1035887"/>
                  </a:cubicBezTo>
                  <a:cubicBezTo>
                    <a:pt x="385732" y="1017817"/>
                    <a:pt x="369976" y="998684"/>
                    <a:pt x="352251" y="978488"/>
                  </a:cubicBezTo>
                  <a:cubicBezTo>
                    <a:pt x="343388" y="995495"/>
                    <a:pt x="335510" y="1012502"/>
                    <a:pt x="327632" y="1028446"/>
                  </a:cubicBezTo>
                  <a:cubicBezTo>
                    <a:pt x="318769" y="1046517"/>
                    <a:pt x="303013" y="1053957"/>
                    <a:pt x="286272" y="1050768"/>
                  </a:cubicBezTo>
                  <a:cubicBezTo>
                    <a:pt x="262638" y="1046517"/>
                    <a:pt x="248851" y="1019943"/>
                    <a:pt x="259683" y="995495"/>
                  </a:cubicBezTo>
                  <a:cubicBezTo>
                    <a:pt x="276424" y="959355"/>
                    <a:pt x="293165" y="922151"/>
                    <a:pt x="311876" y="887074"/>
                  </a:cubicBezTo>
                  <a:cubicBezTo>
                    <a:pt x="318276" y="874318"/>
                    <a:pt x="328863" y="867941"/>
                    <a:pt x="340187" y="867542"/>
                  </a:cubicBezTo>
                  <a:close/>
                  <a:moveTo>
                    <a:pt x="274255" y="687365"/>
                  </a:moveTo>
                  <a:cubicBezTo>
                    <a:pt x="330459" y="687365"/>
                    <a:pt x="386662" y="687365"/>
                    <a:pt x="442866" y="687365"/>
                  </a:cubicBezTo>
                  <a:cubicBezTo>
                    <a:pt x="516819" y="687365"/>
                    <a:pt x="590771" y="687365"/>
                    <a:pt x="664723" y="687365"/>
                  </a:cubicBezTo>
                  <a:cubicBezTo>
                    <a:pt x="670640" y="687365"/>
                    <a:pt x="675570" y="687365"/>
                    <a:pt x="684444" y="687365"/>
                  </a:cubicBezTo>
                  <a:cubicBezTo>
                    <a:pt x="666695" y="718154"/>
                    <a:pt x="649933" y="745757"/>
                    <a:pt x="632184" y="772299"/>
                  </a:cubicBezTo>
                  <a:cubicBezTo>
                    <a:pt x="630212" y="775484"/>
                    <a:pt x="625282" y="776545"/>
                    <a:pt x="621338" y="776545"/>
                  </a:cubicBezTo>
                  <a:cubicBezTo>
                    <a:pt x="504000" y="777607"/>
                    <a:pt x="387648" y="776545"/>
                    <a:pt x="270311" y="777607"/>
                  </a:cubicBezTo>
                  <a:cubicBezTo>
                    <a:pt x="259464" y="777607"/>
                    <a:pt x="255520" y="772299"/>
                    <a:pt x="256506" y="760620"/>
                  </a:cubicBezTo>
                  <a:cubicBezTo>
                    <a:pt x="256506" y="742572"/>
                    <a:pt x="256506" y="724524"/>
                    <a:pt x="255520" y="706475"/>
                  </a:cubicBezTo>
                  <a:cubicBezTo>
                    <a:pt x="255520" y="691612"/>
                    <a:pt x="261436" y="687365"/>
                    <a:pt x="274255" y="687365"/>
                  </a:cubicBezTo>
                  <a:close/>
                  <a:moveTo>
                    <a:pt x="278054" y="504636"/>
                  </a:moveTo>
                  <a:cubicBezTo>
                    <a:pt x="354989" y="504636"/>
                    <a:pt x="432911" y="504636"/>
                    <a:pt x="509846" y="504636"/>
                  </a:cubicBezTo>
                  <a:cubicBezTo>
                    <a:pt x="588754" y="504636"/>
                    <a:pt x="666676" y="504636"/>
                    <a:pt x="745584" y="504636"/>
                  </a:cubicBezTo>
                  <a:cubicBezTo>
                    <a:pt x="764325" y="504636"/>
                    <a:pt x="765311" y="505700"/>
                    <a:pt x="765311" y="524845"/>
                  </a:cubicBezTo>
                  <a:cubicBezTo>
                    <a:pt x="765311" y="535481"/>
                    <a:pt x="765311" y="546117"/>
                    <a:pt x="765311" y="556753"/>
                  </a:cubicBezTo>
                  <a:cubicBezTo>
                    <a:pt x="765311" y="580153"/>
                    <a:pt x="752489" y="593980"/>
                    <a:pt x="730789" y="593980"/>
                  </a:cubicBezTo>
                  <a:cubicBezTo>
                    <a:pt x="580863" y="593980"/>
                    <a:pt x="429952" y="593980"/>
                    <a:pt x="279040" y="593980"/>
                  </a:cubicBezTo>
                  <a:cubicBezTo>
                    <a:pt x="256354" y="593980"/>
                    <a:pt x="256354" y="592917"/>
                    <a:pt x="256354" y="569517"/>
                  </a:cubicBezTo>
                  <a:cubicBezTo>
                    <a:pt x="256354" y="555690"/>
                    <a:pt x="256354" y="541863"/>
                    <a:pt x="256354" y="528036"/>
                  </a:cubicBezTo>
                  <a:cubicBezTo>
                    <a:pt x="256354" y="504636"/>
                    <a:pt x="256354" y="504636"/>
                    <a:pt x="278054" y="504636"/>
                  </a:cubicBezTo>
                  <a:close/>
                  <a:moveTo>
                    <a:pt x="942895" y="453454"/>
                  </a:moveTo>
                  <a:cubicBezTo>
                    <a:pt x="989224" y="494914"/>
                    <a:pt x="1033581" y="534249"/>
                    <a:pt x="1077938" y="574646"/>
                  </a:cubicBezTo>
                  <a:cubicBezTo>
                    <a:pt x="1059210" y="599097"/>
                    <a:pt x="1040481" y="622484"/>
                    <a:pt x="1021752" y="644809"/>
                  </a:cubicBezTo>
                  <a:cubicBezTo>
                    <a:pt x="928109" y="760685"/>
                    <a:pt x="831509" y="874435"/>
                    <a:pt x="722095" y="974365"/>
                  </a:cubicBezTo>
                  <a:cubicBezTo>
                    <a:pt x="695481" y="999879"/>
                    <a:pt x="664923" y="1021141"/>
                    <a:pt x="635352" y="1042403"/>
                  </a:cubicBezTo>
                  <a:cubicBezTo>
                    <a:pt x="626481" y="1048781"/>
                    <a:pt x="613666" y="1046655"/>
                    <a:pt x="601838" y="1048781"/>
                  </a:cubicBezTo>
                  <a:cubicBezTo>
                    <a:pt x="601838" y="1037087"/>
                    <a:pt x="596909" y="1023267"/>
                    <a:pt x="600852" y="1012636"/>
                  </a:cubicBezTo>
                  <a:cubicBezTo>
                    <a:pt x="619581" y="969050"/>
                    <a:pt x="637323" y="924400"/>
                    <a:pt x="659995" y="882940"/>
                  </a:cubicBezTo>
                  <a:cubicBezTo>
                    <a:pt x="741809" y="734108"/>
                    <a:pt x="838409" y="595907"/>
                    <a:pt x="938952" y="460896"/>
                  </a:cubicBezTo>
                  <a:cubicBezTo>
                    <a:pt x="939938" y="458770"/>
                    <a:pt x="940924" y="456643"/>
                    <a:pt x="942895" y="453454"/>
                  </a:cubicBezTo>
                  <a:close/>
                  <a:moveTo>
                    <a:pt x="1337162" y="323013"/>
                  </a:moveTo>
                  <a:cubicBezTo>
                    <a:pt x="1348990" y="326198"/>
                    <a:pt x="1361803" y="343189"/>
                    <a:pt x="1361803" y="358055"/>
                  </a:cubicBezTo>
                  <a:cubicBezTo>
                    <a:pt x="1359832" y="361241"/>
                    <a:pt x="1357861" y="367612"/>
                    <a:pt x="1353918" y="373984"/>
                  </a:cubicBezTo>
                  <a:cubicBezTo>
                    <a:pt x="1300693" y="447255"/>
                    <a:pt x="1247469" y="521588"/>
                    <a:pt x="1194244" y="594859"/>
                  </a:cubicBezTo>
                  <a:cubicBezTo>
                    <a:pt x="1175517" y="619282"/>
                    <a:pt x="1154818" y="642644"/>
                    <a:pt x="1134120" y="664944"/>
                  </a:cubicBezTo>
                  <a:cubicBezTo>
                    <a:pt x="1125249" y="673439"/>
                    <a:pt x="1113421" y="678749"/>
                    <a:pt x="1101594" y="682996"/>
                  </a:cubicBezTo>
                  <a:cubicBezTo>
                    <a:pt x="1095680" y="685120"/>
                    <a:pt x="1083852" y="682996"/>
                    <a:pt x="1080895" y="677687"/>
                  </a:cubicBezTo>
                  <a:cubicBezTo>
                    <a:pt x="1077938" y="671315"/>
                    <a:pt x="1077938" y="658573"/>
                    <a:pt x="1080895" y="652201"/>
                  </a:cubicBezTo>
                  <a:cubicBezTo>
                    <a:pt x="1092723" y="633087"/>
                    <a:pt x="1107507" y="615035"/>
                    <a:pt x="1121306" y="596983"/>
                  </a:cubicBezTo>
                  <a:cubicBezTo>
                    <a:pt x="1175517" y="522650"/>
                    <a:pt x="1229727" y="449379"/>
                    <a:pt x="1284923" y="375046"/>
                  </a:cubicBezTo>
                  <a:cubicBezTo>
                    <a:pt x="1293794" y="362303"/>
                    <a:pt x="1302665" y="348498"/>
                    <a:pt x="1310550" y="334694"/>
                  </a:cubicBezTo>
                  <a:cubicBezTo>
                    <a:pt x="1317449" y="324075"/>
                    <a:pt x="1325334" y="318765"/>
                    <a:pt x="1337162" y="323013"/>
                  </a:cubicBezTo>
                  <a:close/>
                  <a:moveTo>
                    <a:pt x="525824" y="229421"/>
                  </a:moveTo>
                  <a:cubicBezTo>
                    <a:pt x="600725" y="229421"/>
                    <a:pt x="675627" y="229421"/>
                    <a:pt x="750528" y="229421"/>
                  </a:cubicBezTo>
                  <a:cubicBezTo>
                    <a:pt x="761369" y="229421"/>
                    <a:pt x="765311" y="233676"/>
                    <a:pt x="765311" y="245375"/>
                  </a:cubicBezTo>
                  <a:cubicBezTo>
                    <a:pt x="764326" y="264521"/>
                    <a:pt x="764326" y="282602"/>
                    <a:pt x="765311" y="301747"/>
                  </a:cubicBezTo>
                  <a:cubicBezTo>
                    <a:pt x="765311" y="314511"/>
                    <a:pt x="760383" y="318765"/>
                    <a:pt x="748557" y="318765"/>
                  </a:cubicBezTo>
                  <a:cubicBezTo>
                    <a:pt x="711106" y="318765"/>
                    <a:pt x="674641" y="318765"/>
                    <a:pt x="638176" y="318765"/>
                  </a:cubicBezTo>
                  <a:cubicBezTo>
                    <a:pt x="601711" y="318765"/>
                    <a:pt x="565246" y="317702"/>
                    <a:pt x="528781" y="318765"/>
                  </a:cubicBezTo>
                  <a:cubicBezTo>
                    <a:pt x="515969" y="318765"/>
                    <a:pt x="511041" y="313447"/>
                    <a:pt x="511041" y="299620"/>
                  </a:cubicBezTo>
                  <a:cubicBezTo>
                    <a:pt x="512027" y="282602"/>
                    <a:pt x="512027" y="264521"/>
                    <a:pt x="511041" y="246439"/>
                  </a:cubicBezTo>
                  <a:cubicBezTo>
                    <a:pt x="511041" y="234739"/>
                    <a:pt x="514983" y="229421"/>
                    <a:pt x="525824" y="229421"/>
                  </a:cubicBezTo>
                  <a:close/>
                  <a:moveTo>
                    <a:pt x="1243182" y="137949"/>
                  </a:moveTo>
                  <a:cubicBezTo>
                    <a:pt x="1255260" y="139675"/>
                    <a:pt x="1267337" y="146577"/>
                    <a:pt x="1281140" y="158257"/>
                  </a:cubicBezTo>
                  <a:cubicBezTo>
                    <a:pt x="1308745" y="183741"/>
                    <a:pt x="1317618" y="208163"/>
                    <a:pt x="1306773" y="240018"/>
                  </a:cubicBezTo>
                  <a:cubicBezTo>
                    <a:pt x="1300858" y="257008"/>
                    <a:pt x="1294942" y="275059"/>
                    <a:pt x="1285083" y="289925"/>
                  </a:cubicBezTo>
                  <a:cubicBezTo>
                    <a:pt x="1228886" y="370624"/>
                    <a:pt x="1171704" y="450262"/>
                    <a:pt x="1114521" y="532023"/>
                  </a:cubicBezTo>
                  <a:cubicBezTo>
                    <a:pt x="1066212" y="489550"/>
                    <a:pt x="1022832" y="450262"/>
                    <a:pt x="977480" y="410974"/>
                  </a:cubicBezTo>
                  <a:cubicBezTo>
                    <a:pt x="984381" y="401417"/>
                    <a:pt x="990297" y="392923"/>
                    <a:pt x="996212" y="385490"/>
                  </a:cubicBezTo>
                  <a:cubicBezTo>
                    <a:pt x="1050437" y="319656"/>
                    <a:pt x="1103676" y="252760"/>
                    <a:pt x="1157901" y="187988"/>
                  </a:cubicBezTo>
                  <a:cubicBezTo>
                    <a:pt x="1170718" y="172061"/>
                    <a:pt x="1188464" y="159319"/>
                    <a:pt x="1205225" y="148700"/>
                  </a:cubicBezTo>
                  <a:cubicBezTo>
                    <a:pt x="1219027" y="139675"/>
                    <a:pt x="1231105" y="136224"/>
                    <a:pt x="1243182" y="137949"/>
                  </a:cubicBezTo>
                  <a:close/>
                  <a:moveTo>
                    <a:pt x="326420" y="0"/>
                  </a:moveTo>
                  <a:cubicBezTo>
                    <a:pt x="513791" y="0"/>
                    <a:pt x="702148" y="0"/>
                    <a:pt x="889519" y="0"/>
                  </a:cubicBezTo>
                  <a:cubicBezTo>
                    <a:pt x="964468" y="1063"/>
                    <a:pt x="1018707" y="56311"/>
                    <a:pt x="1021665" y="137059"/>
                  </a:cubicBezTo>
                  <a:cubicBezTo>
                    <a:pt x="1021665" y="164684"/>
                    <a:pt x="1021665" y="191246"/>
                    <a:pt x="1020679" y="218870"/>
                  </a:cubicBezTo>
                  <a:cubicBezTo>
                    <a:pt x="1020679" y="225245"/>
                    <a:pt x="1017721" y="232682"/>
                    <a:pt x="1013776" y="237995"/>
                  </a:cubicBezTo>
                  <a:cubicBezTo>
                    <a:pt x="985177" y="275181"/>
                    <a:pt x="956578" y="311305"/>
                    <a:pt x="928966" y="348492"/>
                  </a:cubicBezTo>
                  <a:cubicBezTo>
                    <a:pt x="921077" y="358054"/>
                    <a:pt x="915160" y="369741"/>
                    <a:pt x="908256" y="380366"/>
                  </a:cubicBezTo>
                  <a:cubicBezTo>
                    <a:pt x="905298" y="384616"/>
                    <a:pt x="901353" y="387804"/>
                    <a:pt x="895436" y="395241"/>
                  </a:cubicBezTo>
                  <a:cubicBezTo>
                    <a:pt x="895436" y="365492"/>
                    <a:pt x="895436" y="339992"/>
                    <a:pt x="895436" y="314493"/>
                  </a:cubicBezTo>
                  <a:cubicBezTo>
                    <a:pt x="895436" y="263494"/>
                    <a:pt x="895436" y="212495"/>
                    <a:pt x="895436" y="161496"/>
                  </a:cubicBezTo>
                  <a:cubicBezTo>
                    <a:pt x="895436" y="139184"/>
                    <a:pt x="892478" y="135997"/>
                    <a:pt x="870782" y="135997"/>
                  </a:cubicBezTo>
                  <a:cubicBezTo>
                    <a:pt x="713982" y="135997"/>
                    <a:pt x="557182" y="135997"/>
                    <a:pt x="399396" y="135997"/>
                  </a:cubicBezTo>
                  <a:cubicBezTo>
                    <a:pt x="394465" y="135997"/>
                    <a:pt x="388548" y="135997"/>
                    <a:pt x="381645" y="135997"/>
                  </a:cubicBezTo>
                  <a:cubicBezTo>
                    <a:pt x="381645" y="145559"/>
                    <a:pt x="381645" y="152997"/>
                    <a:pt x="381645" y="159371"/>
                  </a:cubicBezTo>
                  <a:cubicBezTo>
                    <a:pt x="381645" y="211433"/>
                    <a:pt x="381645" y="262431"/>
                    <a:pt x="381645" y="314493"/>
                  </a:cubicBezTo>
                  <a:cubicBezTo>
                    <a:pt x="380659" y="373991"/>
                    <a:pt x="346143" y="410116"/>
                    <a:pt x="290918" y="410116"/>
                  </a:cubicBezTo>
                  <a:cubicBezTo>
                    <a:pt x="241610" y="410116"/>
                    <a:pt x="192302" y="410116"/>
                    <a:pt x="142994" y="410116"/>
                  </a:cubicBezTo>
                  <a:cubicBezTo>
                    <a:pt x="138063" y="410116"/>
                    <a:pt x="133132" y="410116"/>
                    <a:pt x="126229" y="410116"/>
                  </a:cubicBezTo>
                  <a:cubicBezTo>
                    <a:pt x="126229" y="418615"/>
                    <a:pt x="126229" y="423928"/>
                    <a:pt x="126229" y="429240"/>
                  </a:cubicBezTo>
                  <a:cubicBezTo>
                    <a:pt x="126229" y="658735"/>
                    <a:pt x="126229" y="888229"/>
                    <a:pt x="126229" y="1117724"/>
                  </a:cubicBezTo>
                  <a:cubicBezTo>
                    <a:pt x="126229" y="1143223"/>
                    <a:pt x="128201" y="1145348"/>
                    <a:pt x="150883" y="1145348"/>
                  </a:cubicBezTo>
                  <a:cubicBezTo>
                    <a:pt x="390521" y="1145348"/>
                    <a:pt x="630158" y="1145348"/>
                    <a:pt x="869796" y="1145348"/>
                  </a:cubicBezTo>
                  <a:cubicBezTo>
                    <a:pt x="893464" y="1145348"/>
                    <a:pt x="895436" y="1143223"/>
                    <a:pt x="895436" y="1117724"/>
                  </a:cubicBezTo>
                  <a:cubicBezTo>
                    <a:pt x="895436" y="1052913"/>
                    <a:pt x="895436" y="988102"/>
                    <a:pt x="895436" y="923291"/>
                  </a:cubicBezTo>
                  <a:cubicBezTo>
                    <a:pt x="895436" y="916916"/>
                    <a:pt x="897409" y="908416"/>
                    <a:pt x="901353" y="904166"/>
                  </a:cubicBezTo>
                  <a:cubicBezTo>
                    <a:pt x="938827" y="860605"/>
                    <a:pt x="976302" y="818106"/>
                    <a:pt x="1013776" y="774545"/>
                  </a:cubicBezTo>
                  <a:cubicBezTo>
                    <a:pt x="1015748" y="773482"/>
                    <a:pt x="1016734" y="772420"/>
                    <a:pt x="1020679" y="769232"/>
                  </a:cubicBezTo>
                  <a:cubicBezTo>
                    <a:pt x="1020679" y="775607"/>
                    <a:pt x="1021665" y="779857"/>
                    <a:pt x="1021665" y="784107"/>
                  </a:cubicBezTo>
                  <a:cubicBezTo>
                    <a:pt x="1021665" y="902042"/>
                    <a:pt x="1021665" y="1018914"/>
                    <a:pt x="1021665" y="1135786"/>
                  </a:cubicBezTo>
                  <a:cubicBezTo>
                    <a:pt x="1020679" y="1222909"/>
                    <a:pt x="967426" y="1281345"/>
                    <a:pt x="886561" y="1281345"/>
                  </a:cubicBezTo>
                  <a:cubicBezTo>
                    <a:pt x="634103" y="1281345"/>
                    <a:pt x="382631" y="1281345"/>
                    <a:pt x="131160" y="1281345"/>
                  </a:cubicBezTo>
                  <a:cubicBezTo>
                    <a:pt x="55225" y="1281345"/>
                    <a:pt x="0" y="1221847"/>
                    <a:pt x="0" y="1140036"/>
                  </a:cubicBezTo>
                  <a:cubicBezTo>
                    <a:pt x="0" y="872292"/>
                    <a:pt x="0" y="603486"/>
                    <a:pt x="0" y="335742"/>
                  </a:cubicBezTo>
                  <a:cubicBezTo>
                    <a:pt x="0" y="315555"/>
                    <a:pt x="5917" y="298556"/>
                    <a:pt x="18737" y="283681"/>
                  </a:cubicBezTo>
                  <a:cubicBezTo>
                    <a:pt x="99603" y="198683"/>
                    <a:pt x="180468" y="113685"/>
                    <a:pt x="261333" y="28687"/>
                  </a:cubicBezTo>
                  <a:cubicBezTo>
                    <a:pt x="279084" y="9562"/>
                    <a:pt x="300780" y="0"/>
                    <a:pt x="32642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5" name="文本框 4"/>
          <p:cNvSpPr txBox="1"/>
          <p:nvPr/>
        </p:nvSpPr>
        <p:spPr>
          <a:xfrm>
            <a:off x="974526" y="321818"/>
            <a:ext cx="1261884" cy="523220"/>
          </a:xfrm>
          <a:prstGeom prst="rect">
            <a:avLst/>
          </a:prstGeom>
          <a:noFill/>
        </p:spPr>
        <p:txBody>
          <a:bodyPr wrap="none" rtlCol="0">
            <a:spAutoFit/>
          </a:bodyPr>
          <a:lstStyle/>
          <a:p>
            <a:r>
              <a:rPr lang="zh-CN" altLang="en-US" sz="2800" b="1">
                <a:solidFill>
                  <a:srgbClr val="3FB793"/>
                </a:solidFill>
                <a:latin typeface="思源黑体旧字形 Normal" panose="020b0400000000000000" pitchFamily="34" charset="-128"/>
                <a:ea typeface="思源黑体旧字形 Normal" panose="020b0400000000000000" pitchFamily="34" charset="-128"/>
              </a:rPr>
              <a:t>创新力</a:t>
            </a:r>
          </a:p>
        </p:txBody>
      </p:sp>
      <p:sp>
        <p:nvSpPr>
          <p:cNvPr id="33" name="任意多边形: 形状 1">
            <a:extLst>
              <a:ext uri="{FF2B5EF4-FFF2-40B4-BE49-F238E27FC236}">
                <a16:creationId xmlns:a16="http://schemas.microsoft.com/office/drawing/2014/main" id="{A1DB6F18-6D74-4CB2-9EF0-3441D42F6804}"/>
              </a:ext>
            </a:extLst>
          </p:cNvPr>
          <p:cNvSpPr/>
          <p:nvPr/>
        </p:nvSpPr>
        <p:spPr>
          <a:xfrm>
            <a:off x="-14514" y="2953336"/>
            <a:ext cx="12192000" cy="1951355"/>
          </a:xfrm>
          <a:custGeom>
            <a:gdLst>
              <a:gd name="connsiteX0" fmla="*/ 0 w 12192000"/>
              <a:gd name="connsiteY0" fmla="*/ 842570 h 1951355"/>
              <a:gd name="connsiteX1" fmla="*/ 3715657 w 12192000"/>
              <a:gd name="connsiteY1" fmla="*/ 1931141 h 1951355"/>
              <a:gd name="connsiteX2" fmla="*/ 6763657 w 12192000"/>
              <a:gd name="connsiteY2" fmla="*/ 741 h 1951355"/>
              <a:gd name="connsiteX3" fmla="*/ 9187543 w 12192000"/>
              <a:gd name="connsiteY3" fmla="*/ 1684398 h 1951355"/>
              <a:gd name="connsiteX4" fmla="*/ 12192000 w 12192000"/>
              <a:gd name="connsiteY4" fmla="*/ 247484 h 1951355"/>
            </a:gd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1951355">
                <a:moveTo>
                  <a:pt x="0" y="842570"/>
                </a:moveTo>
                <a:cubicBezTo>
                  <a:pt x="1294190" y="1457008"/>
                  <a:pt x="2588381" y="2071446"/>
                  <a:pt x="3715657" y="1931141"/>
                </a:cubicBezTo>
                <a:cubicBezTo>
                  <a:pt x="4842933" y="1790836"/>
                  <a:pt x="5851676" y="41865"/>
                  <a:pt x="6763657" y="741"/>
                </a:cubicBezTo>
                <a:cubicBezTo>
                  <a:pt x="7675638" y="-40383"/>
                  <a:pt x="8282819" y="1643274"/>
                  <a:pt x="9187543" y="1684398"/>
                </a:cubicBezTo>
                <a:cubicBezTo>
                  <a:pt x="10092267" y="1725522"/>
                  <a:pt x="11142133" y="986503"/>
                  <a:pt x="12192000" y="247484"/>
                </a:cubicBezTo>
              </a:path>
            </a:pathLst>
          </a:custGeom>
          <a:noFill/>
          <a:ln>
            <a:solidFill>
              <a:schemeClr val="bg1">
                <a:lumMod val="6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4" name="Group 13">
            <a:extLst>
              <a:ext uri="{FF2B5EF4-FFF2-40B4-BE49-F238E27FC236}">
                <a16:creationId xmlns:a16="http://schemas.microsoft.com/office/drawing/2014/main" id="{98A79B88-7B9B-4F8E-84BF-E53CF867BB31}"/>
              </a:ext>
            </a:extLst>
          </p:cNvPr>
          <p:cNvGrpSpPr/>
          <p:nvPr/>
        </p:nvGrpSpPr>
        <p:grpSpPr>
          <a:xfrm>
            <a:off x="2342328" y="4158737"/>
            <a:ext cx="1819729" cy="1202153"/>
            <a:chExt cx="3087" cy="2039"/>
          </a:xfrm>
        </p:grpSpPr>
        <p:sp>
          <p:nvSpPr>
            <p:cNvPr id="35" name="Freeform: Shape 14">
              <a:extLst>
                <a:ext uri="{FF2B5EF4-FFF2-40B4-BE49-F238E27FC236}">
                  <a16:creationId xmlns:a16="http://schemas.microsoft.com/office/drawing/2014/main" id="{4DC0B5B5-0864-4CB3-B5BE-12E1F53BFEFF}"/>
                </a:ext>
              </a:extLst>
            </p:cNvPr>
            <p:cNvSpPr/>
            <p:nvPr/>
          </p:nvSpPr>
          <p:spPr bwMode="auto">
            <a:xfrm>
              <a:off x="975" y="45"/>
              <a:ext cx="2042" cy="1754"/>
            </a:xfrm>
            <a:custGeom>
              <a:gdLst>
                <a:gd name="T0" fmla="*/ 577 w 21600"/>
                <a:gd name="T1" fmla="*/ 11364 h 21600"/>
                <a:gd name="T2" fmla="*/ 0 w 21600"/>
                <a:gd name="T3" fmla="*/ 21600 h 21600"/>
                <a:gd name="T4" fmla="*/ 21600 w 21600"/>
                <a:gd name="T5" fmla="*/ 0 h 21600"/>
                <a:gd name="T6" fmla="*/ 577 w 21600"/>
                <a:gd name="T7" fmla="*/ 11364 h 21600"/>
                <a:gd name="T8" fmla="*/ 577 w 21600"/>
                <a:gd name="T9" fmla="*/ 11364 h 21600"/>
              </a:gdLst>
              <a:cxnLst>
                <a:cxn ang="0">
                  <a:pos x="T0" y="T1"/>
                </a:cxn>
                <a:cxn ang="0">
                  <a:pos x="T2" y="T3"/>
                </a:cxn>
                <a:cxn ang="0">
                  <a:pos x="T4" y="T5"/>
                </a:cxn>
                <a:cxn ang="0">
                  <a:pos x="T6" y="T7"/>
                </a:cxn>
                <a:cxn ang="0">
                  <a:pos x="T8" y="T9"/>
                </a:cxn>
              </a:cxnLst>
              <a:rect l="0" t="0" r="r" b="b"/>
              <a:pathLst>
                <a:path w="21600" h="21600">
                  <a:moveTo>
                    <a:pt x="577" y="11364"/>
                  </a:moveTo>
                  <a:lnTo>
                    <a:pt x="0" y="21600"/>
                  </a:lnTo>
                  <a:lnTo>
                    <a:pt x="21600" y="0"/>
                  </a:lnTo>
                  <a:lnTo>
                    <a:pt x="577" y="11364"/>
                  </a:lnTo>
                  <a:close/>
                  <a:moveTo>
                    <a:pt x="577" y="11364"/>
                  </a:moveTo>
                </a:path>
              </a:pathLst>
            </a:custGeom>
            <a:solidFill>
              <a:srgbClr val="545D79"/>
            </a:solidFill>
            <a:ln>
              <a:noFill/>
            </a:ln>
            <a:effectLst>
              <a:outerShdw blurRad="63500" algn="ctr" rotWithShape="0">
                <a:prstClr val="black">
                  <a:alpha val="40000"/>
                </a:prstClr>
              </a:outerShdw>
            </a:effectLst>
          </p:spPr>
          <p:txBody>
            <a:bodyPr vert="horz" wrap="square" lIns="91440" tIns="45720" rIns="91440" bIns="45720" numCol="1" anchor="ctr" anchorCtr="0" compatLnSpc="1">
              <a:prstTxWarp prst="textNoShape">
                <a:avLst/>
              </a:prstTxWarp>
            </a:bodyPr>
            <a:lstStyle/>
            <a:p>
              <a:pPr algn="ctr"/>
              <a:endParaRPr sz="4800">
                <a:solidFill>
                  <a:prstClr val="white"/>
                </a:solidFill>
                <a:latin typeface="思源黑体旧字形 Normal" panose="020b0400000000000000" pitchFamily="34" charset="-128"/>
                <a:ea typeface="思源黑体旧字形 Normal" panose="020b0400000000000000" pitchFamily="34" charset="-128"/>
              </a:endParaRPr>
            </a:p>
          </p:txBody>
        </p:sp>
        <p:sp>
          <p:nvSpPr>
            <p:cNvPr id="36" name="Freeform: Shape 15">
              <a:extLst>
                <a:ext uri="{FF2B5EF4-FFF2-40B4-BE49-F238E27FC236}">
                  <a16:creationId xmlns:a16="http://schemas.microsoft.com/office/drawing/2014/main" id="{675FBFE1-59B8-4DE1-B821-D7EA90C32E08}"/>
                </a:ext>
              </a:extLst>
            </p:cNvPr>
            <p:cNvSpPr/>
            <p:nvPr/>
          </p:nvSpPr>
          <p:spPr bwMode="auto">
            <a:xfrm>
              <a:off x="961" y="40"/>
              <a:ext cx="2090" cy="1790"/>
            </a:xfrm>
            <a:custGeom>
              <a:gdLst>
                <a:gd name="T0" fmla="*/ 338 w 21600"/>
                <a:gd name="T1" fmla="*/ 10512 h 21600"/>
                <a:gd name="T2" fmla="*/ 0 w 21600"/>
                <a:gd name="T3" fmla="*/ 21600 h 21600"/>
                <a:gd name="T4" fmla="*/ 2612 w 21600"/>
                <a:gd name="T5" fmla="*/ 12113 h 21600"/>
                <a:gd name="T6" fmla="*/ 21600 w 21600"/>
                <a:gd name="T7" fmla="*/ 0 h 21600"/>
                <a:gd name="T8" fmla="*/ 14474 w 21600"/>
                <a:gd name="T9" fmla="*/ 1859 h 21600"/>
                <a:gd name="T10" fmla="*/ 338 w 21600"/>
                <a:gd name="T11" fmla="*/ 10512 h 21600"/>
                <a:gd name="T12" fmla="*/ 338 w 21600"/>
                <a:gd name="T13" fmla="*/ 10512 h 21600"/>
              </a:gdLst>
              <a:cxnLst>
                <a:cxn ang="0">
                  <a:pos x="T0" y="T1"/>
                </a:cxn>
                <a:cxn ang="0">
                  <a:pos x="T2" y="T3"/>
                </a:cxn>
                <a:cxn ang="0">
                  <a:pos x="T4" y="T5"/>
                </a:cxn>
                <a:cxn ang="0">
                  <a:pos x="T6" y="T7"/>
                </a:cxn>
                <a:cxn ang="0">
                  <a:pos x="T8" y="T9"/>
                </a:cxn>
                <a:cxn ang="0">
                  <a:pos x="T10" y="T11"/>
                </a:cxn>
                <a:cxn ang="0">
                  <a:pos x="T12" y="T13"/>
                </a:cxn>
              </a:cxnLst>
              <a:rect l="0" t="0" r="r" b="b"/>
              <a:pathLst>
                <a:path w="21600" h="21600">
                  <a:moveTo>
                    <a:pt x="338" y="10512"/>
                  </a:moveTo>
                  <a:lnTo>
                    <a:pt x="0" y="21600"/>
                  </a:lnTo>
                  <a:lnTo>
                    <a:pt x="2612" y="12113"/>
                  </a:lnTo>
                  <a:lnTo>
                    <a:pt x="21600" y="0"/>
                  </a:lnTo>
                  <a:lnTo>
                    <a:pt x="14474" y="1859"/>
                  </a:lnTo>
                  <a:lnTo>
                    <a:pt x="338" y="10512"/>
                  </a:lnTo>
                  <a:close/>
                  <a:moveTo>
                    <a:pt x="338" y="10512"/>
                  </a:moveTo>
                </a:path>
              </a:pathLst>
            </a:custGeom>
            <a:solidFill>
              <a:srgbClr val="545D79"/>
            </a:solidFill>
            <a:ln>
              <a:noFill/>
            </a:ln>
            <a:effectLst>
              <a:outerShdw blurRad="63500" algn="ctr" rotWithShape="0">
                <a:prstClr val="black">
                  <a:alpha val="40000"/>
                </a:prstClr>
              </a:outerShdw>
            </a:effectLst>
          </p:spPr>
          <p:txBody>
            <a:bodyPr vert="horz" wrap="square" lIns="91440" tIns="45720" rIns="91440" bIns="45720" numCol="1" anchor="ctr" anchorCtr="0" compatLnSpc="1">
              <a:prstTxWarp prst="textNoShape">
                <a:avLst/>
              </a:prstTxWarp>
            </a:bodyPr>
            <a:lstStyle/>
            <a:p>
              <a:pPr algn="ctr"/>
              <a:endParaRPr sz="4800">
                <a:solidFill>
                  <a:prstClr val="white"/>
                </a:solidFill>
                <a:latin typeface="思源黑体旧字形 Normal" panose="020b0400000000000000" pitchFamily="34" charset="-128"/>
                <a:ea typeface="思源黑体旧字形 Normal" panose="020b0400000000000000" pitchFamily="34" charset="-128"/>
              </a:endParaRPr>
            </a:p>
          </p:txBody>
        </p:sp>
        <p:sp>
          <p:nvSpPr>
            <p:cNvPr id="37" name="Freeform: Shape 16">
              <a:extLst>
                <a:ext uri="{FF2B5EF4-FFF2-40B4-BE49-F238E27FC236}">
                  <a16:creationId xmlns:a16="http://schemas.microsoft.com/office/drawing/2014/main" id="{6E9B35F7-79EE-426A-9655-07796268560F}"/>
                </a:ext>
              </a:extLst>
            </p:cNvPr>
            <p:cNvSpPr/>
            <p:nvPr/>
          </p:nvSpPr>
          <p:spPr bwMode="auto">
            <a:xfrm>
              <a:off x="0" y="0"/>
              <a:ext cx="3087" cy="965"/>
            </a:xfrm>
            <a:custGeom>
              <a:gdLst>
                <a:gd name="T0" fmla="*/ 0 w 21600"/>
                <a:gd name="T1" fmla="*/ 12991 h 21600"/>
                <a:gd name="T2" fmla="*/ 6723 w 21600"/>
                <a:gd name="T3" fmla="*/ 21600 h 21600"/>
                <a:gd name="T4" fmla="*/ 21600 w 21600"/>
                <a:gd name="T5" fmla="*/ 0 h 21600"/>
                <a:gd name="T6" fmla="*/ 0 w 21600"/>
                <a:gd name="T7" fmla="*/ 12991 h 21600"/>
                <a:gd name="T8" fmla="*/ 0 w 21600"/>
                <a:gd name="T9" fmla="*/ 12991 h 21600"/>
              </a:gdLst>
              <a:cxnLst>
                <a:cxn ang="0">
                  <a:pos x="T0" y="T1"/>
                </a:cxn>
                <a:cxn ang="0">
                  <a:pos x="T2" y="T3"/>
                </a:cxn>
                <a:cxn ang="0">
                  <a:pos x="T4" y="T5"/>
                </a:cxn>
                <a:cxn ang="0">
                  <a:pos x="T6" y="T7"/>
                </a:cxn>
                <a:cxn ang="0">
                  <a:pos x="T8" y="T9"/>
                </a:cxn>
              </a:cxnLst>
              <a:rect l="0" t="0" r="r" b="b"/>
              <a:pathLst>
                <a:path w="21600" h="21600">
                  <a:moveTo>
                    <a:pt x="0" y="12991"/>
                  </a:moveTo>
                  <a:lnTo>
                    <a:pt x="6723" y="21600"/>
                  </a:lnTo>
                  <a:lnTo>
                    <a:pt x="21600" y="0"/>
                  </a:lnTo>
                  <a:lnTo>
                    <a:pt x="0" y="12991"/>
                  </a:lnTo>
                  <a:close/>
                  <a:moveTo>
                    <a:pt x="0" y="12991"/>
                  </a:moveTo>
                </a:path>
              </a:pathLst>
            </a:custGeom>
            <a:solidFill>
              <a:srgbClr val="545D79"/>
            </a:solidFill>
            <a:ln>
              <a:noFill/>
            </a:ln>
            <a:effectLst>
              <a:outerShdw blurRad="63500" algn="ctr" rotWithShape="0">
                <a:prstClr val="black">
                  <a:alpha val="40000"/>
                </a:prstClr>
              </a:outerShdw>
            </a:effectLst>
          </p:spPr>
          <p:txBody>
            <a:bodyPr vert="horz" wrap="square" lIns="91440" tIns="45720" rIns="91440" bIns="45720" numCol="1" anchor="ctr" anchorCtr="0" compatLnSpc="1">
              <a:prstTxWarp prst="textNoShape">
                <a:avLst/>
              </a:prstTxWarp>
            </a:bodyPr>
            <a:lstStyle/>
            <a:p>
              <a:pPr algn="ctr"/>
              <a:endParaRPr sz="4800">
                <a:solidFill>
                  <a:prstClr val="white"/>
                </a:solidFill>
                <a:latin typeface="思源黑体旧字形 Normal" panose="020b0400000000000000" pitchFamily="34" charset="-128"/>
                <a:ea typeface="思源黑体旧字形 Normal" panose="020b0400000000000000" pitchFamily="34" charset="-128"/>
              </a:endParaRPr>
            </a:p>
          </p:txBody>
        </p:sp>
        <p:sp>
          <p:nvSpPr>
            <p:cNvPr id="38" name="Freeform: Shape 17">
              <a:extLst>
                <a:ext uri="{FF2B5EF4-FFF2-40B4-BE49-F238E27FC236}">
                  <a16:creationId xmlns:a16="http://schemas.microsoft.com/office/drawing/2014/main" id="{ADAFF3B5-DE25-47C7-81DF-A007C39C3987}"/>
                </a:ext>
              </a:extLst>
            </p:cNvPr>
            <p:cNvSpPr/>
            <p:nvPr/>
          </p:nvSpPr>
          <p:spPr bwMode="auto">
            <a:xfrm>
              <a:off x="1208" y="15"/>
              <a:ext cx="1840" cy="2024"/>
            </a:xfrm>
            <a:custGeom>
              <a:gdLst>
                <a:gd name="T0" fmla="*/ 0 w 21600"/>
                <a:gd name="T1" fmla="*/ 10747 h 21600"/>
                <a:gd name="T2" fmla="*/ 21600 w 21600"/>
                <a:gd name="T3" fmla="*/ 0 h 21600"/>
                <a:gd name="T4" fmla="*/ 7562 w 21600"/>
                <a:gd name="T5" fmla="*/ 21600 h 21600"/>
                <a:gd name="T6" fmla="*/ 0 w 21600"/>
                <a:gd name="T7" fmla="*/ 10747 h 21600"/>
                <a:gd name="T8" fmla="*/ 0 w 21600"/>
                <a:gd name="T9" fmla="*/ 10747 h 21600"/>
              </a:gdLst>
              <a:cxnLst>
                <a:cxn ang="0">
                  <a:pos x="T0" y="T1"/>
                </a:cxn>
                <a:cxn ang="0">
                  <a:pos x="T2" y="T3"/>
                </a:cxn>
                <a:cxn ang="0">
                  <a:pos x="T4" y="T5"/>
                </a:cxn>
                <a:cxn ang="0">
                  <a:pos x="T6" y="T7"/>
                </a:cxn>
                <a:cxn ang="0">
                  <a:pos x="T8" y="T9"/>
                </a:cxn>
              </a:cxnLst>
              <a:rect l="0" t="0" r="r" b="b"/>
              <a:pathLst>
                <a:path w="21600" h="21600">
                  <a:moveTo>
                    <a:pt x="0" y="10747"/>
                  </a:moveTo>
                  <a:lnTo>
                    <a:pt x="21600" y="0"/>
                  </a:lnTo>
                  <a:lnTo>
                    <a:pt x="7562" y="21600"/>
                  </a:lnTo>
                  <a:lnTo>
                    <a:pt x="0" y="10747"/>
                  </a:lnTo>
                  <a:close/>
                  <a:moveTo>
                    <a:pt x="0" y="10747"/>
                  </a:moveTo>
                </a:path>
              </a:pathLst>
            </a:custGeom>
            <a:solidFill>
              <a:srgbClr val="545D79"/>
            </a:solidFill>
            <a:ln>
              <a:noFill/>
            </a:ln>
            <a:effectLst>
              <a:outerShdw blurRad="63500" algn="ctr" rotWithShape="0">
                <a:prstClr val="black">
                  <a:alpha val="40000"/>
                </a:prstClr>
              </a:outerShdw>
            </a:effectLst>
          </p:spPr>
          <p:txBody>
            <a:bodyPr vert="horz" wrap="square" lIns="91440" tIns="45720" rIns="91440" bIns="45720" numCol="1" anchor="ctr" anchorCtr="0" compatLnSpc="1">
              <a:prstTxWarp prst="textNoShape">
                <a:avLst/>
              </a:prstTxWarp>
            </a:bodyPr>
            <a:lstStyle/>
            <a:p>
              <a:pPr algn="ctr"/>
              <a:endParaRPr sz="4800">
                <a:solidFill>
                  <a:prstClr val="white"/>
                </a:solidFill>
                <a:latin typeface="思源黑体旧字形 Normal" panose="020b0400000000000000" pitchFamily="34" charset="-128"/>
                <a:ea typeface="思源黑体旧字形 Normal" panose="020b0400000000000000" pitchFamily="34" charset="-128"/>
              </a:endParaRPr>
            </a:p>
          </p:txBody>
        </p:sp>
      </p:grpSp>
      <p:grpSp>
        <p:nvGrpSpPr>
          <p:cNvPr id="39" name="Group 13">
            <a:extLst>
              <a:ext uri="{FF2B5EF4-FFF2-40B4-BE49-F238E27FC236}">
                <a16:creationId xmlns:a16="http://schemas.microsoft.com/office/drawing/2014/main" id="{77BE0A62-AE95-46AB-97F0-B25B2F2FAF35}"/>
              </a:ext>
            </a:extLst>
          </p:cNvPr>
          <p:cNvGrpSpPr/>
          <p:nvPr/>
        </p:nvGrpSpPr>
        <p:grpSpPr>
          <a:xfrm>
            <a:off x="5456813" y="2507142"/>
            <a:ext cx="1819729" cy="1202153"/>
            <a:chExt cx="3087" cy="2039"/>
          </a:xfrm>
          <a:solidFill>
            <a:srgbClr val="3FB793"/>
          </a:solidFill>
        </p:grpSpPr>
        <p:sp>
          <p:nvSpPr>
            <p:cNvPr id="40" name="Freeform: Shape 14">
              <a:extLst>
                <a:ext uri="{FF2B5EF4-FFF2-40B4-BE49-F238E27FC236}">
                  <a16:creationId xmlns:a16="http://schemas.microsoft.com/office/drawing/2014/main" id="{CE05AA78-EA80-41B6-A02D-692AFD71463A}"/>
                </a:ext>
              </a:extLst>
            </p:cNvPr>
            <p:cNvSpPr/>
            <p:nvPr/>
          </p:nvSpPr>
          <p:spPr bwMode="auto">
            <a:xfrm>
              <a:off x="975" y="45"/>
              <a:ext cx="2042" cy="1754"/>
            </a:xfrm>
            <a:custGeom>
              <a:gdLst>
                <a:gd name="T0" fmla="*/ 577 w 21600"/>
                <a:gd name="T1" fmla="*/ 11364 h 21600"/>
                <a:gd name="T2" fmla="*/ 0 w 21600"/>
                <a:gd name="T3" fmla="*/ 21600 h 21600"/>
                <a:gd name="T4" fmla="*/ 21600 w 21600"/>
                <a:gd name="T5" fmla="*/ 0 h 21600"/>
                <a:gd name="T6" fmla="*/ 577 w 21600"/>
                <a:gd name="T7" fmla="*/ 11364 h 21600"/>
                <a:gd name="T8" fmla="*/ 577 w 21600"/>
                <a:gd name="T9" fmla="*/ 11364 h 21600"/>
              </a:gdLst>
              <a:cxnLst>
                <a:cxn ang="0">
                  <a:pos x="T0" y="T1"/>
                </a:cxn>
                <a:cxn ang="0">
                  <a:pos x="T2" y="T3"/>
                </a:cxn>
                <a:cxn ang="0">
                  <a:pos x="T4" y="T5"/>
                </a:cxn>
                <a:cxn ang="0">
                  <a:pos x="T6" y="T7"/>
                </a:cxn>
                <a:cxn ang="0">
                  <a:pos x="T8" y="T9"/>
                </a:cxn>
              </a:cxnLst>
              <a:rect l="0" t="0" r="r" b="b"/>
              <a:pathLst>
                <a:path w="21600" h="21600">
                  <a:moveTo>
                    <a:pt x="577" y="11364"/>
                  </a:moveTo>
                  <a:lnTo>
                    <a:pt x="0" y="21600"/>
                  </a:lnTo>
                  <a:lnTo>
                    <a:pt x="21600" y="0"/>
                  </a:lnTo>
                  <a:lnTo>
                    <a:pt x="577" y="11364"/>
                  </a:lnTo>
                  <a:close/>
                  <a:moveTo>
                    <a:pt x="577" y="11364"/>
                  </a:moveTo>
                </a:path>
              </a:pathLst>
            </a:custGeom>
            <a:grpFill/>
            <a:ln>
              <a:noFill/>
            </a:ln>
            <a:effectLst>
              <a:outerShdw blurRad="63500" algn="ctr" rotWithShape="0">
                <a:prstClr val="black">
                  <a:alpha val="40000"/>
                </a:prstClr>
              </a:outerShdw>
            </a:effectLst>
          </p:spPr>
          <p:txBody>
            <a:bodyPr anchor="ctr"/>
            <a:lstStyle/>
            <a:p>
              <a:pPr algn="ctr"/>
              <a:endParaRPr/>
            </a:p>
          </p:txBody>
        </p:sp>
        <p:sp>
          <p:nvSpPr>
            <p:cNvPr id="41" name="Freeform: Shape 15">
              <a:extLst>
                <a:ext uri="{FF2B5EF4-FFF2-40B4-BE49-F238E27FC236}">
                  <a16:creationId xmlns:a16="http://schemas.microsoft.com/office/drawing/2014/main" id="{223583CF-5E7C-4D9D-BCBB-8FEA79FB71F4}"/>
                </a:ext>
              </a:extLst>
            </p:cNvPr>
            <p:cNvSpPr/>
            <p:nvPr/>
          </p:nvSpPr>
          <p:spPr bwMode="auto">
            <a:xfrm>
              <a:off x="961" y="40"/>
              <a:ext cx="2090" cy="1790"/>
            </a:xfrm>
            <a:custGeom>
              <a:gdLst>
                <a:gd name="T0" fmla="*/ 338 w 21600"/>
                <a:gd name="T1" fmla="*/ 10512 h 21600"/>
                <a:gd name="T2" fmla="*/ 0 w 21600"/>
                <a:gd name="T3" fmla="*/ 21600 h 21600"/>
                <a:gd name="T4" fmla="*/ 2612 w 21600"/>
                <a:gd name="T5" fmla="*/ 12113 h 21600"/>
                <a:gd name="T6" fmla="*/ 21600 w 21600"/>
                <a:gd name="T7" fmla="*/ 0 h 21600"/>
                <a:gd name="T8" fmla="*/ 14474 w 21600"/>
                <a:gd name="T9" fmla="*/ 1859 h 21600"/>
                <a:gd name="T10" fmla="*/ 338 w 21600"/>
                <a:gd name="T11" fmla="*/ 10512 h 21600"/>
                <a:gd name="T12" fmla="*/ 338 w 21600"/>
                <a:gd name="T13" fmla="*/ 10512 h 21600"/>
              </a:gdLst>
              <a:cxnLst>
                <a:cxn ang="0">
                  <a:pos x="T0" y="T1"/>
                </a:cxn>
                <a:cxn ang="0">
                  <a:pos x="T2" y="T3"/>
                </a:cxn>
                <a:cxn ang="0">
                  <a:pos x="T4" y="T5"/>
                </a:cxn>
                <a:cxn ang="0">
                  <a:pos x="T6" y="T7"/>
                </a:cxn>
                <a:cxn ang="0">
                  <a:pos x="T8" y="T9"/>
                </a:cxn>
                <a:cxn ang="0">
                  <a:pos x="T10" y="T11"/>
                </a:cxn>
                <a:cxn ang="0">
                  <a:pos x="T12" y="T13"/>
                </a:cxn>
              </a:cxnLst>
              <a:rect l="0" t="0" r="r" b="b"/>
              <a:pathLst>
                <a:path w="21600" h="21600">
                  <a:moveTo>
                    <a:pt x="338" y="10512"/>
                  </a:moveTo>
                  <a:lnTo>
                    <a:pt x="0" y="21600"/>
                  </a:lnTo>
                  <a:lnTo>
                    <a:pt x="2612" y="12113"/>
                  </a:lnTo>
                  <a:lnTo>
                    <a:pt x="21600" y="0"/>
                  </a:lnTo>
                  <a:lnTo>
                    <a:pt x="14474" y="1859"/>
                  </a:lnTo>
                  <a:lnTo>
                    <a:pt x="338" y="10512"/>
                  </a:lnTo>
                  <a:close/>
                  <a:moveTo>
                    <a:pt x="338" y="10512"/>
                  </a:moveTo>
                </a:path>
              </a:pathLst>
            </a:custGeom>
            <a:grpFill/>
            <a:ln>
              <a:noFill/>
            </a:ln>
            <a:effectLst>
              <a:outerShdw blurRad="63500" algn="ctr" rotWithShape="0">
                <a:prstClr val="black">
                  <a:alpha val="40000"/>
                </a:prstClr>
              </a:outerShdw>
            </a:effectLst>
          </p:spPr>
          <p:txBody>
            <a:bodyPr anchor="ctr"/>
            <a:lstStyle/>
            <a:p>
              <a:pPr algn="ctr"/>
              <a:endParaRPr/>
            </a:p>
          </p:txBody>
        </p:sp>
        <p:sp>
          <p:nvSpPr>
            <p:cNvPr id="42" name="Freeform: Shape 16">
              <a:extLst>
                <a:ext uri="{FF2B5EF4-FFF2-40B4-BE49-F238E27FC236}">
                  <a16:creationId xmlns:a16="http://schemas.microsoft.com/office/drawing/2014/main" id="{5887E20C-FCC7-47EA-9AA0-73FD9FCCAE4F}"/>
                </a:ext>
              </a:extLst>
            </p:cNvPr>
            <p:cNvSpPr/>
            <p:nvPr/>
          </p:nvSpPr>
          <p:spPr bwMode="auto">
            <a:xfrm>
              <a:off x="0" y="0"/>
              <a:ext cx="3087" cy="965"/>
            </a:xfrm>
            <a:custGeom>
              <a:gdLst>
                <a:gd name="T0" fmla="*/ 0 w 21600"/>
                <a:gd name="T1" fmla="*/ 12991 h 21600"/>
                <a:gd name="T2" fmla="*/ 6723 w 21600"/>
                <a:gd name="T3" fmla="*/ 21600 h 21600"/>
                <a:gd name="T4" fmla="*/ 21600 w 21600"/>
                <a:gd name="T5" fmla="*/ 0 h 21600"/>
                <a:gd name="T6" fmla="*/ 0 w 21600"/>
                <a:gd name="T7" fmla="*/ 12991 h 21600"/>
                <a:gd name="T8" fmla="*/ 0 w 21600"/>
                <a:gd name="T9" fmla="*/ 12991 h 21600"/>
              </a:gdLst>
              <a:cxnLst>
                <a:cxn ang="0">
                  <a:pos x="T0" y="T1"/>
                </a:cxn>
                <a:cxn ang="0">
                  <a:pos x="T2" y="T3"/>
                </a:cxn>
                <a:cxn ang="0">
                  <a:pos x="T4" y="T5"/>
                </a:cxn>
                <a:cxn ang="0">
                  <a:pos x="T6" y="T7"/>
                </a:cxn>
                <a:cxn ang="0">
                  <a:pos x="T8" y="T9"/>
                </a:cxn>
              </a:cxnLst>
              <a:rect l="0" t="0" r="r" b="b"/>
              <a:pathLst>
                <a:path w="21600" h="21600">
                  <a:moveTo>
                    <a:pt x="0" y="12991"/>
                  </a:moveTo>
                  <a:lnTo>
                    <a:pt x="6723" y="21600"/>
                  </a:lnTo>
                  <a:lnTo>
                    <a:pt x="21600" y="0"/>
                  </a:lnTo>
                  <a:lnTo>
                    <a:pt x="0" y="12991"/>
                  </a:lnTo>
                  <a:close/>
                  <a:moveTo>
                    <a:pt x="0" y="12991"/>
                  </a:moveTo>
                </a:path>
              </a:pathLst>
            </a:custGeom>
            <a:grpFill/>
            <a:ln>
              <a:noFill/>
            </a:ln>
            <a:effectLst>
              <a:outerShdw blurRad="63500" algn="ctr" rotWithShape="0">
                <a:prstClr val="black">
                  <a:alpha val="40000"/>
                </a:prstClr>
              </a:outerShdw>
            </a:effectLst>
          </p:spPr>
          <p:txBody>
            <a:bodyPr anchor="ctr"/>
            <a:lstStyle/>
            <a:p>
              <a:pPr algn="ctr"/>
              <a:endParaRPr/>
            </a:p>
          </p:txBody>
        </p:sp>
        <p:sp>
          <p:nvSpPr>
            <p:cNvPr id="43" name="Freeform: Shape 17">
              <a:extLst>
                <a:ext uri="{FF2B5EF4-FFF2-40B4-BE49-F238E27FC236}">
                  <a16:creationId xmlns:a16="http://schemas.microsoft.com/office/drawing/2014/main" id="{CAA4DBE1-6D78-4DB1-B335-DE9C3F0F3D88}"/>
                </a:ext>
              </a:extLst>
            </p:cNvPr>
            <p:cNvSpPr/>
            <p:nvPr/>
          </p:nvSpPr>
          <p:spPr bwMode="auto">
            <a:xfrm>
              <a:off x="1208" y="15"/>
              <a:ext cx="1840" cy="2024"/>
            </a:xfrm>
            <a:custGeom>
              <a:gdLst>
                <a:gd name="T0" fmla="*/ 0 w 21600"/>
                <a:gd name="T1" fmla="*/ 10747 h 21600"/>
                <a:gd name="T2" fmla="*/ 21600 w 21600"/>
                <a:gd name="T3" fmla="*/ 0 h 21600"/>
                <a:gd name="T4" fmla="*/ 7562 w 21600"/>
                <a:gd name="T5" fmla="*/ 21600 h 21600"/>
                <a:gd name="T6" fmla="*/ 0 w 21600"/>
                <a:gd name="T7" fmla="*/ 10747 h 21600"/>
                <a:gd name="T8" fmla="*/ 0 w 21600"/>
                <a:gd name="T9" fmla="*/ 10747 h 21600"/>
              </a:gdLst>
              <a:cxnLst>
                <a:cxn ang="0">
                  <a:pos x="T0" y="T1"/>
                </a:cxn>
                <a:cxn ang="0">
                  <a:pos x="T2" y="T3"/>
                </a:cxn>
                <a:cxn ang="0">
                  <a:pos x="T4" y="T5"/>
                </a:cxn>
                <a:cxn ang="0">
                  <a:pos x="T6" y="T7"/>
                </a:cxn>
                <a:cxn ang="0">
                  <a:pos x="T8" y="T9"/>
                </a:cxn>
              </a:cxnLst>
              <a:rect l="0" t="0" r="r" b="b"/>
              <a:pathLst>
                <a:path w="21600" h="21600">
                  <a:moveTo>
                    <a:pt x="0" y="10747"/>
                  </a:moveTo>
                  <a:lnTo>
                    <a:pt x="21600" y="0"/>
                  </a:lnTo>
                  <a:lnTo>
                    <a:pt x="7562" y="21600"/>
                  </a:lnTo>
                  <a:lnTo>
                    <a:pt x="0" y="10747"/>
                  </a:lnTo>
                  <a:close/>
                  <a:moveTo>
                    <a:pt x="0" y="10747"/>
                  </a:moveTo>
                </a:path>
              </a:pathLst>
            </a:custGeom>
            <a:grpFill/>
            <a:ln>
              <a:noFill/>
            </a:ln>
            <a:effectLst>
              <a:outerShdw blurRad="63500" algn="ctr" rotWithShape="0">
                <a:prstClr val="black">
                  <a:alpha val="40000"/>
                </a:prstClr>
              </a:outerShdw>
            </a:effectLst>
          </p:spPr>
          <p:txBody>
            <a:bodyPr anchor="ctr"/>
            <a:lstStyle/>
            <a:p>
              <a:pPr algn="ctr"/>
              <a:endParaRPr/>
            </a:p>
          </p:txBody>
        </p:sp>
      </p:grpSp>
      <p:grpSp>
        <p:nvGrpSpPr>
          <p:cNvPr id="44" name="Group 13">
            <a:extLst>
              <a:ext uri="{FF2B5EF4-FFF2-40B4-BE49-F238E27FC236}">
                <a16:creationId xmlns:a16="http://schemas.microsoft.com/office/drawing/2014/main" id="{A7C73103-B0AB-41F3-ACAA-4475441B1F02}"/>
              </a:ext>
            </a:extLst>
          </p:cNvPr>
          <p:cNvGrpSpPr/>
          <p:nvPr/>
        </p:nvGrpSpPr>
        <p:grpSpPr>
          <a:xfrm>
            <a:off x="8392725" y="3937790"/>
            <a:ext cx="1819729" cy="1202153"/>
            <a:chExt cx="3087" cy="2039"/>
          </a:xfrm>
        </p:grpSpPr>
        <p:sp>
          <p:nvSpPr>
            <p:cNvPr id="45" name="Freeform: Shape 14">
              <a:extLst>
                <a:ext uri="{FF2B5EF4-FFF2-40B4-BE49-F238E27FC236}">
                  <a16:creationId xmlns:a16="http://schemas.microsoft.com/office/drawing/2014/main" id="{13410A9A-4EA8-4220-9D26-1D7261A83FE2}"/>
                </a:ext>
              </a:extLst>
            </p:cNvPr>
            <p:cNvSpPr/>
            <p:nvPr/>
          </p:nvSpPr>
          <p:spPr bwMode="auto">
            <a:xfrm>
              <a:off x="975" y="45"/>
              <a:ext cx="2042" cy="1754"/>
            </a:xfrm>
            <a:custGeom>
              <a:gdLst>
                <a:gd name="T0" fmla="*/ 577 w 21600"/>
                <a:gd name="T1" fmla="*/ 11364 h 21600"/>
                <a:gd name="T2" fmla="*/ 0 w 21600"/>
                <a:gd name="T3" fmla="*/ 21600 h 21600"/>
                <a:gd name="T4" fmla="*/ 21600 w 21600"/>
                <a:gd name="T5" fmla="*/ 0 h 21600"/>
                <a:gd name="T6" fmla="*/ 577 w 21600"/>
                <a:gd name="T7" fmla="*/ 11364 h 21600"/>
                <a:gd name="T8" fmla="*/ 577 w 21600"/>
                <a:gd name="T9" fmla="*/ 11364 h 21600"/>
              </a:gdLst>
              <a:cxnLst>
                <a:cxn ang="0">
                  <a:pos x="T0" y="T1"/>
                </a:cxn>
                <a:cxn ang="0">
                  <a:pos x="T2" y="T3"/>
                </a:cxn>
                <a:cxn ang="0">
                  <a:pos x="T4" y="T5"/>
                </a:cxn>
                <a:cxn ang="0">
                  <a:pos x="T6" y="T7"/>
                </a:cxn>
                <a:cxn ang="0">
                  <a:pos x="T8" y="T9"/>
                </a:cxn>
              </a:cxnLst>
              <a:rect l="0" t="0" r="r" b="b"/>
              <a:pathLst>
                <a:path w="21600" h="21600">
                  <a:moveTo>
                    <a:pt x="577" y="11364"/>
                  </a:moveTo>
                  <a:lnTo>
                    <a:pt x="0" y="21600"/>
                  </a:lnTo>
                  <a:lnTo>
                    <a:pt x="21600" y="0"/>
                  </a:lnTo>
                  <a:lnTo>
                    <a:pt x="577" y="11364"/>
                  </a:lnTo>
                  <a:close/>
                  <a:moveTo>
                    <a:pt x="577" y="11364"/>
                  </a:moveTo>
                </a:path>
              </a:pathLst>
            </a:custGeom>
            <a:solidFill>
              <a:srgbClr val="545D79"/>
            </a:solidFill>
            <a:ln>
              <a:noFill/>
            </a:ln>
            <a:effectLst>
              <a:outerShdw blurRad="63500" algn="ctr" rotWithShape="0">
                <a:prstClr val="black">
                  <a:alpha val="40000"/>
                </a:prstClr>
              </a:outerShdw>
            </a:effectLst>
          </p:spPr>
          <p:txBody>
            <a:bodyPr vert="horz" wrap="square" lIns="91440" tIns="45720" rIns="91440" bIns="45720" numCol="1" anchor="ctr" anchorCtr="0" compatLnSpc="1">
              <a:prstTxWarp prst="textNoShape">
                <a:avLst/>
              </a:prstTxWarp>
            </a:bodyPr>
            <a:lstStyle/>
            <a:p>
              <a:pPr algn="ctr"/>
              <a:endParaRPr sz="4800">
                <a:solidFill>
                  <a:prstClr val="white"/>
                </a:solidFill>
                <a:latin typeface="思源黑体旧字形 Normal" panose="020b0400000000000000" pitchFamily="34" charset="-128"/>
                <a:ea typeface="思源黑体旧字形 Normal" panose="020b0400000000000000" pitchFamily="34" charset="-128"/>
              </a:endParaRPr>
            </a:p>
          </p:txBody>
        </p:sp>
        <p:sp>
          <p:nvSpPr>
            <p:cNvPr id="46" name="Freeform: Shape 15">
              <a:extLst>
                <a:ext uri="{FF2B5EF4-FFF2-40B4-BE49-F238E27FC236}">
                  <a16:creationId xmlns:a16="http://schemas.microsoft.com/office/drawing/2014/main" id="{D938DB71-6271-42AD-82FD-CA037D11CC48}"/>
                </a:ext>
              </a:extLst>
            </p:cNvPr>
            <p:cNvSpPr/>
            <p:nvPr/>
          </p:nvSpPr>
          <p:spPr bwMode="auto">
            <a:xfrm>
              <a:off x="961" y="40"/>
              <a:ext cx="2090" cy="1790"/>
            </a:xfrm>
            <a:custGeom>
              <a:gdLst>
                <a:gd name="T0" fmla="*/ 338 w 21600"/>
                <a:gd name="T1" fmla="*/ 10512 h 21600"/>
                <a:gd name="T2" fmla="*/ 0 w 21600"/>
                <a:gd name="T3" fmla="*/ 21600 h 21600"/>
                <a:gd name="T4" fmla="*/ 2612 w 21600"/>
                <a:gd name="T5" fmla="*/ 12113 h 21600"/>
                <a:gd name="T6" fmla="*/ 21600 w 21600"/>
                <a:gd name="T7" fmla="*/ 0 h 21600"/>
                <a:gd name="T8" fmla="*/ 14474 w 21600"/>
                <a:gd name="T9" fmla="*/ 1859 h 21600"/>
                <a:gd name="T10" fmla="*/ 338 w 21600"/>
                <a:gd name="T11" fmla="*/ 10512 h 21600"/>
                <a:gd name="T12" fmla="*/ 338 w 21600"/>
                <a:gd name="T13" fmla="*/ 10512 h 21600"/>
              </a:gdLst>
              <a:cxnLst>
                <a:cxn ang="0">
                  <a:pos x="T0" y="T1"/>
                </a:cxn>
                <a:cxn ang="0">
                  <a:pos x="T2" y="T3"/>
                </a:cxn>
                <a:cxn ang="0">
                  <a:pos x="T4" y="T5"/>
                </a:cxn>
                <a:cxn ang="0">
                  <a:pos x="T6" y="T7"/>
                </a:cxn>
                <a:cxn ang="0">
                  <a:pos x="T8" y="T9"/>
                </a:cxn>
                <a:cxn ang="0">
                  <a:pos x="T10" y="T11"/>
                </a:cxn>
                <a:cxn ang="0">
                  <a:pos x="T12" y="T13"/>
                </a:cxn>
              </a:cxnLst>
              <a:rect l="0" t="0" r="r" b="b"/>
              <a:pathLst>
                <a:path w="21600" h="21600">
                  <a:moveTo>
                    <a:pt x="338" y="10512"/>
                  </a:moveTo>
                  <a:lnTo>
                    <a:pt x="0" y="21600"/>
                  </a:lnTo>
                  <a:lnTo>
                    <a:pt x="2612" y="12113"/>
                  </a:lnTo>
                  <a:lnTo>
                    <a:pt x="21600" y="0"/>
                  </a:lnTo>
                  <a:lnTo>
                    <a:pt x="14474" y="1859"/>
                  </a:lnTo>
                  <a:lnTo>
                    <a:pt x="338" y="10512"/>
                  </a:lnTo>
                  <a:close/>
                  <a:moveTo>
                    <a:pt x="338" y="10512"/>
                  </a:moveTo>
                </a:path>
              </a:pathLst>
            </a:custGeom>
            <a:solidFill>
              <a:srgbClr val="545D79"/>
            </a:solidFill>
            <a:ln>
              <a:noFill/>
            </a:ln>
            <a:effectLst>
              <a:outerShdw blurRad="63500" algn="ctr" rotWithShape="0">
                <a:prstClr val="black">
                  <a:alpha val="40000"/>
                </a:prstClr>
              </a:outerShdw>
            </a:effectLst>
          </p:spPr>
          <p:txBody>
            <a:bodyPr vert="horz" wrap="square" lIns="91440" tIns="45720" rIns="91440" bIns="45720" numCol="1" anchor="ctr" anchorCtr="0" compatLnSpc="1">
              <a:prstTxWarp prst="textNoShape">
                <a:avLst/>
              </a:prstTxWarp>
            </a:bodyPr>
            <a:lstStyle/>
            <a:p>
              <a:pPr algn="ctr"/>
              <a:endParaRPr sz="4800">
                <a:solidFill>
                  <a:prstClr val="white"/>
                </a:solidFill>
                <a:latin typeface="思源黑体旧字形 Normal" panose="020b0400000000000000" pitchFamily="34" charset="-128"/>
                <a:ea typeface="思源黑体旧字形 Normal" panose="020b0400000000000000" pitchFamily="34" charset="-128"/>
              </a:endParaRPr>
            </a:p>
          </p:txBody>
        </p:sp>
        <p:sp>
          <p:nvSpPr>
            <p:cNvPr id="47" name="Freeform: Shape 16">
              <a:extLst>
                <a:ext uri="{FF2B5EF4-FFF2-40B4-BE49-F238E27FC236}">
                  <a16:creationId xmlns:a16="http://schemas.microsoft.com/office/drawing/2014/main" id="{6426C704-69B8-4B5E-901C-ECB53133C861}"/>
                </a:ext>
              </a:extLst>
            </p:cNvPr>
            <p:cNvSpPr/>
            <p:nvPr/>
          </p:nvSpPr>
          <p:spPr bwMode="auto">
            <a:xfrm>
              <a:off x="0" y="0"/>
              <a:ext cx="3087" cy="965"/>
            </a:xfrm>
            <a:custGeom>
              <a:gdLst>
                <a:gd name="T0" fmla="*/ 0 w 21600"/>
                <a:gd name="T1" fmla="*/ 12991 h 21600"/>
                <a:gd name="T2" fmla="*/ 6723 w 21600"/>
                <a:gd name="T3" fmla="*/ 21600 h 21600"/>
                <a:gd name="T4" fmla="*/ 21600 w 21600"/>
                <a:gd name="T5" fmla="*/ 0 h 21600"/>
                <a:gd name="T6" fmla="*/ 0 w 21600"/>
                <a:gd name="T7" fmla="*/ 12991 h 21600"/>
                <a:gd name="T8" fmla="*/ 0 w 21600"/>
                <a:gd name="T9" fmla="*/ 12991 h 21600"/>
              </a:gdLst>
              <a:cxnLst>
                <a:cxn ang="0">
                  <a:pos x="T0" y="T1"/>
                </a:cxn>
                <a:cxn ang="0">
                  <a:pos x="T2" y="T3"/>
                </a:cxn>
                <a:cxn ang="0">
                  <a:pos x="T4" y="T5"/>
                </a:cxn>
                <a:cxn ang="0">
                  <a:pos x="T6" y="T7"/>
                </a:cxn>
                <a:cxn ang="0">
                  <a:pos x="T8" y="T9"/>
                </a:cxn>
              </a:cxnLst>
              <a:rect l="0" t="0" r="r" b="b"/>
              <a:pathLst>
                <a:path w="21600" h="21600">
                  <a:moveTo>
                    <a:pt x="0" y="12991"/>
                  </a:moveTo>
                  <a:lnTo>
                    <a:pt x="6723" y="21600"/>
                  </a:lnTo>
                  <a:lnTo>
                    <a:pt x="21600" y="0"/>
                  </a:lnTo>
                  <a:lnTo>
                    <a:pt x="0" y="12991"/>
                  </a:lnTo>
                  <a:close/>
                  <a:moveTo>
                    <a:pt x="0" y="12991"/>
                  </a:moveTo>
                </a:path>
              </a:pathLst>
            </a:custGeom>
            <a:solidFill>
              <a:srgbClr val="545D79"/>
            </a:solidFill>
            <a:ln>
              <a:noFill/>
            </a:ln>
            <a:effectLst>
              <a:outerShdw blurRad="63500" algn="ctr" rotWithShape="0">
                <a:prstClr val="black">
                  <a:alpha val="40000"/>
                </a:prstClr>
              </a:outerShdw>
            </a:effectLst>
          </p:spPr>
          <p:txBody>
            <a:bodyPr vert="horz" wrap="square" lIns="91440" tIns="45720" rIns="91440" bIns="45720" numCol="1" anchor="ctr" anchorCtr="0" compatLnSpc="1">
              <a:prstTxWarp prst="textNoShape">
                <a:avLst/>
              </a:prstTxWarp>
            </a:bodyPr>
            <a:lstStyle/>
            <a:p>
              <a:pPr algn="ctr"/>
              <a:endParaRPr sz="4800">
                <a:solidFill>
                  <a:prstClr val="white"/>
                </a:solidFill>
                <a:latin typeface="思源黑体旧字形 Normal" panose="020b0400000000000000" pitchFamily="34" charset="-128"/>
                <a:ea typeface="思源黑体旧字形 Normal" panose="020b0400000000000000" pitchFamily="34" charset="-128"/>
              </a:endParaRPr>
            </a:p>
          </p:txBody>
        </p:sp>
        <p:sp>
          <p:nvSpPr>
            <p:cNvPr id="48" name="Freeform: Shape 17">
              <a:extLst>
                <a:ext uri="{FF2B5EF4-FFF2-40B4-BE49-F238E27FC236}">
                  <a16:creationId xmlns:a16="http://schemas.microsoft.com/office/drawing/2014/main" id="{042E55C5-E5B6-4131-A3B9-1FC77807689C}"/>
                </a:ext>
              </a:extLst>
            </p:cNvPr>
            <p:cNvSpPr/>
            <p:nvPr/>
          </p:nvSpPr>
          <p:spPr bwMode="auto">
            <a:xfrm>
              <a:off x="1208" y="15"/>
              <a:ext cx="1840" cy="2024"/>
            </a:xfrm>
            <a:custGeom>
              <a:gdLst>
                <a:gd name="T0" fmla="*/ 0 w 21600"/>
                <a:gd name="T1" fmla="*/ 10747 h 21600"/>
                <a:gd name="T2" fmla="*/ 21600 w 21600"/>
                <a:gd name="T3" fmla="*/ 0 h 21600"/>
                <a:gd name="T4" fmla="*/ 7562 w 21600"/>
                <a:gd name="T5" fmla="*/ 21600 h 21600"/>
                <a:gd name="T6" fmla="*/ 0 w 21600"/>
                <a:gd name="T7" fmla="*/ 10747 h 21600"/>
                <a:gd name="T8" fmla="*/ 0 w 21600"/>
                <a:gd name="T9" fmla="*/ 10747 h 21600"/>
              </a:gdLst>
              <a:cxnLst>
                <a:cxn ang="0">
                  <a:pos x="T0" y="T1"/>
                </a:cxn>
                <a:cxn ang="0">
                  <a:pos x="T2" y="T3"/>
                </a:cxn>
                <a:cxn ang="0">
                  <a:pos x="T4" y="T5"/>
                </a:cxn>
                <a:cxn ang="0">
                  <a:pos x="T6" y="T7"/>
                </a:cxn>
                <a:cxn ang="0">
                  <a:pos x="T8" y="T9"/>
                </a:cxn>
              </a:cxnLst>
              <a:rect l="0" t="0" r="r" b="b"/>
              <a:pathLst>
                <a:path w="21600" h="21600">
                  <a:moveTo>
                    <a:pt x="0" y="10747"/>
                  </a:moveTo>
                  <a:lnTo>
                    <a:pt x="21600" y="0"/>
                  </a:lnTo>
                  <a:lnTo>
                    <a:pt x="7562" y="21600"/>
                  </a:lnTo>
                  <a:lnTo>
                    <a:pt x="0" y="10747"/>
                  </a:lnTo>
                  <a:close/>
                  <a:moveTo>
                    <a:pt x="0" y="10747"/>
                  </a:moveTo>
                </a:path>
              </a:pathLst>
            </a:custGeom>
            <a:solidFill>
              <a:srgbClr val="545D79"/>
            </a:solidFill>
            <a:ln>
              <a:noFill/>
            </a:ln>
            <a:effectLst>
              <a:outerShdw blurRad="63500" algn="ctr" rotWithShape="0">
                <a:prstClr val="black">
                  <a:alpha val="40000"/>
                </a:prstClr>
              </a:outerShdw>
            </a:effectLst>
          </p:spPr>
          <p:txBody>
            <a:bodyPr vert="horz" wrap="square" lIns="91440" tIns="45720" rIns="91440" bIns="45720" numCol="1" anchor="ctr" anchorCtr="0" compatLnSpc="1">
              <a:prstTxWarp prst="textNoShape">
                <a:avLst/>
              </a:prstTxWarp>
            </a:bodyPr>
            <a:lstStyle/>
            <a:p>
              <a:pPr algn="ctr"/>
              <a:endParaRPr sz="4800">
                <a:solidFill>
                  <a:prstClr val="white"/>
                </a:solidFill>
                <a:latin typeface="思源黑体旧字形 Normal" panose="020b0400000000000000" pitchFamily="34" charset="-128"/>
                <a:ea typeface="思源黑体旧字形 Normal" panose="020b0400000000000000" pitchFamily="34" charset="-128"/>
              </a:endParaRPr>
            </a:p>
          </p:txBody>
        </p:sp>
      </p:grpSp>
      <p:sp>
        <p:nvSpPr>
          <p:cNvPr id="49" name="矩形 48">
            <a:extLst>
              <a:ext uri="{FF2B5EF4-FFF2-40B4-BE49-F238E27FC236}">
                <a16:creationId xmlns:a16="http://schemas.microsoft.com/office/drawing/2014/main" id="{463CE09E-63E3-4976-9E42-4AB723BE039E}"/>
              </a:ext>
            </a:extLst>
          </p:cNvPr>
          <p:cNvSpPr/>
          <p:nvPr/>
        </p:nvSpPr>
        <p:spPr>
          <a:xfrm>
            <a:off x="1775110" y="2809178"/>
            <a:ext cx="2549070" cy="891078"/>
          </a:xfrm>
          <a:prstGeom prst="rect">
            <a:avLst/>
          </a:prstGeom>
        </p:spPr>
        <p:txBody>
          <a:bodyPr wrap="square">
            <a:spAutoFit/>
            <a:scene3d>
              <a:camera prst="orthographicFront"/>
              <a:lightRig rig="threePt" dir="t"/>
            </a:scene3d>
            <a:sp3d contourW="6350"/>
          </a:bodyPr>
          <a:lstStyle/>
          <a:p>
            <a:pPr algn="ctr">
              <a:lnSpc>
                <a:spcPct val="150000"/>
              </a:lnSpc>
            </a:pPr>
            <a:r>
              <a:rPr lang="zh-CN" altLang="en-US" sz="1200">
                <a:solidFill>
                  <a:schemeClr val="tx1">
                    <a:lumMod val="85000"/>
                    <a:lumOff val="15000"/>
                  </a:schemeClr>
                </a:solidFill>
                <a:latin typeface="思源黑体旧字形 Normal" panose="020b0400000000000000" pitchFamily="34" charset="-128"/>
                <a:ea typeface="思源黑体旧字形 Normal" panose="020b0400000000000000" pitchFamily="34" charset="-128"/>
              </a:rPr>
              <a:t>点击输入简要文字内容，文字内容需概括精炼，不用多余的文字修饰，言简意赅的说明分项内容。</a:t>
            </a:r>
            <a:endParaRPr lang="zh-CN" altLang="en-US" sz="1200">
              <a:solidFill>
                <a:schemeClr val="tx1">
                  <a:lumMod val="85000"/>
                  <a:lumOff val="15000"/>
                </a:schemeClr>
              </a:solidFill>
              <a:latin typeface="思源黑体旧字形 Normal" panose="020b0400000000000000" pitchFamily="34" charset="-128"/>
              <a:ea typeface="思源黑体旧字形 Normal" panose="020b0400000000000000" pitchFamily="34" charset="-128"/>
              <a:sym typeface="微软雅黑" panose="020b0503020204020204" pitchFamily="34" charset="-122"/>
            </a:endParaRPr>
          </a:p>
        </p:txBody>
      </p:sp>
      <p:sp>
        <p:nvSpPr>
          <p:cNvPr id="50" name="矩形 49">
            <a:extLst>
              <a:ext uri="{FF2B5EF4-FFF2-40B4-BE49-F238E27FC236}">
                <a16:creationId xmlns:a16="http://schemas.microsoft.com/office/drawing/2014/main" id="{EEEF22B8-5078-4EDA-84DD-D2C13DA22566}"/>
              </a:ext>
            </a:extLst>
          </p:cNvPr>
          <p:cNvSpPr/>
          <p:nvPr/>
        </p:nvSpPr>
        <p:spPr>
          <a:xfrm>
            <a:off x="8036205" y="2528755"/>
            <a:ext cx="2549070" cy="891078"/>
          </a:xfrm>
          <a:prstGeom prst="rect">
            <a:avLst/>
          </a:prstGeom>
        </p:spPr>
        <p:txBody>
          <a:bodyPr wrap="square">
            <a:spAutoFit/>
            <a:scene3d>
              <a:camera prst="orthographicFront"/>
              <a:lightRig rig="threePt" dir="t"/>
            </a:scene3d>
            <a:sp3d contourW="6350"/>
          </a:bodyPr>
          <a:lstStyle/>
          <a:p>
            <a:pPr algn="ctr">
              <a:lnSpc>
                <a:spcPct val="150000"/>
              </a:lnSpc>
            </a:pPr>
            <a:r>
              <a:rPr lang="zh-CN" altLang="en-US" sz="1200">
                <a:solidFill>
                  <a:schemeClr val="tx1">
                    <a:lumMod val="85000"/>
                    <a:lumOff val="15000"/>
                  </a:schemeClr>
                </a:solidFill>
                <a:latin typeface="思源黑体旧字形 Normal" panose="020b0400000000000000" pitchFamily="34" charset="-128"/>
                <a:ea typeface="思源黑体旧字形 Normal" panose="020b0400000000000000" pitchFamily="34" charset="-128"/>
              </a:rPr>
              <a:t>点击输入简要文字内容，文字内容需概括精炼，不用多余的文字修饰，言简意赅的说明分项内容。</a:t>
            </a:r>
            <a:endParaRPr lang="zh-CN" altLang="en-US" sz="1200">
              <a:solidFill>
                <a:schemeClr val="tx1">
                  <a:lumMod val="85000"/>
                  <a:lumOff val="15000"/>
                </a:schemeClr>
              </a:solidFill>
              <a:latin typeface="思源黑体旧字形 Normal" panose="020b0400000000000000" pitchFamily="34" charset="-128"/>
              <a:ea typeface="思源黑体旧字形 Normal" panose="020b0400000000000000" pitchFamily="34" charset="-128"/>
              <a:sym typeface="微软雅黑" panose="020b0503020204020204" pitchFamily="34" charset="-122"/>
            </a:endParaRPr>
          </a:p>
        </p:txBody>
      </p:sp>
      <p:sp>
        <p:nvSpPr>
          <p:cNvPr id="51" name="矩形 50">
            <a:extLst>
              <a:ext uri="{FF2B5EF4-FFF2-40B4-BE49-F238E27FC236}">
                <a16:creationId xmlns:a16="http://schemas.microsoft.com/office/drawing/2014/main" id="{82B86814-7D43-4A70-9AE6-B06B27ACC50F}"/>
              </a:ext>
            </a:extLst>
          </p:cNvPr>
          <p:cNvSpPr/>
          <p:nvPr/>
        </p:nvSpPr>
        <p:spPr>
          <a:xfrm>
            <a:off x="5221702" y="4092929"/>
            <a:ext cx="2549070" cy="923330"/>
          </a:xfrm>
          <a:prstGeom prst="rect">
            <a:avLst/>
          </a:prstGeom>
        </p:spPr>
        <p:txBody>
          <a:bodyPr wrap="square">
            <a:spAutoFit/>
            <a:scene3d>
              <a:camera prst="orthographicFront"/>
              <a:lightRig rig="threePt" dir="t"/>
            </a:scene3d>
            <a:sp3d contourW="6350"/>
          </a:bodyPr>
          <a:lstStyle/>
          <a:p>
            <a:pPr algn="ctr">
              <a:lnSpc>
                <a:spcPct val="150000"/>
              </a:lnSpc>
            </a:pPr>
            <a:r>
              <a:rPr lang="zh-CN" altLang="en-US" sz="1200">
                <a:solidFill>
                  <a:schemeClr val="tx1">
                    <a:lumMod val="85000"/>
                    <a:lumOff val="15000"/>
                  </a:schemeClr>
                </a:solidFill>
                <a:latin typeface="思源黑体旧字形 Normal" panose="020b0400000000000000" pitchFamily="34" charset="-128"/>
                <a:ea typeface="思源黑体旧字形 Normal" panose="020b0400000000000000" pitchFamily="34" charset="-128"/>
              </a:rPr>
              <a:t>点击输入简要文字内容，文字内容需概括精炼，不用多余的文字修饰，言简意赅的说明分项内容。</a:t>
            </a:r>
            <a:endParaRPr lang="zh-CN" altLang="en-US" sz="1200">
              <a:solidFill>
                <a:schemeClr val="tx1">
                  <a:lumMod val="85000"/>
                  <a:lumOff val="15000"/>
                </a:schemeClr>
              </a:solidFill>
              <a:latin typeface="思源黑体旧字形 Normal" panose="020b0400000000000000" pitchFamily="34" charset="-128"/>
              <a:ea typeface="思源黑体旧字形 Normal" panose="020b0400000000000000" pitchFamily="34" charset="-128"/>
              <a:sym typeface="微软雅黑" panose="020b0503020204020204" pitchFamily="34" charset="-122"/>
            </a:endParaRPr>
          </a:p>
        </p:txBody>
      </p:sp>
      <p:sp>
        <p:nvSpPr>
          <p:cNvPr id="52" name="矩形 51">
            <a:extLst>
              <a:ext uri="{FF2B5EF4-FFF2-40B4-BE49-F238E27FC236}">
                <a16:creationId xmlns:a16="http://schemas.microsoft.com/office/drawing/2014/main" id="{F5AC9277-CE31-4FE8-A840-F298EE98C6F3}"/>
              </a:ext>
            </a:extLst>
          </p:cNvPr>
          <p:cNvSpPr/>
          <p:nvPr/>
        </p:nvSpPr>
        <p:spPr>
          <a:xfrm>
            <a:off x="2397945" y="5436315"/>
            <a:ext cx="1722848" cy="402482"/>
          </a:xfrm>
          <a:prstGeom prst="rect">
            <a:avLst/>
          </a:prstGeom>
        </p:spPr>
        <p:txBody>
          <a:bodyPr wrap="square">
            <a:spAutoFit/>
            <a:scene3d>
              <a:camera prst="orthographicFront"/>
              <a:lightRig rig="threePt" dir="t"/>
            </a:scene3d>
            <a:sp3d contourW="6350"/>
          </a:bodyPr>
          <a:lstStyle/>
          <a:p>
            <a:pPr algn="ctr">
              <a:lnSpc>
                <a:spcPct val="120000"/>
              </a:lnSpc>
            </a:pPr>
            <a:r>
              <a:rPr lang="zh-CN" altLang="en-US" b="1">
                <a:solidFill>
                  <a:schemeClr val="tx1">
                    <a:lumMod val="75000"/>
                    <a:lumOff val="25000"/>
                  </a:schemeClr>
                </a:solidFill>
                <a:latin typeface="思源黑体旧字形 Normal" panose="020b0400000000000000" pitchFamily="34" charset="-128"/>
                <a:ea typeface="思源黑体旧字形 Normal" panose="020b0400000000000000" pitchFamily="34" charset="-128"/>
              </a:rPr>
              <a:t>新理论</a:t>
            </a:r>
          </a:p>
        </p:txBody>
      </p:sp>
      <p:sp>
        <p:nvSpPr>
          <p:cNvPr id="53" name="矩形 52">
            <a:extLst>
              <a:ext uri="{FF2B5EF4-FFF2-40B4-BE49-F238E27FC236}">
                <a16:creationId xmlns:a16="http://schemas.microsoft.com/office/drawing/2014/main" id="{A1608F3C-7A40-4579-9D17-12CCF7CEB66F}"/>
              </a:ext>
            </a:extLst>
          </p:cNvPr>
          <p:cNvSpPr/>
          <p:nvPr/>
        </p:nvSpPr>
        <p:spPr>
          <a:xfrm>
            <a:off x="8489606" y="5158909"/>
            <a:ext cx="1722848" cy="402482"/>
          </a:xfrm>
          <a:prstGeom prst="rect">
            <a:avLst/>
          </a:prstGeom>
        </p:spPr>
        <p:txBody>
          <a:bodyPr wrap="square">
            <a:spAutoFit/>
            <a:scene3d>
              <a:camera prst="orthographicFront"/>
              <a:lightRig rig="threePt" dir="t"/>
            </a:scene3d>
            <a:sp3d contourW="6350"/>
          </a:bodyPr>
          <a:lstStyle/>
          <a:p>
            <a:pPr algn="ctr">
              <a:lnSpc>
                <a:spcPct val="120000"/>
              </a:lnSpc>
            </a:pPr>
            <a:r>
              <a:rPr lang="zh-CN" altLang="en-US" b="1">
                <a:solidFill>
                  <a:schemeClr val="tx1">
                    <a:lumMod val="75000"/>
                    <a:lumOff val="25000"/>
                  </a:schemeClr>
                </a:solidFill>
                <a:latin typeface="思源黑体旧字形 Normal" panose="020b0400000000000000" pitchFamily="34" charset="-128"/>
                <a:ea typeface="思源黑体旧字形 Normal" panose="020b0400000000000000" pitchFamily="34" charset="-128"/>
              </a:rPr>
              <a:t>新思想</a:t>
            </a:r>
          </a:p>
        </p:txBody>
      </p:sp>
      <p:sp>
        <p:nvSpPr>
          <p:cNvPr id="54" name="矩形 53">
            <a:extLst>
              <a:ext uri="{FF2B5EF4-FFF2-40B4-BE49-F238E27FC236}">
                <a16:creationId xmlns:a16="http://schemas.microsoft.com/office/drawing/2014/main" id="{0B8D24F0-47FE-4626-A495-7365F8974C56}"/>
              </a:ext>
            </a:extLst>
          </p:cNvPr>
          <p:cNvSpPr/>
          <p:nvPr/>
        </p:nvSpPr>
        <p:spPr>
          <a:xfrm>
            <a:off x="5307482" y="2084504"/>
            <a:ext cx="1722848" cy="402482"/>
          </a:xfrm>
          <a:prstGeom prst="rect">
            <a:avLst/>
          </a:prstGeom>
        </p:spPr>
        <p:txBody>
          <a:bodyPr wrap="square">
            <a:spAutoFit/>
            <a:scene3d>
              <a:camera prst="orthographicFront"/>
              <a:lightRig rig="threePt" dir="t"/>
            </a:scene3d>
            <a:sp3d contourW="6350"/>
          </a:bodyPr>
          <a:lstStyle/>
          <a:p>
            <a:pPr algn="ctr">
              <a:lnSpc>
                <a:spcPct val="120000"/>
              </a:lnSpc>
            </a:pPr>
            <a:r>
              <a:rPr lang="zh-CN" altLang="en-US" b="1">
                <a:solidFill>
                  <a:schemeClr val="tx1">
                    <a:lumMod val="75000"/>
                    <a:lumOff val="25000"/>
                  </a:schemeClr>
                </a:solidFill>
                <a:latin typeface="思源黑体旧字形 Normal" panose="020b0400000000000000" pitchFamily="34" charset="-128"/>
                <a:ea typeface="思源黑体旧字形 Normal" panose="020b0400000000000000" pitchFamily="34" charset="-128"/>
              </a:rPr>
              <a:t>新方法</a:t>
            </a:r>
          </a:p>
        </p:txBody>
      </p:sp>
    </p:spTree>
    <p:extLst>
      <p:ext uri="{BB962C8B-B14F-4D97-AF65-F5344CB8AC3E}">
        <p14:creationId val="3036069585"/>
      </p:ext>
    </p:extLst>
  </p:cSld>
  <p:clrMapOvr>
    <a:masterClrMapping/>
  </p:clrMapOvr>
  <mc:AlternateContent>
    <mc:Choice xmlns:p14="http://schemas.microsoft.com/office/powerpoint/2010/main" Requires="p14">
      <p:transition spd="slow" advClick="0" advTm="0" p14:dur="2000">
        <p14:ferris dir="l"/>
      </p:transition>
    </mc:Choice>
    <mc:Fallback>
      <p:transition spd="slow" advClick="0" advTm="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49" presetClass="entr" presetSubtype="0" decel="10000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 calcmode="lin" valueType="num">
                                      <p:cBhvr>
                                        <p:cTn id="9" dur="500" fill="hold"/>
                                        <p:tgtEl>
                                          <p:spTgt spid="2"/>
                                        </p:tgtEl>
                                        <p:attrNameLst>
                                          <p:attrName>style.rotation</p:attrName>
                                        </p:attrNameLst>
                                      </p:cBhvr>
                                      <p:tavLst>
                                        <p:tav tm="0">
                                          <p:val>
                                            <p:fltVal val="360"/>
                                          </p:val>
                                        </p:tav>
                                        <p:tav tm="100000">
                                          <p:val>
                                            <p:fltVal val="0"/>
                                          </p:val>
                                        </p:tav>
                                      </p:tavLst>
                                    </p:anim>
                                    <p:animEffect transition="in" filter="fade">
                                      <p:cBhvr>
                                        <p:cTn id="10" dur="500"/>
                                        <p:tgtEl>
                                          <p:spTgt spid="2"/>
                                        </p:tgtEl>
                                      </p:cBhvr>
                                    </p:animEffect>
                                  </p:childTnLst>
                                </p:cTn>
                              </p:par>
                              <p:par>
                                <p:cTn id="11" presetID="41" presetClass="entr" presetSubtype="0" fill="hold" grpId="0" nodeType="withEffect">
                                  <p:stCondLst>
                                    <p:cond delay="0"/>
                                  </p:stCondLst>
                                  <p:iterate type="lt">
                                    <p:tmPct val="10000"/>
                                  </p:iterate>
                                  <p:childTnLst>
                                    <p:set>
                                      <p:cBhvr>
                                        <p:cTn id="12" dur="1" fill="hold">
                                          <p:stCondLst>
                                            <p:cond delay="0"/>
                                          </p:stCondLst>
                                        </p:cTn>
                                        <p:tgtEl>
                                          <p:spTgt spid="5"/>
                                        </p:tgtEl>
                                        <p:attrNameLst>
                                          <p:attrName>style.visibility</p:attrName>
                                        </p:attrNameLst>
                                      </p:cBhvr>
                                      <p:to>
                                        <p:strVal val="visible"/>
                                      </p:to>
                                    </p:set>
                                    <p:anim calcmode="lin" valueType="num">
                                      <p:cBhvr>
                                        <p:cTn id="13" dur="500" fill="hold"/>
                                        <p:tgtEl>
                                          <p:spTgt spid="5"/>
                                        </p:tgtEl>
                                        <p:attrNameLst>
                                          <p:attrName>ppt_x</p:attrName>
                                        </p:attrNameLst>
                                      </p:cBhvr>
                                      <p:tavLst>
                                        <p:tav tm="0">
                                          <p:val>
                                            <p:strVal val="#ppt_x"/>
                                          </p:val>
                                        </p:tav>
                                        <p:tav tm="50000">
                                          <p:val>
                                            <p:strVal val="#ppt_x+.1"/>
                                          </p:val>
                                        </p:tav>
                                        <p:tav tm="100000">
                                          <p:val>
                                            <p:strVal val="#ppt_x"/>
                                          </p:val>
                                        </p:tav>
                                      </p:tavLst>
                                    </p:anim>
                                    <p:anim calcmode="lin" valueType="num">
                                      <p:cBhvr>
                                        <p:cTn id="14" dur="500" fill="hold"/>
                                        <p:tgtEl>
                                          <p:spTgt spid="5"/>
                                        </p:tgtEl>
                                        <p:attrNameLst>
                                          <p:attrName>ppt_y</p:attrName>
                                        </p:attrNameLst>
                                      </p:cBhvr>
                                      <p:tavLst>
                                        <p:tav tm="0">
                                          <p:val>
                                            <p:strVal val="#ppt_y"/>
                                          </p:val>
                                        </p:tav>
                                        <p:tav tm="100000">
                                          <p:val>
                                            <p:strVal val="#ppt_y"/>
                                          </p:val>
                                        </p:tav>
                                      </p:tavLst>
                                    </p:anim>
                                    <p:anim calcmode="lin" valueType="num">
                                      <p:cBhvr>
                                        <p:cTn id="15" dur="500" fill="hold"/>
                                        <p:tgtEl>
                                          <p:spTgt spid="5"/>
                                        </p:tgtEl>
                                        <p:attrNameLst>
                                          <p:attrName>ppt_h</p:attrName>
                                        </p:attrNameLst>
                                      </p:cBhvr>
                                      <p:tavLst>
                                        <p:tav tm="0">
                                          <p:val>
                                            <p:strVal val="#ppt_h/10"/>
                                          </p:val>
                                        </p:tav>
                                        <p:tav tm="50000">
                                          <p:val>
                                            <p:strVal val="#ppt_h+.01"/>
                                          </p:val>
                                        </p:tav>
                                        <p:tav tm="100000">
                                          <p:val>
                                            <p:strVal val="#ppt_h"/>
                                          </p:val>
                                        </p:tav>
                                      </p:tavLst>
                                    </p:anim>
                                    <p:anim calcmode="lin" valueType="num">
                                      <p:cBhvr>
                                        <p:cTn id="16" dur="500" fill="hold"/>
                                        <p:tgtEl>
                                          <p:spTgt spid="5"/>
                                        </p:tgtEl>
                                        <p:attrNameLst>
                                          <p:attrName>ppt_w</p:attrName>
                                        </p:attrNameLst>
                                      </p:cBhvr>
                                      <p:tavLst>
                                        <p:tav tm="0">
                                          <p:val>
                                            <p:strVal val="#ppt_w/10"/>
                                          </p:val>
                                        </p:tav>
                                        <p:tav tm="50000">
                                          <p:val>
                                            <p:strVal val="#ppt_w+.01"/>
                                          </p:val>
                                        </p:tav>
                                        <p:tav tm="100000">
                                          <p:val>
                                            <p:strVal val="#ppt_w"/>
                                          </p:val>
                                        </p:tav>
                                      </p:tavLst>
                                    </p:anim>
                                    <p:animEffect transition="in" filter="fade">
                                      <p:cBhvr>
                                        <p:cTn id="17" dur="500" tmFilter="0,0; .5, 1; 1, 1"/>
                                        <p:tgtEl>
                                          <p:spTgt spid="5"/>
                                        </p:tgtEl>
                                      </p:cBhvr>
                                    </p:animEffect>
                                  </p:childTnLst>
                                </p:cTn>
                              </p:par>
                            </p:childTnLst>
                          </p:cTn>
                        </p:par>
                        <p:par>
                          <p:cTn id="18" fill="hold" nodeType="afterGroup">
                            <p:stCondLst>
                              <p:cond delay="500"/>
                            </p:stCondLst>
                            <p:childTnLst>
                              <p:par>
                                <p:cTn id="19" presetID="22" presetClass="entr" presetSubtype="8" fill="hold" grpId="0" nodeType="afterEffect">
                                  <p:stCondLst>
                                    <p:cond delay="0"/>
                                  </p:stCondLst>
                                  <p:childTnLst>
                                    <p:set>
                                      <p:cBhvr>
                                        <p:cTn id="20" dur="1" fill="hold">
                                          <p:stCondLst>
                                            <p:cond delay="0"/>
                                          </p:stCondLst>
                                        </p:cTn>
                                        <p:tgtEl>
                                          <p:spTgt spid="33"/>
                                        </p:tgtEl>
                                        <p:attrNameLst>
                                          <p:attrName>style.visibility</p:attrName>
                                        </p:attrNameLst>
                                      </p:cBhvr>
                                      <p:to>
                                        <p:strVal val="visible"/>
                                      </p:to>
                                    </p:set>
                                    <p:animEffect transition="in" filter="wipe(left)">
                                      <p:cBhvr>
                                        <p:cTn id="21" dur="500"/>
                                        <p:tgtEl>
                                          <p:spTgt spid="33"/>
                                        </p:tgtEl>
                                      </p:cBhvr>
                                    </p:animEffect>
                                  </p:childTnLst>
                                </p:cTn>
                              </p:par>
                            </p:childTnLst>
                          </p:cTn>
                        </p:par>
                        <p:par>
                          <p:cTn id="22" fill="hold" nodeType="afterGroup">
                            <p:stCondLst>
                              <p:cond delay="1000"/>
                            </p:stCondLst>
                            <p:childTnLst>
                              <p:par>
                                <p:cTn id="23" presetID="42" presetClass="entr" presetSubtype="0" fill="hold" nodeType="afterEffect">
                                  <p:stCondLst>
                                    <p:cond delay="0"/>
                                  </p:stCondLst>
                                  <p:childTnLst>
                                    <p:set>
                                      <p:cBhvr>
                                        <p:cTn id="24" dur="1" fill="hold">
                                          <p:stCondLst>
                                            <p:cond delay="0"/>
                                          </p:stCondLst>
                                        </p:cTn>
                                        <p:tgtEl>
                                          <p:spTgt spid="44"/>
                                        </p:tgtEl>
                                        <p:attrNameLst>
                                          <p:attrName>style.visibility</p:attrName>
                                        </p:attrNameLst>
                                      </p:cBhvr>
                                      <p:to>
                                        <p:strVal val="visible"/>
                                      </p:to>
                                    </p:set>
                                    <p:animEffect transition="in" filter="fade">
                                      <p:cBhvr>
                                        <p:cTn id="25" dur="1000"/>
                                        <p:tgtEl>
                                          <p:spTgt spid="44"/>
                                        </p:tgtEl>
                                      </p:cBhvr>
                                    </p:animEffect>
                                    <p:anim calcmode="lin" valueType="num">
                                      <p:cBhvr>
                                        <p:cTn id="26" dur="1000" fill="hold"/>
                                        <p:tgtEl>
                                          <p:spTgt spid="44"/>
                                        </p:tgtEl>
                                        <p:attrNameLst>
                                          <p:attrName>ppt_x</p:attrName>
                                        </p:attrNameLst>
                                      </p:cBhvr>
                                      <p:tavLst>
                                        <p:tav tm="0">
                                          <p:val>
                                            <p:strVal val="#ppt_x"/>
                                          </p:val>
                                        </p:tav>
                                        <p:tav tm="100000">
                                          <p:val>
                                            <p:strVal val="#ppt_x"/>
                                          </p:val>
                                        </p:tav>
                                      </p:tavLst>
                                    </p:anim>
                                    <p:anim calcmode="lin" valueType="num">
                                      <p:cBhvr>
                                        <p:cTn id="27" dur="1000" fill="hold"/>
                                        <p:tgtEl>
                                          <p:spTgt spid="44"/>
                                        </p:tgtEl>
                                        <p:attrNameLst>
                                          <p:attrName>ppt_y</p:attrName>
                                        </p:attrNameLst>
                                      </p:cBhvr>
                                      <p:tavLst>
                                        <p:tav tm="0">
                                          <p:val>
                                            <p:strVal val="#ppt_y+.1"/>
                                          </p:val>
                                        </p:tav>
                                        <p:tav tm="100000">
                                          <p:val>
                                            <p:strVal val="#ppt_y"/>
                                          </p:val>
                                        </p:tav>
                                      </p:tavLst>
                                    </p:anim>
                                  </p:childTnLst>
                                </p:cTn>
                              </p:par>
                              <p:par>
                                <p:cTn id="28" presetID="42" presetClass="entr" presetSubtype="0" fill="hold" nodeType="withEffect">
                                  <p:stCondLst>
                                    <p:cond delay="250"/>
                                  </p:stCondLst>
                                  <p:childTnLst>
                                    <p:set>
                                      <p:cBhvr>
                                        <p:cTn id="29" dur="1" fill="hold">
                                          <p:stCondLst>
                                            <p:cond delay="0"/>
                                          </p:stCondLst>
                                        </p:cTn>
                                        <p:tgtEl>
                                          <p:spTgt spid="39"/>
                                        </p:tgtEl>
                                        <p:attrNameLst>
                                          <p:attrName>style.visibility</p:attrName>
                                        </p:attrNameLst>
                                      </p:cBhvr>
                                      <p:to>
                                        <p:strVal val="visible"/>
                                      </p:to>
                                    </p:set>
                                    <p:animEffect transition="in" filter="fade">
                                      <p:cBhvr>
                                        <p:cTn id="30" dur="1000"/>
                                        <p:tgtEl>
                                          <p:spTgt spid="39"/>
                                        </p:tgtEl>
                                      </p:cBhvr>
                                    </p:animEffect>
                                    <p:anim calcmode="lin" valueType="num">
                                      <p:cBhvr>
                                        <p:cTn id="31" dur="1000" fill="hold"/>
                                        <p:tgtEl>
                                          <p:spTgt spid="39"/>
                                        </p:tgtEl>
                                        <p:attrNameLst>
                                          <p:attrName>ppt_x</p:attrName>
                                        </p:attrNameLst>
                                      </p:cBhvr>
                                      <p:tavLst>
                                        <p:tav tm="0">
                                          <p:val>
                                            <p:strVal val="#ppt_x"/>
                                          </p:val>
                                        </p:tav>
                                        <p:tav tm="100000">
                                          <p:val>
                                            <p:strVal val="#ppt_x"/>
                                          </p:val>
                                        </p:tav>
                                      </p:tavLst>
                                    </p:anim>
                                    <p:anim calcmode="lin" valueType="num">
                                      <p:cBhvr>
                                        <p:cTn id="32" dur="1000" fill="hold"/>
                                        <p:tgtEl>
                                          <p:spTgt spid="39"/>
                                        </p:tgtEl>
                                        <p:attrNameLst>
                                          <p:attrName>ppt_y</p:attrName>
                                        </p:attrNameLst>
                                      </p:cBhvr>
                                      <p:tavLst>
                                        <p:tav tm="0">
                                          <p:val>
                                            <p:strVal val="#ppt_y+.1"/>
                                          </p:val>
                                        </p:tav>
                                        <p:tav tm="100000">
                                          <p:val>
                                            <p:strVal val="#ppt_y"/>
                                          </p:val>
                                        </p:tav>
                                      </p:tavLst>
                                    </p:anim>
                                  </p:childTnLst>
                                </p:cTn>
                              </p:par>
                              <p:par>
                                <p:cTn id="33" presetID="42" presetClass="entr" presetSubtype="0" fill="hold" nodeType="withEffect">
                                  <p:stCondLst>
                                    <p:cond delay="500"/>
                                  </p:stCondLst>
                                  <p:childTnLst>
                                    <p:set>
                                      <p:cBhvr>
                                        <p:cTn id="34" dur="1" fill="hold">
                                          <p:stCondLst>
                                            <p:cond delay="0"/>
                                          </p:stCondLst>
                                        </p:cTn>
                                        <p:tgtEl>
                                          <p:spTgt spid="34"/>
                                        </p:tgtEl>
                                        <p:attrNameLst>
                                          <p:attrName>style.visibility</p:attrName>
                                        </p:attrNameLst>
                                      </p:cBhvr>
                                      <p:to>
                                        <p:strVal val="visible"/>
                                      </p:to>
                                    </p:set>
                                    <p:animEffect transition="in" filter="fade">
                                      <p:cBhvr>
                                        <p:cTn id="35" dur="1000"/>
                                        <p:tgtEl>
                                          <p:spTgt spid="34"/>
                                        </p:tgtEl>
                                      </p:cBhvr>
                                    </p:animEffect>
                                    <p:anim calcmode="lin" valueType="num">
                                      <p:cBhvr>
                                        <p:cTn id="36" dur="1000" fill="hold"/>
                                        <p:tgtEl>
                                          <p:spTgt spid="34"/>
                                        </p:tgtEl>
                                        <p:attrNameLst>
                                          <p:attrName>ppt_x</p:attrName>
                                        </p:attrNameLst>
                                      </p:cBhvr>
                                      <p:tavLst>
                                        <p:tav tm="0">
                                          <p:val>
                                            <p:strVal val="#ppt_x"/>
                                          </p:val>
                                        </p:tav>
                                        <p:tav tm="100000">
                                          <p:val>
                                            <p:strVal val="#ppt_x"/>
                                          </p:val>
                                        </p:tav>
                                      </p:tavLst>
                                    </p:anim>
                                    <p:anim calcmode="lin" valueType="num">
                                      <p:cBhvr>
                                        <p:cTn id="37" dur="1000" fill="hold"/>
                                        <p:tgtEl>
                                          <p:spTgt spid="34"/>
                                        </p:tgtEl>
                                        <p:attrNameLst>
                                          <p:attrName>ppt_y</p:attrName>
                                        </p:attrNameLst>
                                      </p:cBhvr>
                                      <p:tavLst>
                                        <p:tav tm="0">
                                          <p:val>
                                            <p:strVal val="#ppt_y+.1"/>
                                          </p:val>
                                        </p:tav>
                                        <p:tav tm="100000">
                                          <p:val>
                                            <p:strVal val="#ppt_y"/>
                                          </p:val>
                                        </p:tav>
                                      </p:tavLst>
                                    </p:anim>
                                  </p:childTnLst>
                                </p:cTn>
                              </p:par>
                            </p:childTnLst>
                          </p:cTn>
                        </p:par>
                        <p:par>
                          <p:cTn id="38" fill="hold" nodeType="afterGroup">
                            <p:stCondLst>
                              <p:cond delay="2500"/>
                            </p:stCondLst>
                            <p:childTnLst>
                              <p:par>
                                <p:cTn id="39" presetID="10" presetClass="entr" presetSubtype="0" fill="hold" grpId="0" nodeType="afterEffect">
                                  <p:stCondLst>
                                    <p:cond delay="0"/>
                                  </p:stCondLst>
                                  <p:childTnLst>
                                    <p:set>
                                      <p:cBhvr>
                                        <p:cTn id="40" dur="1" fill="hold">
                                          <p:stCondLst>
                                            <p:cond delay="0"/>
                                          </p:stCondLst>
                                        </p:cTn>
                                        <p:tgtEl>
                                          <p:spTgt spid="52"/>
                                        </p:tgtEl>
                                        <p:attrNameLst>
                                          <p:attrName>style.visibility</p:attrName>
                                        </p:attrNameLst>
                                      </p:cBhvr>
                                      <p:to>
                                        <p:strVal val="visible"/>
                                      </p:to>
                                    </p:set>
                                    <p:animEffect transition="in" filter="fade">
                                      <p:cBhvr>
                                        <p:cTn id="41" dur="500"/>
                                        <p:tgtEl>
                                          <p:spTgt spid="52"/>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49"/>
                                        </p:tgtEl>
                                        <p:attrNameLst>
                                          <p:attrName>style.visibility</p:attrName>
                                        </p:attrNameLst>
                                      </p:cBhvr>
                                      <p:to>
                                        <p:strVal val="visible"/>
                                      </p:to>
                                    </p:set>
                                    <p:animEffect transition="in" filter="fade">
                                      <p:cBhvr>
                                        <p:cTn id="44" dur="500"/>
                                        <p:tgtEl>
                                          <p:spTgt spid="49"/>
                                        </p:tgtEl>
                                      </p:cBhvr>
                                    </p:animEffect>
                                  </p:childTnLst>
                                </p:cTn>
                              </p:par>
                            </p:childTnLst>
                          </p:cTn>
                        </p:par>
                        <p:par>
                          <p:cTn id="45" fill="hold" nodeType="afterGroup">
                            <p:stCondLst>
                              <p:cond delay="3000"/>
                            </p:stCondLst>
                            <p:childTnLst>
                              <p:par>
                                <p:cTn id="46" presetID="10" presetClass="entr" presetSubtype="0" fill="hold" grpId="0" nodeType="afterEffect">
                                  <p:stCondLst>
                                    <p:cond delay="0"/>
                                  </p:stCondLst>
                                  <p:childTnLst>
                                    <p:set>
                                      <p:cBhvr>
                                        <p:cTn id="47" dur="1" fill="hold">
                                          <p:stCondLst>
                                            <p:cond delay="0"/>
                                          </p:stCondLst>
                                        </p:cTn>
                                        <p:tgtEl>
                                          <p:spTgt spid="51"/>
                                        </p:tgtEl>
                                        <p:attrNameLst>
                                          <p:attrName>style.visibility</p:attrName>
                                        </p:attrNameLst>
                                      </p:cBhvr>
                                      <p:to>
                                        <p:strVal val="visible"/>
                                      </p:to>
                                    </p:set>
                                    <p:animEffect transition="in" filter="fade">
                                      <p:cBhvr>
                                        <p:cTn id="48" dur="500"/>
                                        <p:tgtEl>
                                          <p:spTgt spid="51"/>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54"/>
                                        </p:tgtEl>
                                        <p:attrNameLst>
                                          <p:attrName>style.visibility</p:attrName>
                                        </p:attrNameLst>
                                      </p:cBhvr>
                                      <p:to>
                                        <p:strVal val="visible"/>
                                      </p:to>
                                    </p:set>
                                    <p:animEffect transition="in" filter="fade">
                                      <p:cBhvr>
                                        <p:cTn id="51" dur="500"/>
                                        <p:tgtEl>
                                          <p:spTgt spid="54"/>
                                        </p:tgtEl>
                                      </p:cBhvr>
                                    </p:animEffect>
                                  </p:childTnLst>
                                </p:cTn>
                              </p:par>
                            </p:childTnLst>
                          </p:cTn>
                        </p:par>
                        <p:par>
                          <p:cTn id="52" fill="hold" nodeType="afterGroup">
                            <p:stCondLst>
                              <p:cond delay="3500"/>
                            </p:stCondLst>
                            <p:childTnLst>
                              <p:par>
                                <p:cTn id="53" presetID="10" presetClass="entr" presetSubtype="0" fill="hold" grpId="0" nodeType="afterEffect">
                                  <p:stCondLst>
                                    <p:cond delay="0"/>
                                  </p:stCondLst>
                                  <p:childTnLst>
                                    <p:set>
                                      <p:cBhvr>
                                        <p:cTn id="54" dur="1" fill="hold">
                                          <p:stCondLst>
                                            <p:cond delay="0"/>
                                          </p:stCondLst>
                                        </p:cTn>
                                        <p:tgtEl>
                                          <p:spTgt spid="50"/>
                                        </p:tgtEl>
                                        <p:attrNameLst>
                                          <p:attrName>style.visibility</p:attrName>
                                        </p:attrNameLst>
                                      </p:cBhvr>
                                      <p:to>
                                        <p:strVal val="visible"/>
                                      </p:to>
                                    </p:set>
                                    <p:animEffect transition="in" filter="fade">
                                      <p:cBhvr>
                                        <p:cTn id="55" dur="500"/>
                                        <p:tgtEl>
                                          <p:spTgt spid="50"/>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53"/>
                                        </p:tgtEl>
                                        <p:attrNameLst>
                                          <p:attrName>style.visibility</p:attrName>
                                        </p:attrNameLst>
                                      </p:cBhvr>
                                      <p:to>
                                        <p:strVal val="visible"/>
                                      </p:to>
                                    </p:set>
                                    <p:animEffect transition="in" filter="fade">
                                      <p:cBhvr>
                                        <p:cTn id="58" dur="5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33" grpId="0" animBg="1"/>
      <p:bldP spid="49" grpId="0"/>
      <p:bldP spid="50" grpId="0"/>
      <p:bldP spid="51" grpId="0"/>
      <p:bldP spid="52" grpId="0"/>
      <p:bldP spid="53" grpId="0"/>
      <p:bldP spid="54" grpId="0"/>
    </p:bldLst>
  </p:timing>
</p:sld>
</file>

<file path=ppt/slides/slide2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grpSp>
        <p:nvGrpSpPr>
          <p:cNvPr id="2" name="组合 1"/>
          <p:cNvGrpSpPr/>
          <p:nvPr/>
        </p:nvGrpSpPr>
        <p:grpSpPr>
          <a:xfrm>
            <a:off x="327153" y="318911"/>
            <a:ext cx="529037" cy="529037"/>
            <a:chOff x="327153" y="318911"/>
            <a:chExt cx="529037" cy="529037"/>
          </a:xfrm>
        </p:grpSpPr>
        <p:sp>
          <p:nvSpPr>
            <p:cNvPr id="3" name="圆角矩形 2"/>
            <p:cNvSpPr/>
            <p:nvPr/>
          </p:nvSpPr>
          <p:spPr>
            <a:xfrm rot="18926424">
              <a:off x="327153" y="318911"/>
              <a:ext cx="529037" cy="529037"/>
            </a:xfrm>
            <a:prstGeom prst="roundRect">
              <a:avLst/>
            </a:prstGeom>
            <a:solidFill>
              <a:srgbClr val="545D79"/>
            </a:solidFill>
            <a:ln>
              <a:noFill/>
            </a:ln>
            <a:effectLst>
              <a:outerShdw blurRad="63500" algn="ctr" rotWithShape="0">
                <a:prstClr val="black">
                  <a:alpha val="40000"/>
                </a:prstClr>
              </a:outerShdw>
            </a:effectLst>
          </p:spPr>
          <p:txBody>
            <a:bodyPr vert="horz" wrap="square" lIns="91440" tIns="45720" rIns="91440" bIns="45720" numCol="1" anchor="ctr" anchorCtr="0" compatLnSpc="1">
              <a:prstTxWarp prst="textNoShape">
                <a:avLst/>
              </a:prstTxWarp>
            </a:bodyPr>
            <a:lstStyle/>
            <a:p>
              <a:pPr algn="ctr"/>
              <a:endParaRPr lang="zh-CN" altLang="en-US" sz="4800">
                <a:solidFill>
                  <a:prstClr val="white"/>
                </a:solidFill>
                <a:latin typeface="思源黑体旧字形 Normal" panose="020b0400000000000000" pitchFamily="34" charset="-128"/>
                <a:ea typeface="思源黑体旧字形 Normal" panose="020b0400000000000000" pitchFamily="34" charset="-128"/>
              </a:endParaRPr>
            </a:p>
          </p:txBody>
        </p:sp>
        <p:sp>
          <p:nvSpPr>
            <p:cNvPr id="4" name="MH_Other_2"/>
            <p:cNvSpPr/>
            <p:nvPr>
              <p:custDataLst>
                <p:tags r:id="rId3"/>
              </p:custDataLst>
            </p:nvPr>
          </p:nvSpPr>
          <p:spPr bwMode="auto">
            <a:xfrm>
              <a:off x="440450" y="441196"/>
              <a:ext cx="302442" cy="284465"/>
            </a:xfrm>
            <a:custGeom>
              <a:gdLst>
                <a:gd name="T0" fmla="*/ 373604 w 1361803"/>
                <a:gd name="T1" fmla="*/ 882437 h 1281345"/>
                <a:gd name="T2" fmla="*/ 476200 w 1361803"/>
                <a:gd name="T3" fmla="*/ 923828 h 1281345"/>
                <a:gd name="T4" fmla="*/ 554139 w 1361803"/>
                <a:gd name="T5" fmla="*/ 940808 h 1281345"/>
                <a:gd name="T6" fmla="*/ 528484 w 1361803"/>
                <a:gd name="T7" fmla="*/ 1017215 h 1281345"/>
                <a:gd name="T8" fmla="*/ 460417 w 1361803"/>
                <a:gd name="T9" fmla="*/ 1039501 h 1281345"/>
                <a:gd name="T10" fmla="*/ 352881 w 1361803"/>
                <a:gd name="T11" fmla="*/ 976886 h 1281345"/>
                <a:gd name="T12" fmla="*/ 286785 w 1361803"/>
                <a:gd name="T13" fmla="*/ 1049049 h 1281345"/>
                <a:gd name="T14" fmla="*/ 312434 w 1361803"/>
                <a:gd name="T15" fmla="*/ 885625 h 1281345"/>
                <a:gd name="T16" fmla="*/ 274750 w 1361803"/>
                <a:gd name="T17" fmla="*/ 686240 h 1281345"/>
                <a:gd name="T18" fmla="*/ 665920 w 1361803"/>
                <a:gd name="T19" fmla="*/ 686240 h 1281345"/>
                <a:gd name="T20" fmla="*/ 633318 w 1361803"/>
                <a:gd name="T21" fmla="*/ 771039 h 1281345"/>
                <a:gd name="T22" fmla="*/ 270797 w 1361803"/>
                <a:gd name="T23" fmla="*/ 776338 h 1281345"/>
                <a:gd name="T24" fmla="*/ 255979 w 1361803"/>
                <a:gd name="T25" fmla="*/ 705323 h 1281345"/>
                <a:gd name="T26" fmla="*/ 278558 w 1361803"/>
                <a:gd name="T27" fmla="*/ 503808 h 1281345"/>
                <a:gd name="T28" fmla="*/ 746925 w 1361803"/>
                <a:gd name="T29" fmla="*/ 503808 h 1281345"/>
                <a:gd name="T30" fmla="*/ 766688 w 1361803"/>
                <a:gd name="T31" fmla="*/ 555844 h 1281345"/>
                <a:gd name="T32" fmla="*/ 279544 w 1361803"/>
                <a:gd name="T33" fmla="*/ 593008 h 1281345"/>
                <a:gd name="T34" fmla="*/ 256813 w 1361803"/>
                <a:gd name="T35" fmla="*/ 527172 h 1281345"/>
                <a:gd name="T36" fmla="*/ 944591 w 1361803"/>
                <a:gd name="T37" fmla="*/ 452716 h 1281345"/>
                <a:gd name="T38" fmla="*/ 1023588 w 1361803"/>
                <a:gd name="T39" fmla="*/ 643756 h 1281345"/>
                <a:gd name="T40" fmla="*/ 636495 w 1361803"/>
                <a:gd name="T41" fmla="*/ 1040700 h 1281345"/>
                <a:gd name="T42" fmla="*/ 601932 w 1361803"/>
                <a:gd name="T43" fmla="*/ 1010980 h 1281345"/>
                <a:gd name="T44" fmla="*/ 940644 w 1361803"/>
                <a:gd name="T45" fmla="*/ 460140 h 1281345"/>
                <a:gd name="T46" fmla="*/ 1339566 w 1361803"/>
                <a:gd name="T47" fmla="*/ 322482 h 1281345"/>
                <a:gd name="T48" fmla="*/ 1356355 w 1361803"/>
                <a:gd name="T49" fmla="*/ 373372 h 1281345"/>
                <a:gd name="T50" fmla="*/ 1136163 w 1361803"/>
                <a:gd name="T51" fmla="*/ 663855 h 1281345"/>
                <a:gd name="T52" fmla="*/ 1082839 w 1361803"/>
                <a:gd name="T53" fmla="*/ 676580 h 1281345"/>
                <a:gd name="T54" fmla="*/ 1123322 w 1361803"/>
                <a:gd name="T55" fmla="*/ 596008 h 1281345"/>
                <a:gd name="T56" fmla="*/ 1312908 w 1361803"/>
                <a:gd name="T57" fmla="*/ 334145 h 1281345"/>
                <a:gd name="T58" fmla="*/ 526769 w 1361803"/>
                <a:gd name="T59" fmla="*/ 229043 h 1281345"/>
                <a:gd name="T60" fmla="*/ 766688 w 1361803"/>
                <a:gd name="T61" fmla="*/ 244970 h 1281345"/>
                <a:gd name="T62" fmla="*/ 749907 w 1361803"/>
                <a:gd name="T63" fmla="*/ 318243 h 1281345"/>
                <a:gd name="T64" fmla="*/ 529735 w 1361803"/>
                <a:gd name="T65" fmla="*/ 318243 h 1281345"/>
                <a:gd name="T66" fmla="*/ 511959 w 1361803"/>
                <a:gd name="T67" fmla="*/ 246034 h 1281345"/>
                <a:gd name="T68" fmla="*/ 1245419 w 1361803"/>
                <a:gd name="T69" fmla="*/ 137724 h 1281345"/>
                <a:gd name="T70" fmla="*/ 1309122 w 1361803"/>
                <a:gd name="T71" fmla="*/ 239622 h 1281345"/>
                <a:gd name="T72" fmla="*/ 1116528 w 1361803"/>
                <a:gd name="T73" fmla="*/ 531150 h 1281345"/>
                <a:gd name="T74" fmla="*/ 998003 w 1361803"/>
                <a:gd name="T75" fmla="*/ 384860 h 1281345"/>
                <a:gd name="T76" fmla="*/ 1207394 w 1361803"/>
                <a:gd name="T77" fmla="*/ 148457 h 1281345"/>
                <a:gd name="T78" fmla="*/ 327005 w 1361803"/>
                <a:gd name="T79" fmla="*/ 0 h 1281345"/>
                <a:gd name="T80" fmla="*/ 1023501 w 1361803"/>
                <a:gd name="T81" fmla="*/ 136834 h 1281345"/>
                <a:gd name="T82" fmla="*/ 1015602 w 1361803"/>
                <a:gd name="T83" fmla="*/ 237608 h 1281345"/>
                <a:gd name="T84" fmla="*/ 909891 w 1361803"/>
                <a:gd name="T85" fmla="*/ 379745 h 1281345"/>
                <a:gd name="T86" fmla="*/ 897047 w 1361803"/>
                <a:gd name="T87" fmla="*/ 313980 h 1281345"/>
                <a:gd name="T88" fmla="*/ 872348 w 1361803"/>
                <a:gd name="T89" fmla="*/ 135772 h 1281345"/>
                <a:gd name="T90" fmla="*/ 382329 w 1361803"/>
                <a:gd name="T91" fmla="*/ 135772 h 1281345"/>
                <a:gd name="T92" fmla="*/ 382329 w 1361803"/>
                <a:gd name="T93" fmla="*/ 313980 h 1281345"/>
                <a:gd name="T94" fmla="*/ 143255 w 1361803"/>
                <a:gd name="T95" fmla="*/ 409444 h 1281345"/>
                <a:gd name="T96" fmla="*/ 126454 w 1361803"/>
                <a:gd name="T97" fmla="*/ 428538 h 1281345"/>
                <a:gd name="T98" fmla="*/ 151153 w 1361803"/>
                <a:gd name="T99" fmla="*/ 1143476 h 1281345"/>
                <a:gd name="T100" fmla="*/ 897047 w 1361803"/>
                <a:gd name="T101" fmla="*/ 1115897 h 1281345"/>
                <a:gd name="T102" fmla="*/ 902973 w 1361803"/>
                <a:gd name="T103" fmla="*/ 902690 h 1281345"/>
                <a:gd name="T104" fmla="*/ 1022515 w 1361803"/>
                <a:gd name="T105" fmla="*/ 767972 h 1281345"/>
                <a:gd name="T106" fmla="*/ 1023501 w 1361803"/>
                <a:gd name="T107" fmla="*/ 1133931 h 1281345"/>
                <a:gd name="T108" fmla="*/ 131394 w 1361803"/>
                <a:gd name="T109" fmla="*/ 1279248 h 1281345"/>
                <a:gd name="T110" fmla="*/ 0 w 1361803"/>
                <a:gd name="T111" fmla="*/ 335193 h 1281345"/>
                <a:gd name="T112" fmla="*/ 261801 w 1361803"/>
                <a:gd name="T113" fmla="*/ 28642 h 1281345"/>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1361803" h="1281345">
                  <a:moveTo>
                    <a:pt x="340187" y="867542"/>
                  </a:moveTo>
                  <a:cubicBezTo>
                    <a:pt x="351512" y="867144"/>
                    <a:pt x="363575" y="872724"/>
                    <a:pt x="372930" y="883885"/>
                  </a:cubicBezTo>
                  <a:cubicBezTo>
                    <a:pt x="394595" y="907270"/>
                    <a:pt x="415275" y="931718"/>
                    <a:pt x="436940" y="957229"/>
                  </a:cubicBezTo>
                  <a:cubicBezTo>
                    <a:pt x="449742" y="946599"/>
                    <a:pt x="462543" y="935970"/>
                    <a:pt x="475345" y="925340"/>
                  </a:cubicBezTo>
                  <a:cubicBezTo>
                    <a:pt x="492086" y="911522"/>
                    <a:pt x="506857" y="910459"/>
                    <a:pt x="525568" y="923214"/>
                  </a:cubicBezTo>
                  <a:cubicBezTo>
                    <a:pt x="535415" y="929592"/>
                    <a:pt x="544278" y="935970"/>
                    <a:pt x="553141" y="942347"/>
                  </a:cubicBezTo>
                  <a:cubicBezTo>
                    <a:pt x="545263" y="967858"/>
                    <a:pt x="538370" y="993369"/>
                    <a:pt x="530492" y="1018880"/>
                  </a:cubicBezTo>
                  <a:cubicBezTo>
                    <a:pt x="528522" y="1018880"/>
                    <a:pt x="528522" y="1018880"/>
                    <a:pt x="527537" y="1018880"/>
                  </a:cubicBezTo>
                  <a:cubicBezTo>
                    <a:pt x="509812" y="1000810"/>
                    <a:pt x="494056" y="1007187"/>
                    <a:pt x="479284" y="1024195"/>
                  </a:cubicBezTo>
                  <a:cubicBezTo>
                    <a:pt x="473376" y="1030572"/>
                    <a:pt x="466482" y="1035887"/>
                    <a:pt x="459589" y="1041202"/>
                  </a:cubicBezTo>
                  <a:cubicBezTo>
                    <a:pt x="438909" y="1058209"/>
                    <a:pt x="420199" y="1056083"/>
                    <a:pt x="402473" y="1035887"/>
                  </a:cubicBezTo>
                  <a:cubicBezTo>
                    <a:pt x="385732" y="1017817"/>
                    <a:pt x="369976" y="998684"/>
                    <a:pt x="352251" y="978488"/>
                  </a:cubicBezTo>
                  <a:cubicBezTo>
                    <a:pt x="343388" y="995495"/>
                    <a:pt x="335510" y="1012502"/>
                    <a:pt x="327632" y="1028446"/>
                  </a:cubicBezTo>
                  <a:cubicBezTo>
                    <a:pt x="318769" y="1046517"/>
                    <a:pt x="303013" y="1053957"/>
                    <a:pt x="286272" y="1050768"/>
                  </a:cubicBezTo>
                  <a:cubicBezTo>
                    <a:pt x="262638" y="1046517"/>
                    <a:pt x="248851" y="1019943"/>
                    <a:pt x="259683" y="995495"/>
                  </a:cubicBezTo>
                  <a:cubicBezTo>
                    <a:pt x="276424" y="959355"/>
                    <a:pt x="293165" y="922151"/>
                    <a:pt x="311876" y="887074"/>
                  </a:cubicBezTo>
                  <a:cubicBezTo>
                    <a:pt x="318276" y="874318"/>
                    <a:pt x="328863" y="867941"/>
                    <a:pt x="340187" y="867542"/>
                  </a:cubicBezTo>
                  <a:close/>
                  <a:moveTo>
                    <a:pt x="274255" y="687365"/>
                  </a:moveTo>
                  <a:cubicBezTo>
                    <a:pt x="330459" y="687365"/>
                    <a:pt x="386662" y="687365"/>
                    <a:pt x="442866" y="687365"/>
                  </a:cubicBezTo>
                  <a:cubicBezTo>
                    <a:pt x="516819" y="687365"/>
                    <a:pt x="590771" y="687365"/>
                    <a:pt x="664723" y="687365"/>
                  </a:cubicBezTo>
                  <a:cubicBezTo>
                    <a:pt x="670640" y="687365"/>
                    <a:pt x="675570" y="687365"/>
                    <a:pt x="684444" y="687365"/>
                  </a:cubicBezTo>
                  <a:cubicBezTo>
                    <a:pt x="666695" y="718154"/>
                    <a:pt x="649933" y="745757"/>
                    <a:pt x="632184" y="772299"/>
                  </a:cubicBezTo>
                  <a:cubicBezTo>
                    <a:pt x="630212" y="775484"/>
                    <a:pt x="625282" y="776545"/>
                    <a:pt x="621338" y="776545"/>
                  </a:cubicBezTo>
                  <a:cubicBezTo>
                    <a:pt x="504000" y="777607"/>
                    <a:pt x="387648" y="776545"/>
                    <a:pt x="270311" y="777607"/>
                  </a:cubicBezTo>
                  <a:cubicBezTo>
                    <a:pt x="259464" y="777607"/>
                    <a:pt x="255520" y="772299"/>
                    <a:pt x="256506" y="760620"/>
                  </a:cubicBezTo>
                  <a:cubicBezTo>
                    <a:pt x="256506" y="742572"/>
                    <a:pt x="256506" y="724524"/>
                    <a:pt x="255520" y="706475"/>
                  </a:cubicBezTo>
                  <a:cubicBezTo>
                    <a:pt x="255520" y="691612"/>
                    <a:pt x="261436" y="687365"/>
                    <a:pt x="274255" y="687365"/>
                  </a:cubicBezTo>
                  <a:close/>
                  <a:moveTo>
                    <a:pt x="278054" y="504636"/>
                  </a:moveTo>
                  <a:cubicBezTo>
                    <a:pt x="354989" y="504636"/>
                    <a:pt x="432911" y="504636"/>
                    <a:pt x="509846" y="504636"/>
                  </a:cubicBezTo>
                  <a:cubicBezTo>
                    <a:pt x="588754" y="504636"/>
                    <a:pt x="666676" y="504636"/>
                    <a:pt x="745584" y="504636"/>
                  </a:cubicBezTo>
                  <a:cubicBezTo>
                    <a:pt x="764325" y="504636"/>
                    <a:pt x="765311" y="505700"/>
                    <a:pt x="765311" y="524845"/>
                  </a:cubicBezTo>
                  <a:cubicBezTo>
                    <a:pt x="765311" y="535481"/>
                    <a:pt x="765311" y="546117"/>
                    <a:pt x="765311" y="556753"/>
                  </a:cubicBezTo>
                  <a:cubicBezTo>
                    <a:pt x="765311" y="580153"/>
                    <a:pt x="752489" y="593980"/>
                    <a:pt x="730789" y="593980"/>
                  </a:cubicBezTo>
                  <a:cubicBezTo>
                    <a:pt x="580863" y="593980"/>
                    <a:pt x="429952" y="593980"/>
                    <a:pt x="279040" y="593980"/>
                  </a:cubicBezTo>
                  <a:cubicBezTo>
                    <a:pt x="256354" y="593980"/>
                    <a:pt x="256354" y="592917"/>
                    <a:pt x="256354" y="569517"/>
                  </a:cubicBezTo>
                  <a:cubicBezTo>
                    <a:pt x="256354" y="555690"/>
                    <a:pt x="256354" y="541863"/>
                    <a:pt x="256354" y="528036"/>
                  </a:cubicBezTo>
                  <a:cubicBezTo>
                    <a:pt x="256354" y="504636"/>
                    <a:pt x="256354" y="504636"/>
                    <a:pt x="278054" y="504636"/>
                  </a:cubicBezTo>
                  <a:close/>
                  <a:moveTo>
                    <a:pt x="942895" y="453454"/>
                  </a:moveTo>
                  <a:cubicBezTo>
                    <a:pt x="989224" y="494914"/>
                    <a:pt x="1033581" y="534249"/>
                    <a:pt x="1077938" y="574646"/>
                  </a:cubicBezTo>
                  <a:cubicBezTo>
                    <a:pt x="1059210" y="599097"/>
                    <a:pt x="1040481" y="622484"/>
                    <a:pt x="1021752" y="644809"/>
                  </a:cubicBezTo>
                  <a:cubicBezTo>
                    <a:pt x="928109" y="760685"/>
                    <a:pt x="831509" y="874435"/>
                    <a:pt x="722095" y="974365"/>
                  </a:cubicBezTo>
                  <a:cubicBezTo>
                    <a:pt x="695481" y="999879"/>
                    <a:pt x="664923" y="1021141"/>
                    <a:pt x="635352" y="1042403"/>
                  </a:cubicBezTo>
                  <a:cubicBezTo>
                    <a:pt x="626481" y="1048781"/>
                    <a:pt x="613666" y="1046655"/>
                    <a:pt x="601838" y="1048781"/>
                  </a:cubicBezTo>
                  <a:cubicBezTo>
                    <a:pt x="601838" y="1037087"/>
                    <a:pt x="596909" y="1023267"/>
                    <a:pt x="600852" y="1012636"/>
                  </a:cubicBezTo>
                  <a:cubicBezTo>
                    <a:pt x="619581" y="969050"/>
                    <a:pt x="637323" y="924400"/>
                    <a:pt x="659995" y="882940"/>
                  </a:cubicBezTo>
                  <a:cubicBezTo>
                    <a:pt x="741809" y="734108"/>
                    <a:pt x="838409" y="595907"/>
                    <a:pt x="938952" y="460896"/>
                  </a:cubicBezTo>
                  <a:cubicBezTo>
                    <a:pt x="939938" y="458770"/>
                    <a:pt x="940924" y="456643"/>
                    <a:pt x="942895" y="453454"/>
                  </a:cubicBezTo>
                  <a:close/>
                  <a:moveTo>
                    <a:pt x="1337162" y="323013"/>
                  </a:moveTo>
                  <a:cubicBezTo>
                    <a:pt x="1348990" y="326198"/>
                    <a:pt x="1361803" y="343189"/>
                    <a:pt x="1361803" y="358055"/>
                  </a:cubicBezTo>
                  <a:cubicBezTo>
                    <a:pt x="1359832" y="361241"/>
                    <a:pt x="1357861" y="367612"/>
                    <a:pt x="1353918" y="373984"/>
                  </a:cubicBezTo>
                  <a:cubicBezTo>
                    <a:pt x="1300693" y="447255"/>
                    <a:pt x="1247469" y="521588"/>
                    <a:pt x="1194244" y="594859"/>
                  </a:cubicBezTo>
                  <a:cubicBezTo>
                    <a:pt x="1175517" y="619282"/>
                    <a:pt x="1154818" y="642644"/>
                    <a:pt x="1134120" y="664944"/>
                  </a:cubicBezTo>
                  <a:cubicBezTo>
                    <a:pt x="1125249" y="673439"/>
                    <a:pt x="1113421" y="678749"/>
                    <a:pt x="1101594" y="682996"/>
                  </a:cubicBezTo>
                  <a:cubicBezTo>
                    <a:pt x="1095680" y="685120"/>
                    <a:pt x="1083852" y="682996"/>
                    <a:pt x="1080895" y="677687"/>
                  </a:cubicBezTo>
                  <a:cubicBezTo>
                    <a:pt x="1077938" y="671315"/>
                    <a:pt x="1077938" y="658573"/>
                    <a:pt x="1080895" y="652201"/>
                  </a:cubicBezTo>
                  <a:cubicBezTo>
                    <a:pt x="1092723" y="633087"/>
                    <a:pt x="1107507" y="615035"/>
                    <a:pt x="1121306" y="596983"/>
                  </a:cubicBezTo>
                  <a:cubicBezTo>
                    <a:pt x="1175517" y="522650"/>
                    <a:pt x="1229727" y="449379"/>
                    <a:pt x="1284923" y="375046"/>
                  </a:cubicBezTo>
                  <a:cubicBezTo>
                    <a:pt x="1293794" y="362303"/>
                    <a:pt x="1302665" y="348498"/>
                    <a:pt x="1310550" y="334694"/>
                  </a:cubicBezTo>
                  <a:cubicBezTo>
                    <a:pt x="1317449" y="324075"/>
                    <a:pt x="1325334" y="318765"/>
                    <a:pt x="1337162" y="323013"/>
                  </a:cubicBezTo>
                  <a:close/>
                  <a:moveTo>
                    <a:pt x="525824" y="229421"/>
                  </a:moveTo>
                  <a:cubicBezTo>
                    <a:pt x="600725" y="229421"/>
                    <a:pt x="675627" y="229421"/>
                    <a:pt x="750528" y="229421"/>
                  </a:cubicBezTo>
                  <a:cubicBezTo>
                    <a:pt x="761369" y="229421"/>
                    <a:pt x="765311" y="233676"/>
                    <a:pt x="765311" y="245375"/>
                  </a:cubicBezTo>
                  <a:cubicBezTo>
                    <a:pt x="764326" y="264521"/>
                    <a:pt x="764326" y="282602"/>
                    <a:pt x="765311" y="301747"/>
                  </a:cubicBezTo>
                  <a:cubicBezTo>
                    <a:pt x="765311" y="314511"/>
                    <a:pt x="760383" y="318765"/>
                    <a:pt x="748557" y="318765"/>
                  </a:cubicBezTo>
                  <a:cubicBezTo>
                    <a:pt x="711106" y="318765"/>
                    <a:pt x="674641" y="318765"/>
                    <a:pt x="638176" y="318765"/>
                  </a:cubicBezTo>
                  <a:cubicBezTo>
                    <a:pt x="601711" y="318765"/>
                    <a:pt x="565246" y="317702"/>
                    <a:pt x="528781" y="318765"/>
                  </a:cubicBezTo>
                  <a:cubicBezTo>
                    <a:pt x="515969" y="318765"/>
                    <a:pt x="511041" y="313447"/>
                    <a:pt x="511041" y="299620"/>
                  </a:cubicBezTo>
                  <a:cubicBezTo>
                    <a:pt x="512027" y="282602"/>
                    <a:pt x="512027" y="264521"/>
                    <a:pt x="511041" y="246439"/>
                  </a:cubicBezTo>
                  <a:cubicBezTo>
                    <a:pt x="511041" y="234739"/>
                    <a:pt x="514983" y="229421"/>
                    <a:pt x="525824" y="229421"/>
                  </a:cubicBezTo>
                  <a:close/>
                  <a:moveTo>
                    <a:pt x="1243182" y="137949"/>
                  </a:moveTo>
                  <a:cubicBezTo>
                    <a:pt x="1255260" y="139675"/>
                    <a:pt x="1267337" y="146577"/>
                    <a:pt x="1281140" y="158257"/>
                  </a:cubicBezTo>
                  <a:cubicBezTo>
                    <a:pt x="1308745" y="183741"/>
                    <a:pt x="1317618" y="208163"/>
                    <a:pt x="1306773" y="240018"/>
                  </a:cubicBezTo>
                  <a:cubicBezTo>
                    <a:pt x="1300858" y="257008"/>
                    <a:pt x="1294942" y="275059"/>
                    <a:pt x="1285083" y="289925"/>
                  </a:cubicBezTo>
                  <a:cubicBezTo>
                    <a:pt x="1228886" y="370624"/>
                    <a:pt x="1171704" y="450262"/>
                    <a:pt x="1114521" y="532023"/>
                  </a:cubicBezTo>
                  <a:cubicBezTo>
                    <a:pt x="1066212" y="489550"/>
                    <a:pt x="1022832" y="450262"/>
                    <a:pt x="977480" y="410974"/>
                  </a:cubicBezTo>
                  <a:cubicBezTo>
                    <a:pt x="984381" y="401417"/>
                    <a:pt x="990297" y="392923"/>
                    <a:pt x="996212" y="385490"/>
                  </a:cubicBezTo>
                  <a:cubicBezTo>
                    <a:pt x="1050437" y="319656"/>
                    <a:pt x="1103676" y="252760"/>
                    <a:pt x="1157901" y="187988"/>
                  </a:cubicBezTo>
                  <a:cubicBezTo>
                    <a:pt x="1170718" y="172061"/>
                    <a:pt x="1188464" y="159319"/>
                    <a:pt x="1205225" y="148700"/>
                  </a:cubicBezTo>
                  <a:cubicBezTo>
                    <a:pt x="1219027" y="139675"/>
                    <a:pt x="1231105" y="136224"/>
                    <a:pt x="1243182" y="137949"/>
                  </a:cubicBezTo>
                  <a:close/>
                  <a:moveTo>
                    <a:pt x="326420" y="0"/>
                  </a:moveTo>
                  <a:cubicBezTo>
                    <a:pt x="513791" y="0"/>
                    <a:pt x="702148" y="0"/>
                    <a:pt x="889519" y="0"/>
                  </a:cubicBezTo>
                  <a:cubicBezTo>
                    <a:pt x="964468" y="1063"/>
                    <a:pt x="1018707" y="56311"/>
                    <a:pt x="1021665" y="137059"/>
                  </a:cubicBezTo>
                  <a:cubicBezTo>
                    <a:pt x="1021665" y="164684"/>
                    <a:pt x="1021665" y="191246"/>
                    <a:pt x="1020679" y="218870"/>
                  </a:cubicBezTo>
                  <a:cubicBezTo>
                    <a:pt x="1020679" y="225245"/>
                    <a:pt x="1017721" y="232682"/>
                    <a:pt x="1013776" y="237995"/>
                  </a:cubicBezTo>
                  <a:cubicBezTo>
                    <a:pt x="985177" y="275181"/>
                    <a:pt x="956578" y="311305"/>
                    <a:pt x="928966" y="348492"/>
                  </a:cubicBezTo>
                  <a:cubicBezTo>
                    <a:pt x="921077" y="358054"/>
                    <a:pt x="915160" y="369741"/>
                    <a:pt x="908256" y="380366"/>
                  </a:cubicBezTo>
                  <a:cubicBezTo>
                    <a:pt x="905298" y="384616"/>
                    <a:pt x="901353" y="387804"/>
                    <a:pt x="895436" y="395241"/>
                  </a:cubicBezTo>
                  <a:cubicBezTo>
                    <a:pt x="895436" y="365492"/>
                    <a:pt x="895436" y="339992"/>
                    <a:pt x="895436" y="314493"/>
                  </a:cubicBezTo>
                  <a:cubicBezTo>
                    <a:pt x="895436" y="263494"/>
                    <a:pt x="895436" y="212495"/>
                    <a:pt x="895436" y="161496"/>
                  </a:cubicBezTo>
                  <a:cubicBezTo>
                    <a:pt x="895436" y="139184"/>
                    <a:pt x="892478" y="135997"/>
                    <a:pt x="870782" y="135997"/>
                  </a:cubicBezTo>
                  <a:cubicBezTo>
                    <a:pt x="713982" y="135997"/>
                    <a:pt x="557182" y="135997"/>
                    <a:pt x="399396" y="135997"/>
                  </a:cubicBezTo>
                  <a:cubicBezTo>
                    <a:pt x="394465" y="135997"/>
                    <a:pt x="388548" y="135997"/>
                    <a:pt x="381645" y="135997"/>
                  </a:cubicBezTo>
                  <a:cubicBezTo>
                    <a:pt x="381645" y="145559"/>
                    <a:pt x="381645" y="152997"/>
                    <a:pt x="381645" y="159371"/>
                  </a:cubicBezTo>
                  <a:cubicBezTo>
                    <a:pt x="381645" y="211433"/>
                    <a:pt x="381645" y="262431"/>
                    <a:pt x="381645" y="314493"/>
                  </a:cubicBezTo>
                  <a:cubicBezTo>
                    <a:pt x="380659" y="373991"/>
                    <a:pt x="346143" y="410116"/>
                    <a:pt x="290918" y="410116"/>
                  </a:cubicBezTo>
                  <a:cubicBezTo>
                    <a:pt x="241610" y="410116"/>
                    <a:pt x="192302" y="410116"/>
                    <a:pt x="142994" y="410116"/>
                  </a:cubicBezTo>
                  <a:cubicBezTo>
                    <a:pt x="138063" y="410116"/>
                    <a:pt x="133132" y="410116"/>
                    <a:pt x="126229" y="410116"/>
                  </a:cubicBezTo>
                  <a:cubicBezTo>
                    <a:pt x="126229" y="418615"/>
                    <a:pt x="126229" y="423928"/>
                    <a:pt x="126229" y="429240"/>
                  </a:cubicBezTo>
                  <a:cubicBezTo>
                    <a:pt x="126229" y="658735"/>
                    <a:pt x="126229" y="888229"/>
                    <a:pt x="126229" y="1117724"/>
                  </a:cubicBezTo>
                  <a:cubicBezTo>
                    <a:pt x="126229" y="1143223"/>
                    <a:pt x="128201" y="1145348"/>
                    <a:pt x="150883" y="1145348"/>
                  </a:cubicBezTo>
                  <a:cubicBezTo>
                    <a:pt x="390521" y="1145348"/>
                    <a:pt x="630158" y="1145348"/>
                    <a:pt x="869796" y="1145348"/>
                  </a:cubicBezTo>
                  <a:cubicBezTo>
                    <a:pt x="893464" y="1145348"/>
                    <a:pt x="895436" y="1143223"/>
                    <a:pt x="895436" y="1117724"/>
                  </a:cubicBezTo>
                  <a:cubicBezTo>
                    <a:pt x="895436" y="1052913"/>
                    <a:pt x="895436" y="988102"/>
                    <a:pt x="895436" y="923291"/>
                  </a:cubicBezTo>
                  <a:cubicBezTo>
                    <a:pt x="895436" y="916916"/>
                    <a:pt x="897409" y="908416"/>
                    <a:pt x="901353" y="904166"/>
                  </a:cubicBezTo>
                  <a:cubicBezTo>
                    <a:pt x="938827" y="860605"/>
                    <a:pt x="976302" y="818106"/>
                    <a:pt x="1013776" y="774545"/>
                  </a:cubicBezTo>
                  <a:cubicBezTo>
                    <a:pt x="1015748" y="773482"/>
                    <a:pt x="1016734" y="772420"/>
                    <a:pt x="1020679" y="769232"/>
                  </a:cubicBezTo>
                  <a:cubicBezTo>
                    <a:pt x="1020679" y="775607"/>
                    <a:pt x="1021665" y="779857"/>
                    <a:pt x="1021665" y="784107"/>
                  </a:cubicBezTo>
                  <a:cubicBezTo>
                    <a:pt x="1021665" y="902042"/>
                    <a:pt x="1021665" y="1018914"/>
                    <a:pt x="1021665" y="1135786"/>
                  </a:cubicBezTo>
                  <a:cubicBezTo>
                    <a:pt x="1020679" y="1222909"/>
                    <a:pt x="967426" y="1281345"/>
                    <a:pt x="886561" y="1281345"/>
                  </a:cubicBezTo>
                  <a:cubicBezTo>
                    <a:pt x="634103" y="1281345"/>
                    <a:pt x="382631" y="1281345"/>
                    <a:pt x="131160" y="1281345"/>
                  </a:cubicBezTo>
                  <a:cubicBezTo>
                    <a:pt x="55225" y="1281345"/>
                    <a:pt x="0" y="1221847"/>
                    <a:pt x="0" y="1140036"/>
                  </a:cubicBezTo>
                  <a:cubicBezTo>
                    <a:pt x="0" y="872292"/>
                    <a:pt x="0" y="603486"/>
                    <a:pt x="0" y="335742"/>
                  </a:cubicBezTo>
                  <a:cubicBezTo>
                    <a:pt x="0" y="315555"/>
                    <a:pt x="5917" y="298556"/>
                    <a:pt x="18737" y="283681"/>
                  </a:cubicBezTo>
                  <a:cubicBezTo>
                    <a:pt x="99603" y="198683"/>
                    <a:pt x="180468" y="113685"/>
                    <a:pt x="261333" y="28687"/>
                  </a:cubicBezTo>
                  <a:cubicBezTo>
                    <a:pt x="279084" y="9562"/>
                    <a:pt x="300780" y="0"/>
                    <a:pt x="32642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5" name="文本框 4"/>
          <p:cNvSpPr txBox="1"/>
          <p:nvPr/>
        </p:nvSpPr>
        <p:spPr>
          <a:xfrm>
            <a:off x="974526" y="321818"/>
            <a:ext cx="1261884" cy="523220"/>
          </a:xfrm>
          <a:prstGeom prst="rect">
            <a:avLst/>
          </a:prstGeom>
          <a:noFill/>
        </p:spPr>
        <p:txBody>
          <a:bodyPr wrap="none" rtlCol="0">
            <a:spAutoFit/>
          </a:bodyPr>
          <a:lstStyle/>
          <a:p>
            <a:r>
              <a:rPr lang="zh-CN" altLang="en-US" sz="2800" b="1">
                <a:solidFill>
                  <a:srgbClr val="3FB793"/>
                </a:solidFill>
                <a:latin typeface="思源黑体旧字形 Normal" panose="020b0400000000000000" pitchFamily="34" charset="-128"/>
                <a:ea typeface="思源黑体旧字形 Normal" panose="020b0400000000000000" pitchFamily="34" charset="-128"/>
              </a:rPr>
              <a:t>执行力</a:t>
            </a:r>
          </a:p>
        </p:txBody>
      </p:sp>
      <p:sp>
        <p:nvSpPr>
          <p:cNvPr id="28" name="Freeform 69">
            <a:extLst>
              <a:ext uri="{FF2B5EF4-FFF2-40B4-BE49-F238E27FC236}">
                <a16:creationId xmlns:a16="http://schemas.microsoft.com/office/drawing/2014/main" id="{E5B7E20A-FB04-4A2F-AA98-02CBB85253F0}"/>
              </a:ext>
            </a:extLst>
          </p:cNvPr>
          <p:cNvSpPr>
            <a:spLocks noEditPoints="1"/>
          </p:cNvSpPr>
          <p:nvPr/>
        </p:nvSpPr>
        <p:spPr bwMode="auto">
          <a:xfrm>
            <a:off x="5001559" y="1682372"/>
            <a:ext cx="1974617" cy="4665451"/>
          </a:xfrm>
          <a:custGeom>
            <a:gdLst>
              <a:gd name="T0" fmla="*/ 625 w 693"/>
              <a:gd name="T1" fmla="*/ 1522 h 1641"/>
              <a:gd name="T2" fmla="*/ 520 w 693"/>
              <a:gd name="T3" fmla="*/ 985 h 1641"/>
              <a:gd name="T4" fmla="*/ 498 w 693"/>
              <a:gd name="T5" fmla="*/ 789 h 1641"/>
              <a:gd name="T6" fmla="*/ 532 w 693"/>
              <a:gd name="T7" fmla="*/ 760 h 1641"/>
              <a:gd name="T8" fmla="*/ 571 w 693"/>
              <a:gd name="T9" fmla="*/ 506 h 1641"/>
              <a:gd name="T10" fmla="*/ 505 w 693"/>
              <a:gd name="T11" fmla="*/ 282 h 1641"/>
              <a:gd name="T12" fmla="*/ 394 w 693"/>
              <a:gd name="T13" fmla="*/ 243 h 1641"/>
              <a:gd name="T14" fmla="*/ 344 w 693"/>
              <a:gd name="T15" fmla="*/ 214 h 1641"/>
              <a:gd name="T16" fmla="*/ 341 w 693"/>
              <a:gd name="T17" fmla="*/ 204 h 1641"/>
              <a:gd name="T18" fmla="*/ 354 w 693"/>
              <a:gd name="T19" fmla="*/ 65 h 1641"/>
              <a:gd name="T20" fmla="*/ 313 w 693"/>
              <a:gd name="T21" fmla="*/ 0 h 1641"/>
              <a:gd name="T22" fmla="*/ 228 w 693"/>
              <a:gd name="T23" fmla="*/ 24 h 1641"/>
              <a:gd name="T24" fmla="*/ 214 w 693"/>
              <a:gd name="T25" fmla="*/ 121 h 1641"/>
              <a:gd name="T26" fmla="*/ 240 w 693"/>
              <a:gd name="T27" fmla="*/ 200 h 1641"/>
              <a:gd name="T28" fmla="*/ 240 w 693"/>
              <a:gd name="T29" fmla="*/ 215 h 1641"/>
              <a:gd name="T30" fmla="*/ 147 w 693"/>
              <a:gd name="T31" fmla="*/ 272 h 1641"/>
              <a:gd name="T32" fmla="*/ 22 w 693"/>
              <a:gd name="T33" fmla="*/ 531 h 1641"/>
              <a:gd name="T34" fmla="*/ 113 w 693"/>
              <a:gd name="T35" fmla="*/ 777 h 1641"/>
              <a:gd name="T36" fmla="*/ 143 w 693"/>
              <a:gd name="T37" fmla="*/ 802 h 1641"/>
              <a:gd name="T38" fmla="*/ 220 w 693"/>
              <a:gd name="T39" fmla="*/ 1183 h 1641"/>
              <a:gd name="T40" fmla="*/ 267 w 693"/>
              <a:gd name="T41" fmla="*/ 1470 h 1641"/>
              <a:gd name="T42" fmla="*/ 231 w 693"/>
              <a:gd name="T43" fmla="*/ 1602 h 1641"/>
              <a:gd name="T44" fmla="*/ 343 w 693"/>
              <a:gd name="T45" fmla="*/ 1595 h 1641"/>
              <a:gd name="T46" fmla="*/ 351 w 693"/>
              <a:gd name="T47" fmla="*/ 1504 h 1641"/>
              <a:gd name="T48" fmla="*/ 342 w 693"/>
              <a:gd name="T49" fmla="*/ 1327 h 1641"/>
              <a:gd name="T50" fmla="*/ 334 w 693"/>
              <a:gd name="T51" fmla="*/ 1168 h 1641"/>
              <a:gd name="T52" fmla="*/ 372 w 693"/>
              <a:gd name="T53" fmla="*/ 991 h 1641"/>
              <a:gd name="T54" fmla="*/ 495 w 693"/>
              <a:gd name="T55" fmla="*/ 1455 h 1641"/>
              <a:gd name="T56" fmla="*/ 553 w 693"/>
              <a:gd name="T57" fmla="*/ 1595 h 1641"/>
              <a:gd name="T58" fmla="*/ 693 w 693"/>
              <a:gd name="T59" fmla="*/ 1628 h 1641"/>
              <a:gd name="T60" fmla="*/ 115 w 693"/>
              <a:gd name="T61" fmla="*/ 608 h 1641"/>
              <a:gd name="T62" fmla="*/ 125 w 693"/>
              <a:gd name="T63" fmla="*/ 524 h 1641"/>
              <a:gd name="T64" fmla="*/ 395 w 693"/>
              <a:gd name="T65" fmla="*/ 690 h 1641"/>
              <a:gd name="T66" fmla="*/ 314 w 693"/>
              <a:gd name="T67" fmla="*/ 307 h 1641"/>
              <a:gd name="T68" fmla="*/ 280 w 693"/>
              <a:gd name="T69" fmla="*/ 291 h 1641"/>
              <a:gd name="T70" fmla="*/ 295 w 693"/>
              <a:gd name="T71" fmla="*/ 485 h 1641"/>
              <a:gd name="T72" fmla="*/ 274 w 693"/>
              <a:gd name="T73" fmla="*/ 687 h 1641"/>
              <a:gd name="T74" fmla="*/ 235 w 693"/>
              <a:gd name="T75" fmla="*/ 542 h 1641"/>
              <a:gd name="T76" fmla="*/ 248 w 693"/>
              <a:gd name="T77" fmla="*/ 225 h 1641"/>
              <a:gd name="T78" fmla="*/ 334 w 693"/>
              <a:gd name="T79" fmla="*/ 227 h 1641"/>
              <a:gd name="T80" fmla="*/ 381 w 693"/>
              <a:gd name="T81" fmla="*/ 413 h 1641"/>
              <a:gd name="T82" fmla="*/ 411 w 693"/>
              <a:gd name="T83" fmla="*/ 689 h 1641"/>
              <a:gd name="T84" fmla="*/ 473 w 693"/>
              <a:gd name="T85" fmla="*/ 485 h 1641"/>
              <a:gd name="T86" fmla="*/ 501 w 693"/>
              <a:gd name="T87" fmla="*/ 576 h 1641"/>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93" h="1641">
                <a:moveTo>
                  <a:pt x="669" y="1590"/>
                </a:moveTo>
                <a:cubicBezTo>
                  <a:pt x="650" y="1579"/>
                  <a:pt x="636" y="1550"/>
                  <a:pt x="629" y="1542"/>
                </a:cubicBezTo>
                <a:cubicBezTo>
                  <a:pt x="622" y="1535"/>
                  <a:pt x="631" y="1537"/>
                  <a:pt x="625" y="1522"/>
                </a:cubicBezTo>
                <a:cubicBezTo>
                  <a:pt x="619" y="1507"/>
                  <a:pt x="600" y="1419"/>
                  <a:pt x="597" y="1391"/>
                </a:cubicBezTo>
                <a:cubicBezTo>
                  <a:pt x="593" y="1362"/>
                  <a:pt x="595" y="1265"/>
                  <a:pt x="582" y="1219"/>
                </a:cubicBezTo>
                <a:cubicBezTo>
                  <a:pt x="568" y="1173"/>
                  <a:pt x="526" y="1025"/>
                  <a:pt x="520" y="985"/>
                </a:cubicBezTo>
                <a:cubicBezTo>
                  <a:pt x="514" y="944"/>
                  <a:pt x="505" y="903"/>
                  <a:pt x="505" y="881"/>
                </a:cubicBezTo>
                <a:cubicBezTo>
                  <a:pt x="505" y="858"/>
                  <a:pt x="503" y="843"/>
                  <a:pt x="496" y="827"/>
                </a:cubicBezTo>
                <a:cubicBezTo>
                  <a:pt x="490" y="811"/>
                  <a:pt x="498" y="789"/>
                  <a:pt x="498" y="789"/>
                </a:cubicBezTo>
                <a:cubicBezTo>
                  <a:pt x="498" y="789"/>
                  <a:pt x="514" y="801"/>
                  <a:pt x="524" y="810"/>
                </a:cubicBezTo>
                <a:cubicBezTo>
                  <a:pt x="534" y="819"/>
                  <a:pt x="534" y="805"/>
                  <a:pt x="529" y="785"/>
                </a:cubicBezTo>
                <a:cubicBezTo>
                  <a:pt x="524" y="765"/>
                  <a:pt x="527" y="754"/>
                  <a:pt x="532" y="760"/>
                </a:cubicBezTo>
                <a:cubicBezTo>
                  <a:pt x="537" y="767"/>
                  <a:pt x="541" y="728"/>
                  <a:pt x="553" y="705"/>
                </a:cubicBezTo>
                <a:cubicBezTo>
                  <a:pt x="566" y="681"/>
                  <a:pt x="593" y="633"/>
                  <a:pt x="587" y="606"/>
                </a:cubicBezTo>
                <a:cubicBezTo>
                  <a:pt x="581" y="578"/>
                  <a:pt x="578" y="530"/>
                  <a:pt x="571" y="506"/>
                </a:cubicBezTo>
                <a:cubicBezTo>
                  <a:pt x="563" y="483"/>
                  <a:pt x="556" y="441"/>
                  <a:pt x="547" y="415"/>
                </a:cubicBezTo>
                <a:cubicBezTo>
                  <a:pt x="538" y="389"/>
                  <a:pt x="540" y="376"/>
                  <a:pt x="529" y="350"/>
                </a:cubicBezTo>
                <a:cubicBezTo>
                  <a:pt x="517" y="324"/>
                  <a:pt x="505" y="295"/>
                  <a:pt x="505" y="282"/>
                </a:cubicBezTo>
                <a:cubicBezTo>
                  <a:pt x="505" y="275"/>
                  <a:pt x="502" y="269"/>
                  <a:pt x="491" y="265"/>
                </a:cubicBezTo>
                <a:cubicBezTo>
                  <a:pt x="483" y="261"/>
                  <a:pt x="469" y="258"/>
                  <a:pt x="449" y="255"/>
                </a:cubicBezTo>
                <a:cubicBezTo>
                  <a:pt x="428" y="252"/>
                  <a:pt x="409" y="248"/>
                  <a:pt x="394" y="243"/>
                </a:cubicBezTo>
                <a:cubicBezTo>
                  <a:pt x="393" y="243"/>
                  <a:pt x="392" y="242"/>
                  <a:pt x="391" y="242"/>
                </a:cubicBezTo>
                <a:cubicBezTo>
                  <a:pt x="391" y="242"/>
                  <a:pt x="390" y="242"/>
                  <a:pt x="390" y="242"/>
                </a:cubicBezTo>
                <a:cubicBezTo>
                  <a:pt x="370" y="235"/>
                  <a:pt x="344" y="214"/>
                  <a:pt x="344" y="214"/>
                </a:cubicBezTo>
                <a:cubicBezTo>
                  <a:pt x="336" y="225"/>
                  <a:pt x="336" y="225"/>
                  <a:pt x="336" y="225"/>
                </a:cubicBezTo>
                <a:cubicBezTo>
                  <a:pt x="339" y="221"/>
                  <a:pt x="341" y="218"/>
                  <a:pt x="344" y="214"/>
                </a:cubicBezTo>
                <a:cubicBezTo>
                  <a:pt x="341" y="211"/>
                  <a:pt x="336" y="204"/>
                  <a:pt x="341" y="204"/>
                </a:cubicBezTo>
                <a:cubicBezTo>
                  <a:pt x="352" y="203"/>
                  <a:pt x="354" y="159"/>
                  <a:pt x="360" y="146"/>
                </a:cubicBezTo>
                <a:cubicBezTo>
                  <a:pt x="366" y="133"/>
                  <a:pt x="364" y="124"/>
                  <a:pt x="360" y="112"/>
                </a:cubicBezTo>
                <a:cubicBezTo>
                  <a:pt x="356" y="101"/>
                  <a:pt x="364" y="84"/>
                  <a:pt x="354" y="65"/>
                </a:cubicBezTo>
                <a:cubicBezTo>
                  <a:pt x="344" y="47"/>
                  <a:pt x="358" y="24"/>
                  <a:pt x="344" y="22"/>
                </a:cubicBezTo>
                <a:cubicBezTo>
                  <a:pt x="330" y="20"/>
                  <a:pt x="335" y="3"/>
                  <a:pt x="322" y="3"/>
                </a:cubicBezTo>
                <a:cubicBezTo>
                  <a:pt x="318" y="3"/>
                  <a:pt x="315" y="2"/>
                  <a:pt x="313" y="0"/>
                </a:cubicBezTo>
                <a:cubicBezTo>
                  <a:pt x="302" y="21"/>
                  <a:pt x="285" y="14"/>
                  <a:pt x="285" y="14"/>
                </a:cubicBezTo>
                <a:cubicBezTo>
                  <a:pt x="259" y="8"/>
                  <a:pt x="242" y="14"/>
                  <a:pt x="230" y="23"/>
                </a:cubicBezTo>
                <a:cubicBezTo>
                  <a:pt x="230" y="23"/>
                  <a:pt x="229" y="24"/>
                  <a:pt x="228" y="24"/>
                </a:cubicBezTo>
                <a:cubicBezTo>
                  <a:pt x="213" y="38"/>
                  <a:pt x="208" y="57"/>
                  <a:pt x="208" y="58"/>
                </a:cubicBezTo>
                <a:cubicBezTo>
                  <a:pt x="207" y="65"/>
                  <a:pt x="206" y="72"/>
                  <a:pt x="206" y="77"/>
                </a:cubicBezTo>
                <a:cubicBezTo>
                  <a:pt x="208" y="95"/>
                  <a:pt x="213" y="113"/>
                  <a:pt x="214" y="121"/>
                </a:cubicBezTo>
                <a:cubicBezTo>
                  <a:pt x="215" y="128"/>
                  <a:pt x="219" y="158"/>
                  <a:pt x="225" y="158"/>
                </a:cubicBezTo>
                <a:cubicBezTo>
                  <a:pt x="231" y="158"/>
                  <a:pt x="233" y="159"/>
                  <a:pt x="233" y="159"/>
                </a:cubicBezTo>
                <a:cubicBezTo>
                  <a:pt x="233" y="159"/>
                  <a:pt x="240" y="182"/>
                  <a:pt x="240" y="200"/>
                </a:cubicBezTo>
                <a:cubicBezTo>
                  <a:pt x="240" y="208"/>
                  <a:pt x="240" y="212"/>
                  <a:pt x="240" y="215"/>
                </a:cubicBezTo>
                <a:cubicBezTo>
                  <a:pt x="240" y="215"/>
                  <a:pt x="240" y="215"/>
                  <a:pt x="240" y="215"/>
                </a:cubicBezTo>
                <a:cubicBezTo>
                  <a:pt x="240" y="215"/>
                  <a:pt x="240" y="215"/>
                  <a:pt x="240" y="215"/>
                </a:cubicBezTo>
                <a:cubicBezTo>
                  <a:pt x="240" y="215"/>
                  <a:pt x="240" y="215"/>
                  <a:pt x="240" y="215"/>
                </a:cubicBezTo>
                <a:cubicBezTo>
                  <a:pt x="240" y="215"/>
                  <a:pt x="224" y="238"/>
                  <a:pt x="206" y="246"/>
                </a:cubicBezTo>
                <a:cubicBezTo>
                  <a:pt x="188" y="255"/>
                  <a:pt x="162" y="268"/>
                  <a:pt x="147" y="272"/>
                </a:cubicBezTo>
                <a:cubicBezTo>
                  <a:pt x="136" y="275"/>
                  <a:pt x="124" y="279"/>
                  <a:pt x="115" y="285"/>
                </a:cubicBezTo>
                <a:cubicBezTo>
                  <a:pt x="103" y="293"/>
                  <a:pt x="93" y="305"/>
                  <a:pt x="89" y="326"/>
                </a:cubicBezTo>
                <a:cubicBezTo>
                  <a:pt x="82" y="365"/>
                  <a:pt x="42" y="495"/>
                  <a:pt x="22" y="531"/>
                </a:cubicBezTo>
                <a:cubicBezTo>
                  <a:pt x="3" y="567"/>
                  <a:pt x="0" y="616"/>
                  <a:pt x="20" y="646"/>
                </a:cubicBezTo>
                <a:cubicBezTo>
                  <a:pt x="39" y="676"/>
                  <a:pt x="86" y="750"/>
                  <a:pt x="93" y="760"/>
                </a:cubicBezTo>
                <a:cubicBezTo>
                  <a:pt x="100" y="770"/>
                  <a:pt x="102" y="778"/>
                  <a:pt x="113" y="777"/>
                </a:cubicBezTo>
                <a:cubicBezTo>
                  <a:pt x="113" y="777"/>
                  <a:pt x="114" y="776"/>
                  <a:pt x="115" y="776"/>
                </a:cubicBezTo>
                <a:cubicBezTo>
                  <a:pt x="124" y="776"/>
                  <a:pt x="130" y="777"/>
                  <a:pt x="130" y="777"/>
                </a:cubicBezTo>
                <a:cubicBezTo>
                  <a:pt x="130" y="777"/>
                  <a:pt x="135" y="796"/>
                  <a:pt x="143" y="802"/>
                </a:cubicBezTo>
                <a:cubicBezTo>
                  <a:pt x="151" y="808"/>
                  <a:pt x="161" y="828"/>
                  <a:pt x="163" y="821"/>
                </a:cubicBezTo>
                <a:cubicBezTo>
                  <a:pt x="166" y="814"/>
                  <a:pt x="173" y="872"/>
                  <a:pt x="180" y="903"/>
                </a:cubicBezTo>
                <a:cubicBezTo>
                  <a:pt x="187" y="934"/>
                  <a:pt x="220" y="1152"/>
                  <a:pt x="220" y="1183"/>
                </a:cubicBezTo>
                <a:cubicBezTo>
                  <a:pt x="220" y="1214"/>
                  <a:pt x="232" y="1246"/>
                  <a:pt x="231" y="1268"/>
                </a:cubicBezTo>
                <a:cubicBezTo>
                  <a:pt x="230" y="1291"/>
                  <a:pt x="235" y="1349"/>
                  <a:pt x="236" y="1381"/>
                </a:cubicBezTo>
                <a:cubicBezTo>
                  <a:pt x="237" y="1413"/>
                  <a:pt x="267" y="1447"/>
                  <a:pt x="267" y="1470"/>
                </a:cubicBezTo>
                <a:cubicBezTo>
                  <a:pt x="267" y="1494"/>
                  <a:pt x="260" y="1505"/>
                  <a:pt x="263" y="1519"/>
                </a:cubicBezTo>
                <a:cubicBezTo>
                  <a:pt x="267" y="1532"/>
                  <a:pt x="266" y="1542"/>
                  <a:pt x="251" y="1558"/>
                </a:cubicBezTo>
                <a:cubicBezTo>
                  <a:pt x="236" y="1574"/>
                  <a:pt x="230" y="1589"/>
                  <a:pt x="231" y="1602"/>
                </a:cubicBezTo>
                <a:cubicBezTo>
                  <a:pt x="232" y="1614"/>
                  <a:pt x="236" y="1619"/>
                  <a:pt x="266" y="1620"/>
                </a:cubicBezTo>
                <a:cubicBezTo>
                  <a:pt x="296" y="1621"/>
                  <a:pt x="324" y="1613"/>
                  <a:pt x="324" y="1605"/>
                </a:cubicBezTo>
                <a:cubicBezTo>
                  <a:pt x="324" y="1598"/>
                  <a:pt x="334" y="1595"/>
                  <a:pt x="343" y="1595"/>
                </a:cubicBezTo>
                <a:cubicBezTo>
                  <a:pt x="351" y="1595"/>
                  <a:pt x="350" y="1587"/>
                  <a:pt x="346" y="1569"/>
                </a:cubicBezTo>
                <a:cubicBezTo>
                  <a:pt x="343" y="1552"/>
                  <a:pt x="330" y="1528"/>
                  <a:pt x="338" y="1531"/>
                </a:cubicBezTo>
                <a:cubicBezTo>
                  <a:pt x="345" y="1533"/>
                  <a:pt x="351" y="1528"/>
                  <a:pt x="351" y="1504"/>
                </a:cubicBezTo>
                <a:cubicBezTo>
                  <a:pt x="351" y="1479"/>
                  <a:pt x="355" y="1471"/>
                  <a:pt x="344" y="1457"/>
                </a:cubicBezTo>
                <a:cubicBezTo>
                  <a:pt x="333" y="1442"/>
                  <a:pt x="335" y="1415"/>
                  <a:pt x="338" y="1392"/>
                </a:cubicBezTo>
                <a:cubicBezTo>
                  <a:pt x="340" y="1370"/>
                  <a:pt x="348" y="1354"/>
                  <a:pt x="342" y="1327"/>
                </a:cubicBezTo>
                <a:cubicBezTo>
                  <a:pt x="335" y="1299"/>
                  <a:pt x="334" y="1266"/>
                  <a:pt x="338" y="1252"/>
                </a:cubicBezTo>
                <a:cubicBezTo>
                  <a:pt x="342" y="1239"/>
                  <a:pt x="339" y="1222"/>
                  <a:pt x="329" y="1211"/>
                </a:cubicBezTo>
                <a:cubicBezTo>
                  <a:pt x="319" y="1200"/>
                  <a:pt x="334" y="1180"/>
                  <a:pt x="334" y="1168"/>
                </a:cubicBezTo>
                <a:cubicBezTo>
                  <a:pt x="334" y="1156"/>
                  <a:pt x="330" y="1104"/>
                  <a:pt x="337" y="1052"/>
                </a:cubicBezTo>
                <a:cubicBezTo>
                  <a:pt x="343" y="999"/>
                  <a:pt x="344" y="960"/>
                  <a:pt x="345" y="946"/>
                </a:cubicBezTo>
                <a:cubicBezTo>
                  <a:pt x="346" y="933"/>
                  <a:pt x="354" y="939"/>
                  <a:pt x="372" y="991"/>
                </a:cubicBezTo>
                <a:cubicBezTo>
                  <a:pt x="391" y="1043"/>
                  <a:pt x="438" y="1205"/>
                  <a:pt x="447" y="1241"/>
                </a:cubicBezTo>
                <a:cubicBezTo>
                  <a:pt x="454" y="1272"/>
                  <a:pt x="480" y="1385"/>
                  <a:pt x="491" y="1436"/>
                </a:cubicBezTo>
                <a:cubicBezTo>
                  <a:pt x="493" y="1444"/>
                  <a:pt x="494" y="1451"/>
                  <a:pt x="495" y="1455"/>
                </a:cubicBezTo>
                <a:cubicBezTo>
                  <a:pt x="501" y="1486"/>
                  <a:pt x="509" y="1548"/>
                  <a:pt x="517" y="1548"/>
                </a:cubicBezTo>
                <a:cubicBezTo>
                  <a:pt x="526" y="1548"/>
                  <a:pt x="524" y="1554"/>
                  <a:pt x="525" y="1572"/>
                </a:cubicBezTo>
                <a:cubicBezTo>
                  <a:pt x="526" y="1589"/>
                  <a:pt x="543" y="1592"/>
                  <a:pt x="553" y="1595"/>
                </a:cubicBezTo>
                <a:cubicBezTo>
                  <a:pt x="563" y="1599"/>
                  <a:pt x="566" y="1589"/>
                  <a:pt x="566" y="1589"/>
                </a:cubicBezTo>
                <a:cubicBezTo>
                  <a:pt x="566" y="1589"/>
                  <a:pt x="582" y="1623"/>
                  <a:pt x="610" y="1626"/>
                </a:cubicBezTo>
                <a:cubicBezTo>
                  <a:pt x="639" y="1630"/>
                  <a:pt x="693" y="1641"/>
                  <a:pt x="693" y="1628"/>
                </a:cubicBezTo>
                <a:cubicBezTo>
                  <a:pt x="693" y="1614"/>
                  <a:pt x="687" y="1602"/>
                  <a:pt x="669" y="1590"/>
                </a:cubicBezTo>
                <a:close/>
                <a:moveTo>
                  <a:pt x="128" y="644"/>
                </a:moveTo>
                <a:cubicBezTo>
                  <a:pt x="128" y="632"/>
                  <a:pt x="122" y="619"/>
                  <a:pt x="115" y="608"/>
                </a:cubicBezTo>
                <a:cubicBezTo>
                  <a:pt x="105" y="594"/>
                  <a:pt x="95" y="582"/>
                  <a:pt x="99" y="575"/>
                </a:cubicBezTo>
                <a:cubicBezTo>
                  <a:pt x="105" y="563"/>
                  <a:pt x="110" y="563"/>
                  <a:pt x="115" y="554"/>
                </a:cubicBezTo>
                <a:cubicBezTo>
                  <a:pt x="118" y="549"/>
                  <a:pt x="121" y="541"/>
                  <a:pt x="125" y="524"/>
                </a:cubicBezTo>
                <a:cubicBezTo>
                  <a:pt x="124" y="559"/>
                  <a:pt x="136" y="611"/>
                  <a:pt x="128" y="644"/>
                </a:cubicBezTo>
                <a:close/>
                <a:moveTo>
                  <a:pt x="411" y="689"/>
                </a:moveTo>
                <a:cubicBezTo>
                  <a:pt x="407" y="690"/>
                  <a:pt x="402" y="690"/>
                  <a:pt x="395" y="690"/>
                </a:cubicBezTo>
                <a:cubicBezTo>
                  <a:pt x="395" y="685"/>
                  <a:pt x="395" y="680"/>
                  <a:pt x="393" y="674"/>
                </a:cubicBezTo>
                <a:cubicBezTo>
                  <a:pt x="389" y="655"/>
                  <a:pt x="367" y="523"/>
                  <a:pt x="351" y="448"/>
                </a:cubicBezTo>
                <a:cubicBezTo>
                  <a:pt x="335" y="373"/>
                  <a:pt x="318" y="317"/>
                  <a:pt x="314" y="307"/>
                </a:cubicBezTo>
                <a:cubicBezTo>
                  <a:pt x="310" y="297"/>
                  <a:pt x="323" y="293"/>
                  <a:pt x="323" y="293"/>
                </a:cubicBezTo>
                <a:cubicBezTo>
                  <a:pt x="299" y="269"/>
                  <a:pt x="299" y="269"/>
                  <a:pt x="299" y="269"/>
                </a:cubicBezTo>
                <a:cubicBezTo>
                  <a:pt x="288" y="274"/>
                  <a:pt x="280" y="291"/>
                  <a:pt x="280" y="291"/>
                </a:cubicBezTo>
                <a:cubicBezTo>
                  <a:pt x="280" y="291"/>
                  <a:pt x="292" y="299"/>
                  <a:pt x="294" y="307"/>
                </a:cubicBezTo>
                <a:cubicBezTo>
                  <a:pt x="296" y="315"/>
                  <a:pt x="292" y="325"/>
                  <a:pt x="286" y="343"/>
                </a:cubicBezTo>
                <a:cubicBezTo>
                  <a:pt x="281" y="362"/>
                  <a:pt x="288" y="443"/>
                  <a:pt x="295" y="485"/>
                </a:cubicBezTo>
                <a:cubicBezTo>
                  <a:pt x="302" y="527"/>
                  <a:pt x="315" y="621"/>
                  <a:pt x="323" y="669"/>
                </a:cubicBezTo>
                <a:cubicBezTo>
                  <a:pt x="324" y="677"/>
                  <a:pt x="326" y="683"/>
                  <a:pt x="327" y="689"/>
                </a:cubicBezTo>
                <a:cubicBezTo>
                  <a:pt x="308" y="688"/>
                  <a:pt x="289" y="687"/>
                  <a:pt x="274" y="687"/>
                </a:cubicBezTo>
                <a:cubicBezTo>
                  <a:pt x="232" y="687"/>
                  <a:pt x="191" y="692"/>
                  <a:pt x="191" y="692"/>
                </a:cubicBezTo>
                <a:cubicBezTo>
                  <a:pt x="191" y="692"/>
                  <a:pt x="199" y="672"/>
                  <a:pt x="212" y="643"/>
                </a:cubicBezTo>
                <a:cubicBezTo>
                  <a:pt x="224" y="615"/>
                  <a:pt x="226" y="589"/>
                  <a:pt x="235" y="542"/>
                </a:cubicBezTo>
                <a:cubicBezTo>
                  <a:pt x="245" y="495"/>
                  <a:pt x="237" y="463"/>
                  <a:pt x="237" y="406"/>
                </a:cubicBezTo>
                <a:cubicBezTo>
                  <a:pt x="237" y="361"/>
                  <a:pt x="234" y="300"/>
                  <a:pt x="231" y="263"/>
                </a:cubicBezTo>
                <a:cubicBezTo>
                  <a:pt x="231" y="257"/>
                  <a:pt x="231" y="235"/>
                  <a:pt x="248" y="225"/>
                </a:cubicBezTo>
                <a:cubicBezTo>
                  <a:pt x="257" y="236"/>
                  <a:pt x="268" y="248"/>
                  <a:pt x="281" y="257"/>
                </a:cubicBezTo>
                <a:cubicBezTo>
                  <a:pt x="304" y="273"/>
                  <a:pt x="306" y="261"/>
                  <a:pt x="320" y="244"/>
                </a:cubicBezTo>
                <a:cubicBezTo>
                  <a:pt x="326" y="237"/>
                  <a:pt x="330" y="232"/>
                  <a:pt x="334" y="227"/>
                </a:cubicBezTo>
                <a:cubicBezTo>
                  <a:pt x="334" y="227"/>
                  <a:pt x="334" y="227"/>
                  <a:pt x="334" y="227"/>
                </a:cubicBezTo>
                <a:cubicBezTo>
                  <a:pt x="353" y="218"/>
                  <a:pt x="370" y="255"/>
                  <a:pt x="370" y="255"/>
                </a:cubicBezTo>
                <a:cubicBezTo>
                  <a:pt x="382" y="288"/>
                  <a:pt x="381" y="349"/>
                  <a:pt x="381" y="413"/>
                </a:cubicBezTo>
                <a:cubicBezTo>
                  <a:pt x="381" y="478"/>
                  <a:pt x="393" y="542"/>
                  <a:pt x="406" y="589"/>
                </a:cubicBezTo>
                <a:cubicBezTo>
                  <a:pt x="418" y="636"/>
                  <a:pt x="437" y="678"/>
                  <a:pt x="437" y="678"/>
                </a:cubicBezTo>
                <a:cubicBezTo>
                  <a:pt x="437" y="678"/>
                  <a:pt x="426" y="684"/>
                  <a:pt x="411" y="689"/>
                </a:cubicBezTo>
                <a:close/>
                <a:moveTo>
                  <a:pt x="491" y="631"/>
                </a:moveTo>
                <a:cubicBezTo>
                  <a:pt x="489" y="627"/>
                  <a:pt x="490" y="600"/>
                  <a:pt x="484" y="579"/>
                </a:cubicBezTo>
                <a:cubicBezTo>
                  <a:pt x="477" y="556"/>
                  <a:pt x="474" y="524"/>
                  <a:pt x="473" y="485"/>
                </a:cubicBezTo>
                <a:cubicBezTo>
                  <a:pt x="473" y="485"/>
                  <a:pt x="482" y="518"/>
                  <a:pt x="491" y="538"/>
                </a:cubicBezTo>
                <a:cubicBezTo>
                  <a:pt x="495" y="547"/>
                  <a:pt x="498" y="553"/>
                  <a:pt x="501" y="553"/>
                </a:cubicBezTo>
                <a:cubicBezTo>
                  <a:pt x="511" y="556"/>
                  <a:pt x="512" y="570"/>
                  <a:pt x="501" y="576"/>
                </a:cubicBezTo>
                <a:cubicBezTo>
                  <a:pt x="490" y="582"/>
                  <a:pt x="498" y="624"/>
                  <a:pt x="493" y="630"/>
                </a:cubicBezTo>
                <a:cubicBezTo>
                  <a:pt x="492" y="631"/>
                  <a:pt x="491" y="631"/>
                  <a:pt x="491" y="631"/>
                </a:cubicBezTo>
                <a:close/>
              </a:path>
            </a:pathLst>
          </a:custGeom>
          <a:solidFill>
            <a:srgbClr val="545D79"/>
          </a:solidFill>
          <a:ln>
            <a:noFill/>
          </a:ln>
          <a:effectLst>
            <a:outerShdw blurRad="63500" algn="ctr" rotWithShape="0">
              <a:prstClr val="black">
                <a:alpha val="40000"/>
              </a:prstClr>
            </a:outerShdw>
          </a:effectLst>
        </p:spPr>
        <p:txBody>
          <a:bodyPr vert="horz" wrap="square" lIns="91440" tIns="45720" rIns="91440" bIns="45720" numCol="1" anchor="ctr" anchorCtr="0" compatLnSpc="1">
            <a:prstTxWarp prst="textNoShape">
              <a:avLst/>
            </a:prstTxWarp>
          </a:bodyPr>
          <a:lstStyle/>
          <a:p>
            <a:pPr algn="ctr"/>
            <a:endParaRPr lang="id-ID" sz="4800">
              <a:solidFill>
                <a:prstClr val="white"/>
              </a:solidFill>
              <a:latin typeface="思源黑体旧字形 Normal" panose="020b0400000000000000" pitchFamily="34" charset="-128"/>
              <a:ea typeface="思源黑体旧字形 Normal" panose="020b0400000000000000" pitchFamily="34" charset="-128"/>
              <a:sym typeface="Arial" panose="020b0604020202020204" pitchFamily="34" charset="0"/>
            </a:endParaRPr>
          </a:p>
        </p:txBody>
      </p:sp>
      <p:grpSp>
        <p:nvGrpSpPr>
          <p:cNvPr id="29" name="组合 28">
            <a:extLst>
              <a:ext uri="{FF2B5EF4-FFF2-40B4-BE49-F238E27FC236}">
                <a16:creationId xmlns:a16="http://schemas.microsoft.com/office/drawing/2014/main" id="{62F4E54A-967B-41D8-AE86-73D89D89BDCA}"/>
              </a:ext>
            </a:extLst>
          </p:cNvPr>
          <p:cNvGrpSpPr/>
          <p:nvPr/>
        </p:nvGrpSpPr>
        <p:grpSpPr>
          <a:xfrm>
            <a:off x="7894531" y="2716419"/>
            <a:ext cx="655511" cy="643639"/>
            <a:chOff x="7960519" y="2593871"/>
            <a:chExt cx="655511" cy="643639"/>
          </a:xfrm>
        </p:grpSpPr>
        <p:sp>
          <p:nvSpPr>
            <p:cNvPr id="30" name="Rectangle 39">
              <a:extLst>
                <a:ext uri="{FF2B5EF4-FFF2-40B4-BE49-F238E27FC236}">
                  <a16:creationId xmlns:a16="http://schemas.microsoft.com/office/drawing/2014/main" id="{A73F1042-57EA-4118-AD29-DFEA03A3B957}"/>
                </a:ext>
              </a:extLst>
            </p:cNvPr>
            <p:cNvSpPr/>
            <p:nvPr/>
          </p:nvSpPr>
          <p:spPr>
            <a:xfrm>
              <a:off x="7960519" y="2593871"/>
              <a:ext cx="655511" cy="643639"/>
            </a:xfrm>
            <a:prstGeom prst="rect">
              <a:avLst/>
            </a:prstGeom>
            <a:solidFill>
              <a:srgbClr val="3FB793"/>
            </a:solidFill>
            <a:ln>
              <a:noFill/>
            </a:ln>
            <a:effectLst>
              <a:outerShdw blurRad="63500" algn="ctr" rotWithShape="0">
                <a:prstClr val="black">
                  <a:alpha val="40000"/>
                </a:prstClr>
              </a:outerShdw>
            </a:effectLst>
          </p:spPr>
          <p:txBody>
            <a:bodyPr vert="horz" wrap="square" lIns="91440" tIns="45720" rIns="91440" bIns="45720" numCol="1" anchor="ctr" anchorCtr="0" compatLnSpc="1">
              <a:prstTxWarp prst="textNoShape">
                <a:avLst/>
              </a:prstTxWarp>
            </a:bodyPr>
            <a:lstStyle/>
            <a:p>
              <a:pPr algn="ctr"/>
              <a:endParaRPr lang="id-ID" sz="4800">
                <a:solidFill>
                  <a:prstClr val="white"/>
                </a:solidFill>
                <a:latin typeface="思源黑体旧字形 Normal" panose="020b0400000000000000" pitchFamily="34" charset="-128"/>
                <a:ea typeface="思源黑体旧字形 Normal" panose="020b0400000000000000" pitchFamily="34" charset="-128"/>
                <a:sym typeface="Arial" panose="020b0604020202020204" pitchFamily="34" charset="0"/>
              </a:endParaRPr>
            </a:p>
          </p:txBody>
        </p:sp>
        <p:sp>
          <p:nvSpPr>
            <p:cNvPr id="31" name="Freeform 115">
              <a:extLst>
                <a:ext uri="{FF2B5EF4-FFF2-40B4-BE49-F238E27FC236}">
                  <a16:creationId xmlns:a16="http://schemas.microsoft.com/office/drawing/2014/main" id="{D1FD47A2-BEF6-49ED-8407-B6C0B45C40CB}"/>
                </a:ext>
              </a:extLst>
            </p:cNvPr>
            <p:cNvSpPr>
              <a:spLocks noChangeArrowheads="1"/>
            </p:cNvSpPr>
            <p:nvPr/>
          </p:nvSpPr>
          <p:spPr bwMode="auto">
            <a:xfrm>
              <a:off x="8182777" y="2784687"/>
              <a:ext cx="210996" cy="262008"/>
            </a:xfrm>
            <a:custGeom>
              <a:gdLst>
                <a:gd name="T0" fmla="*/ 381 w 400"/>
                <a:gd name="T1" fmla="*/ 124 h 498"/>
                <a:gd name="T2" fmla="*/ 381 w 400"/>
                <a:gd name="T3" fmla="*/ 124 h 498"/>
                <a:gd name="T4" fmla="*/ 231 w 400"/>
                <a:gd name="T5" fmla="*/ 9 h 498"/>
                <a:gd name="T6" fmla="*/ 115 w 400"/>
                <a:gd name="T7" fmla="*/ 151 h 498"/>
                <a:gd name="T8" fmla="*/ 133 w 400"/>
                <a:gd name="T9" fmla="*/ 213 h 498"/>
                <a:gd name="T10" fmla="*/ 9 w 400"/>
                <a:gd name="T11" fmla="*/ 407 h 498"/>
                <a:gd name="T12" fmla="*/ 0 w 400"/>
                <a:gd name="T13" fmla="*/ 434 h 498"/>
                <a:gd name="T14" fmla="*/ 9 w 400"/>
                <a:gd name="T15" fmla="*/ 478 h 498"/>
                <a:gd name="T16" fmla="*/ 27 w 400"/>
                <a:gd name="T17" fmla="*/ 497 h 498"/>
                <a:gd name="T18" fmla="*/ 62 w 400"/>
                <a:gd name="T19" fmla="*/ 487 h 498"/>
                <a:gd name="T20" fmla="*/ 89 w 400"/>
                <a:gd name="T21" fmla="*/ 470 h 498"/>
                <a:gd name="T22" fmla="*/ 142 w 400"/>
                <a:gd name="T23" fmla="*/ 390 h 498"/>
                <a:gd name="T24" fmla="*/ 142 w 400"/>
                <a:gd name="T25" fmla="*/ 390 h 498"/>
                <a:gd name="T26" fmla="*/ 177 w 400"/>
                <a:gd name="T27" fmla="*/ 381 h 498"/>
                <a:gd name="T28" fmla="*/ 231 w 400"/>
                <a:gd name="T29" fmla="*/ 284 h 498"/>
                <a:gd name="T30" fmla="*/ 293 w 400"/>
                <a:gd name="T31" fmla="*/ 284 h 498"/>
                <a:gd name="T32" fmla="*/ 381 w 400"/>
                <a:gd name="T33" fmla="*/ 124 h 498"/>
                <a:gd name="T34" fmla="*/ 319 w 400"/>
                <a:gd name="T35" fmla="*/ 159 h 498"/>
                <a:gd name="T36" fmla="*/ 319 w 400"/>
                <a:gd name="T37" fmla="*/ 159 h 498"/>
                <a:gd name="T38" fmla="*/ 256 w 400"/>
                <a:gd name="T39" fmla="*/ 142 h 498"/>
                <a:gd name="T40" fmla="*/ 221 w 400"/>
                <a:gd name="T41" fmla="*/ 80 h 498"/>
                <a:gd name="T42" fmla="*/ 310 w 400"/>
                <a:gd name="T43" fmla="*/ 71 h 498"/>
                <a:gd name="T44" fmla="*/ 319 w 400"/>
                <a:gd name="T45" fmla="*/ 159 h 498"/>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00" h="498">
                  <a:moveTo>
                    <a:pt x="381" y="124"/>
                  </a:moveTo>
                  <a:lnTo>
                    <a:pt x="381" y="124"/>
                  </a:lnTo>
                  <a:cubicBezTo>
                    <a:pt x="372" y="44"/>
                    <a:pt x="301" y="0"/>
                    <a:pt x="231" y="9"/>
                  </a:cubicBezTo>
                  <a:cubicBezTo>
                    <a:pt x="159" y="27"/>
                    <a:pt x="106" y="80"/>
                    <a:pt x="115" y="151"/>
                  </a:cubicBezTo>
                  <a:cubicBezTo>
                    <a:pt x="115" y="168"/>
                    <a:pt x="124" y="195"/>
                    <a:pt x="133" y="213"/>
                  </a:cubicBezTo>
                  <a:cubicBezTo>
                    <a:pt x="9" y="407"/>
                    <a:pt x="9" y="407"/>
                    <a:pt x="9" y="407"/>
                  </a:cubicBezTo>
                  <a:cubicBezTo>
                    <a:pt x="0" y="407"/>
                    <a:pt x="0" y="425"/>
                    <a:pt x="0" y="434"/>
                  </a:cubicBezTo>
                  <a:cubicBezTo>
                    <a:pt x="9" y="478"/>
                    <a:pt x="9" y="478"/>
                    <a:pt x="9" y="478"/>
                  </a:cubicBezTo>
                  <a:cubicBezTo>
                    <a:pt x="9" y="487"/>
                    <a:pt x="18" y="497"/>
                    <a:pt x="27" y="497"/>
                  </a:cubicBezTo>
                  <a:cubicBezTo>
                    <a:pt x="62" y="487"/>
                    <a:pt x="62" y="487"/>
                    <a:pt x="62" y="487"/>
                  </a:cubicBezTo>
                  <a:cubicBezTo>
                    <a:pt x="71" y="487"/>
                    <a:pt x="80" y="478"/>
                    <a:pt x="89" y="470"/>
                  </a:cubicBezTo>
                  <a:cubicBezTo>
                    <a:pt x="142" y="390"/>
                    <a:pt x="142" y="390"/>
                    <a:pt x="142" y="390"/>
                  </a:cubicBezTo>
                  <a:lnTo>
                    <a:pt x="142" y="390"/>
                  </a:lnTo>
                  <a:cubicBezTo>
                    <a:pt x="177" y="381"/>
                    <a:pt x="177" y="381"/>
                    <a:pt x="177" y="381"/>
                  </a:cubicBezTo>
                  <a:cubicBezTo>
                    <a:pt x="231" y="284"/>
                    <a:pt x="231" y="284"/>
                    <a:pt x="231" y="284"/>
                  </a:cubicBezTo>
                  <a:cubicBezTo>
                    <a:pt x="248" y="293"/>
                    <a:pt x="284" y="284"/>
                    <a:pt x="293" y="284"/>
                  </a:cubicBezTo>
                  <a:cubicBezTo>
                    <a:pt x="363" y="275"/>
                    <a:pt x="399" y="195"/>
                    <a:pt x="381" y="124"/>
                  </a:cubicBezTo>
                  <a:close/>
                  <a:moveTo>
                    <a:pt x="319" y="159"/>
                  </a:moveTo>
                  <a:lnTo>
                    <a:pt x="319" y="159"/>
                  </a:lnTo>
                  <a:cubicBezTo>
                    <a:pt x="301" y="187"/>
                    <a:pt x="284" y="168"/>
                    <a:pt x="256" y="142"/>
                  </a:cubicBezTo>
                  <a:cubicBezTo>
                    <a:pt x="231" y="124"/>
                    <a:pt x="203" y="115"/>
                    <a:pt x="221" y="80"/>
                  </a:cubicBezTo>
                  <a:cubicBezTo>
                    <a:pt x="240" y="53"/>
                    <a:pt x="284" y="44"/>
                    <a:pt x="310" y="71"/>
                  </a:cubicBezTo>
                  <a:cubicBezTo>
                    <a:pt x="337" y="89"/>
                    <a:pt x="346" y="133"/>
                    <a:pt x="319" y="159"/>
                  </a:cubicBezTo>
                  <a:close/>
                </a:path>
              </a:pathLst>
            </a:custGeom>
            <a:solidFill>
              <a:schemeClr val="bg1"/>
            </a:solidFill>
            <a:ln>
              <a:noFill/>
            </a:ln>
            <a:effectLst/>
            <a:extLst>
              <a:ext uri="{91240B29-F687-4f45-9708-019B960494DF}">
                <a14:hiddenLine xmlns="" xmlns:a14="http://schemas.microsoft.com/office/drawing/2010/main" w="9525" cap="flat">
                  <a:solidFill>
                    <a:srgbClr val="808080"/>
                  </a:solidFill>
                  <a:bevel/>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sz="900">
                <a:solidFill>
                  <a:srgbClr val="000000"/>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32" name="组合 31">
            <a:extLst>
              <a:ext uri="{FF2B5EF4-FFF2-40B4-BE49-F238E27FC236}">
                <a16:creationId xmlns:a16="http://schemas.microsoft.com/office/drawing/2014/main" id="{9D603998-6AB9-49CF-9859-6F5A2BE5E7B8}"/>
              </a:ext>
            </a:extLst>
          </p:cNvPr>
          <p:cNvGrpSpPr/>
          <p:nvPr/>
        </p:nvGrpSpPr>
        <p:grpSpPr>
          <a:xfrm>
            <a:off x="7894531" y="4993743"/>
            <a:ext cx="655511" cy="643639"/>
            <a:chOff x="7960519" y="4871195"/>
            <a:chExt cx="655511" cy="643639"/>
          </a:xfrm>
        </p:grpSpPr>
        <p:sp>
          <p:nvSpPr>
            <p:cNvPr id="55" name="Rectangle 45">
              <a:extLst>
                <a:ext uri="{FF2B5EF4-FFF2-40B4-BE49-F238E27FC236}">
                  <a16:creationId xmlns:a16="http://schemas.microsoft.com/office/drawing/2014/main" id="{F4D233FB-A75A-471A-B60F-85FD3769F9A3}"/>
                </a:ext>
              </a:extLst>
            </p:cNvPr>
            <p:cNvSpPr/>
            <p:nvPr/>
          </p:nvSpPr>
          <p:spPr>
            <a:xfrm>
              <a:off x="7960519" y="4871195"/>
              <a:ext cx="655511" cy="643639"/>
            </a:xfrm>
            <a:prstGeom prst="rect">
              <a:avLst/>
            </a:prstGeom>
            <a:solidFill>
              <a:srgbClr val="545D79"/>
            </a:solidFill>
            <a:ln>
              <a:noFill/>
            </a:ln>
            <a:effectLst>
              <a:outerShdw blurRad="63500" algn="ctr" rotWithShape="0">
                <a:prstClr val="black">
                  <a:alpha val="40000"/>
                </a:prstClr>
              </a:outerShdw>
            </a:effectLst>
          </p:spPr>
          <p:txBody>
            <a:bodyPr vert="horz" wrap="square" lIns="91440" tIns="45720" rIns="91440" bIns="45720" numCol="1" anchor="ctr" anchorCtr="0" compatLnSpc="1">
              <a:prstTxWarp prst="textNoShape">
                <a:avLst/>
              </a:prstTxWarp>
            </a:bodyPr>
            <a:lstStyle/>
            <a:p>
              <a:pPr algn="ctr"/>
              <a:endParaRPr lang="en-US" sz="4800">
                <a:solidFill>
                  <a:prstClr val="white"/>
                </a:solidFill>
                <a:latin typeface="思源黑体旧字形 Normal" panose="020b0400000000000000" pitchFamily="34" charset="-128"/>
                <a:ea typeface="思源黑体旧字形 Normal" panose="020b0400000000000000" pitchFamily="34" charset="-128"/>
                <a:sym typeface="Arial" panose="020b0604020202020204" pitchFamily="34" charset="0"/>
              </a:endParaRPr>
            </a:p>
          </p:txBody>
        </p:sp>
        <p:sp>
          <p:nvSpPr>
            <p:cNvPr id="56" name="Freeform 3">
              <a:extLst>
                <a:ext uri="{FF2B5EF4-FFF2-40B4-BE49-F238E27FC236}">
                  <a16:creationId xmlns:a16="http://schemas.microsoft.com/office/drawing/2014/main" id="{60169B8C-8A9D-4042-9573-49A37DB4BB70}"/>
                </a:ext>
              </a:extLst>
            </p:cNvPr>
            <p:cNvSpPr>
              <a:spLocks noChangeArrowheads="1"/>
            </p:cNvSpPr>
            <p:nvPr/>
          </p:nvSpPr>
          <p:spPr bwMode="auto">
            <a:xfrm>
              <a:off x="8157271" y="5087517"/>
              <a:ext cx="262008" cy="210996"/>
            </a:xfrm>
            <a:custGeom>
              <a:gdLst>
                <a:gd name="T0" fmla="*/ 487 w 497"/>
                <a:gd name="T1" fmla="*/ 71 h 400"/>
                <a:gd name="T2" fmla="*/ 487 w 497"/>
                <a:gd name="T3" fmla="*/ 71 h 400"/>
                <a:gd name="T4" fmla="*/ 372 w 497"/>
                <a:gd name="T5" fmla="*/ 0 h 400"/>
                <a:gd name="T6" fmla="*/ 354 w 497"/>
                <a:gd name="T7" fmla="*/ 0 h 400"/>
                <a:gd name="T8" fmla="*/ 248 w 497"/>
                <a:gd name="T9" fmla="*/ 71 h 400"/>
                <a:gd name="T10" fmla="*/ 142 w 497"/>
                <a:gd name="T11" fmla="*/ 0 h 400"/>
                <a:gd name="T12" fmla="*/ 123 w 497"/>
                <a:gd name="T13" fmla="*/ 0 h 400"/>
                <a:gd name="T14" fmla="*/ 8 w 497"/>
                <a:gd name="T15" fmla="*/ 71 h 400"/>
                <a:gd name="T16" fmla="*/ 0 w 497"/>
                <a:gd name="T17" fmla="*/ 89 h 400"/>
                <a:gd name="T18" fmla="*/ 0 w 497"/>
                <a:gd name="T19" fmla="*/ 382 h 400"/>
                <a:gd name="T20" fmla="*/ 8 w 497"/>
                <a:gd name="T21" fmla="*/ 390 h 400"/>
                <a:gd name="T22" fmla="*/ 26 w 497"/>
                <a:gd name="T23" fmla="*/ 390 h 400"/>
                <a:gd name="T24" fmla="*/ 132 w 497"/>
                <a:gd name="T25" fmla="*/ 328 h 400"/>
                <a:gd name="T26" fmla="*/ 239 w 497"/>
                <a:gd name="T27" fmla="*/ 390 h 400"/>
                <a:gd name="T28" fmla="*/ 257 w 497"/>
                <a:gd name="T29" fmla="*/ 390 h 400"/>
                <a:gd name="T30" fmla="*/ 363 w 497"/>
                <a:gd name="T31" fmla="*/ 328 h 400"/>
                <a:gd name="T32" fmla="*/ 470 w 497"/>
                <a:gd name="T33" fmla="*/ 390 h 400"/>
                <a:gd name="T34" fmla="*/ 478 w 497"/>
                <a:gd name="T35" fmla="*/ 399 h 400"/>
                <a:gd name="T36" fmla="*/ 487 w 497"/>
                <a:gd name="T37" fmla="*/ 390 h 400"/>
                <a:gd name="T38" fmla="*/ 496 w 497"/>
                <a:gd name="T39" fmla="*/ 382 h 400"/>
                <a:gd name="T40" fmla="*/ 496 w 497"/>
                <a:gd name="T41" fmla="*/ 89 h 400"/>
                <a:gd name="T42" fmla="*/ 487 w 497"/>
                <a:gd name="T43" fmla="*/ 71 h 400"/>
                <a:gd name="T44" fmla="*/ 115 w 497"/>
                <a:gd name="T45" fmla="*/ 293 h 400"/>
                <a:gd name="T46" fmla="*/ 115 w 497"/>
                <a:gd name="T47" fmla="*/ 293 h 400"/>
                <a:gd name="T48" fmla="*/ 35 w 497"/>
                <a:gd name="T49" fmla="*/ 346 h 400"/>
                <a:gd name="T50" fmla="*/ 35 w 497"/>
                <a:gd name="T51" fmla="*/ 98 h 400"/>
                <a:gd name="T52" fmla="*/ 115 w 497"/>
                <a:gd name="T53" fmla="*/ 44 h 400"/>
                <a:gd name="T54" fmla="*/ 115 w 497"/>
                <a:gd name="T55" fmla="*/ 293 h 400"/>
                <a:gd name="T56" fmla="*/ 230 w 497"/>
                <a:gd name="T57" fmla="*/ 346 h 400"/>
                <a:gd name="T58" fmla="*/ 230 w 497"/>
                <a:gd name="T59" fmla="*/ 346 h 400"/>
                <a:gd name="T60" fmla="*/ 150 w 497"/>
                <a:gd name="T61" fmla="*/ 293 h 400"/>
                <a:gd name="T62" fmla="*/ 150 w 497"/>
                <a:gd name="T63" fmla="*/ 44 h 400"/>
                <a:gd name="T64" fmla="*/ 230 w 497"/>
                <a:gd name="T65" fmla="*/ 98 h 400"/>
                <a:gd name="T66" fmla="*/ 230 w 497"/>
                <a:gd name="T67" fmla="*/ 346 h 400"/>
                <a:gd name="T68" fmla="*/ 345 w 497"/>
                <a:gd name="T69" fmla="*/ 293 h 400"/>
                <a:gd name="T70" fmla="*/ 345 w 497"/>
                <a:gd name="T71" fmla="*/ 293 h 400"/>
                <a:gd name="T72" fmla="*/ 266 w 497"/>
                <a:gd name="T73" fmla="*/ 346 h 400"/>
                <a:gd name="T74" fmla="*/ 266 w 497"/>
                <a:gd name="T75" fmla="*/ 98 h 400"/>
                <a:gd name="T76" fmla="*/ 345 w 497"/>
                <a:gd name="T77" fmla="*/ 44 h 400"/>
                <a:gd name="T78" fmla="*/ 345 w 497"/>
                <a:gd name="T79" fmla="*/ 293 h 400"/>
                <a:gd name="T80" fmla="*/ 461 w 497"/>
                <a:gd name="T81" fmla="*/ 346 h 400"/>
                <a:gd name="T82" fmla="*/ 461 w 497"/>
                <a:gd name="T83" fmla="*/ 346 h 400"/>
                <a:gd name="T84" fmla="*/ 380 w 497"/>
                <a:gd name="T85" fmla="*/ 293 h 400"/>
                <a:gd name="T86" fmla="*/ 380 w 497"/>
                <a:gd name="T87" fmla="*/ 44 h 400"/>
                <a:gd name="T88" fmla="*/ 461 w 497"/>
                <a:gd name="T89" fmla="*/ 98 h 400"/>
                <a:gd name="T90" fmla="*/ 461 w 497"/>
                <a:gd name="T91" fmla="*/ 346 h 400"/>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97" h="400">
                  <a:moveTo>
                    <a:pt x="487" y="71"/>
                  </a:moveTo>
                  <a:lnTo>
                    <a:pt x="487" y="71"/>
                  </a:lnTo>
                  <a:cubicBezTo>
                    <a:pt x="372" y="0"/>
                    <a:pt x="372" y="0"/>
                    <a:pt x="372" y="0"/>
                  </a:cubicBezTo>
                  <a:cubicBezTo>
                    <a:pt x="363" y="0"/>
                    <a:pt x="363" y="0"/>
                    <a:pt x="354" y="0"/>
                  </a:cubicBezTo>
                  <a:cubicBezTo>
                    <a:pt x="248" y="71"/>
                    <a:pt x="248" y="71"/>
                    <a:pt x="248" y="71"/>
                  </a:cubicBezTo>
                  <a:cubicBezTo>
                    <a:pt x="142" y="0"/>
                    <a:pt x="142" y="0"/>
                    <a:pt x="142" y="0"/>
                  </a:cubicBezTo>
                  <a:cubicBezTo>
                    <a:pt x="132" y="0"/>
                    <a:pt x="132" y="0"/>
                    <a:pt x="123" y="0"/>
                  </a:cubicBezTo>
                  <a:cubicBezTo>
                    <a:pt x="8" y="71"/>
                    <a:pt x="8" y="71"/>
                    <a:pt x="8" y="71"/>
                  </a:cubicBezTo>
                  <a:cubicBezTo>
                    <a:pt x="0" y="80"/>
                    <a:pt x="0" y="80"/>
                    <a:pt x="0" y="89"/>
                  </a:cubicBezTo>
                  <a:cubicBezTo>
                    <a:pt x="0" y="382"/>
                    <a:pt x="0" y="382"/>
                    <a:pt x="0" y="382"/>
                  </a:cubicBezTo>
                  <a:cubicBezTo>
                    <a:pt x="0" y="382"/>
                    <a:pt x="0" y="390"/>
                    <a:pt x="8" y="390"/>
                  </a:cubicBezTo>
                  <a:cubicBezTo>
                    <a:pt x="8" y="399"/>
                    <a:pt x="17" y="399"/>
                    <a:pt x="26" y="390"/>
                  </a:cubicBezTo>
                  <a:cubicBezTo>
                    <a:pt x="132" y="328"/>
                    <a:pt x="132" y="328"/>
                    <a:pt x="132" y="328"/>
                  </a:cubicBezTo>
                  <a:cubicBezTo>
                    <a:pt x="239" y="390"/>
                    <a:pt x="239" y="390"/>
                    <a:pt x="239" y="390"/>
                  </a:cubicBezTo>
                  <a:cubicBezTo>
                    <a:pt x="248" y="399"/>
                    <a:pt x="248" y="399"/>
                    <a:pt x="257" y="390"/>
                  </a:cubicBezTo>
                  <a:cubicBezTo>
                    <a:pt x="363" y="328"/>
                    <a:pt x="363" y="328"/>
                    <a:pt x="363" y="328"/>
                  </a:cubicBezTo>
                  <a:cubicBezTo>
                    <a:pt x="470" y="390"/>
                    <a:pt x="470" y="390"/>
                    <a:pt x="470" y="390"/>
                  </a:cubicBezTo>
                  <a:cubicBezTo>
                    <a:pt x="470" y="399"/>
                    <a:pt x="478" y="399"/>
                    <a:pt x="478" y="399"/>
                  </a:cubicBezTo>
                  <a:cubicBezTo>
                    <a:pt x="478" y="399"/>
                    <a:pt x="487" y="399"/>
                    <a:pt x="487" y="390"/>
                  </a:cubicBezTo>
                  <a:cubicBezTo>
                    <a:pt x="496" y="390"/>
                    <a:pt x="496" y="382"/>
                    <a:pt x="496" y="382"/>
                  </a:cubicBezTo>
                  <a:cubicBezTo>
                    <a:pt x="496" y="89"/>
                    <a:pt x="496" y="89"/>
                    <a:pt x="496" y="89"/>
                  </a:cubicBezTo>
                  <a:cubicBezTo>
                    <a:pt x="496" y="80"/>
                    <a:pt x="496" y="80"/>
                    <a:pt x="487" y="71"/>
                  </a:cubicBezTo>
                  <a:close/>
                  <a:moveTo>
                    <a:pt x="115" y="293"/>
                  </a:moveTo>
                  <a:lnTo>
                    <a:pt x="115" y="293"/>
                  </a:lnTo>
                  <a:cubicBezTo>
                    <a:pt x="35" y="346"/>
                    <a:pt x="35" y="346"/>
                    <a:pt x="35" y="346"/>
                  </a:cubicBezTo>
                  <a:cubicBezTo>
                    <a:pt x="35" y="98"/>
                    <a:pt x="35" y="98"/>
                    <a:pt x="35" y="98"/>
                  </a:cubicBezTo>
                  <a:cubicBezTo>
                    <a:pt x="115" y="44"/>
                    <a:pt x="115" y="44"/>
                    <a:pt x="115" y="44"/>
                  </a:cubicBezTo>
                  <a:lnTo>
                    <a:pt x="115" y="293"/>
                  </a:lnTo>
                  <a:close/>
                  <a:moveTo>
                    <a:pt x="230" y="346"/>
                  </a:moveTo>
                  <a:lnTo>
                    <a:pt x="230" y="346"/>
                  </a:lnTo>
                  <a:cubicBezTo>
                    <a:pt x="150" y="293"/>
                    <a:pt x="150" y="293"/>
                    <a:pt x="150" y="293"/>
                  </a:cubicBezTo>
                  <a:cubicBezTo>
                    <a:pt x="150" y="44"/>
                    <a:pt x="150" y="44"/>
                    <a:pt x="150" y="44"/>
                  </a:cubicBezTo>
                  <a:cubicBezTo>
                    <a:pt x="230" y="98"/>
                    <a:pt x="230" y="98"/>
                    <a:pt x="230" y="98"/>
                  </a:cubicBezTo>
                  <a:lnTo>
                    <a:pt x="230" y="346"/>
                  </a:lnTo>
                  <a:close/>
                  <a:moveTo>
                    <a:pt x="345" y="293"/>
                  </a:moveTo>
                  <a:lnTo>
                    <a:pt x="345" y="293"/>
                  </a:lnTo>
                  <a:cubicBezTo>
                    <a:pt x="266" y="346"/>
                    <a:pt x="266" y="346"/>
                    <a:pt x="266" y="346"/>
                  </a:cubicBezTo>
                  <a:cubicBezTo>
                    <a:pt x="266" y="98"/>
                    <a:pt x="266" y="98"/>
                    <a:pt x="266" y="98"/>
                  </a:cubicBezTo>
                  <a:cubicBezTo>
                    <a:pt x="345" y="44"/>
                    <a:pt x="345" y="44"/>
                    <a:pt x="345" y="44"/>
                  </a:cubicBezTo>
                  <a:lnTo>
                    <a:pt x="345" y="293"/>
                  </a:lnTo>
                  <a:close/>
                  <a:moveTo>
                    <a:pt x="461" y="346"/>
                  </a:moveTo>
                  <a:lnTo>
                    <a:pt x="461" y="346"/>
                  </a:lnTo>
                  <a:cubicBezTo>
                    <a:pt x="380" y="293"/>
                    <a:pt x="380" y="293"/>
                    <a:pt x="380" y="293"/>
                  </a:cubicBezTo>
                  <a:cubicBezTo>
                    <a:pt x="380" y="44"/>
                    <a:pt x="380" y="44"/>
                    <a:pt x="380" y="44"/>
                  </a:cubicBezTo>
                  <a:cubicBezTo>
                    <a:pt x="461" y="98"/>
                    <a:pt x="461" y="98"/>
                    <a:pt x="461" y="98"/>
                  </a:cubicBezTo>
                  <a:lnTo>
                    <a:pt x="461" y="346"/>
                  </a:lnTo>
                  <a:close/>
                </a:path>
              </a:pathLst>
            </a:custGeom>
            <a:solidFill>
              <a:schemeClr val="bg1"/>
            </a:solidFill>
            <a:ln>
              <a:noFill/>
            </a:ln>
            <a:effectLst/>
            <a:extLst>
              <a:ext uri="{91240B29-F687-4f45-9708-019B960494DF}">
                <a14:hiddenLine xmlns="" xmlns:a14="http://schemas.microsoft.com/office/drawing/2010/main" w="9525" cap="flat">
                  <a:solidFill>
                    <a:srgbClr val="808080"/>
                  </a:solidFill>
                  <a:bevel/>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sz="900">
                <a:solidFill>
                  <a:srgbClr val="000000"/>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57" name="组合 56">
            <a:extLst>
              <a:ext uri="{FF2B5EF4-FFF2-40B4-BE49-F238E27FC236}">
                <a16:creationId xmlns:a16="http://schemas.microsoft.com/office/drawing/2014/main" id="{05B817A2-5709-4997-BC2A-2026DF3F2E1E}"/>
              </a:ext>
            </a:extLst>
          </p:cNvPr>
          <p:cNvGrpSpPr/>
          <p:nvPr/>
        </p:nvGrpSpPr>
        <p:grpSpPr>
          <a:xfrm>
            <a:off x="3427692" y="4993743"/>
            <a:ext cx="655511" cy="643639"/>
            <a:chOff x="3493680" y="4871195"/>
            <a:chExt cx="655511" cy="643639"/>
          </a:xfrm>
        </p:grpSpPr>
        <p:sp>
          <p:nvSpPr>
            <p:cNvPr id="58" name="Rectangle 42">
              <a:extLst>
                <a:ext uri="{FF2B5EF4-FFF2-40B4-BE49-F238E27FC236}">
                  <a16:creationId xmlns:a16="http://schemas.microsoft.com/office/drawing/2014/main" id="{3DF09C50-4C8E-44D6-A1EC-D2F74F85D985}"/>
                </a:ext>
              </a:extLst>
            </p:cNvPr>
            <p:cNvSpPr/>
            <p:nvPr/>
          </p:nvSpPr>
          <p:spPr>
            <a:xfrm>
              <a:off x="3493680" y="4871195"/>
              <a:ext cx="655511" cy="643639"/>
            </a:xfrm>
            <a:prstGeom prst="rect">
              <a:avLst/>
            </a:prstGeom>
            <a:solidFill>
              <a:srgbClr val="3FB793"/>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2400">
                <a:ea typeface="思源黑体旧字形 Normal" panose="020b0400000000000000" pitchFamily="34" charset="-128"/>
                <a:sym typeface="Arial" panose="020b0604020202020204" pitchFamily="34" charset="0"/>
              </a:endParaRPr>
            </a:p>
          </p:txBody>
        </p:sp>
        <p:sp>
          <p:nvSpPr>
            <p:cNvPr id="59" name="Freeform 29">
              <a:extLst>
                <a:ext uri="{FF2B5EF4-FFF2-40B4-BE49-F238E27FC236}">
                  <a16:creationId xmlns:a16="http://schemas.microsoft.com/office/drawing/2014/main" id="{B887BC7F-9DED-4F54-8FF0-EF0041E2FF6D}"/>
                </a:ext>
              </a:extLst>
            </p:cNvPr>
            <p:cNvSpPr>
              <a:spLocks noChangeArrowheads="1"/>
            </p:cNvSpPr>
            <p:nvPr/>
          </p:nvSpPr>
          <p:spPr bwMode="auto">
            <a:xfrm>
              <a:off x="3704344" y="5071286"/>
              <a:ext cx="234184" cy="243457"/>
            </a:xfrm>
            <a:custGeom>
              <a:gdLst>
                <a:gd name="T0" fmla="*/ 248 w 444"/>
                <a:gd name="T1" fmla="*/ 337 h 462"/>
                <a:gd name="T2" fmla="*/ 248 w 444"/>
                <a:gd name="T3" fmla="*/ 337 h 462"/>
                <a:gd name="T4" fmla="*/ 320 w 444"/>
                <a:gd name="T5" fmla="*/ 257 h 462"/>
                <a:gd name="T6" fmla="*/ 443 w 444"/>
                <a:gd name="T7" fmla="*/ 71 h 462"/>
                <a:gd name="T8" fmla="*/ 426 w 444"/>
                <a:gd name="T9" fmla="*/ 53 h 462"/>
                <a:gd name="T10" fmla="*/ 346 w 444"/>
                <a:gd name="T11" fmla="*/ 53 h 462"/>
                <a:gd name="T12" fmla="*/ 222 w 444"/>
                <a:gd name="T13" fmla="*/ 0 h 462"/>
                <a:gd name="T14" fmla="*/ 98 w 444"/>
                <a:gd name="T15" fmla="*/ 53 h 462"/>
                <a:gd name="T16" fmla="*/ 18 w 444"/>
                <a:gd name="T17" fmla="*/ 53 h 462"/>
                <a:gd name="T18" fmla="*/ 0 w 444"/>
                <a:gd name="T19" fmla="*/ 71 h 462"/>
                <a:gd name="T20" fmla="*/ 124 w 444"/>
                <a:gd name="T21" fmla="*/ 257 h 462"/>
                <a:gd name="T22" fmla="*/ 195 w 444"/>
                <a:gd name="T23" fmla="*/ 337 h 462"/>
                <a:gd name="T24" fmla="*/ 195 w 444"/>
                <a:gd name="T25" fmla="*/ 372 h 462"/>
                <a:gd name="T26" fmla="*/ 107 w 444"/>
                <a:gd name="T27" fmla="*/ 416 h 462"/>
                <a:gd name="T28" fmla="*/ 222 w 444"/>
                <a:gd name="T29" fmla="*/ 461 h 462"/>
                <a:gd name="T30" fmla="*/ 328 w 444"/>
                <a:gd name="T31" fmla="*/ 416 h 462"/>
                <a:gd name="T32" fmla="*/ 248 w 444"/>
                <a:gd name="T33" fmla="*/ 372 h 462"/>
                <a:gd name="T34" fmla="*/ 248 w 444"/>
                <a:gd name="T35" fmla="*/ 337 h 462"/>
                <a:gd name="T36" fmla="*/ 320 w 444"/>
                <a:gd name="T37" fmla="*/ 212 h 462"/>
                <a:gd name="T38" fmla="*/ 320 w 444"/>
                <a:gd name="T39" fmla="*/ 212 h 462"/>
                <a:gd name="T40" fmla="*/ 346 w 444"/>
                <a:gd name="T41" fmla="*/ 89 h 462"/>
                <a:gd name="T42" fmla="*/ 408 w 444"/>
                <a:gd name="T43" fmla="*/ 89 h 462"/>
                <a:gd name="T44" fmla="*/ 320 w 444"/>
                <a:gd name="T45" fmla="*/ 212 h 462"/>
                <a:gd name="T46" fmla="*/ 222 w 444"/>
                <a:gd name="T47" fmla="*/ 36 h 462"/>
                <a:gd name="T48" fmla="*/ 222 w 444"/>
                <a:gd name="T49" fmla="*/ 36 h 462"/>
                <a:gd name="T50" fmla="*/ 320 w 444"/>
                <a:gd name="T51" fmla="*/ 71 h 462"/>
                <a:gd name="T52" fmla="*/ 222 w 444"/>
                <a:gd name="T53" fmla="*/ 115 h 462"/>
                <a:gd name="T54" fmla="*/ 124 w 444"/>
                <a:gd name="T55" fmla="*/ 71 h 462"/>
                <a:gd name="T56" fmla="*/ 222 w 444"/>
                <a:gd name="T57" fmla="*/ 36 h 462"/>
                <a:gd name="T58" fmla="*/ 36 w 444"/>
                <a:gd name="T59" fmla="*/ 89 h 462"/>
                <a:gd name="T60" fmla="*/ 36 w 444"/>
                <a:gd name="T61" fmla="*/ 89 h 462"/>
                <a:gd name="T62" fmla="*/ 98 w 444"/>
                <a:gd name="T63" fmla="*/ 89 h 462"/>
                <a:gd name="T64" fmla="*/ 124 w 444"/>
                <a:gd name="T65" fmla="*/ 212 h 462"/>
                <a:gd name="T66" fmla="*/ 36 w 444"/>
                <a:gd name="T67" fmla="*/ 89 h 462"/>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43" h="462">
                  <a:moveTo>
                    <a:pt x="248" y="337"/>
                  </a:moveTo>
                  <a:lnTo>
                    <a:pt x="248" y="337"/>
                  </a:lnTo>
                  <a:cubicBezTo>
                    <a:pt x="248" y="302"/>
                    <a:pt x="275" y="283"/>
                    <a:pt x="320" y="257"/>
                  </a:cubicBezTo>
                  <a:cubicBezTo>
                    <a:pt x="373" y="221"/>
                    <a:pt x="443" y="177"/>
                    <a:pt x="443" y="71"/>
                  </a:cubicBezTo>
                  <a:cubicBezTo>
                    <a:pt x="443" y="62"/>
                    <a:pt x="434" y="53"/>
                    <a:pt x="426" y="53"/>
                  </a:cubicBezTo>
                  <a:cubicBezTo>
                    <a:pt x="346" y="53"/>
                    <a:pt x="346" y="53"/>
                    <a:pt x="346" y="53"/>
                  </a:cubicBezTo>
                  <a:cubicBezTo>
                    <a:pt x="328" y="27"/>
                    <a:pt x="293" y="0"/>
                    <a:pt x="222" y="0"/>
                  </a:cubicBezTo>
                  <a:cubicBezTo>
                    <a:pt x="151" y="0"/>
                    <a:pt x="116" y="27"/>
                    <a:pt x="98" y="53"/>
                  </a:cubicBezTo>
                  <a:cubicBezTo>
                    <a:pt x="18" y="53"/>
                    <a:pt x="18" y="53"/>
                    <a:pt x="18" y="53"/>
                  </a:cubicBezTo>
                  <a:cubicBezTo>
                    <a:pt x="9" y="53"/>
                    <a:pt x="0" y="62"/>
                    <a:pt x="0" y="71"/>
                  </a:cubicBezTo>
                  <a:cubicBezTo>
                    <a:pt x="0" y="177"/>
                    <a:pt x="62" y="221"/>
                    <a:pt x="124" y="257"/>
                  </a:cubicBezTo>
                  <a:cubicBezTo>
                    <a:pt x="169" y="283"/>
                    <a:pt x="195" y="302"/>
                    <a:pt x="195" y="337"/>
                  </a:cubicBezTo>
                  <a:cubicBezTo>
                    <a:pt x="195" y="372"/>
                    <a:pt x="195" y="372"/>
                    <a:pt x="195" y="372"/>
                  </a:cubicBezTo>
                  <a:cubicBezTo>
                    <a:pt x="142" y="381"/>
                    <a:pt x="107" y="399"/>
                    <a:pt x="107" y="416"/>
                  </a:cubicBezTo>
                  <a:cubicBezTo>
                    <a:pt x="107" y="443"/>
                    <a:pt x="160" y="461"/>
                    <a:pt x="222" y="461"/>
                  </a:cubicBezTo>
                  <a:cubicBezTo>
                    <a:pt x="283" y="461"/>
                    <a:pt x="328" y="443"/>
                    <a:pt x="328" y="416"/>
                  </a:cubicBezTo>
                  <a:cubicBezTo>
                    <a:pt x="328" y="399"/>
                    <a:pt x="302" y="381"/>
                    <a:pt x="248" y="372"/>
                  </a:cubicBezTo>
                  <a:lnTo>
                    <a:pt x="248" y="337"/>
                  </a:lnTo>
                  <a:close/>
                  <a:moveTo>
                    <a:pt x="320" y="212"/>
                  </a:moveTo>
                  <a:lnTo>
                    <a:pt x="320" y="212"/>
                  </a:lnTo>
                  <a:cubicBezTo>
                    <a:pt x="337" y="186"/>
                    <a:pt x="346" y="142"/>
                    <a:pt x="346" y="89"/>
                  </a:cubicBezTo>
                  <a:cubicBezTo>
                    <a:pt x="408" y="89"/>
                    <a:pt x="408" y="89"/>
                    <a:pt x="408" y="89"/>
                  </a:cubicBezTo>
                  <a:cubicBezTo>
                    <a:pt x="399" y="151"/>
                    <a:pt x="364" y="186"/>
                    <a:pt x="320" y="212"/>
                  </a:cubicBezTo>
                  <a:close/>
                  <a:moveTo>
                    <a:pt x="222" y="36"/>
                  </a:moveTo>
                  <a:lnTo>
                    <a:pt x="222" y="36"/>
                  </a:lnTo>
                  <a:cubicBezTo>
                    <a:pt x="293" y="36"/>
                    <a:pt x="320" y="62"/>
                    <a:pt x="320" y="71"/>
                  </a:cubicBezTo>
                  <a:cubicBezTo>
                    <a:pt x="320" y="80"/>
                    <a:pt x="293" y="106"/>
                    <a:pt x="222" y="115"/>
                  </a:cubicBezTo>
                  <a:cubicBezTo>
                    <a:pt x="151" y="106"/>
                    <a:pt x="124" y="80"/>
                    <a:pt x="124" y="71"/>
                  </a:cubicBezTo>
                  <a:cubicBezTo>
                    <a:pt x="124" y="62"/>
                    <a:pt x="151" y="36"/>
                    <a:pt x="222" y="36"/>
                  </a:cubicBezTo>
                  <a:close/>
                  <a:moveTo>
                    <a:pt x="36" y="89"/>
                  </a:moveTo>
                  <a:lnTo>
                    <a:pt x="36" y="89"/>
                  </a:lnTo>
                  <a:cubicBezTo>
                    <a:pt x="98" y="89"/>
                    <a:pt x="98" y="89"/>
                    <a:pt x="98" y="89"/>
                  </a:cubicBezTo>
                  <a:cubicBezTo>
                    <a:pt x="98" y="142"/>
                    <a:pt x="107" y="186"/>
                    <a:pt x="124" y="212"/>
                  </a:cubicBezTo>
                  <a:cubicBezTo>
                    <a:pt x="80" y="186"/>
                    <a:pt x="36" y="151"/>
                    <a:pt x="36" y="89"/>
                  </a:cubicBezTo>
                  <a:close/>
                </a:path>
              </a:pathLst>
            </a:custGeom>
            <a:solidFill>
              <a:schemeClr val="bg1"/>
            </a:solidFill>
            <a:ln>
              <a:noFill/>
            </a:ln>
            <a:effectLst/>
            <a:extLst>
              <a:ext uri="{91240B29-F687-4f45-9708-019B960494DF}">
                <a14:hiddenLine xmlns="" xmlns:a14="http://schemas.microsoft.com/office/drawing/2010/main" w="9525" cap="flat">
                  <a:solidFill>
                    <a:srgbClr val="808080"/>
                  </a:solidFill>
                  <a:bevel/>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sz="900">
                <a:solidFill>
                  <a:srgbClr val="000000"/>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60" name="组合 59">
            <a:extLst>
              <a:ext uri="{FF2B5EF4-FFF2-40B4-BE49-F238E27FC236}">
                <a16:creationId xmlns:a16="http://schemas.microsoft.com/office/drawing/2014/main" id="{520DCE13-EEAD-4E21-A121-85C2E2B46DCD}"/>
              </a:ext>
            </a:extLst>
          </p:cNvPr>
          <p:cNvGrpSpPr/>
          <p:nvPr/>
        </p:nvGrpSpPr>
        <p:grpSpPr>
          <a:xfrm>
            <a:off x="3427692" y="2716419"/>
            <a:ext cx="655511" cy="643639"/>
            <a:chOff x="3493680" y="2593871"/>
            <a:chExt cx="655511" cy="643639"/>
          </a:xfrm>
        </p:grpSpPr>
        <p:sp>
          <p:nvSpPr>
            <p:cNvPr id="61" name="Rectangle 36">
              <a:extLst>
                <a:ext uri="{FF2B5EF4-FFF2-40B4-BE49-F238E27FC236}">
                  <a16:creationId xmlns:a16="http://schemas.microsoft.com/office/drawing/2014/main" id="{8B0E8846-702B-4B87-9C4C-A7E765860ECA}"/>
                </a:ext>
              </a:extLst>
            </p:cNvPr>
            <p:cNvSpPr/>
            <p:nvPr/>
          </p:nvSpPr>
          <p:spPr>
            <a:xfrm>
              <a:off x="3493680" y="2593871"/>
              <a:ext cx="655511" cy="643639"/>
            </a:xfrm>
            <a:prstGeom prst="rect">
              <a:avLst/>
            </a:prstGeom>
            <a:solidFill>
              <a:srgbClr val="545D79"/>
            </a:solidFill>
            <a:ln>
              <a:noFill/>
            </a:ln>
            <a:effectLst>
              <a:outerShdw blurRad="63500" algn="ctr" rotWithShape="0">
                <a:prstClr val="black">
                  <a:alpha val="40000"/>
                </a:prstClr>
              </a:outerShdw>
            </a:effectLst>
          </p:spPr>
          <p:txBody>
            <a:bodyPr vert="horz" wrap="square" lIns="91440" tIns="45720" rIns="91440" bIns="45720" numCol="1" anchor="ctr" anchorCtr="0" compatLnSpc="1">
              <a:prstTxWarp prst="textNoShape">
                <a:avLst/>
              </a:prstTxWarp>
            </a:bodyPr>
            <a:lstStyle/>
            <a:p>
              <a:pPr algn="ctr"/>
              <a:endParaRPr lang="en-AU" sz="4800">
                <a:solidFill>
                  <a:prstClr val="white"/>
                </a:solidFill>
                <a:latin typeface="思源黑体旧字形 Normal" panose="020b0400000000000000" pitchFamily="34" charset="-128"/>
                <a:ea typeface="思源黑体旧字形 Normal" panose="020b0400000000000000" pitchFamily="34" charset="-128"/>
                <a:sym typeface="Arial" panose="020b0604020202020204" pitchFamily="34" charset="0"/>
              </a:endParaRPr>
            </a:p>
          </p:txBody>
        </p:sp>
        <p:sp>
          <p:nvSpPr>
            <p:cNvPr id="62" name="Freeform 97">
              <a:extLst>
                <a:ext uri="{FF2B5EF4-FFF2-40B4-BE49-F238E27FC236}">
                  <a16:creationId xmlns:a16="http://schemas.microsoft.com/office/drawing/2014/main" id="{2CF7CBB4-D444-4E93-B243-3378C7A379A5}"/>
                </a:ext>
              </a:extLst>
            </p:cNvPr>
            <p:cNvSpPr>
              <a:spLocks noChangeArrowheads="1"/>
            </p:cNvSpPr>
            <p:nvPr/>
          </p:nvSpPr>
          <p:spPr bwMode="auto">
            <a:xfrm>
              <a:off x="3713316" y="2803235"/>
              <a:ext cx="262009" cy="224910"/>
            </a:xfrm>
            <a:custGeom>
              <a:gdLst>
                <a:gd name="T0" fmla="*/ 230 w 497"/>
                <a:gd name="T1" fmla="*/ 231 h 426"/>
                <a:gd name="T2" fmla="*/ 230 w 497"/>
                <a:gd name="T3" fmla="*/ 231 h 426"/>
                <a:gd name="T4" fmla="*/ 274 w 497"/>
                <a:gd name="T5" fmla="*/ 231 h 426"/>
                <a:gd name="T6" fmla="*/ 274 w 497"/>
                <a:gd name="T7" fmla="*/ 275 h 426"/>
                <a:gd name="T8" fmla="*/ 496 w 497"/>
                <a:gd name="T9" fmla="*/ 275 h 426"/>
                <a:gd name="T10" fmla="*/ 487 w 497"/>
                <a:gd name="T11" fmla="*/ 133 h 426"/>
                <a:gd name="T12" fmla="*/ 443 w 497"/>
                <a:gd name="T13" fmla="*/ 80 h 426"/>
                <a:gd name="T14" fmla="*/ 363 w 497"/>
                <a:gd name="T15" fmla="*/ 80 h 426"/>
                <a:gd name="T16" fmla="*/ 337 w 497"/>
                <a:gd name="T17" fmla="*/ 27 h 426"/>
                <a:gd name="T18" fmla="*/ 300 w 497"/>
                <a:gd name="T19" fmla="*/ 0 h 426"/>
                <a:gd name="T20" fmla="*/ 194 w 497"/>
                <a:gd name="T21" fmla="*/ 0 h 426"/>
                <a:gd name="T22" fmla="*/ 168 w 497"/>
                <a:gd name="T23" fmla="*/ 27 h 426"/>
                <a:gd name="T24" fmla="*/ 133 w 497"/>
                <a:gd name="T25" fmla="*/ 80 h 426"/>
                <a:gd name="T26" fmla="*/ 53 w 497"/>
                <a:gd name="T27" fmla="*/ 80 h 426"/>
                <a:gd name="T28" fmla="*/ 9 w 497"/>
                <a:gd name="T29" fmla="*/ 133 h 426"/>
                <a:gd name="T30" fmla="*/ 0 w 497"/>
                <a:gd name="T31" fmla="*/ 275 h 426"/>
                <a:gd name="T32" fmla="*/ 230 w 497"/>
                <a:gd name="T33" fmla="*/ 275 h 426"/>
                <a:gd name="T34" fmla="*/ 230 w 497"/>
                <a:gd name="T35" fmla="*/ 231 h 426"/>
                <a:gd name="T36" fmla="*/ 186 w 497"/>
                <a:gd name="T37" fmla="*/ 53 h 426"/>
                <a:gd name="T38" fmla="*/ 186 w 497"/>
                <a:gd name="T39" fmla="*/ 53 h 426"/>
                <a:gd name="T40" fmla="*/ 212 w 497"/>
                <a:gd name="T41" fmla="*/ 36 h 426"/>
                <a:gd name="T42" fmla="*/ 284 w 497"/>
                <a:gd name="T43" fmla="*/ 36 h 426"/>
                <a:gd name="T44" fmla="*/ 309 w 497"/>
                <a:gd name="T45" fmla="*/ 53 h 426"/>
                <a:gd name="T46" fmla="*/ 319 w 497"/>
                <a:gd name="T47" fmla="*/ 80 h 426"/>
                <a:gd name="T48" fmla="*/ 177 w 497"/>
                <a:gd name="T49" fmla="*/ 80 h 426"/>
                <a:gd name="T50" fmla="*/ 186 w 497"/>
                <a:gd name="T51" fmla="*/ 53 h 426"/>
                <a:gd name="T52" fmla="*/ 274 w 497"/>
                <a:gd name="T53" fmla="*/ 355 h 426"/>
                <a:gd name="T54" fmla="*/ 274 w 497"/>
                <a:gd name="T55" fmla="*/ 355 h 426"/>
                <a:gd name="T56" fmla="*/ 230 w 497"/>
                <a:gd name="T57" fmla="*/ 355 h 426"/>
                <a:gd name="T58" fmla="*/ 230 w 497"/>
                <a:gd name="T59" fmla="*/ 302 h 426"/>
                <a:gd name="T60" fmla="*/ 9 w 497"/>
                <a:gd name="T61" fmla="*/ 302 h 426"/>
                <a:gd name="T62" fmla="*/ 17 w 497"/>
                <a:gd name="T63" fmla="*/ 381 h 426"/>
                <a:gd name="T64" fmla="*/ 62 w 497"/>
                <a:gd name="T65" fmla="*/ 425 h 426"/>
                <a:gd name="T66" fmla="*/ 434 w 497"/>
                <a:gd name="T67" fmla="*/ 425 h 426"/>
                <a:gd name="T68" fmla="*/ 478 w 497"/>
                <a:gd name="T69" fmla="*/ 381 h 426"/>
                <a:gd name="T70" fmla="*/ 487 w 497"/>
                <a:gd name="T71" fmla="*/ 302 h 426"/>
                <a:gd name="T72" fmla="*/ 274 w 497"/>
                <a:gd name="T73" fmla="*/ 302 h 426"/>
                <a:gd name="T74" fmla="*/ 274 w 497"/>
                <a:gd name="T75" fmla="*/ 355 h 426"/>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497" h="426">
                  <a:moveTo>
                    <a:pt x="230" y="231"/>
                  </a:moveTo>
                  <a:lnTo>
                    <a:pt x="230" y="231"/>
                  </a:lnTo>
                  <a:cubicBezTo>
                    <a:pt x="274" y="231"/>
                    <a:pt x="274" y="231"/>
                    <a:pt x="274" y="231"/>
                  </a:cubicBezTo>
                  <a:cubicBezTo>
                    <a:pt x="274" y="275"/>
                    <a:pt x="274" y="275"/>
                    <a:pt x="274" y="275"/>
                  </a:cubicBezTo>
                  <a:cubicBezTo>
                    <a:pt x="496" y="275"/>
                    <a:pt x="496" y="275"/>
                    <a:pt x="496" y="275"/>
                  </a:cubicBezTo>
                  <a:cubicBezTo>
                    <a:pt x="496" y="275"/>
                    <a:pt x="496" y="168"/>
                    <a:pt x="487" y="133"/>
                  </a:cubicBezTo>
                  <a:cubicBezTo>
                    <a:pt x="487" y="97"/>
                    <a:pt x="478" y="80"/>
                    <a:pt x="443" y="80"/>
                  </a:cubicBezTo>
                  <a:cubicBezTo>
                    <a:pt x="363" y="80"/>
                    <a:pt x="363" y="80"/>
                    <a:pt x="363" y="80"/>
                  </a:cubicBezTo>
                  <a:cubicBezTo>
                    <a:pt x="345" y="53"/>
                    <a:pt x="337" y="27"/>
                    <a:pt x="337" y="27"/>
                  </a:cubicBezTo>
                  <a:cubicBezTo>
                    <a:pt x="328" y="9"/>
                    <a:pt x="319" y="0"/>
                    <a:pt x="300" y="0"/>
                  </a:cubicBezTo>
                  <a:cubicBezTo>
                    <a:pt x="194" y="0"/>
                    <a:pt x="194" y="0"/>
                    <a:pt x="194" y="0"/>
                  </a:cubicBezTo>
                  <a:cubicBezTo>
                    <a:pt x="177" y="0"/>
                    <a:pt x="168" y="9"/>
                    <a:pt x="168" y="27"/>
                  </a:cubicBezTo>
                  <a:cubicBezTo>
                    <a:pt x="159" y="27"/>
                    <a:pt x="150" y="53"/>
                    <a:pt x="133" y="80"/>
                  </a:cubicBezTo>
                  <a:cubicBezTo>
                    <a:pt x="53" y="80"/>
                    <a:pt x="53" y="80"/>
                    <a:pt x="53" y="80"/>
                  </a:cubicBezTo>
                  <a:cubicBezTo>
                    <a:pt x="17" y="80"/>
                    <a:pt x="9" y="97"/>
                    <a:pt x="9" y="133"/>
                  </a:cubicBezTo>
                  <a:cubicBezTo>
                    <a:pt x="0" y="168"/>
                    <a:pt x="0" y="275"/>
                    <a:pt x="0" y="275"/>
                  </a:cubicBezTo>
                  <a:cubicBezTo>
                    <a:pt x="230" y="275"/>
                    <a:pt x="230" y="275"/>
                    <a:pt x="230" y="275"/>
                  </a:cubicBezTo>
                  <a:lnTo>
                    <a:pt x="230" y="231"/>
                  </a:lnTo>
                  <a:close/>
                  <a:moveTo>
                    <a:pt x="186" y="53"/>
                  </a:moveTo>
                  <a:lnTo>
                    <a:pt x="186" y="53"/>
                  </a:lnTo>
                  <a:cubicBezTo>
                    <a:pt x="194" y="44"/>
                    <a:pt x="194" y="36"/>
                    <a:pt x="212" y="36"/>
                  </a:cubicBezTo>
                  <a:cubicBezTo>
                    <a:pt x="284" y="36"/>
                    <a:pt x="284" y="36"/>
                    <a:pt x="284" y="36"/>
                  </a:cubicBezTo>
                  <a:cubicBezTo>
                    <a:pt x="300" y="36"/>
                    <a:pt x="300" y="44"/>
                    <a:pt x="309" y="53"/>
                  </a:cubicBezTo>
                  <a:cubicBezTo>
                    <a:pt x="309" y="53"/>
                    <a:pt x="319" y="71"/>
                    <a:pt x="319" y="80"/>
                  </a:cubicBezTo>
                  <a:cubicBezTo>
                    <a:pt x="177" y="80"/>
                    <a:pt x="177" y="80"/>
                    <a:pt x="177" y="80"/>
                  </a:cubicBezTo>
                  <a:cubicBezTo>
                    <a:pt x="186" y="71"/>
                    <a:pt x="186" y="53"/>
                    <a:pt x="186" y="53"/>
                  </a:cubicBezTo>
                  <a:close/>
                  <a:moveTo>
                    <a:pt x="274" y="355"/>
                  </a:moveTo>
                  <a:lnTo>
                    <a:pt x="274" y="355"/>
                  </a:lnTo>
                  <a:cubicBezTo>
                    <a:pt x="230" y="355"/>
                    <a:pt x="230" y="355"/>
                    <a:pt x="230" y="355"/>
                  </a:cubicBezTo>
                  <a:cubicBezTo>
                    <a:pt x="230" y="302"/>
                    <a:pt x="230" y="302"/>
                    <a:pt x="230" y="302"/>
                  </a:cubicBezTo>
                  <a:cubicBezTo>
                    <a:pt x="9" y="302"/>
                    <a:pt x="9" y="302"/>
                    <a:pt x="9" y="302"/>
                  </a:cubicBezTo>
                  <a:cubicBezTo>
                    <a:pt x="9" y="302"/>
                    <a:pt x="17" y="346"/>
                    <a:pt x="17" y="381"/>
                  </a:cubicBezTo>
                  <a:cubicBezTo>
                    <a:pt x="17" y="399"/>
                    <a:pt x="26" y="425"/>
                    <a:pt x="62" y="425"/>
                  </a:cubicBezTo>
                  <a:cubicBezTo>
                    <a:pt x="434" y="425"/>
                    <a:pt x="434" y="425"/>
                    <a:pt x="434" y="425"/>
                  </a:cubicBezTo>
                  <a:cubicBezTo>
                    <a:pt x="469" y="425"/>
                    <a:pt x="478" y="399"/>
                    <a:pt x="478" y="381"/>
                  </a:cubicBezTo>
                  <a:cubicBezTo>
                    <a:pt x="478" y="346"/>
                    <a:pt x="487" y="302"/>
                    <a:pt x="487" y="302"/>
                  </a:cubicBezTo>
                  <a:cubicBezTo>
                    <a:pt x="274" y="302"/>
                    <a:pt x="274" y="302"/>
                    <a:pt x="274" y="302"/>
                  </a:cubicBezTo>
                  <a:lnTo>
                    <a:pt x="274" y="355"/>
                  </a:lnTo>
                  <a:close/>
                </a:path>
              </a:pathLst>
            </a:custGeom>
            <a:solidFill>
              <a:schemeClr val="bg1"/>
            </a:solidFill>
            <a:ln>
              <a:noFill/>
            </a:ln>
            <a:effectLst/>
            <a:extLst>
              <a:ext uri="{91240B29-F687-4f45-9708-019B960494DF}">
                <a14:hiddenLine xmlns="" xmlns:a14="http://schemas.microsoft.com/office/drawing/2010/main" w="9525" cap="flat">
                  <a:solidFill>
                    <a:srgbClr val="808080"/>
                  </a:solidFill>
                  <a:bevel/>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sz="900">
                <a:solidFill>
                  <a:srgbClr val="000000"/>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63" name="Group 27">
            <a:extLst>
              <a:ext uri="{FF2B5EF4-FFF2-40B4-BE49-F238E27FC236}">
                <a16:creationId xmlns:a16="http://schemas.microsoft.com/office/drawing/2014/main" id="{F7D44C7A-6CCC-4FD6-AA64-627022ADB144}"/>
              </a:ext>
            </a:extLst>
          </p:cNvPr>
          <p:cNvGrpSpPr/>
          <p:nvPr/>
        </p:nvGrpSpPr>
        <p:grpSpPr>
          <a:xfrm>
            <a:off x="630697" y="2518028"/>
            <a:ext cx="2685866" cy="1109266"/>
            <a:chOff x="8197124" y="1781238"/>
            <a:chExt cx="3457848" cy="1109344"/>
          </a:xfrm>
        </p:grpSpPr>
        <p:sp>
          <p:nvSpPr>
            <p:cNvPr id="64" name="TextBox 28">
              <a:extLst>
                <a:ext uri="{FF2B5EF4-FFF2-40B4-BE49-F238E27FC236}">
                  <a16:creationId xmlns:a16="http://schemas.microsoft.com/office/drawing/2014/main" id="{A930E55B-6A72-459B-A906-BAF78BF96A81}"/>
                </a:ext>
              </a:extLst>
            </p:cNvPr>
            <p:cNvSpPr txBox="1"/>
            <p:nvPr/>
          </p:nvSpPr>
          <p:spPr>
            <a:xfrm>
              <a:off x="10286295" y="1781238"/>
              <a:ext cx="1368676" cy="406230"/>
            </a:xfrm>
            <a:prstGeom prst="rect">
              <a:avLst/>
            </a:prstGeom>
            <a:noFill/>
          </p:spPr>
          <p:txBody>
            <a:bodyPr wrap="none" rtlCol="0">
              <a:spAutoFit/>
            </a:bodyPr>
            <a:lstStyle/>
            <a:p>
              <a:pPr algn="r">
                <a:lnSpc>
                  <a:spcPct val="130000"/>
                </a:lnSpc>
              </a:pPr>
              <a:r>
                <a:rPr lang="zh-CN" altLang="en-US" sz="1707" b="1">
                  <a:solidFill>
                    <a:schemeClr val="tx1">
                      <a:lumMod val="75000"/>
                      <a:lumOff val="25000"/>
                    </a:schemeClr>
                  </a:solidFill>
                  <a:latin typeface="思源黑体旧字形 Normal" panose="020b0400000000000000" pitchFamily="34" charset="-128"/>
                  <a:ea typeface="思源黑体旧字形 Normal" panose="020b0400000000000000" pitchFamily="34" charset="-128"/>
                  <a:sym typeface="Arial" panose="020b0604020202020204" pitchFamily="34" charset="0"/>
                </a:rPr>
                <a:t>制度执行</a:t>
              </a:r>
            </a:p>
          </p:txBody>
        </p:sp>
        <p:sp>
          <p:nvSpPr>
            <p:cNvPr id="65" name="TextBox 29">
              <a:extLst>
                <a:ext uri="{FF2B5EF4-FFF2-40B4-BE49-F238E27FC236}">
                  <a16:creationId xmlns:a16="http://schemas.microsoft.com/office/drawing/2014/main" id="{5256D7FA-712D-4486-8FFB-E3C80FC36A15}"/>
                </a:ext>
              </a:extLst>
            </p:cNvPr>
            <p:cNvSpPr txBox="1"/>
            <p:nvPr/>
          </p:nvSpPr>
          <p:spPr>
            <a:xfrm>
              <a:off x="8197124" y="2077995"/>
              <a:ext cx="3457848" cy="812587"/>
            </a:xfrm>
            <a:prstGeom prst="rect">
              <a:avLst/>
            </a:prstGeom>
            <a:noFill/>
          </p:spPr>
          <p:txBody>
            <a:bodyPr wrap="square" rtlCol="0">
              <a:spAutoFit/>
            </a:bodyPr>
            <a:lstStyle/>
            <a:p>
              <a:pPr algn="r">
                <a:lnSpc>
                  <a:spcPct val="130000"/>
                </a:lnSpc>
              </a:pPr>
              <a:r>
                <a:rPr lang="zh-CN" altLang="en-US" sz="1200">
                  <a:latin typeface="思源黑体旧字形 Normal" panose="020b0400000000000000" pitchFamily="34" charset="-128"/>
                  <a:ea typeface="思源黑体旧字形 Normal" panose="020b0400000000000000" pitchFamily="34" charset="-128"/>
                  <a:sym typeface="Arial" panose="020b0604020202020204" pitchFamily="34" charset="0"/>
                </a:rPr>
                <a:t>点击添加相关标题文字，点击添加相关标题文字，点击添加相关标题文字，点击添加相关标题文字。</a:t>
              </a:r>
              <a:endParaRPr lang="en-GB" sz="1200">
                <a:latin typeface="思源黑体旧字形 Normal" panose="020b0400000000000000" pitchFamily="34" charset="-128"/>
                <a:ea typeface="思源黑体旧字形 Normal" panose="020b0400000000000000" pitchFamily="34" charset="-128"/>
                <a:sym typeface="Arial" panose="020b0604020202020204" pitchFamily="34" charset="0"/>
              </a:endParaRPr>
            </a:p>
          </p:txBody>
        </p:sp>
      </p:grpSp>
      <p:grpSp>
        <p:nvGrpSpPr>
          <p:cNvPr id="66" name="Group 27">
            <a:extLst>
              <a:ext uri="{FF2B5EF4-FFF2-40B4-BE49-F238E27FC236}">
                <a16:creationId xmlns:a16="http://schemas.microsoft.com/office/drawing/2014/main" id="{2E78FFB8-09C3-47AE-9463-F7F81B0873C4}"/>
              </a:ext>
            </a:extLst>
          </p:cNvPr>
          <p:cNvGrpSpPr/>
          <p:nvPr/>
        </p:nvGrpSpPr>
        <p:grpSpPr>
          <a:xfrm>
            <a:off x="8772300" y="2518655"/>
            <a:ext cx="2481814" cy="1109266"/>
            <a:chOff x="7338663" y="1781238"/>
            <a:chExt cx="3195147" cy="1109343"/>
          </a:xfrm>
        </p:grpSpPr>
        <p:sp>
          <p:nvSpPr>
            <p:cNvPr id="67" name="TextBox 28">
              <a:extLst>
                <a:ext uri="{FF2B5EF4-FFF2-40B4-BE49-F238E27FC236}">
                  <a16:creationId xmlns:a16="http://schemas.microsoft.com/office/drawing/2014/main" id="{035019CB-DE27-4C19-84DA-6A30EA7AEA29}"/>
                </a:ext>
              </a:extLst>
            </p:cNvPr>
            <p:cNvSpPr txBox="1"/>
            <p:nvPr/>
          </p:nvSpPr>
          <p:spPr>
            <a:xfrm>
              <a:off x="7338663" y="1781238"/>
              <a:ext cx="1368676" cy="406229"/>
            </a:xfrm>
            <a:prstGeom prst="rect">
              <a:avLst/>
            </a:prstGeom>
            <a:noFill/>
          </p:spPr>
          <p:txBody>
            <a:bodyPr wrap="none" rtlCol="0">
              <a:spAutoFit/>
            </a:bodyPr>
            <a:lstStyle/>
            <a:p>
              <a:pPr>
                <a:lnSpc>
                  <a:spcPct val="130000"/>
                </a:lnSpc>
              </a:pPr>
              <a:r>
                <a:rPr lang="zh-CN" altLang="en-US" sz="1707" b="1">
                  <a:solidFill>
                    <a:schemeClr val="tx1">
                      <a:lumMod val="75000"/>
                      <a:lumOff val="25000"/>
                    </a:schemeClr>
                  </a:solidFill>
                  <a:latin typeface="思源黑体旧字形 Normal" panose="020b0400000000000000" pitchFamily="34" charset="-128"/>
                  <a:ea typeface="思源黑体旧字形 Normal" panose="020b0400000000000000" pitchFamily="34" charset="-128"/>
                  <a:sym typeface="Arial" panose="020b0604020202020204" pitchFamily="34" charset="0"/>
                </a:rPr>
                <a:t>战略执行</a:t>
              </a:r>
            </a:p>
          </p:txBody>
        </p:sp>
        <p:sp>
          <p:nvSpPr>
            <p:cNvPr id="68" name="TextBox 29">
              <a:extLst>
                <a:ext uri="{FF2B5EF4-FFF2-40B4-BE49-F238E27FC236}">
                  <a16:creationId xmlns:a16="http://schemas.microsoft.com/office/drawing/2014/main" id="{98CA61CF-A963-4D98-AC86-7CB2FE79C457}"/>
                </a:ext>
              </a:extLst>
            </p:cNvPr>
            <p:cNvSpPr txBox="1"/>
            <p:nvPr/>
          </p:nvSpPr>
          <p:spPr>
            <a:xfrm>
              <a:off x="7338663" y="2077995"/>
              <a:ext cx="3195147" cy="812586"/>
            </a:xfrm>
            <a:prstGeom prst="rect">
              <a:avLst/>
            </a:prstGeom>
            <a:noFill/>
          </p:spPr>
          <p:txBody>
            <a:bodyPr wrap="square" rtlCol="0">
              <a:spAutoFit/>
            </a:bodyPr>
            <a:lstStyle/>
            <a:p>
              <a:pPr>
                <a:lnSpc>
                  <a:spcPct val="130000"/>
                </a:lnSpc>
              </a:pPr>
              <a:r>
                <a:rPr lang="zh-CN" altLang="en-US" sz="1200">
                  <a:latin typeface="思源黑体旧字形 Normal" panose="020b0400000000000000" pitchFamily="34" charset="-128"/>
                  <a:ea typeface="思源黑体旧字形 Normal" panose="020b0400000000000000" pitchFamily="34" charset="-128"/>
                  <a:sym typeface="Arial" panose="020b0604020202020204" pitchFamily="34" charset="0"/>
                </a:rPr>
                <a:t>点击添加相关标题文字，点击添加相关标题文字，点击添加相关标题文字，点击添加相关标题文字。</a:t>
              </a:r>
              <a:endParaRPr lang="en-GB" sz="1200">
                <a:latin typeface="思源黑体旧字形 Normal" panose="020b0400000000000000" pitchFamily="34" charset="-128"/>
                <a:ea typeface="思源黑体旧字形 Normal" panose="020b0400000000000000" pitchFamily="34" charset="-128"/>
                <a:sym typeface="Arial" panose="020b0604020202020204" pitchFamily="34" charset="0"/>
              </a:endParaRPr>
            </a:p>
          </p:txBody>
        </p:sp>
      </p:grpSp>
      <p:grpSp>
        <p:nvGrpSpPr>
          <p:cNvPr id="69" name="Group 27">
            <a:extLst>
              <a:ext uri="{FF2B5EF4-FFF2-40B4-BE49-F238E27FC236}">
                <a16:creationId xmlns:a16="http://schemas.microsoft.com/office/drawing/2014/main" id="{64195B87-C438-4BF1-9890-69DE6BE3A5AD}"/>
              </a:ext>
            </a:extLst>
          </p:cNvPr>
          <p:cNvGrpSpPr/>
          <p:nvPr/>
        </p:nvGrpSpPr>
        <p:grpSpPr>
          <a:xfrm>
            <a:off x="741803" y="4805940"/>
            <a:ext cx="2685866" cy="1086248"/>
            <a:chOff x="8197124" y="1781238"/>
            <a:chExt cx="3457848" cy="1086324"/>
          </a:xfrm>
        </p:grpSpPr>
        <p:sp>
          <p:nvSpPr>
            <p:cNvPr id="70" name="TextBox 28">
              <a:extLst>
                <a:ext uri="{FF2B5EF4-FFF2-40B4-BE49-F238E27FC236}">
                  <a16:creationId xmlns:a16="http://schemas.microsoft.com/office/drawing/2014/main" id="{3DC3394B-DADC-48C2-BDFF-C677960854F5}"/>
                </a:ext>
              </a:extLst>
            </p:cNvPr>
            <p:cNvSpPr txBox="1"/>
            <p:nvPr/>
          </p:nvSpPr>
          <p:spPr>
            <a:xfrm>
              <a:off x="10286295" y="1781238"/>
              <a:ext cx="1368676" cy="406229"/>
            </a:xfrm>
            <a:prstGeom prst="rect">
              <a:avLst/>
            </a:prstGeom>
            <a:noFill/>
          </p:spPr>
          <p:txBody>
            <a:bodyPr wrap="none" rtlCol="0">
              <a:spAutoFit/>
            </a:bodyPr>
            <a:lstStyle/>
            <a:p>
              <a:pPr algn="r">
                <a:lnSpc>
                  <a:spcPct val="130000"/>
                </a:lnSpc>
              </a:pPr>
              <a:r>
                <a:rPr lang="zh-CN" altLang="en-US" sz="1707" b="1">
                  <a:solidFill>
                    <a:schemeClr val="tx1">
                      <a:lumMod val="75000"/>
                      <a:lumOff val="25000"/>
                    </a:schemeClr>
                  </a:solidFill>
                  <a:latin typeface="思源黑体旧字形 Normal" panose="020b0400000000000000" pitchFamily="34" charset="-128"/>
                  <a:ea typeface="思源黑体旧字形 Normal" panose="020b0400000000000000" pitchFamily="34" charset="-128"/>
                  <a:sym typeface="Arial" panose="020b0604020202020204" pitchFamily="34" charset="0"/>
                </a:rPr>
                <a:t>项目执行</a:t>
              </a:r>
            </a:p>
          </p:txBody>
        </p:sp>
        <p:sp>
          <p:nvSpPr>
            <p:cNvPr id="71" name="TextBox 29">
              <a:extLst>
                <a:ext uri="{FF2B5EF4-FFF2-40B4-BE49-F238E27FC236}">
                  <a16:creationId xmlns:a16="http://schemas.microsoft.com/office/drawing/2014/main" id="{C29033D4-BF42-4EBF-8FF9-A176B862026F}"/>
                </a:ext>
              </a:extLst>
            </p:cNvPr>
            <p:cNvSpPr txBox="1"/>
            <p:nvPr/>
          </p:nvSpPr>
          <p:spPr>
            <a:xfrm>
              <a:off x="8197124" y="2077995"/>
              <a:ext cx="3457848" cy="789567"/>
            </a:xfrm>
            <a:prstGeom prst="rect">
              <a:avLst/>
            </a:prstGeom>
            <a:noFill/>
          </p:spPr>
          <p:txBody>
            <a:bodyPr wrap="square" rtlCol="0">
              <a:spAutoFit/>
            </a:bodyPr>
            <a:lstStyle/>
            <a:p>
              <a:pPr algn="r">
                <a:lnSpc>
                  <a:spcPct val="130000"/>
                </a:lnSpc>
              </a:pPr>
              <a:r>
                <a:rPr lang="zh-CN" altLang="en-US" sz="1200">
                  <a:latin typeface="思源黑体旧字形 Normal" panose="020b0400000000000000" pitchFamily="34" charset="-128"/>
                  <a:ea typeface="思源黑体旧字形 Normal" panose="020b0400000000000000" pitchFamily="34" charset="-128"/>
                  <a:sym typeface="Arial" panose="020b0604020202020204" pitchFamily="34" charset="0"/>
                </a:rPr>
                <a:t>点击添加相关标题文字，点击添加相关标题文字，点击添加相关标题文字，点击添加相关标题文字。</a:t>
              </a:r>
              <a:endParaRPr lang="en-GB" sz="1200">
                <a:latin typeface="思源黑体旧字形 Normal" panose="020b0400000000000000" pitchFamily="34" charset="-128"/>
                <a:ea typeface="思源黑体旧字形 Normal" panose="020b0400000000000000" pitchFamily="34" charset="-128"/>
                <a:sym typeface="Arial" panose="020b0604020202020204" pitchFamily="34" charset="0"/>
              </a:endParaRPr>
            </a:p>
          </p:txBody>
        </p:sp>
      </p:grpSp>
      <p:grpSp>
        <p:nvGrpSpPr>
          <p:cNvPr id="72" name="Group 27">
            <a:extLst>
              <a:ext uri="{FF2B5EF4-FFF2-40B4-BE49-F238E27FC236}">
                <a16:creationId xmlns:a16="http://schemas.microsoft.com/office/drawing/2014/main" id="{20EB0DE2-4490-4D7C-A696-821EFF624DEB}"/>
              </a:ext>
            </a:extLst>
          </p:cNvPr>
          <p:cNvGrpSpPr/>
          <p:nvPr/>
        </p:nvGrpSpPr>
        <p:grpSpPr>
          <a:xfrm>
            <a:off x="8772300" y="4805940"/>
            <a:ext cx="2481814" cy="1086248"/>
            <a:chOff x="7338663" y="1781238"/>
            <a:chExt cx="3195147" cy="1086324"/>
          </a:xfrm>
        </p:grpSpPr>
        <p:sp>
          <p:nvSpPr>
            <p:cNvPr id="73" name="TextBox 28">
              <a:extLst>
                <a:ext uri="{FF2B5EF4-FFF2-40B4-BE49-F238E27FC236}">
                  <a16:creationId xmlns:a16="http://schemas.microsoft.com/office/drawing/2014/main" id="{CA602F55-9A55-41A2-A5A3-EB939AF03252}"/>
                </a:ext>
              </a:extLst>
            </p:cNvPr>
            <p:cNvSpPr txBox="1"/>
            <p:nvPr/>
          </p:nvSpPr>
          <p:spPr>
            <a:xfrm>
              <a:off x="7338663" y="1781238"/>
              <a:ext cx="1368676" cy="406229"/>
            </a:xfrm>
            <a:prstGeom prst="rect">
              <a:avLst/>
            </a:prstGeom>
            <a:noFill/>
          </p:spPr>
          <p:txBody>
            <a:bodyPr wrap="none" rtlCol="0">
              <a:spAutoFit/>
            </a:bodyPr>
            <a:lstStyle/>
            <a:p>
              <a:pPr>
                <a:lnSpc>
                  <a:spcPct val="130000"/>
                </a:lnSpc>
              </a:pPr>
              <a:r>
                <a:rPr lang="zh-CN" altLang="en-US" sz="1707" b="1">
                  <a:solidFill>
                    <a:schemeClr val="tx1">
                      <a:lumMod val="75000"/>
                      <a:lumOff val="25000"/>
                    </a:schemeClr>
                  </a:solidFill>
                  <a:latin typeface="思源黑体旧字形 Normal" panose="020b0400000000000000" pitchFamily="34" charset="-128"/>
                  <a:ea typeface="思源黑体旧字形 Normal" panose="020b0400000000000000" pitchFamily="34" charset="-128"/>
                  <a:sym typeface="Arial" panose="020b0604020202020204" pitchFamily="34" charset="0"/>
                </a:rPr>
                <a:t>应急执行</a:t>
              </a:r>
            </a:p>
          </p:txBody>
        </p:sp>
        <p:sp>
          <p:nvSpPr>
            <p:cNvPr id="74" name="TextBox 29">
              <a:extLst>
                <a:ext uri="{FF2B5EF4-FFF2-40B4-BE49-F238E27FC236}">
                  <a16:creationId xmlns:a16="http://schemas.microsoft.com/office/drawing/2014/main" id="{8411720C-F46C-47D2-AF39-BAC37B0049A2}"/>
                </a:ext>
              </a:extLst>
            </p:cNvPr>
            <p:cNvSpPr txBox="1"/>
            <p:nvPr/>
          </p:nvSpPr>
          <p:spPr>
            <a:xfrm>
              <a:off x="7338663" y="2077995"/>
              <a:ext cx="3195147" cy="789567"/>
            </a:xfrm>
            <a:prstGeom prst="rect">
              <a:avLst/>
            </a:prstGeom>
            <a:noFill/>
          </p:spPr>
          <p:txBody>
            <a:bodyPr wrap="square" rtlCol="0">
              <a:spAutoFit/>
            </a:bodyPr>
            <a:lstStyle/>
            <a:p>
              <a:pPr>
                <a:lnSpc>
                  <a:spcPct val="130000"/>
                </a:lnSpc>
              </a:pPr>
              <a:r>
                <a:rPr lang="zh-CN" altLang="en-US" sz="1200">
                  <a:latin typeface="思源黑体旧字形 Normal" panose="020b0400000000000000" pitchFamily="34" charset="-128"/>
                  <a:ea typeface="思源黑体旧字形 Normal" panose="020b0400000000000000" pitchFamily="34" charset="-128"/>
                  <a:sym typeface="Arial" panose="020b0604020202020204" pitchFamily="34" charset="0"/>
                </a:rPr>
                <a:t>点击添加相关标题文字，点击添加相关标题文字，点击添加相关标题文字，点击添加相关标题文字。</a:t>
              </a:r>
              <a:endParaRPr lang="en-GB" sz="1200">
                <a:latin typeface="思源黑体旧字形 Normal" panose="020b0400000000000000" pitchFamily="34" charset="-128"/>
                <a:ea typeface="思源黑体旧字形 Normal" panose="020b0400000000000000" pitchFamily="34" charset="-128"/>
                <a:sym typeface="Arial" panose="020b0604020202020204" pitchFamily="34" charset="0"/>
              </a:endParaRPr>
            </a:p>
          </p:txBody>
        </p:sp>
      </p:grpSp>
    </p:spTree>
    <p:extLst>
      <p:ext uri="{BB962C8B-B14F-4D97-AF65-F5344CB8AC3E}">
        <p14:creationId val="2769374870"/>
      </p:ext>
    </p:extLst>
  </p:cSld>
  <p:clrMapOvr>
    <a:masterClrMapping/>
  </p:clrMapOvr>
  <mc:AlternateContent>
    <mc:Choice xmlns:p14="http://schemas.microsoft.com/office/powerpoint/2010/main" Requires="p14">
      <p:transition spd="slow" advClick="0" advTm="0" p14:dur="2000">
        <p14:ferris dir="l"/>
      </p:transition>
    </mc:Choice>
    <mc:Fallback>
      <p:transition spd="slow" advClick="0" advTm="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49" presetClass="entr" presetSubtype="0" decel="10000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 calcmode="lin" valueType="num">
                                      <p:cBhvr>
                                        <p:cTn id="9" dur="500" fill="hold"/>
                                        <p:tgtEl>
                                          <p:spTgt spid="2"/>
                                        </p:tgtEl>
                                        <p:attrNameLst>
                                          <p:attrName>style.rotation</p:attrName>
                                        </p:attrNameLst>
                                      </p:cBhvr>
                                      <p:tavLst>
                                        <p:tav tm="0">
                                          <p:val>
                                            <p:fltVal val="360"/>
                                          </p:val>
                                        </p:tav>
                                        <p:tav tm="100000">
                                          <p:val>
                                            <p:fltVal val="0"/>
                                          </p:val>
                                        </p:tav>
                                      </p:tavLst>
                                    </p:anim>
                                    <p:animEffect transition="in" filter="fade">
                                      <p:cBhvr>
                                        <p:cTn id="10" dur="500"/>
                                        <p:tgtEl>
                                          <p:spTgt spid="2"/>
                                        </p:tgtEl>
                                      </p:cBhvr>
                                    </p:animEffect>
                                  </p:childTnLst>
                                </p:cTn>
                              </p:par>
                              <p:par>
                                <p:cTn id="11" presetID="41" presetClass="entr" presetSubtype="0" fill="hold" grpId="0" nodeType="withEffect">
                                  <p:stCondLst>
                                    <p:cond delay="0"/>
                                  </p:stCondLst>
                                  <p:iterate type="lt">
                                    <p:tmPct val="10000"/>
                                  </p:iterate>
                                  <p:childTnLst>
                                    <p:set>
                                      <p:cBhvr>
                                        <p:cTn id="12" dur="1" fill="hold">
                                          <p:stCondLst>
                                            <p:cond delay="0"/>
                                          </p:stCondLst>
                                        </p:cTn>
                                        <p:tgtEl>
                                          <p:spTgt spid="5"/>
                                        </p:tgtEl>
                                        <p:attrNameLst>
                                          <p:attrName>style.visibility</p:attrName>
                                        </p:attrNameLst>
                                      </p:cBhvr>
                                      <p:to>
                                        <p:strVal val="visible"/>
                                      </p:to>
                                    </p:set>
                                    <p:anim calcmode="lin" valueType="num">
                                      <p:cBhvr>
                                        <p:cTn id="13" dur="500" fill="hold"/>
                                        <p:tgtEl>
                                          <p:spTgt spid="5"/>
                                        </p:tgtEl>
                                        <p:attrNameLst>
                                          <p:attrName>ppt_x</p:attrName>
                                        </p:attrNameLst>
                                      </p:cBhvr>
                                      <p:tavLst>
                                        <p:tav tm="0">
                                          <p:val>
                                            <p:strVal val="#ppt_x"/>
                                          </p:val>
                                        </p:tav>
                                        <p:tav tm="50000">
                                          <p:val>
                                            <p:strVal val="#ppt_x+.1"/>
                                          </p:val>
                                        </p:tav>
                                        <p:tav tm="100000">
                                          <p:val>
                                            <p:strVal val="#ppt_x"/>
                                          </p:val>
                                        </p:tav>
                                      </p:tavLst>
                                    </p:anim>
                                    <p:anim calcmode="lin" valueType="num">
                                      <p:cBhvr>
                                        <p:cTn id="14" dur="500" fill="hold"/>
                                        <p:tgtEl>
                                          <p:spTgt spid="5"/>
                                        </p:tgtEl>
                                        <p:attrNameLst>
                                          <p:attrName>ppt_y</p:attrName>
                                        </p:attrNameLst>
                                      </p:cBhvr>
                                      <p:tavLst>
                                        <p:tav tm="0">
                                          <p:val>
                                            <p:strVal val="#ppt_y"/>
                                          </p:val>
                                        </p:tav>
                                        <p:tav tm="100000">
                                          <p:val>
                                            <p:strVal val="#ppt_y"/>
                                          </p:val>
                                        </p:tav>
                                      </p:tavLst>
                                    </p:anim>
                                    <p:anim calcmode="lin" valueType="num">
                                      <p:cBhvr>
                                        <p:cTn id="15" dur="500" fill="hold"/>
                                        <p:tgtEl>
                                          <p:spTgt spid="5"/>
                                        </p:tgtEl>
                                        <p:attrNameLst>
                                          <p:attrName>ppt_h</p:attrName>
                                        </p:attrNameLst>
                                      </p:cBhvr>
                                      <p:tavLst>
                                        <p:tav tm="0">
                                          <p:val>
                                            <p:strVal val="#ppt_h/10"/>
                                          </p:val>
                                        </p:tav>
                                        <p:tav tm="50000">
                                          <p:val>
                                            <p:strVal val="#ppt_h+.01"/>
                                          </p:val>
                                        </p:tav>
                                        <p:tav tm="100000">
                                          <p:val>
                                            <p:strVal val="#ppt_h"/>
                                          </p:val>
                                        </p:tav>
                                      </p:tavLst>
                                    </p:anim>
                                    <p:anim calcmode="lin" valueType="num">
                                      <p:cBhvr>
                                        <p:cTn id="16" dur="500" fill="hold"/>
                                        <p:tgtEl>
                                          <p:spTgt spid="5"/>
                                        </p:tgtEl>
                                        <p:attrNameLst>
                                          <p:attrName>ppt_w</p:attrName>
                                        </p:attrNameLst>
                                      </p:cBhvr>
                                      <p:tavLst>
                                        <p:tav tm="0">
                                          <p:val>
                                            <p:strVal val="#ppt_w/10"/>
                                          </p:val>
                                        </p:tav>
                                        <p:tav tm="50000">
                                          <p:val>
                                            <p:strVal val="#ppt_w+.01"/>
                                          </p:val>
                                        </p:tav>
                                        <p:tav tm="100000">
                                          <p:val>
                                            <p:strVal val="#ppt_w"/>
                                          </p:val>
                                        </p:tav>
                                      </p:tavLst>
                                    </p:anim>
                                    <p:animEffect transition="in" filter="fade">
                                      <p:cBhvr>
                                        <p:cTn id="17" dur="500" tmFilter="0,0; .5, 1; 1, 1"/>
                                        <p:tgtEl>
                                          <p:spTgt spid="5"/>
                                        </p:tgtEl>
                                      </p:cBhvr>
                                    </p:animEffect>
                                  </p:childTnLst>
                                </p:cTn>
                              </p:par>
                            </p:childTnLst>
                          </p:cTn>
                        </p:par>
                        <p:par>
                          <p:cTn id="18" fill="hold" nodeType="afterGroup">
                            <p:stCondLst>
                              <p:cond delay="500"/>
                            </p:stCondLst>
                            <p:childTnLst>
                              <p:par>
                                <p:cTn id="19" presetID="42" presetClass="entr" presetSubtype="0" fill="hold" grpId="0" nodeType="afterEffect">
                                  <p:stCondLst>
                                    <p:cond delay="0"/>
                                  </p:stCondLst>
                                  <p:childTnLst>
                                    <p:set>
                                      <p:cBhvr>
                                        <p:cTn id="20" dur="1" fill="hold">
                                          <p:stCondLst>
                                            <p:cond delay="0"/>
                                          </p:stCondLst>
                                        </p:cTn>
                                        <p:tgtEl>
                                          <p:spTgt spid="28"/>
                                        </p:tgtEl>
                                        <p:attrNameLst>
                                          <p:attrName>style.visibility</p:attrName>
                                        </p:attrNameLst>
                                      </p:cBhvr>
                                      <p:to>
                                        <p:strVal val="visible"/>
                                      </p:to>
                                    </p:set>
                                    <p:animEffect transition="in" filter="fade">
                                      <p:cBhvr>
                                        <p:cTn id="21" dur="500"/>
                                        <p:tgtEl>
                                          <p:spTgt spid="28"/>
                                        </p:tgtEl>
                                      </p:cBhvr>
                                    </p:animEffect>
                                    <p:anim calcmode="lin" valueType="num">
                                      <p:cBhvr>
                                        <p:cTn id="22" dur="500" fill="hold"/>
                                        <p:tgtEl>
                                          <p:spTgt spid="28"/>
                                        </p:tgtEl>
                                        <p:attrNameLst>
                                          <p:attrName>ppt_x</p:attrName>
                                        </p:attrNameLst>
                                      </p:cBhvr>
                                      <p:tavLst>
                                        <p:tav tm="0">
                                          <p:val>
                                            <p:strVal val="#ppt_x"/>
                                          </p:val>
                                        </p:tav>
                                        <p:tav tm="100000">
                                          <p:val>
                                            <p:strVal val="#ppt_x"/>
                                          </p:val>
                                        </p:tav>
                                      </p:tavLst>
                                    </p:anim>
                                    <p:anim calcmode="lin" valueType="num">
                                      <p:cBhvr>
                                        <p:cTn id="23" dur="500" fill="hold"/>
                                        <p:tgtEl>
                                          <p:spTgt spid="28"/>
                                        </p:tgtEl>
                                        <p:attrNameLst>
                                          <p:attrName>ppt_y</p:attrName>
                                        </p:attrNameLst>
                                      </p:cBhvr>
                                      <p:tavLst>
                                        <p:tav tm="0">
                                          <p:val>
                                            <p:strVal val="#ppt_y+.1"/>
                                          </p:val>
                                        </p:tav>
                                        <p:tav tm="100000">
                                          <p:val>
                                            <p:strVal val="#ppt_y"/>
                                          </p:val>
                                        </p:tav>
                                      </p:tavLst>
                                    </p:anim>
                                  </p:childTnLst>
                                </p:cTn>
                              </p:par>
                            </p:childTnLst>
                          </p:cTn>
                        </p:par>
                        <p:par>
                          <p:cTn id="24" fill="hold" nodeType="afterGroup">
                            <p:stCondLst>
                              <p:cond delay="1000"/>
                            </p:stCondLst>
                            <p:childTnLst>
                              <p:par>
                                <p:cTn id="25" presetID="49" presetClass="entr" presetSubtype="0" decel="100000" fill="hold" nodeType="afterEffect">
                                  <p:stCondLst>
                                    <p:cond delay="0"/>
                                  </p:stCondLst>
                                  <p:childTnLst>
                                    <p:set>
                                      <p:cBhvr>
                                        <p:cTn id="26" dur="1" fill="hold">
                                          <p:stCondLst>
                                            <p:cond delay="0"/>
                                          </p:stCondLst>
                                        </p:cTn>
                                        <p:tgtEl>
                                          <p:spTgt spid="60"/>
                                        </p:tgtEl>
                                        <p:attrNameLst>
                                          <p:attrName>style.visibility</p:attrName>
                                        </p:attrNameLst>
                                      </p:cBhvr>
                                      <p:to>
                                        <p:strVal val="visible"/>
                                      </p:to>
                                    </p:set>
                                    <p:anim calcmode="lin" valueType="num">
                                      <p:cBhvr>
                                        <p:cTn id="27" dur="500" fill="hold"/>
                                        <p:tgtEl>
                                          <p:spTgt spid="60"/>
                                        </p:tgtEl>
                                        <p:attrNameLst>
                                          <p:attrName>ppt_w</p:attrName>
                                        </p:attrNameLst>
                                      </p:cBhvr>
                                      <p:tavLst>
                                        <p:tav tm="0">
                                          <p:val>
                                            <p:fltVal val="0"/>
                                          </p:val>
                                        </p:tav>
                                        <p:tav tm="100000">
                                          <p:val>
                                            <p:strVal val="#ppt_w"/>
                                          </p:val>
                                        </p:tav>
                                      </p:tavLst>
                                    </p:anim>
                                    <p:anim calcmode="lin" valueType="num">
                                      <p:cBhvr>
                                        <p:cTn id="28" dur="500" fill="hold"/>
                                        <p:tgtEl>
                                          <p:spTgt spid="60"/>
                                        </p:tgtEl>
                                        <p:attrNameLst>
                                          <p:attrName>ppt_h</p:attrName>
                                        </p:attrNameLst>
                                      </p:cBhvr>
                                      <p:tavLst>
                                        <p:tav tm="0">
                                          <p:val>
                                            <p:fltVal val="0"/>
                                          </p:val>
                                        </p:tav>
                                        <p:tav tm="100000">
                                          <p:val>
                                            <p:strVal val="#ppt_h"/>
                                          </p:val>
                                        </p:tav>
                                      </p:tavLst>
                                    </p:anim>
                                    <p:anim calcmode="lin" valueType="num">
                                      <p:cBhvr>
                                        <p:cTn id="29" dur="500" fill="hold"/>
                                        <p:tgtEl>
                                          <p:spTgt spid="60"/>
                                        </p:tgtEl>
                                        <p:attrNameLst>
                                          <p:attrName>style.rotation</p:attrName>
                                        </p:attrNameLst>
                                      </p:cBhvr>
                                      <p:tavLst>
                                        <p:tav tm="0">
                                          <p:val>
                                            <p:fltVal val="360"/>
                                          </p:val>
                                        </p:tav>
                                        <p:tav tm="100000">
                                          <p:val>
                                            <p:fltVal val="0"/>
                                          </p:val>
                                        </p:tav>
                                      </p:tavLst>
                                    </p:anim>
                                    <p:animEffect transition="in" filter="fade">
                                      <p:cBhvr>
                                        <p:cTn id="30" dur="500"/>
                                        <p:tgtEl>
                                          <p:spTgt spid="60"/>
                                        </p:tgtEl>
                                      </p:cBhvr>
                                    </p:animEffect>
                                  </p:childTnLst>
                                </p:cTn>
                              </p:par>
                              <p:par>
                                <p:cTn id="31" presetID="12" presetClass="entr" presetSubtype="2" fill="hold" nodeType="withEffect">
                                  <p:stCondLst>
                                    <p:cond delay="0"/>
                                  </p:stCondLst>
                                  <p:childTnLst>
                                    <p:set>
                                      <p:cBhvr>
                                        <p:cTn id="32" dur="1" fill="hold">
                                          <p:stCondLst>
                                            <p:cond delay="0"/>
                                          </p:stCondLst>
                                        </p:cTn>
                                        <p:tgtEl>
                                          <p:spTgt spid="63"/>
                                        </p:tgtEl>
                                        <p:attrNameLst>
                                          <p:attrName>style.visibility</p:attrName>
                                        </p:attrNameLst>
                                      </p:cBhvr>
                                      <p:to>
                                        <p:strVal val="visible"/>
                                      </p:to>
                                    </p:set>
                                    <p:anim calcmode="lin" valueType="num">
                                      <p:cBhvr additive="base">
                                        <p:cTn id="33" dur="500"/>
                                        <p:tgtEl>
                                          <p:spTgt spid="63"/>
                                        </p:tgtEl>
                                        <p:attrNameLst>
                                          <p:attrName>ppt_x</p:attrName>
                                        </p:attrNameLst>
                                      </p:cBhvr>
                                      <p:tavLst>
                                        <p:tav tm="0">
                                          <p:val>
                                            <p:strVal val="#ppt_x+#ppt_w*1.125000"/>
                                          </p:val>
                                        </p:tav>
                                        <p:tav tm="100000">
                                          <p:val>
                                            <p:strVal val="#ppt_x"/>
                                          </p:val>
                                        </p:tav>
                                      </p:tavLst>
                                    </p:anim>
                                    <p:animEffect transition="in" filter="wipe(left)">
                                      <p:cBhvr>
                                        <p:cTn id="34" dur="500"/>
                                        <p:tgtEl>
                                          <p:spTgt spid="63"/>
                                        </p:tgtEl>
                                      </p:cBhvr>
                                    </p:animEffect>
                                  </p:childTnLst>
                                </p:cTn>
                              </p:par>
                            </p:childTnLst>
                          </p:cTn>
                        </p:par>
                        <p:par>
                          <p:cTn id="35" fill="hold" nodeType="afterGroup">
                            <p:stCondLst>
                              <p:cond delay="1500"/>
                            </p:stCondLst>
                            <p:childTnLst>
                              <p:par>
                                <p:cTn id="36" presetID="49" presetClass="entr" presetSubtype="0" decel="100000" fill="hold" nodeType="afterEffect">
                                  <p:stCondLst>
                                    <p:cond delay="0"/>
                                  </p:stCondLst>
                                  <p:childTnLst>
                                    <p:set>
                                      <p:cBhvr>
                                        <p:cTn id="37" dur="1" fill="hold">
                                          <p:stCondLst>
                                            <p:cond delay="0"/>
                                          </p:stCondLst>
                                        </p:cTn>
                                        <p:tgtEl>
                                          <p:spTgt spid="29"/>
                                        </p:tgtEl>
                                        <p:attrNameLst>
                                          <p:attrName>style.visibility</p:attrName>
                                        </p:attrNameLst>
                                      </p:cBhvr>
                                      <p:to>
                                        <p:strVal val="visible"/>
                                      </p:to>
                                    </p:set>
                                    <p:anim calcmode="lin" valueType="num">
                                      <p:cBhvr>
                                        <p:cTn id="38" dur="500" fill="hold"/>
                                        <p:tgtEl>
                                          <p:spTgt spid="29"/>
                                        </p:tgtEl>
                                        <p:attrNameLst>
                                          <p:attrName>ppt_w</p:attrName>
                                        </p:attrNameLst>
                                      </p:cBhvr>
                                      <p:tavLst>
                                        <p:tav tm="0">
                                          <p:val>
                                            <p:fltVal val="0"/>
                                          </p:val>
                                        </p:tav>
                                        <p:tav tm="100000">
                                          <p:val>
                                            <p:strVal val="#ppt_w"/>
                                          </p:val>
                                        </p:tav>
                                      </p:tavLst>
                                    </p:anim>
                                    <p:anim calcmode="lin" valueType="num">
                                      <p:cBhvr>
                                        <p:cTn id="39" dur="500" fill="hold"/>
                                        <p:tgtEl>
                                          <p:spTgt spid="29"/>
                                        </p:tgtEl>
                                        <p:attrNameLst>
                                          <p:attrName>ppt_h</p:attrName>
                                        </p:attrNameLst>
                                      </p:cBhvr>
                                      <p:tavLst>
                                        <p:tav tm="0">
                                          <p:val>
                                            <p:fltVal val="0"/>
                                          </p:val>
                                        </p:tav>
                                        <p:tav tm="100000">
                                          <p:val>
                                            <p:strVal val="#ppt_h"/>
                                          </p:val>
                                        </p:tav>
                                      </p:tavLst>
                                    </p:anim>
                                    <p:anim calcmode="lin" valueType="num">
                                      <p:cBhvr>
                                        <p:cTn id="40" dur="500" fill="hold"/>
                                        <p:tgtEl>
                                          <p:spTgt spid="29"/>
                                        </p:tgtEl>
                                        <p:attrNameLst>
                                          <p:attrName>style.rotation</p:attrName>
                                        </p:attrNameLst>
                                      </p:cBhvr>
                                      <p:tavLst>
                                        <p:tav tm="0">
                                          <p:val>
                                            <p:fltVal val="360"/>
                                          </p:val>
                                        </p:tav>
                                        <p:tav tm="100000">
                                          <p:val>
                                            <p:fltVal val="0"/>
                                          </p:val>
                                        </p:tav>
                                      </p:tavLst>
                                    </p:anim>
                                    <p:animEffect transition="in" filter="fade">
                                      <p:cBhvr>
                                        <p:cTn id="41" dur="500"/>
                                        <p:tgtEl>
                                          <p:spTgt spid="29"/>
                                        </p:tgtEl>
                                      </p:cBhvr>
                                    </p:animEffect>
                                  </p:childTnLst>
                                </p:cTn>
                              </p:par>
                              <p:par>
                                <p:cTn id="42" presetID="12" presetClass="entr" presetSubtype="8" fill="hold" nodeType="withEffect">
                                  <p:stCondLst>
                                    <p:cond delay="0"/>
                                  </p:stCondLst>
                                  <p:childTnLst>
                                    <p:set>
                                      <p:cBhvr>
                                        <p:cTn id="43" dur="1" fill="hold">
                                          <p:stCondLst>
                                            <p:cond delay="0"/>
                                          </p:stCondLst>
                                        </p:cTn>
                                        <p:tgtEl>
                                          <p:spTgt spid="66"/>
                                        </p:tgtEl>
                                        <p:attrNameLst>
                                          <p:attrName>style.visibility</p:attrName>
                                        </p:attrNameLst>
                                      </p:cBhvr>
                                      <p:to>
                                        <p:strVal val="visible"/>
                                      </p:to>
                                    </p:set>
                                    <p:anim calcmode="lin" valueType="num">
                                      <p:cBhvr additive="base">
                                        <p:cTn id="44" dur="500"/>
                                        <p:tgtEl>
                                          <p:spTgt spid="66"/>
                                        </p:tgtEl>
                                        <p:attrNameLst>
                                          <p:attrName>ppt_x</p:attrName>
                                        </p:attrNameLst>
                                      </p:cBhvr>
                                      <p:tavLst>
                                        <p:tav tm="0">
                                          <p:val>
                                            <p:strVal val="#ppt_x-#ppt_w*1.125000"/>
                                          </p:val>
                                        </p:tav>
                                        <p:tav tm="100000">
                                          <p:val>
                                            <p:strVal val="#ppt_x"/>
                                          </p:val>
                                        </p:tav>
                                      </p:tavLst>
                                    </p:anim>
                                    <p:animEffect transition="in" filter="wipe(right)">
                                      <p:cBhvr>
                                        <p:cTn id="45" dur="500"/>
                                        <p:tgtEl>
                                          <p:spTgt spid="66"/>
                                        </p:tgtEl>
                                      </p:cBhvr>
                                    </p:animEffect>
                                  </p:childTnLst>
                                </p:cTn>
                              </p:par>
                            </p:childTnLst>
                          </p:cTn>
                        </p:par>
                        <p:par>
                          <p:cTn id="46" fill="hold" nodeType="afterGroup">
                            <p:stCondLst>
                              <p:cond delay="2000"/>
                            </p:stCondLst>
                            <p:childTnLst>
                              <p:par>
                                <p:cTn id="47" presetID="49" presetClass="entr" presetSubtype="0" decel="100000" fill="hold" nodeType="afterEffect">
                                  <p:stCondLst>
                                    <p:cond delay="0"/>
                                  </p:stCondLst>
                                  <p:childTnLst>
                                    <p:set>
                                      <p:cBhvr>
                                        <p:cTn id="48" dur="1" fill="hold">
                                          <p:stCondLst>
                                            <p:cond delay="0"/>
                                          </p:stCondLst>
                                        </p:cTn>
                                        <p:tgtEl>
                                          <p:spTgt spid="57"/>
                                        </p:tgtEl>
                                        <p:attrNameLst>
                                          <p:attrName>style.visibility</p:attrName>
                                        </p:attrNameLst>
                                      </p:cBhvr>
                                      <p:to>
                                        <p:strVal val="visible"/>
                                      </p:to>
                                    </p:set>
                                    <p:anim calcmode="lin" valueType="num">
                                      <p:cBhvr>
                                        <p:cTn id="49" dur="500" fill="hold"/>
                                        <p:tgtEl>
                                          <p:spTgt spid="57"/>
                                        </p:tgtEl>
                                        <p:attrNameLst>
                                          <p:attrName>ppt_w</p:attrName>
                                        </p:attrNameLst>
                                      </p:cBhvr>
                                      <p:tavLst>
                                        <p:tav tm="0">
                                          <p:val>
                                            <p:fltVal val="0"/>
                                          </p:val>
                                        </p:tav>
                                        <p:tav tm="100000">
                                          <p:val>
                                            <p:strVal val="#ppt_w"/>
                                          </p:val>
                                        </p:tav>
                                      </p:tavLst>
                                    </p:anim>
                                    <p:anim calcmode="lin" valueType="num">
                                      <p:cBhvr>
                                        <p:cTn id="50" dur="500" fill="hold"/>
                                        <p:tgtEl>
                                          <p:spTgt spid="57"/>
                                        </p:tgtEl>
                                        <p:attrNameLst>
                                          <p:attrName>ppt_h</p:attrName>
                                        </p:attrNameLst>
                                      </p:cBhvr>
                                      <p:tavLst>
                                        <p:tav tm="0">
                                          <p:val>
                                            <p:fltVal val="0"/>
                                          </p:val>
                                        </p:tav>
                                        <p:tav tm="100000">
                                          <p:val>
                                            <p:strVal val="#ppt_h"/>
                                          </p:val>
                                        </p:tav>
                                      </p:tavLst>
                                    </p:anim>
                                    <p:anim calcmode="lin" valueType="num">
                                      <p:cBhvr>
                                        <p:cTn id="51" dur="500" fill="hold"/>
                                        <p:tgtEl>
                                          <p:spTgt spid="57"/>
                                        </p:tgtEl>
                                        <p:attrNameLst>
                                          <p:attrName>style.rotation</p:attrName>
                                        </p:attrNameLst>
                                      </p:cBhvr>
                                      <p:tavLst>
                                        <p:tav tm="0">
                                          <p:val>
                                            <p:fltVal val="360"/>
                                          </p:val>
                                        </p:tav>
                                        <p:tav tm="100000">
                                          <p:val>
                                            <p:fltVal val="0"/>
                                          </p:val>
                                        </p:tav>
                                      </p:tavLst>
                                    </p:anim>
                                    <p:animEffect transition="in" filter="fade">
                                      <p:cBhvr>
                                        <p:cTn id="52" dur="500"/>
                                        <p:tgtEl>
                                          <p:spTgt spid="57"/>
                                        </p:tgtEl>
                                      </p:cBhvr>
                                    </p:animEffect>
                                  </p:childTnLst>
                                </p:cTn>
                              </p:par>
                              <p:par>
                                <p:cTn id="53" presetID="12" presetClass="entr" presetSubtype="2" fill="hold" nodeType="withEffect">
                                  <p:stCondLst>
                                    <p:cond delay="0"/>
                                  </p:stCondLst>
                                  <p:childTnLst>
                                    <p:set>
                                      <p:cBhvr>
                                        <p:cTn id="54" dur="1" fill="hold">
                                          <p:stCondLst>
                                            <p:cond delay="0"/>
                                          </p:stCondLst>
                                        </p:cTn>
                                        <p:tgtEl>
                                          <p:spTgt spid="69"/>
                                        </p:tgtEl>
                                        <p:attrNameLst>
                                          <p:attrName>style.visibility</p:attrName>
                                        </p:attrNameLst>
                                      </p:cBhvr>
                                      <p:to>
                                        <p:strVal val="visible"/>
                                      </p:to>
                                    </p:set>
                                    <p:anim calcmode="lin" valueType="num">
                                      <p:cBhvr additive="base">
                                        <p:cTn id="55" dur="500"/>
                                        <p:tgtEl>
                                          <p:spTgt spid="69"/>
                                        </p:tgtEl>
                                        <p:attrNameLst>
                                          <p:attrName>ppt_x</p:attrName>
                                        </p:attrNameLst>
                                      </p:cBhvr>
                                      <p:tavLst>
                                        <p:tav tm="0">
                                          <p:val>
                                            <p:strVal val="#ppt_x+#ppt_w*1.125000"/>
                                          </p:val>
                                        </p:tav>
                                        <p:tav tm="100000">
                                          <p:val>
                                            <p:strVal val="#ppt_x"/>
                                          </p:val>
                                        </p:tav>
                                      </p:tavLst>
                                    </p:anim>
                                    <p:animEffect transition="in" filter="wipe(left)">
                                      <p:cBhvr>
                                        <p:cTn id="56" dur="500"/>
                                        <p:tgtEl>
                                          <p:spTgt spid="69"/>
                                        </p:tgtEl>
                                      </p:cBhvr>
                                    </p:animEffect>
                                  </p:childTnLst>
                                </p:cTn>
                              </p:par>
                            </p:childTnLst>
                          </p:cTn>
                        </p:par>
                        <p:par>
                          <p:cTn id="57" fill="hold" nodeType="afterGroup">
                            <p:stCondLst>
                              <p:cond delay="2500"/>
                            </p:stCondLst>
                            <p:childTnLst>
                              <p:par>
                                <p:cTn id="58" presetID="49" presetClass="entr" presetSubtype="0" decel="100000" fill="hold" nodeType="afterEffect">
                                  <p:stCondLst>
                                    <p:cond delay="0"/>
                                  </p:stCondLst>
                                  <p:childTnLst>
                                    <p:set>
                                      <p:cBhvr>
                                        <p:cTn id="59" dur="1" fill="hold">
                                          <p:stCondLst>
                                            <p:cond delay="0"/>
                                          </p:stCondLst>
                                        </p:cTn>
                                        <p:tgtEl>
                                          <p:spTgt spid="32"/>
                                        </p:tgtEl>
                                        <p:attrNameLst>
                                          <p:attrName>style.visibility</p:attrName>
                                        </p:attrNameLst>
                                      </p:cBhvr>
                                      <p:to>
                                        <p:strVal val="visible"/>
                                      </p:to>
                                    </p:set>
                                    <p:anim calcmode="lin" valueType="num">
                                      <p:cBhvr>
                                        <p:cTn id="60" dur="500" fill="hold"/>
                                        <p:tgtEl>
                                          <p:spTgt spid="32"/>
                                        </p:tgtEl>
                                        <p:attrNameLst>
                                          <p:attrName>ppt_w</p:attrName>
                                        </p:attrNameLst>
                                      </p:cBhvr>
                                      <p:tavLst>
                                        <p:tav tm="0">
                                          <p:val>
                                            <p:fltVal val="0"/>
                                          </p:val>
                                        </p:tav>
                                        <p:tav tm="100000">
                                          <p:val>
                                            <p:strVal val="#ppt_w"/>
                                          </p:val>
                                        </p:tav>
                                      </p:tavLst>
                                    </p:anim>
                                    <p:anim calcmode="lin" valueType="num">
                                      <p:cBhvr>
                                        <p:cTn id="61" dur="500" fill="hold"/>
                                        <p:tgtEl>
                                          <p:spTgt spid="32"/>
                                        </p:tgtEl>
                                        <p:attrNameLst>
                                          <p:attrName>ppt_h</p:attrName>
                                        </p:attrNameLst>
                                      </p:cBhvr>
                                      <p:tavLst>
                                        <p:tav tm="0">
                                          <p:val>
                                            <p:fltVal val="0"/>
                                          </p:val>
                                        </p:tav>
                                        <p:tav tm="100000">
                                          <p:val>
                                            <p:strVal val="#ppt_h"/>
                                          </p:val>
                                        </p:tav>
                                      </p:tavLst>
                                    </p:anim>
                                    <p:anim calcmode="lin" valueType="num">
                                      <p:cBhvr>
                                        <p:cTn id="62" dur="500" fill="hold"/>
                                        <p:tgtEl>
                                          <p:spTgt spid="32"/>
                                        </p:tgtEl>
                                        <p:attrNameLst>
                                          <p:attrName>style.rotation</p:attrName>
                                        </p:attrNameLst>
                                      </p:cBhvr>
                                      <p:tavLst>
                                        <p:tav tm="0">
                                          <p:val>
                                            <p:fltVal val="360"/>
                                          </p:val>
                                        </p:tav>
                                        <p:tav tm="100000">
                                          <p:val>
                                            <p:fltVal val="0"/>
                                          </p:val>
                                        </p:tav>
                                      </p:tavLst>
                                    </p:anim>
                                    <p:animEffect transition="in" filter="fade">
                                      <p:cBhvr>
                                        <p:cTn id="63" dur="500"/>
                                        <p:tgtEl>
                                          <p:spTgt spid="32"/>
                                        </p:tgtEl>
                                      </p:cBhvr>
                                    </p:animEffect>
                                  </p:childTnLst>
                                </p:cTn>
                              </p:par>
                              <p:par>
                                <p:cTn id="64" presetID="12" presetClass="entr" presetSubtype="8" fill="hold" nodeType="withEffect">
                                  <p:stCondLst>
                                    <p:cond delay="0"/>
                                  </p:stCondLst>
                                  <p:childTnLst>
                                    <p:set>
                                      <p:cBhvr>
                                        <p:cTn id="65" dur="1" fill="hold">
                                          <p:stCondLst>
                                            <p:cond delay="0"/>
                                          </p:stCondLst>
                                        </p:cTn>
                                        <p:tgtEl>
                                          <p:spTgt spid="72"/>
                                        </p:tgtEl>
                                        <p:attrNameLst>
                                          <p:attrName>style.visibility</p:attrName>
                                        </p:attrNameLst>
                                      </p:cBhvr>
                                      <p:to>
                                        <p:strVal val="visible"/>
                                      </p:to>
                                    </p:set>
                                    <p:anim calcmode="lin" valueType="num">
                                      <p:cBhvr additive="base">
                                        <p:cTn id="66" dur="500"/>
                                        <p:tgtEl>
                                          <p:spTgt spid="72"/>
                                        </p:tgtEl>
                                        <p:attrNameLst>
                                          <p:attrName>ppt_x</p:attrName>
                                        </p:attrNameLst>
                                      </p:cBhvr>
                                      <p:tavLst>
                                        <p:tav tm="0">
                                          <p:val>
                                            <p:strVal val="#ppt_x-#ppt_w*1.125000"/>
                                          </p:val>
                                        </p:tav>
                                        <p:tav tm="100000">
                                          <p:val>
                                            <p:strVal val="#ppt_x"/>
                                          </p:val>
                                        </p:tav>
                                      </p:tavLst>
                                    </p:anim>
                                    <p:animEffect transition="in" filter="wipe(right)">
                                      <p:cBhvr>
                                        <p:cTn id="67" dur="500"/>
                                        <p:tgtEl>
                                          <p:spTgt spid="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28" grpId="0" animBg="1"/>
    </p:bldLst>
  </p:timing>
</p:sld>
</file>

<file path=ppt/slides/slide2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椭圆 1">
            <a:extLst>
              <a:ext uri="{FF2B5EF4-FFF2-40B4-BE49-F238E27FC236}">
                <a16:creationId xmlns:a16="http://schemas.microsoft.com/office/drawing/2014/main" id="{D5A89A47-C7DD-4DAE-B24E-0EEF34FA726F}"/>
              </a:ext>
            </a:extLst>
          </p:cNvPr>
          <p:cNvSpPr/>
          <p:nvPr/>
        </p:nvSpPr>
        <p:spPr>
          <a:xfrm>
            <a:off x="-1372842" y="-4978635"/>
            <a:ext cx="11816179" cy="11816179"/>
          </a:xfrm>
          <a:prstGeom prst="ellipse">
            <a:avLst/>
          </a:prstGeom>
          <a:solidFill>
            <a:srgbClr val="3FB793"/>
          </a:solidFill>
          <a:ln w="28575">
            <a:solidFill>
              <a:schemeClr val="bg1"/>
            </a:solid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33" b="1">
              <a:ln w="6350">
                <a:noFill/>
              </a:ln>
              <a:gradFill flip="none" rotWithShape="1">
                <a:gsLst>
                  <a:gs pos="73000">
                    <a:srgbClr val="00C373"/>
                  </a:gs>
                  <a:gs pos="88000">
                    <a:srgbClr val="08ECDB"/>
                  </a:gs>
                  <a:gs pos="29000">
                    <a:srgbClr val="00C373"/>
                  </a:gs>
                  <a:gs pos="72000">
                    <a:srgbClr val="08ECDB"/>
                  </a:gs>
                </a:gsLst>
                <a:lin ang="1200000" scaled="0"/>
              </a:gradFill>
              <a:effectLst>
                <a:innerShdw blurRad="63500" dist="50800" dir="16200000">
                  <a:prstClr val="black">
                    <a:alpha val="50000"/>
                  </a:prstClr>
                </a:innerShdw>
              </a:effectLst>
              <a:latin typeface="Impact" pitchFamily="34" charset="0"/>
              <a:ea typeface="思源黑体旧字形 Normal" panose="020b0400000000000000" pitchFamily="34" charset="-128"/>
            </a:endParaRPr>
          </a:p>
        </p:txBody>
      </p:sp>
      <p:sp>
        <p:nvSpPr>
          <p:cNvPr id="4" name="Oval 4">
            <a:extLst>
              <a:ext uri="{FF2B5EF4-FFF2-40B4-BE49-F238E27FC236}">
                <a16:creationId xmlns:a16="http://schemas.microsoft.com/office/drawing/2014/main" id="{BDD848E0-48B3-4E0C-B992-FE1A13227BBC}"/>
              </a:ext>
            </a:extLst>
          </p:cNvPr>
          <p:cNvSpPr/>
          <p:nvPr/>
        </p:nvSpPr>
        <p:spPr>
          <a:xfrm rot="20977442">
            <a:off x="11017528" y="1177818"/>
            <a:ext cx="447268" cy="447268"/>
          </a:xfrm>
          <a:prstGeom prst="ellipse">
            <a:avLst/>
          </a:prstGeom>
          <a:solidFill>
            <a:srgbClr val="3FB793"/>
          </a:solidFill>
          <a:ln w="28575">
            <a:solidFill>
              <a:schemeClr val="bg1"/>
            </a:solid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2133" b="1">
              <a:ln w="6350">
                <a:noFill/>
              </a:ln>
              <a:gradFill flip="none" rotWithShape="1">
                <a:gsLst>
                  <a:gs pos="73000">
                    <a:srgbClr val="00C373"/>
                  </a:gs>
                  <a:gs pos="88000">
                    <a:srgbClr val="08ECDB"/>
                  </a:gs>
                  <a:gs pos="29000">
                    <a:srgbClr val="00C373"/>
                  </a:gs>
                  <a:gs pos="72000">
                    <a:srgbClr val="08ECDB"/>
                  </a:gs>
                </a:gsLst>
                <a:lin ang="1200000" scaled="0"/>
              </a:gradFill>
              <a:effectLst>
                <a:innerShdw blurRad="63500" dist="50800" dir="16200000">
                  <a:prstClr val="black">
                    <a:alpha val="50000"/>
                  </a:prstClr>
                </a:innerShdw>
              </a:effectLst>
              <a:latin typeface="Impact" pitchFamily="34" charset="0"/>
              <a:ea typeface="思源黑体旧字形 Normal" panose="020b0400000000000000" pitchFamily="34" charset="-128"/>
              <a:sym typeface="Century Gothic" panose="020b0502020202020204" pitchFamily="34" charset="0"/>
            </a:endParaRPr>
          </a:p>
        </p:txBody>
      </p:sp>
      <p:sp>
        <p:nvSpPr>
          <p:cNvPr id="5" name="Oval 5">
            <a:extLst>
              <a:ext uri="{FF2B5EF4-FFF2-40B4-BE49-F238E27FC236}">
                <a16:creationId xmlns:a16="http://schemas.microsoft.com/office/drawing/2014/main" id="{B44FECDE-6BCC-49F2-A12B-973D55B9C7FB}"/>
              </a:ext>
            </a:extLst>
          </p:cNvPr>
          <p:cNvSpPr/>
          <p:nvPr/>
        </p:nvSpPr>
        <p:spPr>
          <a:xfrm rot="904354">
            <a:off x="11061462" y="2071661"/>
            <a:ext cx="372546" cy="372546"/>
          </a:xfrm>
          <a:prstGeom prst="ellipse">
            <a:avLst/>
          </a:prstGeom>
          <a:solidFill>
            <a:srgbClr val="545D79"/>
          </a:solidFill>
          <a:ln w="28575">
            <a:solidFill>
              <a:schemeClr val="bg1"/>
            </a:solid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2133" b="1">
              <a:ln w="6350">
                <a:noFill/>
              </a:ln>
              <a:gradFill flip="none" rotWithShape="1">
                <a:gsLst>
                  <a:gs pos="73000">
                    <a:srgbClr val="00C373"/>
                  </a:gs>
                  <a:gs pos="88000">
                    <a:srgbClr val="08ECDB"/>
                  </a:gs>
                  <a:gs pos="29000">
                    <a:srgbClr val="00C373"/>
                  </a:gs>
                  <a:gs pos="72000">
                    <a:srgbClr val="08ECDB"/>
                  </a:gs>
                </a:gsLst>
                <a:lin ang="1200000" scaled="0"/>
              </a:gradFill>
              <a:effectLst>
                <a:innerShdw blurRad="63500" dist="50800" dir="16200000">
                  <a:prstClr val="black">
                    <a:alpha val="50000"/>
                  </a:prstClr>
                </a:innerShdw>
              </a:effectLst>
              <a:latin typeface="Impact" pitchFamily="34" charset="0"/>
              <a:ea typeface="思源黑体旧字形 Normal" panose="020b0400000000000000" pitchFamily="34" charset="-128"/>
              <a:sym typeface="Century Gothic" panose="020b0502020202020204" pitchFamily="34" charset="0"/>
            </a:endParaRPr>
          </a:p>
        </p:txBody>
      </p:sp>
      <p:sp>
        <p:nvSpPr>
          <p:cNvPr id="6" name="Oval 6">
            <a:extLst>
              <a:ext uri="{FF2B5EF4-FFF2-40B4-BE49-F238E27FC236}">
                <a16:creationId xmlns:a16="http://schemas.microsoft.com/office/drawing/2014/main" id="{58033B1D-1248-4559-8985-AAD62E754374}"/>
              </a:ext>
            </a:extLst>
          </p:cNvPr>
          <p:cNvSpPr/>
          <p:nvPr/>
        </p:nvSpPr>
        <p:spPr>
          <a:xfrm rot="20371916">
            <a:off x="5323581" y="4525046"/>
            <a:ext cx="372546" cy="372546"/>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id-ID" sz="1800" b="0" i="0" u="none" strike="noStrike" kern="1200" cap="none" spc="0" normalizeH="0" baseline="0" noProof="0">
              <a:ln>
                <a:noFill/>
              </a:ln>
              <a:solidFill>
                <a:prstClr val="white"/>
              </a:solidFill>
              <a:effectLst/>
              <a:uLnTx/>
              <a:uFillTx/>
              <a:latin typeface="Century Gothic" panose="020b0502020202020204" pitchFamily="34" charset="0"/>
              <a:ea typeface="思源黑体旧字形 Normal" panose="020b0400000000000000" pitchFamily="34" charset="-128"/>
              <a:cs typeface="+mn-cs"/>
              <a:sym typeface="Century Gothic" panose="020b0502020202020204" pitchFamily="34" charset="0"/>
            </a:endParaRPr>
          </a:p>
        </p:txBody>
      </p:sp>
      <p:sp>
        <p:nvSpPr>
          <p:cNvPr id="7" name="Oval 7">
            <a:extLst>
              <a:ext uri="{FF2B5EF4-FFF2-40B4-BE49-F238E27FC236}">
                <a16:creationId xmlns:a16="http://schemas.microsoft.com/office/drawing/2014/main" id="{78F0FCAA-E507-459F-9478-0CB3A665DC34}"/>
              </a:ext>
            </a:extLst>
          </p:cNvPr>
          <p:cNvSpPr/>
          <p:nvPr/>
        </p:nvSpPr>
        <p:spPr>
          <a:xfrm>
            <a:off x="6100578" y="5711320"/>
            <a:ext cx="447268" cy="447268"/>
          </a:xfrm>
          <a:prstGeom prst="ellipse">
            <a:avLst/>
          </a:prstGeom>
          <a:solidFill>
            <a:srgbClr val="545D79"/>
          </a:solidFill>
          <a:ln w="28575">
            <a:solidFill>
              <a:schemeClr val="bg1"/>
            </a:solid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2133" b="1">
              <a:ln w="6350">
                <a:noFill/>
              </a:ln>
              <a:gradFill flip="none" rotWithShape="1">
                <a:gsLst>
                  <a:gs pos="73000">
                    <a:srgbClr val="00C373"/>
                  </a:gs>
                  <a:gs pos="88000">
                    <a:srgbClr val="08ECDB"/>
                  </a:gs>
                  <a:gs pos="29000">
                    <a:srgbClr val="00C373"/>
                  </a:gs>
                  <a:gs pos="72000">
                    <a:srgbClr val="08ECDB"/>
                  </a:gs>
                </a:gsLst>
                <a:lin ang="1200000" scaled="0"/>
              </a:gradFill>
              <a:effectLst>
                <a:innerShdw blurRad="63500" dist="50800" dir="16200000">
                  <a:prstClr val="black">
                    <a:alpha val="50000"/>
                  </a:prstClr>
                </a:innerShdw>
              </a:effectLst>
              <a:latin typeface="Impact" pitchFamily="34" charset="0"/>
              <a:ea typeface="思源黑体旧字形 Normal" panose="020b0400000000000000" pitchFamily="34" charset="-128"/>
              <a:sym typeface="Century Gothic" panose="020b0502020202020204" pitchFamily="34" charset="0"/>
            </a:endParaRPr>
          </a:p>
        </p:txBody>
      </p:sp>
      <p:sp>
        <p:nvSpPr>
          <p:cNvPr id="8" name="Oval 8">
            <a:extLst>
              <a:ext uri="{FF2B5EF4-FFF2-40B4-BE49-F238E27FC236}">
                <a16:creationId xmlns:a16="http://schemas.microsoft.com/office/drawing/2014/main" id="{52726CB2-7391-46A5-B72A-6FE6AC53F481}"/>
              </a:ext>
            </a:extLst>
          </p:cNvPr>
          <p:cNvSpPr/>
          <p:nvPr/>
        </p:nvSpPr>
        <p:spPr>
          <a:xfrm rot="20556114">
            <a:off x="4978990" y="5347533"/>
            <a:ext cx="727575" cy="72757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id-ID" sz="1800" b="0" i="0" u="none" strike="noStrike" kern="1200" cap="none" spc="0" normalizeH="0" baseline="0" noProof="0">
              <a:ln>
                <a:noFill/>
              </a:ln>
              <a:solidFill>
                <a:prstClr val="white"/>
              </a:solidFill>
              <a:effectLst/>
              <a:uLnTx/>
              <a:uFillTx/>
              <a:latin typeface="Century Gothic" panose="020b0502020202020204" pitchFamily="34" charset="0"/>
              <a:ea typeface="思源黑体旧字形 Normal" panose="020b0400000000000000" pitchFamily="34" charset="-128"/>
              <a:cs typeface="+mn-cs"/>
              <a:sym typeface="Century Gothic" panose="020b0502020202020204" pitchFamily="34" charset="0"/>
            </a:endParaRPr>
          </a:p>
        </p:txBody>
      </p:sp>
      <p:sp>
        <p:nvSpPr>
          <p:cNvPr id="9" name="TextBox 12">
            <a:extLst>
              <a:ext uri="{FF2B5EF4-FFF2-40B4-BE49-F238E27FC236}">
                <a16:creationId xmlns:a16="http://schemas.microsoft.com/office/drawing/2014/main" id="{CD258312-8CD3-4433-BED6-741B336A042E}"/>
              </a:ext>
            </a:extLst>
          </p:cNvPr>
          <p:cNvSpPr txBox="1"/>
          <p:nvPr/>
        </p:nvSpPr>
        <p:spPr>
          <a:xfrm>
            <a:off x="808079" y="1366476"/>
            <a:ext cx="4315605" cy="1323439"/>
          </a:xfrm>
          <a:prstGeom prst="rect">
            <a:avLst/>
          </a:prstGeom>
          <a:noFill/>
        </p:spPr>
        <p:txBody>
          <a:bodyPr wrap="none" rtlCol="0">
            <a:spAutoFit/>
          </a:body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en-US" sz="8000" b="0" i="0" u="none" strike="noStrike" kern="1200" cap="none" spc="0" normalizeH="0" baseline="0" noProof="0">
                <a:ln>
                  <a:noFill/>
                </a:ln>
                <a:solidFill>
                  <a:schemeClr val="bg1"/>
                </a:solidFill>
                <a:effectLst/>
                <a:uLnTx/>
                <a:uFillTx/>
                <a:latin typeface="Century Gothic" panose="020b0502020202020204" pitchFamily="34" charset="0"/>
                <a:ea typeface="思源黑体旧字形 Normal" panose="020b0400000000000000" pitchFamily="34" charset="-128"/>
                <a:cs typeface="+mn-cs"/>
                <a:sym typeface="Century Gothic" panose="020b0502020202020204" pitchFamily="34" charset="0"/>
              </a:rPr>
              <a:t>PART 04</a:t>
            </a:r>
            <a:r>
              <a:rPr kumimoji="0" lang="id-ID" sz="8000" b="0" i="0" u="none" strike="noStrike" kern="1200" cap="none" spc="0" normalizeH="0" baseline="0" noProof="0">
                <a:ln>
                  <a:noFill/>
                </a:ln>
                <a:solidFill>
                  <a:schemeClr val="bg1"/>
                </a:solidFill>
                <a:effectLst/>
                <a:uLnTx/>
                <a:uFillTx/>
                <a:latin typeface="Century Gothic" panose="020b0502020202020204" pitchFamily="34" charset="0"/>
                <a:ea typeface="思源黑体旧字形 Normal" panose="020b0400000000000000" pitchFamily="34" charset="-128"/>
                <a:cs typeface="+mn-cs"/>
                <a:sym typeface="Century Gothic" panose="020b0502020202020204" pitchFamily="34" charset="0"/>
              </a:rPr>
              <a:t> </a:t>
            </a:r>
            <a:endParaRPr kumimoji="0" lang="en-US" sz="8000" b="0" i="0" u="none" strike="noStrike" kern="1200" cap="none" spc="0" normalizeH="0" baseline="0" noProof="0">
              <a:ln>
                <a:noFill/>
              </a:ln>
              <a:solidFill>
                <a:schemeClr val="bg1"/>
              </a:solidFill>
              <a:effectLst/>
              <a:uLnTx/>
              <a:uFillTx/>
              <a:latin typeface="Century Gothic" panose="020b0502020202020204" pitchFamily="34" charset="0"/>
              <a:ea typeface="思源黑体旧字形 Normal" panose="020b0400000000000000" pitchFamily="34" charset="-128"/>
              <a:cs typeface="+mn-cs"/>
              <a:sym typeface="Century Gothic" panose="020b0502020202020204" pitchFamily="34" charset="0"/>
            </a:endParaRPr>
          </a:p>
        </p:txBody>
      </p:sp>
      <p:sp>
        <p:nvSpPr>
          <p:cNvPr id="11" name="Oval 8">
            <a:extLst>
              <a:ext uri="{FF2B5EF4-FFF2-40B4-BE49-F238E27FC236}">
                <a16:creationId xmlns:a16="http://schemas.microsoft.com/office/drawing/2014/main" id="{DFA53670-AC33-4036-8737-ACD3DCC7B731}"/>
              </a:ext>
            </a:extLst>
          </p:cNvPr>
          <p:cNvSpPr/>
          <p:nvPr/>
        </p:nvSpPr>
        <p:spPr>
          <a:xfrm rot="20556114">
            <a:off x="9848801" y="5287930"/>
            <a:ext cx="727575" cy="727575"/>
          </a:xfrm>
          <a:prstGeom prst="ellipse">
            <a:avLst/>
          </a:prstGeom>
          <a:solidFill>
            <a:srgbClr val="545D79"/>
          </a:solidFill>
          <a:ln w="28575">
            <a:solidFill>
              <a:schemeClr val="bg1"/>
            </a:solid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2133" b="1">
              <a:ln w="6350">
                <a:noFill/>
              </a:ln>
              <a:gradFill flip="none" rotWithShape="1">
                <a:gsLst>
                  <a:gs pos="73000">
                    <a:srgbClr val="00C373"/>
                  </a:gs>
                  <a:gs pos="88000">
                    <a:srgbClr val="08ECDB"/>
                  </a:gs>
                  <a:gs pos="29000">
                    <a:srgbClr val="00C373"/>
                  </a:gs>
                  <a:gs pos="72000">
                    <a:srgbClr val="08ECDB"/>
                  </a:gs>
                </a:gsLst>
                <a:lin ang="1200000" scaled="0"/>
              </a:gradFill>
              <a:effectLst>
                <a:innerShdw blurRad="63500" dist="50800" dir="16200000">
                  <a:prstClr val="black">
                    <a:alpha val="50000"/>
                  </a:prstClr>
                </a:innerShdw>
              </a:effectLst>
              <a:latin typeface="Impact" pitchFamily="34" charset="0"/>
              <a:ea typeface="思源黑体旧字形 Normal" panose="020b0400000000000000" pitchFamily="34" charset="-128"/>
              <a:sym typeface="Century Gothic" panose="020b0502020202020204" pitchFamily="34" charset="0"/>
            </a:endParaRPr>
          </a:p>
        </p:txBody>
      </p:sp>
      <p:sp>
        <p:nvSpPr>
          <p:cNvPr id="12" name="Oval 8">
            <a:extLst>
              <a:ext uri="{FF2B5EF4-FFF2-40B4-BE49-F238E27FC236}">
                <a16:creationId xmlns:a16="http://schemas.microsoft.com/office/drawing/2014/main" id="{8257CA9B-334F-4972-8C67-585A711EBDCC}"/>
              </a:ext>
            </a:extLst>
          </p:cNvPr>
          <p:cNvSpPr/>
          <p:nvPr/>
        </p:nvSpPr>
        <p:spPr>
          <a:xfrm rot="20556114">
            <a:off x="11172137" y="5009595"/>
            <a:ext cx="462973" cy="462973"/>
          </a:xfrm>
          <a:prstGeom prst="ellipse">
            <a:avLst/>
          </a:prstGeom>
          <a:solidFill>
            <a:srgbClr val="3FB793"/>
          </a:solidFill>
          <a:ln w="28575">
            <a:solidFill>
              <a:schemeClr val="bg1"/>
            </a:solid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2133" b="1">
              <a:ln w="6350">
                <a:noFill/>
              </a:ln>
              <a:gradFill flip="none" rotWithShape="1">
                <a:gsLst>
                  <a:gs pos="73000">
                    <a:srgbClr val="00C373"/>
                  </a:gs>
                  <a:gs pos="88000">
                    <a:srgbClr val="08ECDB"/>
                  </a:gs>
                  <a:gs pos="29000">
                    <a:srgbClr val="00C373"/>
                  </a:gs>
                  <a:gs pos="72000">
                    <a:srgbClr val="08ECDB"/>
                  </a:gs>
                </a:gsLst>
                <a:lin ang="1200000" scaled="0"/>
              </a:gradFill>
              <a:effectLst>
                <a:innerShdw blurRad="63500" dist="50800" dir="16200000">
                  <a:prstClr val="black">
                    <a:alpha val="50000"/>
                  </a:prstClr>
                </a:innerShdw>
              </a:effectLst>
              <a:latin typeface="Impact" pitchFamily="34" charset="0"/>
              <a:ea typeface="思源黑体旧字形 Normal" panose="020b0400000000000000" pitchFamily="34" charset="-128"/>
              <a:sym typeface="Century Gothic" panose="020b0502020202020204" pitchFamily="34" charset="0"/>
            </a:endParaRPr>
          </a:p>
        </p:txBody>
      </p:sp>
      <p:sp>
        <p:nvSpPr>
          <p:cNvPr id="14" name="TextBox 11">
            <a:extLst>
              <a:ext uri="{FF2B5EF4-FFF2-40B4-BE49-F238E27FC236}">
                <a16:creationId xmlns:a16="http://schemas.microsoft.com/office/drawing/2014/main" id="{5A9AAC64-A441-4008-A2AD-C47499D6356D}"/>
              </a:ext>
            </a:extLst>
          </p:cNvPr>
          <p:cNvSpPr txBox="1">
            <a:spLocks noChangeArrowheads="1"/>
          </p:cNvSpPr>
          <p:nvPr/>
        </p:nvSpPr>
        <p:spPr bwMode="auto">
          <a:xfrm>
            <a:off x="808079" y="2917875"/>
            <a:ext cx="3877985"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2000">
                <a:solidFill>
                  <a:schemeClr val="accent2"/>
                </a:solidFill>
                <a:latin typeface="Arial" panose="020b0604020202020204" pitchFamily="34" charset="0"/>
                <a:ea typeface="微软雅黑" panose="020b0503020204020204" pitchFamily="34" charset="-122"/>
              </a:defRPr>
            </a:lvl1pPr>
            <a:lvl2pPr marL="742950" indent="-285750" eaLnBrk="0" hangingPunct="0">
              <a:spcBef>
                <a:spcPct val="20000"/>
              </a:spcBef>
              <a:buChar char="–"/>
              <a:defRPr sz="2000">
                <a:solidFill>
                  <a:schemeClr val="accent2"/>
                </a:solidFill>
                <a:latin typeface="Arial" panose="020b0604020202020204" pitchFamily="34" charset="0"/>
                <a:ea typeface="仿宋_GB2312" pitchFamily="1"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7200" b="1">
                <a:solidFill>
                  <a:srgbClr val="FFFFFF"/>
                </a:solidFill>
                <a:latin typeface="思源黑体旧字形 Normal" panose="020b0400000000000000" pitchFamily="34" charset="-128"/>
                <a:ea typeface="思源黑体旧字形 Normal" panose="020b0400000000000000" pitchFamily="34" charset="-128"/>
              </a:rPr>
              <a:t>工作规划</a:t>
            </a:r>
          </a:p>
        </p:txBody>
      </p:sp>
      <p:sp>
        <p:nvSpPr>
          <p:cNvPr id="3" name="Oval 29">
            <a:extLst>
              <a:ext uri="{FF2B5EF4-FFF2-40B4-BE49-F238E27FC236}">
                <a16:creationId xmlns:a16="http://schemas.microsoft.com/office/drawing/2014/main" id="{FAA02FA7-3A0C-4FA7-A837-54BD3D067AEC}"/>
              </a:ext>
            </a:extLst>
          </p:cNvPr>
          <p:cNvSpPr/>
          <p:nvPr/>
        </p:nvSpPr>
        <p:spPr>
          <a:xfrm rot="21031272">
            <a:off x="5637776" y="476187"/>
            <a:ext cx="4867563" cy="4867561"/>
          </a:xfrm>
          <a:prstGeom prst="ellipse">
            <a:avLst/>
          </a:prstGeom>
          <a:blipFill dpi="0" rotWithShape="0">
            <a:blip r:embed="rId2"/>
            <a:stretch>
              <a:fillRect l="-21921" t="-10022" r="-65759" b="-14286"/>
            </a:stretch>
          </a:blipFill>
          <a:ln w="57150">
            <a:solidFill>
              <a:schemeClr val="bg1"/>
            </a:solid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2133" b="1">
              <a:ln w="6350">
                <a:noFill/>
              </a:ln>
              <a:gradFill flip="none" rotWithShape="1">
                <a:gsLst>
                  <a:gs pos="73000">
                    <a:srgbClr val="00C373"/>
                  </a:gs>
                  <a:gs pos="88000">
                    <a:srgbClr val="08ECDB"/>
                  </a:gs>
                  <a:gs pos="29000">
                    <a:srgbClr val="00C373"/>
                  </a:gs>
                  <a:gs pos="72000">
                    <a:srgbClr val="08ECDB"/>
                  </a:gs>
                </a:gsLst>
                <a:lin ang="1200000" scaled="0"/>
              </a:gradFill>
              <a:effectLst>
                <a:innerShdw blurRad="63500" dist="50800" dir="16200000">
                  <a:prstClr val="black">
                    <a:alpha val="50000"/>
                  </a:prstClr>
                </a:innerShdw>
              </a:effectLst>
              <a:latin typeface="Impact" pitchFamily="34" charset="0"/>
              <a:ea typeface="思源黑体旧字形 Normal" panose="020b0400000000000000" pitchFamily="34" charset="-128"/>
              <a:sym typeface="Century Gothic" panose="020b0502020202020204" pitchFamily="34" charset="0"/>
            </a:endParaRPr>
          </a:p>
        </p:txBody>
      </p:sp>
    </p:spTree>
    <p:extLst>
      <p:ext uri="{BB962C8B-B14F-4D97-AF65-F5344CB8AC3E}">
        <p14:creationId val="3847595492"/>
      </p:ext>
    </p:extLst>
  </p:cSld>
  <p:clrMapOvr>
    <a:masterClrMapping/>
  </p:clrMapOvr>
  <mc:AlternateContent>
    <mc:Choice xmlns:p14="http://schemas.microsoft.com/office/powerpoint/2010/main" Requires="p14">
      <p:transition spd="slow" advClick="0" advTm="0" p14:dur="800">
        <p14:flythrough/>
      </p:transition>
    </mc:Choice>
    <mc:Fallback>
      <p:transition spd="slow" advClick="0" advTm="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 presetClass="entr" presetSubtype="9"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250" fill="hold"/>
                                        <p:tgtEl>
                                          <p:spTgt spid="2"/>
                                        </p:tgtEl>
                                        <p:attrNameLst>
                                          <p:attrName>ppt_x</p:attrName>
                                        </p:attrNameLst>
                                      </p:cBhvr>
                                      <p:tavLst>
                                        <p:tav tm="0">
                                          <p:val>
                                            <p:strVal val="0-#ppt_w/2"/>
                                          </p:val>
                                        </p:tav>
                                        <p:tav tm="100000">
                                          <p:val>
                                            <p:strVal val="#ppt_x"/>
                                          </p:val>
                                        </p:tav>
                                      </p:tavLst>
                                    </p:anim>
                                    <p:anim calcmode="lin" valueType="num">
                                      <p:cBhvr additive="base">
                                        <p:cTn id="8" dur="1250" fill="hold"/>
                                        <p:tgtEl>
                                          <p:spTgt spid="2"/>
                                        </p:tgtEl>
                                        <p:attrNameLst>
                                          <p:attrName>ppt_y</p:attrName>
                                        </p:attrNameLst>
                                      </p:cBhvr>
                                      <p:tavLst>
                                        <p:tav tm="0">
                                          <p:val>
                                            <p:strVal val="0-#ppt_h/2"/>
                                          </p:val>
                                        </p:tav>
                                        <p:tav tm="100000">
                                          <p:val>
                                            <p:strVal val="#ppt_y"/>
                                          </p:val>
                                        </p:tav>
                                      </p:tavLst>
                                    </p:anim>
                                  </p:childTnLst>
                                </p:cTn>
                              </p:par>
                              <p:par>
                                <p:cTn id="9" presetID="2" presetClass="entr" presetSubtype="9" fill="hold" grpId="0" nodeType="withEffect">
                                  <p:stCondLst>
                                    <p:cond delay="50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1250" fill="hold"/>
                                        <p:tgtEl>
                                          <p:spTgt spid="3"/>
                                        </p:tgtEl>
                                        <p:attrNameLst>
                                          <p:attrName>ppt_x</p:attrName>
                                        </p:attrNameLst>
                                      </p:cBhvr>
                                      <p:tavLst>
                                        <p:tav tm="0">
                                          <p:val>
                                            <p:strVal val="0-#ppt_w/2"/>
                                          </p:val>
                                        </p:tav>
                                        <p:tav tm="100000">
                                          <p:val>
                                            <p:strVal val="#ppt_x"/>
                                          </p:val>
                                        </p:tav>
                                      </p:tavLst>
                                    </p:anim>
                                    <p:anim calcmode="lin" valueType="num">
                                      <p:cBhvr additive="base">
                                        <p:cTn id="12" dur="1250" fill="hold"/>
                                        <p:tgtEl>
                                          <p:spTgt spid="3"/>
                                        </p:tgtEl>
                                        <p:attrNameLst>
                                          <p:attrName>ppt_y</p:attrName>
                                        </p:attrNameLst>
                                      </p:cBhvr>
                                      <p:tavLst>
                                        <p:tav tm="0">
                                          <p:val>
                                            <p:strVal val="0-#ppt_h/2"/>
                                          </p:val>
                                        </p:tav>
                                        <p:tav tm="100000">
                                          <p:val>
                                            <p:strVal val="#ppt_y"/>
                                          </p:val>
                                        </p:tav>
                                      </p:tavLst>
                                    </p:anim>
                                  </p:childTnLst>
                                </p:cTn>
                              </p:par>
                            </p:childTnLst>
                          </p:cTn>
                        </p:par>
                        <p:par>
                          <p:cTn id="13" fill="hold" nodeType="afterGroup">
                            <p:stCondLst>
                              <p:cond delay="1750"/>
                            </p:stCondLst>
                            <p:childTnLst>
                              <p:par>
                                <p:cTn id="14" presetID="53" presetClass="entr" presetSubtype="16" fill="hold" grpId="0" nodeType="afterEffect">
                                  <p:stCondLst>
                                    <p:cond delay="0"/>
                                  </p:stCondLst>
                                  <p:childTnLst>
                                    <p:set>
                                      <p:cBhvr>
                                        <p:cTn id="15" dur="1" fill="hold">
                                          <p:stCondLst>
                                            <p:cond delay="0"/>
                                          </p:stCondLst>
                                        </p:cTn>
                                        <p:tgtEl>
                                          <p:spTgt spid="4"/>
                                        </p:tgtEl>
                                        <p:attrNameLst>
                                          <p:attrName>style.visibility</p:attrName>
                                        </p:attrNameLst>
                                      </p:cBhvr>
                                      <p:to>
                                        <p:strVal val="visible"/>
                                      </p:to>
                                    </p:set>
                                    <p:anim calcmode="lin" valueType="num">
                                      <p:cBhvr>
                                        <p:cTn id="16" dur="500" fill="hold"/>
                                        <p:tgtEl>
                                          <p:spTgt spid="4"/>
                                        </p:tgtEl>
                                        <p:attrNameLst>
                                          <p:attrName>ppt_w</p:attrName>
                                        </p:attrNameLst>
                                      </p:cBhvr>
                                      <p:tavLst>
                                        <p:tav tm="0">
                                          <p:val>
                                            <p:fltVal val="0"/>
                                          </p:val>
                                        </p:tav>
                                        <p:tav tm="100000">
                                          <p:val>
                                            <p:strVal val="#ppt_w"/>
                                          </p:val>
                                        </p:tav>
                                      </p:tavLst>
                                    </p:anim>
                                    <p:anim calcmode="lin" valueType="num">
                                      <p:cBhvr>
                                        <p:cTn id="17" dur="500" fill="hold"/>
                                        <p:tgtEl>
                                          <p:spTgt spid="4"/>
                                        </p:tgtEl>
                                        <p:attrNameLst>
                                          <p:attrName>ppt_h</p:attrName>
                                        </p:attrNameLst>
                                      </p:cBhvr>
                                      <p:tavLst>
                                        <p:tav tm="0">
                                          <p:val>
                                            <p:fltVal val="0"/>
                                          </p:val>
                                        </p:tav>
                                        <p:tav tm="100000">
                                          <p:val>
                                            <p:strVal val="#ppt_h"/>
                                          </p:val>
                                        </p:tav>
                                      </p:tavLst>
                                    </p:anim>
                                    <p:animEffect transition="in" filter="fade">
                                      <p:cBhvr>
                                        <p:cTn id="18" dur="500"/>
                                        <p:tgtEl>
                                          <p:spTgt spid="4"/>
                                        </p:tgtEl>
                                      </p:cBhvr>
                                    </p:animEffect>
                                  </p:childTnLst>
                                </p:cTn>
                              </p:par>
                              <p:par>
                                <p:cTn id="19" presetID="53" presetClass="entr" presetSubtype="16" fill="hold" grpId="0" nodeType="withEffect">
                                  <p:stCondLst>
                                    <p:cond delay="250"/>
                                  </p:stCondLst>
                                  <p:childTnLst>
                                    <p:set>
                                      <p:cBhvr>
                                        <p:cTn id="20" dur="1" fill="hold">
                                          <p:stCondLst>
                                            <p:cond delay="0"/>
                                          </p:stCondLst>
                                        </p:cTn>
                                        <p:tgtEl>
                                          <p:spTgt spid="5"/>
                                        </p:tgtEl>
                                        <p:attrNameLst>
                                          <p:attrName>style.visibility</p:attrName>
                                        </p:attrNameLst>
                                      </p:cBhvr>
                                      <p:to>
                                        <p:strVal val="visible"/>
                                      </p:to>
                                    </p:set>
                                    <p:anim calcmode="lin" valueType="num">
                                      <p:cBhvr>
                                        <p:cTn id="21" dur="500" fill="hold"/>
                                        <p:tgtEl>
                                          <p:spTgt spid="5"/>
                                        </p:tgtEl>
                                        <p:attrNameLst>
                                          <p:attrName>ppt_w</p:attrName>
                                        </p:attrNameLst>
                                      </p:cBhvr>
                                      <p:tavLst>
                                        <p:tav tm="0">
                                          <p:val>
                                            <p:fltVal val="0"/>
                                          </p:val>
                                        </p:tav>
                                        <p:tav tm="100000">
                                          <p:val>
                                            <p:strVal val="#ppt_w"/>
                                          </p:val>
                                        </p:tav>
                                      </p:tavLst>
                                    </p:anim>
                                    <p:anim calcmode="lin" valueType="num">
                                      <p:cBhvr>
                                        <p:cTn id="22" dur="500" fill="hold"/>
                                        <p:tgtEl>
                                          <p:spTgt spid="5"/>
                                        </p:tgtEl>
                                        <p:attrNameLst>
                                          <p:attrName>ppt_h</p:attrName>
                                        </p:attrNameLst>
                                      </p:cBhvr>
                                      <p:tavLst>
                                        <p:tav tm="0">
                                          <p:val>
                                            <p:fltVal val="0"/>
                                          </p:val>
                                        </p:tav>
                                        <p:tav tm="100000">
                                          <p:val>
                                            <p:strVal val="#ppt_h"/>
                                          </p:val>
                                        </p:tav>
                                      </p:tavLst>
                                    </p:anim>
                                    <p:animEffect transition="in" filter="fade">
                                      <p:cBhvr>
                                        <p:cTn id="23" dur="500"/>
                                        <p:tgtEl>
                                          <p:spTgt spid="5"/>
                                        </p:tgtEl>
                                      </p:cBhvr>
                                    </p:animEffect>
                                  </p:childTnLst>
                                </p:cTn>
                              </p:par>
                              <p:par>
                                <p:cTn id="24" presetID="53" presetClass="entr" presetSubtype="16" fill="hold" grpId="0" nodeType="withEffect">
                                  <p:stCondLst>
                                    <p:cond delay="500"/>
                                  </p:stCondLst>
                                  <p:childTnLst>
                                    <p:set>
                                      <p:cBhvr>
                                        <p:cTn id="25" dur="1" fill="hold">
                                          <p:stCondLst>
                                            <p:cond delay="0"/>
                                          </p:stCondLst>
                                        </p:cTn>
                                        <p:tgtEl>
                                          <p:spTgt spid="12"/>
                                        </p:tgtEl>
                                        <p:attrNameLst>
                                          <p:attrName>style.visibility</p:attrName>
                                        </p:attrNameLst>
                                      </p:cBhvr>
                                      <p:to>
                                        <p:strVal val="visible"/>
                                      </p:to>
                                    </p:set>
                                    <p:anim calcmode="lin" valueType="num">
                                      <p:cBhvr>
                                        <p:cTn id="26" dur="500" fill="hold"/>
                                        <p:tgtEl>
                                          <p:spTgt spid="12"/>
                                        </p:tgtEl>
                                        <p:attrNameLst>
                                          <p:attrName>ppt_w</p:attrName>
                                        </p:attrNameLst>
                                      </p:cBhvr>
                                      <p:tavLst>
                                        <p:tav tm="0">
                                          <p:val>
                                            <p:fltVal val="0"/>
                                          </p:val>
                                        </p:tav>
                                        <p:tav tm="100000">
                                          <p:val>
                                            <p:strVal val="#ppt_w"/>
                                          </p:val>
                                        </p:tav>
                                      </p:tavLst>
                                    </p:anim>
                                    <p:anim calcmode="lin" valueType="num">
                                      <p:cBhvr>
                                        <p:cTn id="27" dur="500" fill="hold"/>
                                        <p:tgtEl>
                                          <p:spTgt spid="12"/>
                                        </p:tgtEl>
                                        <p:attrNameLst>
                                          <p:attrName>ppt_h</p:attrName>
                                        </p:attrNameLst>
                                      </p:cBhvr>
                                      <p:tavLst>
                                        <p:tav tm="0">
                                          <p:val>
                                            <p:fltVal val="0"/>
                                          </p:val>
                                        </p:tav>
                                        <p:tav tm="100000">
                                          <p:val>
                                            <p:strVal val="#ppt_h"/>
                                          </p:val>
                                        </p:tav>
                                      </p:tavLst>
                                    </p:anim>
                                    <p:animEffect transition="in" filter="fade">
                                      <p:cBhvr>
                                        <p:cTn id="28" dur="500"/>
                                        <p:tgtEl>
                                          <p:spTgt spid="12"/>
                                        </p:tgtEl>
                                      </p:cBhvr>
                                    </p:animEffect>
                                  </p:childTnLst>
                                </p:cTn>
                              </p:par>
                              <p:par>
                                <p:cTn id="29" presetID="53" presetClass="entr" presetSubtype="16" fill="hold" grpId="0" nodeType="withEffect">
                                  <p:stCondLst>
                                    <p:cond delay="750"/>
                                  </p:stCondLst>
                                  <p:childTnLst>
                                    <p:set>
                                      <p:cBhvr>
                                        <p:cTn id="30" dur="1" fill="hold">
                                          <p:stCondLst>
                                            <p:cond delay="0"/>
                                          </p:stCondLst>
                                        </p:cTn>
                                        <p:tgtEl>
                                          <p:spTgt spid="11"/>
                                        </p:tgtEl>
                                        <p:attrNameLst>
                                          <p:attrName>style.visibility</p:attrName>
                                        </p:attrNameLst>
                                      </p:cBhvr>
                                      <p:to>
                                        <p:strVal val="visible"/>
                                      </p:to>
                                    </p:set>
                                    <p:anim calcmode="lin" valueType="num">
                                      <p:cBhvr>
                                        <p:cTn id="31" dur="500" fill="hold"/>
                                        <p:tgtEl>
                                          <p:spTgt spid="11"/>
                                        </p:tgtEl>
                                        <p:attrNameLst>
                                          <p:attrName>ppt_w</p:attrName>
                                        </p:attrNameLst>
                                      </p:cBhvr>
                                      <p:tavLst>
                                        <p:tav tm="0">
                                          <p:val>
                                            <p:fltVal val="0"/>
                                          </p:val>
                                        </p:tav>
                                        <p:tav tm="100000">
                                          <p:val>
                                            <p:strVal val="#ppt_w"/>
                                          </p:val>
                                        </p:tav>
                                      </p:tavLst>
                                    </p:anim>
                                    <p:anim calcmode="lin" valueType="num">
                                      <p:cBhvr>
                                        <p:cTn id="32" dur="500" fill="hold"/>
                                        <p:tgtEl>
                                          <p:spTgt spid="11"/>
                                        </p:tgtEl>
                                        <p:attrNameLst>
                                          <p:attrName>ppt_h</p:attrName>
                                        </p:attrNameLst>
                                      </p:cBhvr>
                                      <p:tavLst>
                                        <p:tav tm="0">
                                          <p:val>
                                            <p:fltVal val="0"/>
                                          </p:val>
                                        </p:tav>
                                        <p:tav tm="100000">
                                          <p:val>
                                            <p:strVal val="#ppt_h"/>
                                          </p:val>
                                        </p:tav>
                                      </p:tavLst>
                                    </p:anim>
                                    <p:animEffect transition="in" filter="fade">
                                      <p:cBhvr>
                                        <p:cTn id="33" dur="500"/>
                                        <p:tgtEl>
                                          <p:spTgt spid="11"/>
                                        </p:tgtEl>
                                      </p:cBhvr>
                                    </p:animEffect>
                                  </p:childTnLst>
                                </p:cTn>
                              </p:par>
                              <p:par>
                                <p:cTn id="34" presetID="53" presetClass="entr" presetSubtype="16" fill="hold" grpId="0" nodeType="withEffect">
                                  <p:stCondLst>
                                    <p:cond delay="1000"/>
                                  </p:stCondLst>
                                  <p:childTnLst>
                                    <p:set>
                                      <p:cBhvr>
                                        <p:cTn id="35" dur="1" fill="hold">
                                          <p:stCondLst>
                                            <p:cond delay="0"/>
                                          </p:stCondLst>
                                        </p:cTn>
                                        <p:tgtEl>
                                          <p:spTgt spid="6"/>
                                        </p:tgtEl>
                                        <p:attrNameLst>
                                          <p:attrName>style.visibility</p:attrName>
                                        </p:attrNameLst>
                                      </p:cBhvr>
                                      <p:to>
                                        <p:strVal val="visible"/>
                                      </p:to>
                                    </p:set>
                                    <p:anim calcmode="lin" valueType="num">
                                      <p:cBhvr>
                                        <p:cTn id="36" dur="500" fill="hold"/>
                                        <p:tgtEl>
                                          <p:spTgt spid="6"/>
                                        </p:tgtEl>
                                        <p:attrNameLst>
                                          <p:attrName>ppt_w</p:attrName>
                                        </p:attrNameLst>
                                      </p:cBhvr>
                                      <p:tavLst>
                                        <p:tav tm="0">
                                          <p:val>
                                            <p:fltVal val="0"/>
                                          </p:val>
                                        </p:tav>
                                        <p:tav tm="100000">
                                          <p:val>
                                            <p:strVal val="#ppt_w"/>
                                          </p:val>
                                        </p:tav>
                                      </p:tavLst>
                                    </p:anim>
                                    <p:anim calcmode="lin" valueType="num">
                                      <p:cBhvr>
                                        <p:cTn id="37" dur="500" fill="hold"/>
                                        <p:tgtEl>
                                          <p:spTgt spid="6"/>
                                        </p:tgtEl>
                                        <p:attrNameLst>
                                          <p:attrName>ppt_h</p:attrName>
                                        </p:attrNameLst>
                                      </p:cBhvr>
                                      <p:tavLst>
                                        <p:tav tm="0">
                                          <p:val>
                                            <p:fltVal val="0"/>
                                          </p:val>
                                        </p:tav>
                                        <p:tav tm="100000">
                                          <p:val>
                                            <p:strVal val="#ppt_h"/>
                                          </p:val>
                                        </p:tav>
                                      </p:tavLst>
                                    </p:anim>
                                    <p:animEffect transition="in" filter="fade">
                                      <p:cBhvr>
                                        <p:cTn id="38" dur="500"/>
                                        <p:tgtEl>
                                          <p:spTgt spid="6"/>
                                        </p:tgtEl>
                                      </p:cBhvr>
                                    </p:animEffect>
                                  </p:childTnLst>
                                </p:cTn>
                              </p:par>
                              <p:par>
                                <p:cTn id="39" presetID="53" presetClass="entr" presetSubtype="16" fill="hold" grpId="0" nodeType="withEffect">
                                  <p:stCondLst>
                                    <p:cond delay="1250"/>
                                  </p:stCondLst>
                                  <p:childTnLst>
                                    <p:set>
                                      <p:cBhvr>
                                        <p:cTn id="40" dur="1" fill="hold">
                                          <p:stCondLst>
                                            <p:cond delay="0"/>
                                          </p:stCondLst>
                                        </p:cTn>
                                        <p:tgtEl>
                                          <p:spTgt spid="8"/>
                                        </p:tgtEl>
                                        <p:attrNameLst>
                                          <p:attrName>style.visibility</p:attrName>
                                        </p:attrNameLst>
                                      </p:cBhvr>
                                      <p:to>
                                        <p:strVal val="visible"/>
                                      </p:to>
                                    </p:set>
                                    <p:anim calcmode="lin" valueType="num">
                                      <p:cBhvr>
                                        <p:cTn id="41" dur="500" fill="hold"/>
                                        <p:tgtEl>
                                          <p:spTgt spid="8"/>
                                        </p:tgtEl>
                                        <p:attrNameLst>
                                          <p:attrName>ppt_w</p:attrName>
                                        </p:attrNameLst>
                                      </p:cBhvr>
                                      <p:tavLst>
                                        <p:tav tm="0">
                                          <p:val>
                                            <p:fltVal val="0"/>
                                          </p:val>
                                        </p:tav>
                                        <p:tav tm="100000">
                                          <p:val>
                                            <p:strVal val="#ppt_w"/>
                                          </p:val>
                                        </p:tav>
                                      </p:tavLst>
                                    </p:anim>
                                    <p:anim calcmode="lin" valueType="num">
                                      <p:cBhvr>
                                        <p:cTn id="42" dur="500" fill="hold"/>
                                        <p:tgtEl>
                                          <p:spTgt spid="8"/>
                                        </p:tgtEl>
                                        <p:attrNameLst>
                                          <p:attrName>ppt_h</p:attrName>
                                        </p:attrNameLst>
                                      </p:cBhvr>
                                      <p:tavLst>
                                        <p:tav tm="0">
                                          <p:val>
                                            <p:fltVal val="0"/>
                                          </p:val>
                                        </p:tav>
                                        <p:tav tm="100000">
                                          <p:val>
                                            <p:strVal val="#ppt_h"/>
                                          </p:val>
                                        </p:tav>
                                      </p:tavLst>
                                    </p:anim>
                                    <p:animEffect transition="in" filter="fade">
                                      <p:cBhvr>
                                        <p:cTn id="43" dur="500"/>
                                        <p:tgtEl>
                                          <p:spTgt spid="8"/>
                                        </p:tgtEl>
                                      </p:cBhvr>
                                    </p:animEffect>
                                  </p:childTnLst>
                                </p:cTn>
                              </p:par>
                              <p:par>
                                <p:cTn id="44" presetID="53" presetClass="entr" presetSubtype="16" fill="hold" grpId="0" nodeType="withEffect">
                                  <p:stCondLst>
                                    <p:cond delay="1500"/>
                                  </p:stCondLst>
                                  <p:childTnLst>
                                    <p:set>
                                      <p:cBhvr>
                                        <p:cTn id="45" dur="1" fill="hold">
                                          <p:stCondLst>
                                            <p:cond delay="0"/>
                                          </p:stCondLst>
                                        </p:cTn>
                                        <p:tgtEl>
                                          <p:spTgt spid="7"/>
                                        </p:tgtEl>
                                        <p:attrNameLst>
                                          <p:attrName>style.visibility</p:attrName>
                                        </p:attrNameLst>
                                      </p:cBhvr>
                                      <p:to>
                                        <p:strVal val="visible"/>
                                      </p:to>
                                    </p:set>
                                    <p:anim calcmode="lin" valueType="num">
                                      <p:cBhvr>
                                        <p:cTn id="46" dur="500" fill="hold"/>
                                        <p:tgtEl>
                                          <p:spTgt spid="7"/>
                                        </p:tgtEl>
                                        <p:attrNameLst>
                                          <p:attrName>ppt_w</p:attrName>
                                        </p:attrNameLst>
                                      </p:cBhvr>
                                      <p:tavLst>
                                        <p:tav tm="0">
                                          <p:val>
                                            <p:fltVal val="0"/>
                                          </p:val>
                                        </p:tav>
                                        <p:tav tm="100000">
                                          <p:val>
                                            <p:strVal val="#ppt_w"/>
                                          </p:val>
                                        </p:tav>
                                      </p:tavLst>
                                    </p:anim>
                                    <p:anim calcmode="lin" valueType="num">
                                      <p:cBhvr>
                                        <p:cTn id="47" dur="500" fill="hold"/>
                                        <p:tgtEl>
                                          <p:spTgt spid="7"/>
                                        </p:tgtEl>
                                        <p:attrNameLst>
                                          <p:attrName>ppt_h</p:attrName>
                                        </p:attrNameLst>
                                      </p:cBhvr>
                                      <p:tavLst>
                                        <p:tav tm="0">
                                          <p:val>
                                            <p:fltVal val="0"/>
                                          </p:val>
                                        </p:tav>
                                        <p:tav tm="100000">
                                          <p:val>
                                            <p:strVal val="#ppt_h"/>
                                          </p:val>
                                        </p:tav>
                                      </p:tavLst>
                                    </p:anim>
                                    <p:animEffect transition="in" filter="fade">
                                      <p:cBhvr>
                                        <p:cTn id="48" dur="500"/>
                                        <p:tgtEl>
                                          <p:spTgt spid="7"/>
                                        </p:tgtEl>
                                      </p:cBhvr>
                                    </p:animEffect>
                                  </p:childTnLst>
                                </p:cTn>
                              </p:par>
                            </p:childTnLst>
                          </p:cTn>
                        </p:par>
                        <p:par>
                          <p:cTn id="49" fill="hold" nodeType="afterGroup">
                            <p:stCondLst>
                              <p:cond delay="3750"/>
                            </p:stCondLst>
                            <p:childTnLst>
                              <p:par>
                                <p:cTn id="50" presetID="22" presetClass="entr" presetSubtype="8" fill="hold" grpId="0" nodeType="afterEffect">
                                  <p:stCondLst>
                                    <p:cond delay="0"/>
                                  </p:stCondLst>
                                  <p:childTnLst>
                                    <p:set>
                                      <p:cBhvr>
                                        <p:cTn id="51" dur="1" fill="hold">
                                          <p:stCondLst>
                                            <p:cond delay="0"/>
                                          </p:stCondLst>
                                        </p:cTn>
                                        <p:tgtEl>
                                          <p:spTgt spid="9"/>
                                        </p:tgtEl>
                                        <p:attrNameLst>
                                          <p:attrName>style.visibility</p:attrName>
                                        </p:attrNameLst>
                                      </p:cBhvr>
                                      <p:to>
                                        <p:strVal val="visible"/>
                                      </p:to>
                                    </p:set>
                                    <p:animEffect transition="in" filter="wipe(left)">
                                      <p:cBhvr>
                                        <p:cTn id="52" dur="500"/>
                                        <p:tgtEl>
                                          <p:spTgt spid="9"/>
                                        </p:tgtEl>
                                      </p:cBhvr>
                                    </p:animEffect>
                                  </p:childTnLst>
                                </p:cTn>
                              </p:par>
                            </p:childTnLst>
                          </p:cTn>
                        </p:par>
                        <p:par>
                          <p:cTn id="53" fill="hold" nodeType="afterGroup">
                            <p:stCondLst>
                              <p:cond delay="4250"/>
                            </p:stCondLst>
                            <p:childTnLst>
                              <p:par>
                                <p:cTn id="54" presetID="53" presetClass="entr" presetSubtype="16" fill="hold" grpId="0" nodeType="afterEffect">
                                  <p:stCondLst>
                                    <p:cond delay="0"/>
                                  </p:stCondLst>
                                  <p:iterate type="lt">
                                    <p:tmPct val="10000"/>
                                  </p:iterate>
                                  <p:childTnLst>
                                    <p:set>
                                      <p:cBhvr>
                                        <p:cTn id="55" dur="1" fill="hold">
                                          <p:stCondLst>
                                            <p:cond delay="0"/>
                                          </p:stCondLst>
                                        </p:cTn>
                                        <p:tgtEl>
                                          <p:spTgt spid="14"/>
                                        </p:tgtEl>
                                        <p:attrNameLst>
                                          <p:attrName>style.visibility</p:attrName>
                                        </p:attrNameLst>
                                      </p:cBhvr>
                                      <p:to>
                                        <p:strVal val="visible"/>
                                      </p:to>
                                    </p:set>
                                    <p:anim calcmode="lin" valueType="num">
                                      <p:cBhvr>
                                        <p:cTn id="56" dur="500" fill="hold"/>
                                        <p:tgtEl>
                                          <p:spTgt spid="14"/>
                                        </p:tgtEl>
                                        <p:attrNameLst>
                                          <p:attrName>ppt_w</p:attrName>
                                        </p:attrNameLst>
                                      </p:cBhvr>
                                      <p:tavLst>
                                        <p:tav tm="0">
                                          <p:val>
                                            <p:fltVal val="0"/>
                                          </p:val>
                                        </p:tav>
                                        <p:tav tm="100000">
                                          <p:val>
                                            <p:strVal val="#ppt_w"/>
                                          </p:val>
                                        </p:tav>
                                      </p:tavLst>
                                    </p:anim>
                                    <p:anim calcmode="lin" valueType="num">
                                      <p:cBhvr>
                                        <p:cTn id="57" dur="500" fill="hold"/>
                                        <p:tgtEl>
                                          <p:spTgt spid="14"/>
                                        </p:tgtEl>
                                        <p:attrNameLst>
                                          <p:attrName>ppt_h</p:attrName>
                                        </p:attrNameLst>
                                      </p:cBhvr>
                                      <p:tavLst>
                                        <p:tav tm="0">
                                          <p:val>
                                            <p:fltVal val="0"/>
                                          </p:val>
                                        </p:tav>
                                        <p:tav tm="100000">
                                          <p:val>
                                            <p:strVal val="#ppt_h"/>
                                          </p:val>
                                        </p:tav>
                                      </p:tavLst>
                                    </p:anim>
                                    <p:animEffect transition="in" filter="fade">
                                      <p:cBhvr>
                                        <p:cTn id="58"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P spid="5" grpId="0" animBg="1"/>
      <p:bldP spid="6" grpId="0" animBg="1"/>
      <p:bldP spid="7" grpId="0" animBg="1"/>
      <p:bldP spid="8" grpId="0" animBg="1"/>
      <p:bldP spid="9" grpId="0"/>
      <p:bldP spid="11" grpId="0" animBg="1"/>
      <p:bldP spid="12" grpId="0" animBg="1"/>
      <p:bldP spid="14" grpId="0"/>
      <p:bldP spid="3" grpId="0" animBg="1"/>
    </p:bldLst>
  </p:timing>
</p:sld>
</file>

<file path=ppt/slides/slide2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grpSp>
        <p:nvGrpSpPr>
          <p:cNvPr id="2" name="组合 1"/>
          <p:cNvGrpSpPr/>
          <p:nvPr/>
        </p:nvGrpSpPr>
        <p:grpSpPr>
          <a:xfrm>
            <a:off x="327153" y="318911"/>
            <a:ext cx="529037" cy="529037"/>
            <a:chOff x="327153" y="318911"/>
            <a:chExt cx="529037" cy="529037"/>
          </a:xfrm>
        </p:grpSpPr>
        <p:sp>
          <p:nvSpPr>
            <p:cNvPr id="3" name="圆角矩形 2"/>
            <p:cNvSpPr/>
            <p:nvPr/>
          </p:nvSpPr>
          <p:spPr>
            <a:xfrm rot="18926424">
              <a:off x="327153" y="318911"/>
              <a:ext cx="529037" cy="529037"/>
            </a:xfrm>
            <a:prstGeom prst="roundRect">
              <a:avLst/>
            </a:prstGeom>
            <a:solidFill>
              <a:srgbClr val="545D79"/>
            </a:solidFill>
            <a:ln>
              <a:noFill/>
            </a:ln>
            <a:effectLst>
              <a:outerShdw blurRad="63500" algn="ctr" rotWithShape="0">
                <a:prstClr val="black">
                  <a:alpha val="40000"/>
                </a:prstClr>
              </a:outerShdw>
            </a:effectLst>
          </p:spPr>
          <p:txBody>
            <a:bodyPr vert="horz" wrap="square" lIns="91440" tIns="45720" rIns="91440" bIns="45720" numCol="1" anchor="ctr" anchorCtr="0" compatLnSpc="1">
              <a:prstTxWarp prst="textNoShape">
                <a:avLst/>
              </a:prstTxWarp>
            </a:bodyPr>
            <a:lstStyle/>
            <a:p>
              <a:pPr algn="ctr"/>
              <a:endParaRPr lang="zh-CN" altLang="en-US" sz="4800">
                <a:solidFill>
                  <a:prstClr val="white"/>
                </a:solidFill>
                <a:latin typeface="思源黑体旧字形 Normal" panose="020b0400000000000000" pitchFamily="34" charset="-128"/>
                <a:ea typeface="思源黑体旧字形 Normal" panose="020b0400000000000000" pitchFamily="34" charset="-128"/>
              </a:endParaRPr>
            </a:p>
          </p:txBody>
        </p:sp>
        <p:sp>
          <p:nvSpPr>
            <p:cNvPr id="4" name="MH_Other_2"/>
            <p:cNvSpPr/>
            <p:nvPr>
              <p:custDataLst>
                <p:tags r:id="rId3"/>
              </p:custDataLst>
            </p:nvPr>
          </p:nvSpPr>
          <p:spPr bwMode="auto">
            <a:xfrm>
              <a:off x="440450" y="441196"/>
              <a:ext cx="302442" cy="284465"/>
            </a:xfrm>
            <a:custGeom>
              <a:gdLst>
                <a:gd name="T0" fmla="*/ 373604 w 1361803"/>
                <a:gd name="T1" fmla="*/ 882437 h 1281345"/>
                <a:gd name="T2" fmla="*/ 476200 w 1361803"/>
                <a:gd name="T3" fmla="*/ 923828 h 1281345"/>
                <a:gd name="T4" fmla="*/ 554139 w 1361803"/>
                <a:gd name="T5" fmla="*/ 940808 h 1281345"/>
                <a:gd name="T6" fmla="*/ 528484 w 1361803"/>
                <a:gd name="T7" fmla="*/ 1017215 h 1281345"/>
                <a:gd name="T8" fmla="*/ 460417 w 1361803"/>
                <a:gd name="T9" fmla="*/ 1039501 h 1281345"/>
                <a:gd name="T10" fmla="*/ 352881 w 1361803"/>
                <a:gd name="T11" fmla="*/ 976886 h 1281345"/>
                <a:gd name="T12" fmla="*/ 286785 w 1361803"/>
                <a:gd name="T13" fmla="*/ 1049049 h 1281345"/>
                <a:gd name="T14" fmla="*/ 312434 w 1361803"/>
                <a:gd name="T15" fmla="*/ 885625 h 1281345"/>
                <a:gd name="T16" fmla="*/ 274750 w 1361803"/>
                <a:gd name="T17" fmla="*/ 686240 h 1281345"/>
                <a:gd name="T18" fmla="*/ 665920 w 1361803"/>
                <a:gd name="T19" fmla="*/ 686240 h 1281345"/>
                <a:gd name="T20" fmla="*/ 633318 w 1361803"/>
                <a:gd name="T21" fmla="*/ 771039 h 1281345"/>
                <a:gd name="T22" fmla="*/ 270797 w 1361803"/>
                <a:gd name="T23" fmla="*/ 776338 h 1281345"/>
                <a:gd name="T24" fmla="*/ 255979 w 1361803"/>
                <a:gd name="T25" fmla="*/ 705323 h 1281345"/>
                <a:gd name="T26" fmla="*/ 278558 w 1361803"/>
                <a:gd name="T27" fmla="*/ 503808 h 1281345"/>
                <a:gd name="T28" fmla="*/ 746925 w 1361803"/>
                <a:gd name="T29" fmla="*/ 503808 h 1281345"/>
                <a:gd name="T30" fmla="*/ 766688 w 1361803"/>
                <a:gd name="T31" fmla="*/ 555844 h 1281345"/>
                <a:gd name="T32" fmla="*/ 279544 w 1361803"/>
                <a:gd name="T33" fmla="*/ 593008 h 1281345"/>
                <a:gd name="T34" fmla="*/ 256813 w 1361803"/>
                <a:gd name="T35" fmla="*/ 527172 h 1281345"/>
                <a:gd name="T36" fmla="*/ 944591 w 1361803"/>
                <a:gd name="T37" fmla="*/ 452716 h 1281345"/>
                <a:gd name="T38" fmla="*/ 1023588 w 1361803"/>
                <a:gd name="T39" fmla="*/ 643756 h 1281345"/>
                <a:gd name="T40" fmla="*/ 636495 w 1361803"/>
                <a:gd name="T41" fmla="*/ 1040700 h 1281345"/>
                <a:gd name="T42" fmla="*/ 601932 w 1361803"/>
                <a:gd name="T43" fmla="*/ 1010980 h 1281345"/>
                <a:gd name="T44" fmla="*/ 940644 w 1361803"/>
                <a:gd name="T45" fmla="*/ 460140 h 1281345"/>
                <a:gd name="T46" fmla="*/ 1339566 w 1361803"/>
                <a:gd name="T47" fmla="*/ 322482 h 1281345"/>
                <a:gd name="T48" fmla="*/ 1356355 w 1361803"/>
                <a:gd name="T49" fmla="*/ 373372 h 1281345"/>
                <a:gd name="T50" fmla="*/ 1136163 w 1361803"/>
                <a:gd name="T51" fmla="*/ 663855 h 1281345"/>
                <a:gd name="T52" fmla="*/ 1082839 w 1361803"/>
                <a:gd name="T53" fmla="*/ 676580 h 1281345"/>
                <a:gd name="T54" fmla="*/ 1123322 w 1361803"/>
                <a:gd name="T55" fmla="*/ 596008 h 1281345"/>
                <a:gd name="T56" fmla="*/ 1312908 w 1361803"/>
                <a:gd name="T57" fmla="*/ 334145 h 1281345"/>
                <a:gd name="T58" fmla="*/ 526769 w 1361803"/>
                <a:gd name="T59" fmla="*/ 229043 h 1281345"/>
                <a:gd name="T60" fmla="*/ 766688 w 1361803"/>
                <a:gd name="T61" fmla="*/ 244970 h 1281345"/>
                <a:gd name="T62" fmla="*/ 749907 w 1361803"/>
                <a:gd name="T63" fmla="*/ 318243 h 1281345"/>
                <a:gd name="T64" fmla="*/ 529735 w 1361803"/>
                <a:gd name="T65" fmla="*/ 318243 h 1281345"/>
                <a:gd name="T66" fmla="*/ 511959 w 1361803"/>
                <a:gd name="T67" fmla="*/ 246034 h 1281345"/>
                <a:gd name="T68" fmla="*/ 1245419 w 1361803"/>
                <a:gd name="T69" fmla="*/ 137724 h 1281345"/>
                <a:gd name="T70" fmla="*/ 1309122 w 1361803"/>
                <a:gd name="T71" fmla="*/ 239622 h 1281345"/>
                <a:gd name="T72" fmla="*/ 1116528 w 1361803"/>
                <a:gd name="T73" fmla="*/ 531150 h 1281345"/>
                <a:gd name="T74" fmla="*/ 998003 w 1361803"/>
                <a:gd name="T75" fmla="*/ 384860 h 1281345"/>
                <a:gd name="T76" fmla="*/ 1207394 w 1361803"/>
                <a:gd name="T77" fmla="*/ 148457 h 1281345"/>
                <a:gd name="T78" fmla="*/ 327005 w 1361803"/>
                <a:gd name="T79" fmla="*/ 0 h 1281345"/>
                <a:gd name="T80" fmla="*/ 1023501 w 1361803"/>
                <a:gd name="T81" fmla="*/ 136834 h 1281345"/>
                <a:gd name="T82" fmla="*/ 1015602 w 1361803"/>
                <a:gd name="T83" fmla="*/ 237608 h 1281345"/>
                <a:gd name="T84" fmla="*/ 909891 w 1361803"/>
                <a:gd name="T85" fmla="*/ 379745 h 1281345"/>
                <a:gd name="T86" fmla="*/ 897047 w 1361803"/>
                <a:gd name="T87" fmla="*/ 313980 h 1281345"/>
                <a:gd name="T88" fmla="*/ 872348 w 1361803"/>
                <a:gd name="T89" fmla="*/ 135772 h 1281345"/>
                <a:gd name="T90" fmla="*/ 382329 w 1361803"/>
                <a:gd name="T91" fmla="*/ 135772 h 1281345"/>
                <a:gd name="T92" fmla="*/ 382329 w 1361803"/>
                <a:gd name="T93" fmla="*/ 313980 h 1281345"/>
                <a:gd name="T94" fmla="*/ 143255 w 1361803"/>
                <a:gd name="T95" fmla="*/ 409444 h 1281345"/>
                <a:gd name="T96" fmla="*/ 126454 w 1361803"/>
                <a:gd name="T97" fmla="*/ 428538 h 1281345"/>
                <a:gd name="T98" fmla="*/ 151153 w 1361803"/>
                <a:gd name="T99" fmla="*/ 1143476 h 1281345"/>
                <a:gd name="T100" fmla="*/ 897047 w 1361803"/>
                <a:gd name="T101" fmla="*/ 1115897 h 1281345"/>
                <a:gd name="T102" fmla="*/ 902973 w 1361803"/>
                <a:gd name="T103" fmla="*/ 902690 h 1281345"/>
                <a:gd name="T104" fmla="*/ 1022515 w 1361803"/>
                <a:gd name="T105" fmla="*/ 767972 h 1281345"/>
                <a:gd name="T106" fmla="*/ 1023501 w 1361803"/>
                <a:gd name="T107" fmla="*/ 1133931 h 1281345"/>
                <a:gd name="T108" fmla="*/ 131394 w 1361803"/>
                <a:gd name="T109" fmla="*/ 1279248 h 1281345"/>
                <a:gd name="T110" fmla="*/ 0 w 1361803"/>
                <a:gd name="T111" fmla="*/ 335193 h 1281345"/>
                <a:gd name="T112" fmla="*/ 261801 w 1361803"/>
                <a:gd name="T113" fmla="*/ 28642 h 1281345"/>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1361803" h="1281345">
                  <a:moveTo>
                    <a:pt x="340187" y="867542"/>
                  </a:moveTo>
                  <a:cubicBezTo>
                    <a:pt x="351512" y="867144"/>
                    <a:pt x="363575" y="872724"/>
                    <a:pt x="372930" y="883885"/>
                  </a:cubicBezTo>
                  <a:cubicBezTo>
                    <a:pt x="394595" y="907270"/>
                    <a:pt x="415275" y="931718"/>
                    <a:pt x="436940" y="957229"/>
                  </a:cubicBezTo>
                  <a:cubicBezTo>
                    <a:pt x="449742" y="946599"/>
                    <a:pt x="462543" y="935970"/>
                    <a:pt x="475345" y="925340"/>
                  </a:cubicBezTo>
                  <a:cubicBezTo>
                    <a:pt x="492086" y="911522"/>
                    <a:pt x="506857" y="910459"/>
                    <a:pt x="525568" y="923214"/>
                  </a:cubicBezTo>
                  <a:cubicBezTo>
                    <a:pt x="535415" y="929592"/>
                    <a:pt x="544278" y="935970"/>
                    <a:pt x="553141" y="942347"/>
                  </a:cubicBezTo>
                  <a:cubicBezTo>
                    <a:pt x="545263" y="967858"/>
                    <a:pt x="538370" y="993369"/>
                    <a:pt x="530492" y="1018880"/>
                  </a:cubicBezTo>
                  <a:cubicBezTo>
                    <a:pt x="528522" y="1018880"/>
                    <a:pt x="528522" y="1018880"/>
                    <a:pt x="527537" y="1018880"/>
                  </a:cubicBezTo>
                  <a:cubicBezTo>
                    <a:pt x="509812" y="1000810"/>
                    <a:pt x="494056" y="1007187"/>
                    <a:pt x="479284" y="1024195"/>
                  </a:cubicBezTo>
                  <a:cubicBezTo>
                    <a:pt x="473376" y="1030572"/>
                    <a:pt x="466482" y="1035887"/>
                    <a:pt x="459589" y="1041202"/>
                  </a:cubicBezTo>
                  <a:cubicBezTo>
                    <a:pt x="438909" y="1058209"/>
                    <a:pt x="420199" y="1056083"/>
                    <a:pt x="402473" y="1035887"/>
                  </a:cubicBezTo>
                  <a:cubicBezTo>
                    <a:pt x="385732" y="1017817"/>
                    <a:pt x="369976" y="998684"/>
                    <a:pt x="352251" y="978488"/>
                  </a:cubicBezTo>
                  <a:cubicBezTo>
                    <a:pt x="343388" y="995495"/>
                    <a:pt x="335510" y="1012502"/>
                    <a:pt x="327632" y="1028446"/>
                  </a:cubicBezTo>
                  <a:cubicBezTo>
                    <a:pt x="318769" y="1046517"/>
                    <a:pt x="303013" y="1053957"/>
                    <a:pt x="286272" y="1050768"/>
                  </a:cubicBezTo>
                  <a:cubicBezTo>
                    <a:pt x="262638" y="1046517"/>
                    <a:pt x="248851" y="1019943"/>
                    <a:pt x="259683" y="995495"/>
                  </a:cubicBezTo>
                  <a:cubicBezTo>
                    <a:pt x="276424" y="959355"/>
                    <a:pt x="293165" y="922151"/>
                    <a:pt x="311876" y="887074"/>
                  </a:cubicBezTo>
                  <a:cubicBezTo>
                    <a:pt x="318276" y="874318"/>
                    <a:pt x="328863" y="867941"/>
                    <a:pt x="340187" y="867542"/>
                  </a:cubicBezTo>
                  <a:close/>
                  <a:moveTo>
                    <a:pt x="274255" y="687365"/>
                  </a:moveTo>
                  <a:cubicBezTo>
                    <a:pt x="330459" y="687365"/>
                    <a:pt x="386662" y="687365"/>
                    <a:pt x="442866" y="687365"/>
                  </a:cubicBezTo>
                  <a:cubicBezTo>
                    <a:pt x="516819" y="687365"/>
                    <a:pt x="590771" y="687365"/>
                    <a:pt x="664723" y="687365"/>
                  </a:cubicBezTo>
                  <a:cubicBezTo>
                    <a:pt x="670640" y="687365"/>
                    <a:pt x="675570" y="687365"/>
                    <a:pt x="684444" y="687365"/>
                  </a:cubicBezTo>
                  <a:cubicBezTo>
                    <a:pt x="666695" y="718154"/>
                    <a:pt x="649933" y="745757"/>
                    <a:pt x="632184" y="772299"/>
                  </a:cubicBezTo>
                  <a:cubicBezTo>
                    <a:pt x="630212" y="775484"/>
                    <a:pt x="625282" y="776545"/>
                    <a:pt x="621338" y="776545"/>
                  </a:cubicBezTo>
                  <a:cubicBezTo>
                    <a:pt x="504000" y="777607"/>
                    <a:pt x="387648" y="776545"/>
                    <a:pt x="270311" y="777607"/>
                  </a:cubicBezTo>
                  <a:cubicBezTo>
                    <a:pt x="259464" y="777607"/>
                    <a:pt x="255520" y="772299"/>
                    <a:pt x="256506" y="760620"/>
                  </a:cubicBezTo>
                  <a:cubicBezTo>
                    <a:pt x="256506" y="742572"/>
                    <a:pt x="256506" y="724524"/>
                    <a:pt x="255520" y="706475"/>
                  </a:cubicBezTo>
                  <a:cubicBezTo>
                    <a:pt x="255520" y="691612"/>
                    <a:pt x="261436" y="687365"/>
                    <a:pt x="274255" y="687365"/>
                  </a:cubicBezTo>
                  <a:close/>
                  <a:moveTo>
                    <a:pt x="278054" y="504636"/>
                  </a:moveTo>
                  <a:cubicBezTo>
                    <a:pt x="354989" y="504636"/>
                    <a:pt x="432911" y="504636"/>
                    <a:pt x="509846" y="504636"/>
                  </a:cubicBezTo>
                  <a:cubicBezTo>
                    <a:pt x="588754" y="504636"/>
                    <a:pt x="666676" y="504636"/>
                    <a:pt x="745584" y="504636"/>
                  </a:cubicBezTo>
                  <a:cubicBezTo>
                    <a:pt x="764325" y="504636"/>
                    <a:pt x="765311" y="505700"/>
                    <a:pt x="765311" y="524845"/>
                  </a:cubicBezTo>
                  <a:cubicBezTo>
                    <a:pt x="765311" y="535481"/>
                    <a:pt x="765311" y="546117"/>
                    <a:pt x="765311" y="556753"/>
                  </a:cubicBezTo>
                  <a:cubicBezTo>
                    <a:pt x="765311" y="580153"/>
                    <a:pt x="752489" y="593980"/>
                    <a:pt x="730789" y="593980"/>
                  </a:cubicBezTo>
                  <a:cubicBezTo>
                    <a:pt x="580863" y="593980"/>
                    <a:pt x="429952" y="593980"/>
                    <a:pt x="279040" y="593980"/>
                  </a:cubicBezTo>
                  <a:cubicBezTo>
                    <a:pt x="256354" y="593980"/>
                    <a:pt x="256354" y="592917"/>
                    <a:pt x="256354" y="569517"/>
                  </a:cubicBezTo>
                  <a:cubicBezTo>
                    <a:pt x="256354" y="555690"/>
                    <a:pt x="256354" y="541863"/>
                    <a:pt x="256354" y="528036"/>
                  </a:cubicBezTo>
                  <a:cubicBezTo>
                    <a:pt x="256354" y="504636"/>
                    <a:pt x="256354" y="504636"/>
                    <a:pt x="278054" y="504636"/>
                  </a:cubicBezTo>
                  <a:close/>
                  <a:moveTo>
                    <a:pt x="942895" y="453454"/>
                  </a:moveTo>
                  <a:cubicBezTo>
                    <a:pt x="989224" y="494914"/>
                    <a:pt x="1033581" y="534249"/>
                    <a:pt x="1077938" y="574646"/>
                  </a:cubicBezTo>
                  <a:cubicBezTo>
                    <a:pt x="1059210" y="599097"/>
                    <a:pt x="1040481" y="622484"/>
                    <a:pt x="1021752" y="644809"/>
                  </a:cubicBezTo>
                  <a:cubicBezTo>
                    <a:pt x="928109" y="760685"/>
                    <a:pt x="831509" y="874435"/>
                    <a:pt x="722095" y="974365"/>
                  </a:cubicBezTo>
                  <a:cubicBezTo>
                    <a:pt x="695481" y="999879"/>
                    <a:pt x="664923" y="1021141"/>
                    <a:pt x="635352" y="1042403"/>
                  </a:cubicBezTo>
                  <a:cubicBezTo>
                    <a:pt x="626481" y="1048781"/>
                    <a:pt x="613666" y="1046655"/>
                    <a:pt x="601838" y="1048781"/>
                  </a:cubicBezTo>
                  <a:cubicBezTo>
                    <a:pt x="601838" y="1037087"/>
                    <a:pt x="596909" y="1023267"/>
                    <a:pt x="600852" y="1012636"/>
                  </a:cubicBezTo>
                  <a:cubicBezTo>
                    <a:pt x="619581" y="969050"/>
                    <a:pt x="637323" y="924400"/>
                    <a:pt x="659995" y="882940"/>
                  </a:cubicBezTo>
                  <a:cubicBezTo>
                    <a:pt x="741809" y="734108"/>
                    <a:pt x="838409" y="595907"/>
                    <a:pt x="938952" y="460896"/>
                  </a:cubicBezTo>
                  <a:cubicBezTo>
                    <a:pt x="939938" y="458770"/>
                    <a:pt x="940924" y="456643"/>
                    <a:pt x="942895" y="453454"/>
                  </a:cubicBezTo>
                  <a:close/>
                  <a:moveTo>
                    <a:pt x="1337162" y="323013"/>
                  </a:moveTo>
                  <a:cubicBezTo>
                    <a:pt x="1348990" y="326198"/>
                    <a:pt x="1361803" y="343189"/>
                    <a:pt x="1361803" y="358055"/>
                  </a:cubicBezTo>
                  <a:cubicBezTo>
                    <a:pt x="1359832" y="361241"/>
                    <a:pt x="1357861" y="367612"/>
                    <a:pt x="1353918" y="373984"/>
                  </a:cubicBezTo>
                  <a:cubicBezTo>
                    <a:pt x="1300693" y="447255"/>
                    <a:pt x="1247469" y="521588"/>
                    <a:pt x="1194244" y="594859"/>
                  </a:cubicBezTo>
                  <a:cubicBezTo>
                    <a:pt x="1175517" y="619282"/>
                    <a:pt x="1154818" y="642644"/>
                    <a:pt x="1134120" y="664944"/>
                  </a:cubicBezTo>
                  <a:cubicBezTo>
                    <a:pt x="1125249" y="673439"/>
                    <a:pt x="1113421" y="678749"/>
                    <a:pt x="1101594" y="682996"/>
                  </a:cubicBezTo>
                  <a:cubicBezTo>
                    <a:pt x="1095680" y="685120"/>
                    <a:pt x="1083852" y="682996"/>
                    <a:pt x="1080895" y="677687"/>
                  </a:cubicBezTo>
                  <a:cubicBezTo>
                    <a:pt x="1077938" y="671315"/>
                    <a:pt x="1077938" y="658573"/>
                    <a:pt x="1080895" y="652201"/>
                  </a:cubicBezTo>
                  <a:cubicBezTo>
                    <a:pt x="1092723" y="633087"/>
                    <a:pt x="1107507" y="615035"/>
                    <a:pt x="1121306" y="596983"/>
                  </a:cubicBezTo>
                  <a:cubicBezTo>
                    <a:pt x="1175517" y="522650"/>
                    <a:pt x="1229727" y="449379"/>
                    <a:pt x="1284923" y="375046"/>
                  </a:cubicBezTo>
                  <a:cubicBezTo>
                    <a:pt x="1293794" y="362303"/>
                    <a:pt x="1302665" y="348498"/>
                    <a:pt x="1310550" y="334694"/>
                  </a:cubicBezTo>
                  <a:cubicBezTo>
                    <a:pt x="1317449" y="324075"/>
                    <a:pt x="1325334" y="318765"/>
                    <a:pt x="1337162" y="323013"/>
                  </a:cubicBezTo>
                  <a:close/>
                  <a:moveTo>
                    <a:pt x="525824" y="229421"/>
                  </a:moveTo>
                  <a:cubicBezTo>
                    <a:pt x="600725" y="229421"/>
                    <a:pt x="675627" y="229421"/>
                    <a:pt x="750528" y="229421"/>
                  </a:cubicBezTo>
                  <a:cubicBezTo>
                    <a:pt x="761369" y="229421"/>
                    <a:pt x="765311" y="233676"/>
                    <a:pt x="765311" y="245375"/>
                  </a:cubicBezTo>
                  <a:cubicBezTo>
                    <a:pt x="764326" y="264521"/>
                    <a:pt x="764326" y="282602"/>
                    <a:pt x="765311" y="301747"/>
                  </a:cubicBezTo>
                  <a:cubicBezTo>
                    <a:pt x="765311" y="314511"/>
                    <a:pt x="760383" y="318765"/>
                    <a:pt x="748557" y="318765"/>
                  </a:cubicBezTo>
                  <a:cubicBezTo>
                    <a:pt x="711106" y="318765"/>
                    <a:pt x="674641" y="318765"/>
                    <a:pt x="638176" y="318765"/>
                  </a:cubicBezTo>
                  <a:cubicBezTo>
                    <a:pt x="601711" y="318765"/>
                    <a:pt x="565246" y="317702"/>
                    <a:pt x="528781" y="318765"/>
                  </a:cubicBezTo>
                  <a:cubicBezTo>
                    <a:pt x="515969" y="318765"/>
                    <a:pt x="511041" y="313447"/>
                    <a:pt x="511041" y="299620"/>
                  </a:cubicBezTo>
                  <a:cubicBezTo>
                    <a:pt x="512027" y="282602"/>
                    <a:pt x="512027" y="264521"/>
                    <a:pt x="511041" y="246439"/>
                  </a:cubicBezTo>
                  <a:cubicBezTo>
                    <a:pt x="511041" y="234739"/>
                    <a:pt x="514983" y="229421"/>
                    <a:pt x="525824" y="229421"/>
                  </a:cubicBezTo>
                  <a:close/>
                  <a:moveTo>
                    <a:pt x="1243182" y="137949"/>
                  </a:moveTo>
                  <a:cubicBezTo>
                    <a:pt x="1255260" y="139675"/>
                    <a:pt x="1267337" y="146577"/>
                    <a:pt x="1281140" y="158257"/>
                  </a:cubicBezTo>
                  <a:cubicBezTo>
                    <a:pt x="1308745" y="183741"/>
                    <a:pt x="1317618" y="208163"/>
                    <a:pt x="1306773" y="240018"/>
                  </a:cubicBezTo>
                  <a:cubicBezTo>
                    <a:pt x="1300858" y="257008"/>
                    <a:pt x="1294942" y="275059"/>
                    <a:pt x="1285083" y="289925"/>
                  </a:cubicBezTo>
                  <a:cubicBezTo>
                    <a:pt x="1228886" y="370624"/>
                    <a:pt x="1171704" y="450262"/>
                    <a:pt x="1114521" y="532023"/>
                  </a:cubicBezTo>
                  <a:cubicBezTo>
                    <a:pt x="1066212" y="489550"/>
                    <a:pt x="1022832" y="450262"/>
                    <a:pt x="977480" y="410974"/>
                  </a:cubicBezTo>
                  <a:cubicBezTo>
                    <a:pt x="984381" y="401417"/>
                    <a:pt x="990297" y="392923"/>
                    <a:pt x="996212" y="385490"/>
                  </a:cubicBezTo>
                  <a:cubicBezTo>
                    <a:pt x="1050437" y="319656"/>
                    <a:pt x="1103676" y="252760"/>
                    <a:pt x="1157901" y="187988"/>
                  </a:cubicBezTo>
                  <a:cubicBezTo>
                    <a:pt x="1170718" y="172061"/>
                    <a:pt x="1188464" y="159319"/>
                    <a:pt x="1205225" y="148700"/>
                  </a:cubicBezTo>
                  <a:cubicBezTo>
                    <a:pt x="1219027" y="139675"/>
                    <a:pt x="1231105" y="136224"/>
                    <a:pt x="1243182" y="137949"/>
                  </a:cubicBezTo>
                  <a:close/>
                  <a:moveTo>
                    <a:pt x="326420" y="0"/>
                  </a:moveTo>
                  <a:cubicBezTo>
                    <a:pt x="513791" y="0"/>
                    <a:pt x="702148" y="0"/>
                    <a:pt x="889519" y="0"/>
                  </a:cubicBezTo>
                  <a:cubicBezTo>
                    <a:pt x="964468" y="1063"/>
                    <a:pt x="1018707" y="56311"/>
                    <a:pt x="1021665" y="137059"/>
                  </a:cubicBezTo>
                  <a:cubicBezTo>
                    <a:pt x="1021665" y="164684"/>
                    <a:pt x="1021665" y="191246"/>
                    <a:pt x="1020679" y="218870"/>
                  </a:cubicBezTo>
                  <a:cubicBezTo>
                    <a:pt x="1020679" y="225245"/>
                    <a:pt x="1017721" y="232682"/>
                    <a:pt x="1013776" y="237995"/>
                  </a:cubicBezTo>
                  <a:cubicBezTo>
                    <a:pt x="985177" y="275181"/>
                    <a:pt x="956578" y="311305"/>
                    <a:pt x="928966" y="348492"/>
                  </a:cubicBezTo>
                  <a:cubicBezTo>
                    <a:pt x="921077" y="358054"/>
                    <a:pt x="915160" y="369741"/>
                    <a:pt x="908256" y="380366"/>
                  </a:cubicBezTo>
                  <a:cubicBezTo>
                    <a:pt x="905298" y="384616"/>
                    <a:pt x="901353" y="387804"/>
                    <a:pt x="895436" y="395241"/>
                  </a:cubicBezTo>
                  <a:cubicBezTo>
                    <a:pt x="895436" y="365492"/>
                    <a:pt x="895436" y="339992"/>
                    <a:pt x="895436" y="314493"/>
                  </a:cubicBezTo>
                  <a:cubicBezTo>
                    <a:pt x="895436" y="263494"/>
                    <a:pt x="895436" y="212495"/>
                    <a:pt x="895436" y="161496"/>
                  </a:cubicBezTo>
                  <a:cubicBezTo>
                    <a:pt x="895436" y="139184"/>
                    <a:pt x="892478" y="135997"/>
                    <a:pt x="870782" y="135997"/>
                  </a:cubicBezTo>
                  <a:cubicBezTo>
                    <a:pt x="713982" y="135997"/>
                    <a:pt x="557182" y="135997"/>
                    <a:pt x="399396" y="135997"/>
                  </a:cubicBezTo>
                  <a:cubicBezTo>
                    <a:pt x="394465" y="135997"/>
                    <a:pt x="388548" y="135997"/>
                    <a:pt x="381645" y="135997"/>
                  </a:cubicBezTo>
                  <a:cubicBezTo>
                    <a:pt x="381645" y="145559"/>
                    <a:pt x="381645" y="152997"/>
                    <a:pt x="381645" y="159371"/>
                  </a:cubicBezTo>
                  <a:cubicBezTo>
                    <a:pt x="381645" y="211433"/>
                    <a:pt x="381645" y="262431"/>
                    <a:pt x="381645" y="314493"/>
                  </a:cubicBezTo>
                  <a:cubicBezTo>
                    <a:pt x="380659" y="373991"/>
                    <a:pt x="346143" y="410116"/>
                    <a:pt x="290918" y="410116"/>
                  </a:cubicBezTo>
                  <a:cubicBezTo>
                    <a:pt x="241610" y="410116"/>
                    <a:pt x="192302" y="410116"/>
                    <a:pt x="142994" y="410116"/>
                  </a:cubicBezTo>
                  <a:cubicBezTo>
                    <a:pt x="138063" y="410116"/>
                    <a:pt x="133132" y="410116"/>
                    <a:pt x="126229" y="410116"/>
                  </a:cubicBezTo>
                  <a:cubicBezTo>
                    <a:pt x="126229" y="418615"/>
                    <a:pt x="126229" y="423928"/>
                    <a:pt x="126229" y="429240"/>
                  </a:cubicBezTo>
                  <a:cubicBezTo>
                    <a:pt x="126229" y="658735"/>
                    <a:pt x="126229" y="888229"/>
                    <a:pt x="126229" y="1117724"/>
                  </a:cubicBezTo>
                  <a:cubicBezTo>
                    <a:pt x="126229" y="1143223"/>
                    <a:pt x="128201" y="1145348"/>
                    <a:pt x="150883" y="1145348"/>
                  </a:cubicBezTo>
                  <a:cubicBezTo>
                    <a:pt x="390521" y="1145348"/>
                    <a:pt x="630158" y="1145348"/>
                    <a:pt x="869796" y="1145348"/>
                  </a:cubicBezTo>
                  <a:cubicBezTo>
                    <a:pt x="893464" y="1145348"/>
                    <a:pt x="895436" y="1143223"/>
                    <a:pt x="895436" y="1117724"/>
                  </a:cubicBezTo>
                  <a:cubicBezTo>
                    <a:pt x="895436" y="1052913"/>
                    <a:pt x="895436" y="988102"/>
                    <a:pt x="895436" y="923291"/>
                  </a:cubicBezTo>
                  <a:cubicBezTo>
                    <a:pt x="895436" y="916916"/>
                    <a:pt x="897409" y="908416"/>
                    <a:pt x="901353" y="904166"/>
                  </a:cubicBezTo>
                  <a:cubicBezTo>
                    <a:pt x="938827" y="860605"/>
                    <a:pt x="976302" y="818106"/>
                    <a:pt x="1013776" y="774545"/>
                  </a:cubicBezTo>
                  <a:cubicBezTo>
                    <a:pt x="1015748" y="773482"/>
                    <a:pt x="1016734" y="772420"/>
                    <a:pt x="1020679" y="769232"/>
                  </a:cubicBezTo>
                  <a:cubicBezTo>
                    <a:pt x="1020679" y="775607"/>
                    <a:pt x="1021665" y="779857"/>
                    <a:pt x="1021665" y="784107"/>
                  </a:cubicBezTo>
                  <a:cubicBezTo>
                    <a:pt x="1021665" y="902042"/>
                    <a:pt x="1021665" y="1018914"/>
                    <a:pt x="1021665" y="1135786"/>
                  </a:cubicBezTo>
                  <a:cubicBezTo>
                    <a:pt x="1020679" y="1222909"/>
                    <a:pt x="967426" y="1281345"/>
                    <a:pt x="886561" y="1281345"/>
                  </a:cubicBezTo>
                  <a:cubicBezTo>
                    <a:pt x="634103" y="1281345"/>
                    <a:pt x="382631" y="1281345"/>
                    <a:pt x="131160" y="1281345"/>
                  </a:cubicBezTo>
                  <a:cubicBezTo>
                    <a:pt x="55225" y="1281345"/>
                    <a:pt x="0" y="1221847"/>
                    <a:pt x="0" y="1140036"/>
                  </a:cubicBezTo>
                  <a:cubicBezTo>
                    <a:pt x="0" y="872292"/>
                    <a:pt x="0" y="603486"/>
                    <a:pt x="0" y="335742"/>
                  </a:cubicBezTo>
                  <a:cubicBezTo>
                    <a:pt x="0" y="315555"/>
                    <a:pt x="5917" y="298556"/>
                    <a:pt x="18737" y="283681"/>
                  </a:cubicBezTo>
                  <a:cubicBezTo>
                    <a:pt x="99603" y="198683"/>
                    <a:pt x="180468" y="113685"/>
                    <a:pt x="261333" y="28687"/>
                  </a:cubicBezTo>
                  <a:cubicBezTo>
                    <a:pt x="279084" y="9562"/>
                    <a:pt x="300780" y="0"/>
                    <a:pt x="32642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5" name="文本框 4"/>
          <p:cNvSpPr txBox="1"/>
          <p:nvPr/>
        </p:nvSpPr>
        <p:spPr>
          <a:xfrm>
            <a:off x="974526" y="321818"/>
            <a:ext cx="1620957" cy="523220"/>
          </a:xfrm>
          <a:prstGeom prst="rect">
            <a:avLst/>
          </a:prstGeom>
          <a:noFill/>
        </p:spPr>
        <p:txBody>
          <a:bodyPr wrap="none" rtlCol="0">
            <a:spAutoFit/>
          </a:bodyPr>
          <a:lstStyle/>
          <a:p>
            <a:r>
              <a:rPr lang="zh-CN" altLang="en-US" sz="2800" b="1">
                <a:solidFill>
                  <a:srgbClr val="3FB793"/>
                </a:solidFill>
                <a:latin typeface="思源黑体旧字形 Normal" panose="020b0400000000000000" pitchFamily="34" charset="-128"/>
                <a:ea typeface="思源黑体旧字形 Normal" panose="020b0400000000000000" pitchFamily="34" charset="-128"/>
              </a:rPr>
              <a:t>目标规划</a:t>
            </a:r>
          </a:p>
        </p:txBody>
      </p:sp>
      <p:grpSp>
        <p:nvGrpSpPr>
          <p:cNvPr id="6" name="组合 5">
            <a:extLst>
              <a:ext uri="{FF2B5EF4-FFF2-40B4-BE49-F238E27FC236}">
                <a16:creationId xmlns:a16="http://schemas.microsoft.com/office/drawing/2014/main" id="{C9A796EE-C16D-4847-B5D3-15E072F5E284}"/>
              </a:ext>
            </a:extLst>
          </p:cNvPr>
          <p:cNvGrpSpPr/>
          <p:nvPr/>
        </p:nvGrpSpPr>
        <p:grpSpPr>
          <a:xfrm>
            <a:off x="4250162" y="2551547"/>
            <a:ext cx="3681470" cy="2976846"/>
            <a:chOff x="4240735" y="2412651"/>
            <a:chExt cx="3681470" cy="2976846"/>
          </a:xfrm>
        </p:grpSpPr>
        <p:sp>
          <p:nvSpPr>
            <p:cNvPr id="7" name="PA_椭圆 5">
              <a:extLst>
                <a:ext uri="{FF2B5EF4-FFF2-40B4-BE49-F238E27FC236}">
                  <a16:creationId xmlns:a16="http://schemas.microsoft.com/office/drawing/2014/main" id="{AB4488C2-9646-4958-A451-1C0EC8D013A9}"/>
                </a:ext>
              </a:extLst>
            </p:cNvPr>
            <p:cNvSpPr/>
            <p:nvPr>
              <p:custDataLst>
                <p:tags r:id="rId4"/>
              </p:custDataLst>
            </p:nvPr>
          </p:nvSpPr>
          <p:spPr>
            <a:xfrm>
              <a:off x="5254039" y="3062453"/>
              <a:ext cx="1677243" cy="1677242"/>
            </a:xfrm>
            <a:prstGeom prst="ellipse">
              <a:avLst/>
            </a:prstGeom>
            <a:solidFill>
              <a:srgbClr val="545D79"/>
            </a:solidFill>
            <a:ln>
              <a:noFill/>
            </a:ln>
            <a:effectLst>
              <a:outerShdw blurRad="63500" algn="ctr" rotWithShape="0">
                <a:prstClr val="black">
                  <a:alpha val="40000"/>
                </a:prstClr>
              </a:outerShdw>
            </a:effectLst>
          </p:spPr>
          <p:txBody>
            <a:bodyPr vert="horz" wrap="square" lIns="91440" tIns="45720" rIns="91440" bIns="45720" numCol="1" anchor="ctr" anchorCtr="0" compatLnSpc="1">
              <a:prstTxWarp prst="textNoShape">
                <a:avLst/>
              </a:prstTxWarp>
            </a:bodyPr>
            <a:lstStyle/>
            <a:p>
              <a:pPr algn="ctr"/>
              <a:endParaRPr sz="4800">
                <a:solidFill>
                  <a:prstClr val="white"/>
                </a:solidFill>
                <a:latin typeface="思源黑体旧字形 Normal" panose="020b0400000000000000" pitchFamily="34" charset="-128"/>
                <a:ea typeface="思源黑体旧字形 Normal" panose="020b0400000000000000" pitchFamily="34" charset="-128"/>
                <a:sym typeface="+mn-lt"/>
              </a:endParaRPr>
            </a:p>
          </p:txBody>
        </p:sp>
        <p:grpSp>
          <p:nvGrpSpPr>
            <p:cNvPr id="8" name="PA_组合 19">
              <a:extLst>
                <a:ext uri="{FF2B5EF4-FFF2-40B4-BE49-F238E27FC236}">
                  <a16:creationId xmlns:a16="http://schemas.microsoft.com/office/drawing/2014/main" id="{626603BB-80F0-4D33-8812-C329D544EF76}"/>
                </a:ext>
              </a:extLst>
            </p:cNvPr>
            <p:cNvGrpSpPr/>
            <p:nvPr>
              <p:custDataLst>
                <p:tags r:id="rId5"/>
              </p:custDataLst>
            </p:nvPr>
          </p:nvGrpSpPr>
          <p:grpSpPr>
            <a:xfrm>
              <a:off x="6925236" y="2412651"/>
              <a:ext cx="800605" cy="1102863"/>
              <a:chOff x="7106847" y="1621875"/>
              <a:chExt cx="972030" cy="1339009"/>
            </a:xfrm>
          </p:grpSpPr>
          <p:sp>
            <p:nvSpPr>
              <p:cNvPr id="21" name="Trapezoid 1">
                <a:extLst>
                  <a:ext uri="{FF2B5EF4-FFF2-40B4-BE49-F238E27FC236}">
                    <a16:creationId xmlns:a16="http://schemas.microsoft.com/office/drawing/2014/main" id="{189217BA-F48B-4181-917C-20D7FE83D287}"/>
                  </a:ext>
                </a:extLst>
              </p:cNvPr>
              <p:cNvSpPr/>
              <p:nvPr/>
            </p:nvSpPr>
            <p:spPr>
              <a:xfrm rot="13500000">
                <a:off x="7528982" y="1860283"/>
                <a:ext cx="788304" cy="311487"/>
              </a:xfrm>
              <a:prstGeom prst="trapezoid">
                <a:avLst>
                  <a:gd name="adj" fmla="val 39970"/>
                </a:avLst>
              </a:prstGeom>
              <a:solidFill>
                <a:srgbClr val="3FB793"/>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ea typeface="思源黑体旧字形 Normal" panose="020b0400000000000000" pitchFamily="34" charset="-128"/>
                  <a:cs typeface="+mn-ea"/>
                  <a:sym typeface="+mn-lt"/>
                </a:endParaRPr>
              </a:p>
            </p:txBody>
          </p:sp>
          <p:sp>
            <p:nvSpPr>
              <p:cNvPr id="22" name="Arrow: Right 2">
                <a:extLst>
                  <a:ext uri="{FF2B5EF4-FFF2-40B4-BE49-F238E27FC236}">
                    <a16:creationId xmlns:a16="http://schemas.microsoft.com/office/drawing/2014/main" id="{06BF63A5-D274-418E-975B-547A06F26A76}"/>
                  </a:ext>
                </a:extLst>
              </p:cNvPr>
              <p:cNvSpPr/>
              <p:nvPr/>
            </p:nvSpPr>
            <p:spPr>
              <a:xfrm rot="8100000">
                <a:off x="7106847" y="1876426"/>
                <a:ext cx="827318" cy="1084458"/>
              </a:xfrm>
              <a:prstGeom prst="rightArrow">
                <a:avLst>
                  <a:gd name="adj1" fmla="val 50000"/>
                  <a:gd name="adj2" fmla="val 53750"/>
                </a:avLst>
              </a:prstGeom>
              <a:solidFill>
                <a:srgbClr val="3FB793"/>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ea typeface="思源黑体旧字形 Normal" panose="020b0400000000000000" pitchFamily="34" charset="-128"/>
                  <a:cs typeface="+mn-ea"/>
                  <a:sym typeface="+mn-lt"/>
                </a:endParaRPr>
              </a:p>
            </p:txBody>
          </p:sp>
        </p:grpSp>
        <p:sp>
          <p:nvSpPr>
            <p:cNvPr id="9" name="PA_梯形 7">
              <a:extLst>
                <a:ext uri="{FF2B5EF4-FFF2-40B4-BE49-F238E27FC236}">
                  <a16:creationId xmlns:a16="http://schemas.microsoft.com/office/drawing/2014/main" id="{9F1C05F5-3401-4B59-A40B-AA8F140B8772}"/>
                </a:ext>
              </a:extLst>
            </p:cNvPr>
            <p:cNvSpPr/>
            <p:nvPr>
              <p:custDataLst>
                <p:tags r:id="rId6"/>
              </p:custDataLst>
            </p:nvPr>
          </p:nvSpPr>
          <p:spPr>
            <a:xfrm rot="8100000" flipH="1">
              <a:off x="4240735" y="2609015"/>
              <a:ext cx="649280" cy="256554"/>
            </a:xfrm>
            <a:prstGeom prst="trapezoid">
              <a:avLst>
                <a:gd name="adj" fmla="val 39970"/>
              </a:avLst>
            </a:prstGeom>
            <a:solidFill>
              <a:srgbClr val="545D79"/>
            </a:solidFill>
            <a:ln>
              <a:noFill/>
            </a:ln>
            <a:effectLst>
              <a:outerShdw blurRad="63500" algn="ctr" rotWithShape="0">
                <a:prstClr val="black">
                  <a:alpha val="40000"/>
                </a:prstClr>
              </a:outerShdw>
            </a:effectLst>
          </p:spPr>
          <p:txBody>
            <a:bodyPr vert="horz" wrap="square" lIns="91440" tIns="45720" rIns="91440" bIns="45720" numCol="1" anchor="ctr" anchorCtr="0" compatLnSpc="1">
              <a:prstTxWarp prst="textNoShape">
                <a:avLst/>
              </a:prstTxWarp>
            </a:bodyPr>
            <a:lstStyle/>
            <a:p>
              <a:pPr algn="ctr"/>
              <a:endParaRPr sz="4800">
                <a:solidFill>
                  <a:prstClr val="white"/>
                </a:solidFill>
                <a:latin typeface="思源黑体旧字形 Normal" panose="020b0400000000000000" pitchFamily="34" charset="-128"/>
                <a:ea typeface="思源黑体旧字形 Normal" panose="020b0400000000000000" pitchFamily="34" charset="-128"/>
                <a:sym typeface="+mn-lt"/>
              </a:endParaRPr>
            </a:p>
          </p:txBody>
        </p:sp>
        <p:sp>
          <p:nvSpPr>
            <p:cNvPr id="10" name="PA_Arrow: Right 8">
              <a:extLst>
                <a:ext uri="{FF2B5EF4-FFF2-40B4-BE49-F238E27FC236}">
                  <a16:creationId xmlns:a16="http://schemas.microsoft.com/office/drawing/2014/main" id="{CE5AAD8C-7E73-4066-BA29-DB3A976DE673}"/>
                </a:ext>
              </a:extLst>
            </p:cNvPr>
            <p:cNvSpPr/>
            <p:nvPr>
              <p:custDataLst>
                <p:tags r:id="rId7"/>
              </p:custDataLst>
            </p:nvPr>
          </p:nvSpPr>
          <p:spPr>
            <a:xfrm rot="13500000" flipH="1">
              <a:off x="4556290" y="2622311"/>
              <a:ext cx="681414" cy="893204"/>
            </a:xfrm>
            <a:prstGeom prst="rightArrow">
              <a:avLst>
                <a:gd name="adj1" fmla="val 50000"/>
                <a:gd name="adj2" fmla="val 53750"/>
              </a:avLst>
            </a:prstGeom>
            <a:solidFill>
              <a:srgbClr val="545D79"/>
            </a:solidFill>
            <a:ln>
              <a:noFill/>
            </a:ln>
            <a:effectLst>
              <a:outerShdw blurRad="63500" algn="ctr" rotWithShape="0">
                <a:prstClr val="black">
                  <a:alpha val="40000"/>
                </a:prstClr>
              </a:outerShdw>
            </a:effectLst>
          </p:spPr>
          <p:txBody>
            <a:bodyPr vert="horz" wrap="square" lIns="91440" tIns="45720" rIns="91440" bIns="45720" numCol="1" anchor="ctr" anchorCtr="0" compatLnSpc="1">
              <a:prstTxWarp prst="textNoShape">
                <a:avLst/>
              </a:prstTxWarp>
            </a:bodyPr>
            <a:lstStyle/>
            <a:p>
              <a:pPr algn="ctr"/>
              <a:endParaRPr sz="4800">
                <a:solidFill>
                  <a:prstClr val="white"/>
                </a:solidFill>
                <a:latin typeface="思源黑体旧字形 Normal" panose="020b0400000000000000" pitchFamily="34" charset="-128"/>
                <a:ea typeface="思源黑体旧字形 Normal" panose="020b0400000000000000" pitchFamily="34" charset="-128"/>
                <a:sym typeface="+mn-lt"/>
              </a:endParaRPr>
            </a:p>
          </p:txBody>
        </p:sp>
        <p:grpSp>
          <p:nvGrpSpPr>
            <p:cNvPr id="11" name="PA_组合 21">
              <a:extLst>
                <a:ext uri="{FF2B5EF4-FFF2-40B4-BE49-F238E27FC236}">
                  <a16:creationId xmlns:a16="http://schemas.microsoft.com/office/drawing/2014/main" id="{40A0FD64-EB98-4C13-95A6-2F9FE2884B5C}"/>
                </a:ext>
              </a:extLst>
            </p:cNvPr>
            <p:cNvGrpSpPr/>
            <p:nvPr>
              <p:custDataLst>
                <p:tags r:id="rId8"/>
              </p:custDataLst>
            </p:nvPr>
          </p:nvGrpSpPr>
          <p:grpSpPr>
            <a:xfrm>
              <a:off x="6819341" y="4392530"/>
              <a:ext cx="1102864" cy="800606"/>
              <a:chOff x="6978277" y="4025687"/>
              <a:chExt cx="1339009" cy="972032"/>
            </a:xfrm>
          </p:grpSpPr>
          <p:sp>
            <p:nvSpPr>
              <p:cNvPr id="19" name="Trapezoid 15">
                <a:extLst>
                  <a:ext uri="{FF2B5EF4-FFF2-40B4-BE49-F238E27FC236}">
                    <a16:creationId xmlns:a16="http://schemas.microsoft.com/office/drawing/2014/main" id="{0479F5D7-357D-4833-A194-8297ADE0E786}"/>
                  </a:ext>
                </a:extLst>
              </p:cNvPr>
              <p:cNvSpPr/>
              <p:nvPr/>
            </p:nvSpPr>
            <p:spPr>
              <a:xfrm rot="8100000" flipV="1">
                <a:off x="7528982" y="4686232"/>
                <a:ext cx="788304" cy="311487"/>
              </a:xfrm>
              <a:prstGeom prst="trapezoid">
                <a:avLst>
                  <a:gd name="adj" fmla="val 39970"/>
                </a:avLst>
              </a:prstGeom>
              <a:solidFill>
                <a:srgbClr val="545D79"/>
              </a:solidFill>
              <a:ln>
                <a:noFill/>
              </a:ln>
              <a:effectLst>
                <a:outerShdw blurRad="63500" algn="ctr" rotWithShape="0">
                  <a:prstClr val="black">
                    <a:alpha val="40000"/>
                  </a:prstClr>
                </a:outerShdw>
              </a:effectLst>
            </p:spPr>
            <p:txBody>
              <a:bodyPr vert="horz" wrap="square" lIns="91440" tIns="45720" rIns="91440" bIns="45720" numCol="1" anchor="ctr" anchorCtr="0" compatLnSpc="1">
                <a:prstTxWarp prst="textNoShape">
                  <a:avLst/>
                </a:prstTxWarp>
              </a:bodyPr>
              <a:lstStyle/>
              <a:p>
                <a:pPr algn="ctr"/>
                <a:endParaRPr sz="4800">
                  <a:solidFill>
                    <a:prstClr val="white"/>
                  </a:solidFill>
                  <a:latin typeface="思源黑体旧字形 Normal" panose="020b0400000000000000" pitchFamily="34" charset="-128"/>
                  <a:ea typeface="思源黑体旧字形 Normal" panose="020b0400000000000000" pitchFamily="34" charset="-128"/>
                  <a:sym typeface="+mn-lt"/>
                </a:endParaRPr>
              </a:p>
            </p:txBody>
          </p:sp>
          <p:sp>
            <p:nvSpPr>
              <p:cNvPr id="20" name="Arrow: Right 16">
                <a:extLst>
                  <a:ext uri="{FF2B5EF4-FFF2-40B4-BE49-F238E27FC236}">
                    <a16:creationId xmlns:a16="http://schemas.microsoft.com/office/drawing/2014/main" id="{B480EA4F-21AD-4A6B-A81C-2F8FD73AB740}"/>
                  </a:ext>
                </a:extLst>
              </p:cNvPr>
              <p:cNvSpPr/>
              <p:nvPr/>
            </p:nvSpPr>
            <p:spPr>
              <a:xfrm rot="13500000" flipV="1">
                <a:off x="7106847" y="3897117"/>
                <a:ext cx="827318" cy="1084458"/>
              </a:xfrm>
              <a:prstGeom prst="rightArrow">
                <a:avLst>
                  <a:gd name="adj1" fmla="val 50000"/>
                  <a:gd name="adj2" fmla="val 53750"/>
                </a:avLst>
              </a:prstGeom>
              <a:solidFill>
                <a:srgbClr val="545D79"/>
              </a:solidFill>
              <a:ln>
                <a:noFill/>
              </a:ln>
              <a:effectLst>
                <a:outerShdw blurRad="63500" algn="ctr" rotWithShape="0">
                  <a:prstClr val="black">
                    <a:alpha val="40000"/>
                  </a:prstClr>
                </a:outerShdw>
              </a:effectLst>
            </p:spPr>
            <p:txBody>
              <a:bodyPr vert="horz" wrap="square" lIns="91440" tIns="45720" rIns="91440" bIns="45720" numCol="1" anchor="ctr" anchorCtr="0" compatLnSpc="1">
                <a:prstTxWarp prst="textNoShape">
                  <a:avLst/>
                </a:prstTxWarp>
              </a:bodyPr>
              <a:lstStyle/>
              <a:p>
                <a:pPr algn="ctr"/>
                <a:endParaRPr sz="4800">
                  <a:solidFill>
                    <a:prstClr val="white"/>
                  </a:solidFill>
                  <a:latin typeface="思源黑体旧字形 Normal" panose="020b0400000000000000" pitchFamily="34" charset="-128"/>
                  <a:ea typeface="思源黑体旧字形 Normal" panose="020b0400000000000000" pitchFamily="34" charset="-128"/>
                  <a:sym typeface="+mn-lt"/>
                </a:endParaRPr>
              </a:p>
            </p:txBody>
          </p:sp>
        </p:grpSp>
        <p:sp>
          <p:nvSpPr>
            <p:cNvPr id="12" name="PA_梯形 13">
              <a:extLst>
                <a:ext uri="{FF2B5EF4-FFF2-40B4-BE49-F238E27FC236}">
                  <a16:creationId xmlns:a16="http://schemas.microsoft.com/office/drawing/2014/main" id="{52B7446C-3B79-46B0-A41E-0A91A8340424}"/>
                </a:ext>
              </a:extLst>
            </p:cNvPr>
            <p:cNvSpPr/>
            <p:nvPr>
              <p:custDataLst>
                <p:tags r:id="rId9"/>
              </p:custDataLst>
            </p:nvPr>
          </p:nvSpPr>
          <p:spPr>
            <a:xfrm rot="13500000" flipH="1" flipV="1">
              <a:off x="4240735" y="4936580"/>
              <a:ext cx="649280" cy="256554"/>
            </a:xfrm>
            <a:prstGeom prst="trapezoid">
              <a:avLst>
                <a:gd name="adj" fmla="val 39970"/>
              </a:avLst>
            </a:prstGeom>
            <a:solidFill>
              <a:srgbClr val="3FB793"/>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ea typeface="思源黑体旧字形 Normal" panose="020b0400000000000000" pitchFamily="34" charset="-128"/>
                <a:cs typeface="+mn-ea"/>
                <a:sym typeface="+mn-lt"/>
              </a:endParaRPr>
            </a:p>
          </p:txBody>
        </p:sp>
        <p:sp>
          <p:nvSpPr>
            <p:cNvPr id="13" name="PA_Arrow: Right 14">
              <a:extLst>
                <a:ext uri="{FF2B5EF4-FFF2-40B4-BE49-F238E27FC236}">
                  <a16:creationId xmlns:a16="http://schemas.microsoft.com/office/drawing/2014/main" id="{5A69567F-C3B7-4C65-8A16-ED5F29DD6BED}"/>
                </a:ext>
              </a:extLst>
            </p:cNvPr>
            <p:cNvSpPr/>
            <p:nvPr>
              <p:custDataLst>
                <p:tags r:id="rId10"/>
              </p:custDataLst>
            </p:nvPr>
          </p:nvSpPr>
          <p:spPr>
            <a:xfrm rot="8100000" flipH="1" flipV="1">
              <a:off x="4556290" y="4286632"/>
              <a:ext cx="681414" cy="893204"/>
            </a:xfrm>
            <a:prstGeom prst="rightArrow">
              <a:avLst>
                <a:gd name="adj1" fmla="val 50000"/>
                <a:gd name="adj2" fmla="val 53750"/>
              </a:avLst>
            </a:prstGeom>
            <a:solidFill>
              <a:srgbClr val="3FB793"/>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ea typeface="思源黑体旧字形 Normal" panose="020b0400000000000000" pitchFamily="34" charset="-128"/>
                <a:cs typeface="+mn-ea"/>
                <a:sym typeface="+mn-lt"/>
              </a:endParaRPr>
            </a:p>
          </p:txBody>
        </p:sp>
        <p:sp>
          <p:nvSpPr>
            <p:cNvPr id="14" name="PA_矩形 3">
              <a:extLst>
                <a:ext uri="{FF2B5EF4-FFF2-40B4-BE49-F238E27FC236}">
                  <a16:creationId xmlns:a16="http://schemas.microsoft.com/office/drawing/2014/main" id="{25791E22-601F-42B2-AC32-3028DB5AF4A9}"/>
                </a:ext>
              </a:extLst>
            </p:cNvPr>
            <p:cNvSpPr/>
            <p:nvPr>
              <p:custDataLst>
                <p:tags r:id="rId11"/>
              </p:custDataLst>
            </p:nvPr>
          </p:nvSpPr>
          <p:spPr>
            <a:xfrm>
              <a:off x="4677474" y="2876706"/>
              <a:ext cx="327334" cy="400109"/>
            </a:xfrm>
            <a:prstGeom prst="rect">
              <a:avLst/>
            </a:prstGeom>
          </p:spPr>
          <p:txBody>
            <a:bodyPr wrap="none">
              <a:normAutofit/>
            </a:bodyPr>
            <a:lstStyle/>
            <a:p>
              <a:pPr algn="ctr"/>
              <a:r>
                <a:rPr lang="en-US" altLang="zh-CN" sz="2000" b="1">
                  <a:solidFill>
                    <a:schemeClr val="bg1"/>
                  </a:solidFill>
                  <a:ea typeface="思源黑体旧字形 Normal" panose="020b0400000000000000" pitchFamily="34" charset="-128"/>
                  <a:cs typeface="+mn-ea"/>
                  <a:sym typeface="+mn-lt"/>
                </a:rPr>
                <a:t>1</a:t>
              </a:r>
            </a:p>
          </p:txBody>
        </p:sp>
        <p:sp>
          <p:nvSpPr>
            <p:cNvPr id="15" name="PA_矩形 31">
              <a:extLst>
                <a:ext uri="{FF2B5EF4-FFF2-40B4-BE49-F238E27FC236}">
                  <a16:creationId xmlns:a16="http://schemas.microsoft.com/office/drawing/2014/main" id="{398256AD-FB64-4520-B918-3C828C20BC8C}"/>
                </a:ext>
              </a:extLst>
            </p:cNvPr>
            <p:cNvSpPr/>
            <p:nvPr>
              <p:custDataLst>
                <p:tags r:id="rId12"/>
              </p:custDataLst>
            </p:nvPr>
          </p:nvSpPr>
          <p:spPr>
            <a:xfrm>
              <a:off x="7074827" y="2876706"/>
              <a:ext cx="327334" cy="400109"/>
            </a:xfrm>
            <a:prstGeom prst="rect">
              <a:avLst/>
            </a:prstGeom>
          </p:spPr>
          <p:txBody>
            <a:bodyPr wrap="none">
              <a:normAutofit/>
            </a:bodyPr>
            <a:lstStyle/>
            <a:p>
              <a:pPr algn="ctr"/>
              <a:r>
                <a:rPr lang="en-US" altLang="zh-CN" sz="2000" b="1">
                  <a:solidFill>
                    <a:schemeClr val="bg1"/>
                  </a:solidFill>
                  <a:ea typeface="思源黑体旧字形 Normal" panose="020b0400000000000000" pitchFamily="34" charset="-128"/>
                  <a:cs typeface="+mn-ea"/>
                  <a:sym typeface="+mn-lt"/>
                </a:rPr>
                <a:t>2</a:t>
              </a:r>
            </a:p>
          </p:txBody>
        </p:sp>
        <p:sp>
          <p:nvSpPr>
            <p:cNvPr id="16" name="PA_矩形 32">
              <a:extLst>
                <a:ext uri="{FF2B5EF4-FFF2-40B4-BE49-F238E27FC236}">
                  <a16:creationId xmlns:a16="http://schemas.microsoft.com/office/drawing/2014/main" id="{320B2408-A44C-4168-A89A-FBB9A073FE19}"/>
                </a:ext>
              </a:extLst>
            </p:cNvPr>
            <p:cNvSpPr/>
            <p:nvPr>
              <p:custDataLst>
                <p:tags r:id="rId13"/>
              </p:custDataLst>
            </p:nvPr>
          </p:nvSpPr>
          <p:spPr>
            <a:xfrm>
              <a:off x="4677474" y="4525420"/>
              <a:ext cx="327334" cy="400109"/>
            </a:xfrm>
            <a:prstGeom prst="rect">
              <a:avLst/>
            </a:prstGeom>
          </p:spPr>
          <p:txBody>
            <a:bodyPr wrap="none">
              <a:normAutofit/>
            </a:bodyPr>
            <a:lstStyle/>
            <a:p>
              <a:pPr algn="ctr"/>
              <a:r>
                <a:rPr lang="en-US" altLang="zh-CN" sz="2000" b="1">
                  <a:solidFill>
                    <a:schemeClr val="bg1"/>
                  </a:solidFill>
                  <a:ea typeface="思源黑体旧字形 Normal" panose="020b0400000000000000" pitchFamily="34" charset="-128"/>
                  <a:cs typeface="+mn-ea"/>
                  <a:sym typeface="+mn-lt"/>
                </a:rPr>
                <a:t>4</a:t>
              </a:r>
            </a:p>
          </p:txBody>
        </p:sp>
        <p:sp>
          <p:nvSpPr>
            <p:cNvPr id="17" name="PA_矩形 33">
              <a:extLst>
                <a:ext uri="{FF2B5EF4-FFF2-40B4-BE49-F238E27FC236}">
                  <a16:creationId xmlns:a16="http://schemas.microsoft.com/office/drawing/2014/main" id="{0D968C07-9B04-4A9B-B641-AF34FE03BB8E}"/>
                </a:ext>
              </a:extLst>
            </p:cNvPr>
            <p:cNvSpPr/>
            <p:nvPr>
              <p:custDataLst>
                <p:tags r:id="rId14"/>
              </p:custDataLst>
            </p:nvPr>
          </p:nvSpPr>
          <p:spPr>
            <a:xfrm>
              <a:off x="7074827" y="4525420"/>
              <a:ext cx="327334" cy="400109"/>
            </a:xfrm>
            <a:prstGeom prst="rect">
              <a:avLst/>
            </a:prstGeom>
          </p:spPr>
          <p:txBody>
            <a:bodyPr wrap="none">
              <a:normAutofit/>
            </a:bodyPr>
            <a:lstStyle/>
            <a:p>
              <a:pPr algn="ctr"/>
              <a:r>
                <a:rPr lang="en-US" altLang="zh-CN" sz="2000" b="1">
                  <a:solidFill>
                    <a:schemeClr val="bg1"/>
                  </a:solidFill>
                  <a:ea typeface="思源黑体旧字形 Normal" panose="020b0400000000000000" pitchFamily="34" charset="-128"/>
                  <a:cs typeface="+mn-ea"/>
                  <a:sym typeface="+mn-lt"/>
                </a:rPr>
                <a:t>3</a:t>
              </a:r>
            </a:p>
          </p:txBody>
        </p:sp>
        <p:sp>
          <p:nvSpPr>
            <p:cNvPr id="18" name="PA_Freeform: Shape 35">
              <a:extLst>
                <a:ext uri="{FF2B5EF4-FFF2-40B4-BE49-F238E27FC236}">
                  <a16:creationId xmlns:a16="http://schemas.microsoft.com/office/drawing/2014/main" id="{98C8B6AA-ED33-435E-892A-356BA6BA7366}"/>
                </a:ext>
              </a:extLst>
            </p:cNvPr>
            <p:cNvSpPr/>
            <p:nvPr>
              <p:custDataLst>
                <p:tags r:id="rId15"/>
              </p:custDataLst>
            </p:nvPr>
          </p:nvSpPr>
          <p:spPr bwMode="auto">
            <a:xfrm>
              <a:off x="5676388" y="3494043"/>
              <a:ext cx="810165" cy="814061"/>
            </a:xfrm>
            <a:custGeom>
              <a:gdLst>
                <a:gd name="connsiteX0" fmla="*/ 88447 w 330200"/>
                <a:gd name="connsiteY0" fmla="*/ 273050 h 331788"/>
                <a:gd name="connsiteX1" fmla="*/ 80963 w 330200"/>
                <a:gd name="connsiteY1" fmla="*/ 278423 h 331788"/>
                <a:gd name="connsiteX2" fmla="*/ 98426 w 330200"/>
                <a:gd name="connsiteY2" fmla="*/ 290513 h 331788"/>
                <a:gd name="connsiteX3" fmla="*/ 88447 w 330200"/>
                <a:gd name="connsiteY3" fmla="*/ 273050 h 331788"/>
                <a:gd name="connsiteX4" fmla="*/ 130856 w 330200"/>
                <a:gd name="connsiteY4" fmla="*/ 257175 h 331788"/>
                <a:gd name="connsiteX5" fmla="*/ 104775 w 330200"/>
                <a:gd name="connsiteY5" fmla="*/ 264898 h 331788"/>
                <a:gd name="connsiteX6" fmla="*/ 141288 w 330200"/>
                <a:gd name="connsiteY6" fmla="*/ 304800 h 331788"/>
                <a:gd name="connsiteX7" fmla="*/ 130856 w 330200"/>
                <a:gd name="connsiteY7" fmla="*/ 257175 h 331788"/>
                <a:gd name="connsiteX8" fmla="*/ 239255 w 330200"/>
                <a:gd name="connsiteY8" fmla="*/ 180975 h 331788"/>
                <a:gd name="connsiteX9" fmla="*/ 239255 w 330200"/>
                <a:gd name="connsiteY9" fmla="*/ 196465 h 331788"/>
                <a:gd name="connsiteX10" fmla="*/ 210842 w 330200"/>
                <a:gd name="connsiteY10" fmla="*/ 227443 h 331788"/>
                <a:gd name="connsiteX11" fmla="*/ 241838 w 330200"/>
                <a:gd name="connsiteY11" fmla="*/ 258422 h 331788"/>
                <a:gd name="connsiteX12" fmla="*/ 259920 w 330200"/>
                <a:gd name="connsiteY12" fmla="*/ 272620 h 331788"/>
                <a:gd name="connsiteX13" fmla="*/ 243130 w 330200"/>
                <a:gd name="connsiteY13" fmla="*/ 282947 h 331788"/>
                <a:gd name="connsiteX14" fmla="*/ 214716 w 330200"/>
                <a:gd name="connsiteY14" fmla="*/ 275202 h 331788"/>
                <a:gd name="connsiteX15" fmla="*/ 209550 w 330200"/>
                <a:gd name="connsiteY15" fmla="*/ 295854 h 331788"/>
                <a:gd name="connsiteX16" fmla="*/ 239255 w 330200"/>
                <a:gd name="connsiteY16" fmla="*/ 302308 h 331788"/>
                <a:gd name="connsiteX17" fmla="*/ 239255 w 330200"/>
                <a:gd name="connsiteY17" fmla="*/ 319088 h 331788"/>
                <a:gd name="connsiteX18" fmla="*/ 254754 w 330200"/>
                <a:gd name="connsiteY18" fmla="*/ 319088 h 331788"/>
                <a:gd name="connsiteX19" fmla="*/ 254754 w 330200"/>
                <a:gd name="connsiteY19" fmla="*/ 301017 h 331788"/>
                <a:gd name="connsiteX20" fmla="*/ 285750 w 330200"/>
                <a:gd name="connsiteY20" fmla="*/ 270039 h 331788"/>
                <a:gd name="connsiteX21" fmla="*/ 257337 w 330200"/>
                <a:gd name="connsiteY21" fmla="*/ 239060 h 331788"/>
                <a:gd name="connsiteX22" fmla="*/ 236672 w 330200"/>
                <a:gd name="connsiteY22" fmla="*/ 224862 h 331788"/>
                <a:gd name="connsiteX23" fmla="*/ 250879 w 330200"/>
                <a:gd name="connsiteY23" fmla="*/ 214535 h 331788"/>
                <a:gd name="connsiteX24" fmla="*/ 275418 w 330200"/>
                <a:gd name="connsiteY24" fmla="*/ 220989 h 331788"/>
                <a:gd name="connsiteX25" fmla="*/ 280584 w 330200"/>
                <a:gd name="connsiteY25" fmla="*/ 201628 h 331788"/>
                <a:gd name="connsiteX26" fmla="*/ 256045 w 330200"/>
                <a:gd name="connsiteY26" fmla="*/ 196465 h 331788"/>
                <a:gd name="connsiteX27" fmla="*/ 256045 w 330200"/>
                <a:gd name="connsiteY27" fmla="*/ 180975 h 331788"/>
                <a:gd name="connsiteX28" fmla="*/ 239255 w 330200"/>
                <a:gd name="connsiteY28" fmla="*/ 180975 h 331788"/>
                <a:gd name="connsiteX29" fmla="*/ 82550 w 330200"/>
                <a:gd name="connsiteY29" fmla="*/ 177800 h 331788"/>
                <a:gd name="connsiteX30" fmla="*/ 97896 w 330200"/>
                <a:gd name="connsiteY30" fmla="*/ 249238 h 331788"/>
                <a:gd name="connsiteX31" fmla="*/ 128588 w 330200"/>
                <a:gd name="connsiteY31" fmla="*/ 237548 h 331788"/>
                <a:gd name="connsiteX32" fmla="*/ 124751 w 330200"/>
                <a:gd name="connsiteY32" fmla="*/ 177800 h 331788"/>
                <a:gd name="connsiteX33" fmla="*/ 82550 w 330200"/>
                <a:gd name="connsiteY33" fmla="*/ 177800 h 331788"/>
                <a:gd name="connsiteX34" fmla="*/ 23813 w 330200"/>
                <a:gd name="connsiteY34" fmla="*/ 177800 h 331788"/>
                <a:gd name="connsiteX35" fmla="*/ 66675 w 330200"/>
                <a:gd name="connsiteY35" fmla="*/ 266700 h 331788"/>
                <a:gd name="connsiteX36" fmla="*/ 80963 w 330200"/>
                <a:gd name="connsiteY36" fmla="*/ 256393 h 331788"/>
                <a:gd name="connsiteX37" fmla="*/ 64078 w 330200"/>
                <a:gd name="connsiteY37" fmla="*/ 177800 h 331788"/>
                <a:gd name="connsiteX38" fmla="*/ 23813 w 330200"/>
                <a:gd name="connsiteY38" fmla="*/ 177800 h 331788"/>
                <a:gd name="connsiteX39" fmla="*/ 247650 w 330200"/>
                <a:gd name="connsiteY39" fmla="*/ 166687 h 331788"/>
                <a:gd name="connsiteX40" fmla="*/ 330200 w 330200"/>
                <a:gd name="connsiteY40" fmla="*/ 249237 h 331788"/>
                <a:gd name="connsiteX41" fmla="*/ 247650 w 330200"/>
                <a:gd name="connsiteY41" fmla="*/ 331787 h 331788"/>
                <a:gd name="connsiteX42" fmla="*/ 165100 w 330200"/>
                <a:gd name="connsiteY42" fmla="*/ 249237 h 331788"/>
                <a:gd name="connsiteX43" fmla="*/ 247650 w 330200"/>
                <a:gd name="connsiteY43" fmla="*/ 166687 h 331788"/>
                <a:gd name="connsiteX44" fmla="*/ 146797 w 330200"/>
                <a:gd name="connsiteY44" fmla="*/ 96837 h 331788"/>
                <a:gd name="connsiteX45" fmla="*/ 142875 w 330200"/>
                <a:gd name="connsiteY45" fmla="*/ 152400 h 331788"/>
                <a:gd name="connsiteX46" fmla="*/ 187325 w 330200"/>
                <a:gd name="connsiteY46" fmla="*/ 152400 h 331788"/>
                <a:gd name="connsiteX47" fmla="*/ 183403 w 330200"/>
                <a:gd name="connsiteY47" fmla="*/ 96837 h 331788"/>
                <a:gd name="connsiteX48" fmla="*/ 165100 w 330200"/>
                <a:gd name="connsiteY48" fmla="*/ 98129 h 331788"/>
                <a:gd name="connsiteX49" fmla="*/ 146797 w 330200"/>
                <a:gd name="connsiteY49" fmla="*/ 96837 h 331788"/>
                <a:gd name="connsiteX50" fmla="*/ 97896 w 330200"/>
                <a:gd name="connsiteY50" fmla="*/ 82550 h 331788"/>
                <a:gd name="connsiteX51" fmla="*/ 82550 w 330200"/>
                <a:gd name="connsiteY51" fmla="*/ 152400 h 331788"/>
                <a:gd name="connsiteX52" fmla="*/ 124751 w 330200"/>
                <a:gd name="connsiteY52" fmla="*/ 152400 h 331788"/>
                <a:gd name="connsiteX53" fmla="*/ 128588 w 330200"/>
                <a:gd name="connsiteY53" fmla="*/ 94191 h 331788"/>
                <a:gd name="connsiteX54" fmla="*/ 97896 w 330200"/>
                <a:gd name="connsiteY54" fmla="*/ 82550 h 331788"/>
                <a:gd name="connsiteX55" fmla="*/ 66675 w 330200"/>
                <a:gd name="connsiteY55" fmla="*/ 65087 h 331788"/>
                <a:gd name="connsiteX56" fmla="*/ 23813 w 330200"/>
                <a:gd name="connsiteY56" fmla="*/ 152400 h 331788"/>
                <a:gd name="connsiteX57" fmla="*/ 64078 w 330200"/>
                <a:gd name="connsiteY57" fmla="*/ 152400 h 331788"/>
                <a:gd name="connsiteX58" fmla="*/ 80963 w 330200"/>
                <a:gd name="connsiteY58" fmla="*/ 74075 h 331788"/>
                <a:gd name="connsiteX59" fmla="*/ 66675 w 330200"/>
                <a:gd name="connsiteY59" fmla="*/ 65087 h 331788"/>
                <a:gd name="connsiteX60" fmla="*/ 231775 w 330200"/>
                <a:gd name="connsiteY60" fmla="*/ 41275 h 331788"/>
                <a:gd name="connsiteX61" fmla="*/ 241754 w 330200"/>
                <a:gd name="connsiteY61" fmla="*/ 58738 h 331788"/>
                <a:gd name="connsiteX62" fmla="*/ 249238 w 330200"/>
                <a:gd name="connsiteY62" fmla="*/ 53748 h 331788"/>
                <a:gd name="connsiteX63" fmla="*/ 231775 w 330200"/>
                <a:gd name="connsiteY63" fmla="*/ 41275 h 331788"/>
                <a:gd name="connsiteX64" fmla="*/ 98426 w 330200"/>
                <a:gd name="connsiteY64" fmla="*/ 41275 h 331788"/>
                <a:gd name="connsiteX65" fmla="*/ 80963 w 330200"/>
                <a:gd name="connsiteY65" fmla="*/ 53748 h 331788"/>
                <a:gd name="connsiteX66" fmla="*/ 88447 w 330200"/>
                <a:gd name="connsiteY66" fmla="*/ 58738 h 331788"/>
                <a:gd name="connsiteX67" fmla="*/ 98426 w 330200"/>
                <a:gd name="connsiteY67" fmla="*/ 41275 h 331788"/>
                <a:gd name="connsiteX68" fmla="*/ 188913 w 330200"/>
                <a:gd name="connsiteY68" fmla="*/ 26987 h 331788"/>
                <a:gd name="connsiteX69" fmla="*/ 198891 w 330200"/>
                <a:gd name="connsiteY69" fmla="*/ 76200 h 331788"/>
                <a:gd name="connsiteX70" fmla="*/ 223838 w 330200"/>
                <a:gd name="connsiteY70" fmla="*/ 66889 h 331788"/>
                <a:gd name="connsiteX71" fmla="*/ 188913 w 330200"/>
                <a:gd name="connsiteY71" fmla="*/ 26987 h 331788"/>
                <a:gd name="connsiteX72" fmla="*/ 141288 w 330200"/>
                <a:gd name="connsiteY72" fmla="*/ 26987 h 331788"/>
                <a:gd name="connsiteX73" fmla="*/ 104775 w 330200"/>
                <a:gd name="connsiteY73" fmla="*/ 68219 h 331788"/>
                <a:gd name="connsiteX74" fmla="*/ 130856 w 330200"/>
                <a:gd name="connsiteY74" fmla="*/ 76200 h 331788"/>
                <a:gd name="connsiteX75" fmla="*/ 141288 w 330200"/>
                <a:gd name="connsiteY75" fmla="*/ 26987 h 331788"/>
                <a:gd name="connsiteX76" fmla="*/ 163777 w 330200"/>
                <a:gd name="connsiteY76" fmla="*/ 25400 h 331788"/>
                <a:gd name="connsiteX77" fmla="*/ 149225 w 330200"/>
                <a:gd name="connsiteY77" fmla="*/ 79671 h 331788"/>
                <a:gd name="connsiteX78" fmla="*/ 165100 w 330200"/>
                <a:gd name="connsiteY78" fmla="*/ 80963 h 331788"/>
                <a:gd name="connsiteX79" fmla="*/ 180975 w 330200"/>
                <a:gd name="connsiteY79" fmla="*/ 79671 h 331788"/>
                <a:gd name="connsiteX80" fmla="*/ 166423 w 330200"/>
                <a:gd name="connsiteY80" fmla="*/ 25400 h 331788"/>
                <a:gd name="connsiteX81" fmla="*/ 165100 w 330200"/>
                <a:gd name="connsiteY81" fmla="*/ 25400 h 331788"/>
                <a:gd name="connsiteX82" fmla="*/ 163777 w 330200"/>
                <a:gd name="connsiteY82" fmla="*/ 25400 h 331788"/>
                <a:gd name="connsiteX83" fmla="*/ 165100 w 330200"/>
                <a:gd name="connsiteY83" fmla="*/ 0 h 331788"/>
                <a:gd name="connsiteX84" fmla="*/ 330200 w 330200"/>
                <a:gd name="connsiteY84" fmla="*/ 165894 h 331788"/>
                <a:gd name="connsiteX85" fmla="*/ 328910 w 330200"/>
                <a:gd name="connsiteY85" fmla="*/ 184039 h 331788"/>
                <a:gd name="connsiteX86" fmla="*/ 290215 w 330200"/>
                <a:gd name="connsiteY86" fmla="*/ 152933 h 331788"/>
                <a:gd name="connsiteX87" fmla="*/ 305693 w 330200"/>
                <a:gd name="connsiteY87" fmla="*/ 152933 h 331788"/>
                <a:gd name="connsiteX88" fmla="*/ 263128 w 330200"/>
                <a:gd name="connsiteY88" fmla="*/ 64802 h 331788"/>
                <a:gd name="connsiteX89" fmla="*/ 248940 w 330200"/>
                <a:gd name="connsiteY89" fmla="*/ 73874 h 331788"/>
                <a:gd name="connsiteX90" fmla="*/ 264418 w 330200"/>
                <a:gd name="connsiteY90" fmla="*/ 146453 h 331788"/>
                <a:gd name="connsiteX91" fmla="*/ 247650 w 330200"/>
                <a:gd name="connsiteY91" fmla="*/ 143861 h 331788"/>
                <a:gd name="connsiteX92" fmla="*/ 246360 w 330200"/>
                <a:gd name="connsiteY92" fmla="*/ 143861 h 331788"/>
                <a:gd name="connsiteX93" fmla="*/ 232172 w 330200"/>
                <a:gd name="connsiteY93" fmla="*/ 82947 h 331788"/>
                <a:gd name="connsiteX94" fmla="*/ 201215 w 330200"/>
                <a:gd name="connsiteY94" fmla="*/ 94611 h 331788"/>
                <a:gd name="connsiteX95" fmla="*/ 205085 w 330200"/>
                <a:gd name="connsiteY95" fmla="*/ 152933 h 331788"/>
                <a:gd name="connsiteX96" fmla="*/ 170259 w 330200"/>
                <a:gd name="connsiteY96" fmla="*/ 177558 h 331788"/>
                <a:gd name="connsiteX97" fmla="*/ 143173 w 330200"/>
                <a:gd name="connsiteY97" fmla="*/ 177558 h 331788"/>
                <a:gd name="connsiteX98" fmla="*/ 145752 w 330200"/>
                <a:gd name="connsiteY98" fmla="*/ 222920 h 331788"/>
                <a:gd name="connsiteX99" fmla="*/ 141883 w 330200"/>
                <a:gd name="connsiteY99" fmla="*/ 248841 h 331788"/>
                <a:gd name="connsiteX100" fmla="*/ 180578 w 330200"/>
                <a:gd name="connsiteY100" fmla="*/ 330492 h 331788"/>
                <a:gd name="connsiteX101" fmla="*/ 165100 w 330200"/>
                <a:gd name="connsiteY101" fmla="*/ 331788 h 331788"/>
                <a:gd name="connsiteX102" fmla="*/ 0 w 330200"/>
                <a:gd name="connsiteY102" fmla="*/ 165894 h 331788"/>
                <a:gd name="connsiteX103" fmla="*/ 165100 w 330200"/>
                <a:gd name="connsiteY103" fmla="*/ 0 h 331788"/>
              </a:gd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Lst>
              <a:rect l="l" t="t" r="r" b="b"/>
              <a:pathLst>
                <a:path w="330200" h="331788">
                  <a:moveTo>
                    <a:pt x="88447" y="273050"/>
                  </a:moveTo>
                  <a:cubicBezTo>
                    <a:pt x="85952" y="275737"/>
                    <a:pt x="83458" y="277080"/>
                    <a:pt x="80963" y="278423"/>
                  </a:cubicBezTo>
                  <a:cubicBezTo>
                    <a:pt x="87200" y="283797"/>
                    <a:pt x="92189" y="287827"/>
                    <a:pt x="98426" y="290513"/>
                  </a:cubicBezTo>
                  <a:cubicBezTo>
                    <a:pt x="94684" y="285140"/>
                    <a:pt x="92189" y="279767"/>
                    <a:pt x="88447" y="273050"/>
                  </a:cubicBezTo>
                  <a:close/>
                  <a:moveTo>
                    <a:pt x="130856" y="257175"/>
                  </a:moveTo>
                  <a:cubicBezTo>
                    <a:pt x="121727" y="258462"/>
                    <a:pt x="112599" y="262324"/>
                    <a:pt x="104775" y="264898"/>
                  </a:cubicBezTo>
                  <a:cubicBezTo>
                    <a:pt x="115207" y="282918"/>
                    <a:pt x="126943" y="297077"/>
                    <a:pt x="141288" y="304800"/>
                  </a:cubicBezTo>
                  <a:cubicBezTo>
                    <a:pt x="136072" y="290641"/>
                    <a:pt x="133464" y="273908"/>
                    <a:pt x="130856" y="257175"/>
                  </a:cubicBezTo>
                  <a:close/>
                  <a:moveTo>
                    <a:pt x="239255" y="180975"/>
                  </a:moveTo>
                  <a:cubicBezTo>
                    <a:pt x="239255" y="180975"/>
                    <a:pt x="239255" y="180975"/>
                    <a:pt x="239255" y="196465"/>
                  </a:cubicBezTo>
                  <a:cubicBezTo>
                    <a:pt x="221174" y="200337"/>
                    <a:pt x="210842" y="211954"/>
                    <a:pt x="210842" y="227443"/>
                  </a:cubicBezTo>
                  <a:cubicBezTo>
                    <a:pt x="210842" y="242932"/>
                    <a:pt x="223757" y="251968"/>
                    <a:pt x="241838" y="258422"/>
                  </a:cubicBezTo>
                  <a:cubicBezTo>
                    <a:pt x="253462" y="262294"/>
                    <a:pt x="259920" y="266166"/>
                    <a:pt x="259920" y="272620"/>
                  </a:cubicBezTo>
                  <a:cubicBezTo>
                    <a:pt x="259920" y="279074"/>
                    <a:pt x="252170" y="282947"/>
                    <a:pt x="243130" y="282947"/>
                  </a:cubicBezTo>
                  <a:cubicBezTo>
                    <a:pt x="232798" y="282947"/>
                    <a:pt x="222465" y="279074"/>
                    <a:pt x="214716" y="275202"/>
                  </a:cubicBezTo>
                  <a:cubicBezTo>
                    <a:pt x="214716" y="275202"/>
                    <a:pt x="214716" y="275202"/>
                    <a:pt x="209550" y="295854"/>
                  </a:cubicBezTo>
                  <a:cubicBezTo>
                    <a:pt x="216008" y="299727"/>
                    <a:pt x="227631" y="302308"/>
                    <a:pt x="239255" y="302308"/>
                  </a:cubicBezTo>
                  <a:cubicBezTo>
                    <a:pt x="239255" y="302308"/>
                    <a:pt x="239255" y="302308"/>
                    <a:pt x="239255" y="319088"/>
                  </a:cubicBezTo>
                  <a:cubicBezTo>
                    <a:pt x="239255" y="319088"/>
                    <a:pt x="239255" y="319088"/>
                    <a:pt x="254754" y="319088"/>
                  </a:cubicBezTo>
                  <a:cubicBezTo>
                    <a:pt x="254754" y="319088"/>
                    <a:pt x="254754" y="319088"/>
                    <a:pt x="254754" y="301017"/>
                  </a:cubicBezTo>
                  <a:cubicBezTo>
                    <a:pt x="274126" y="298436"/>
                    <a:pt x="285750" y="285528"/>
                    <a:pt x="285750" y="270039"/>
                  </a:cubicBezTo>
                  <a:cubicBezTo>
                    <a:pt x="285750" y="254549"/>
                    <a:pt x="276709" y="245514"/>
                    <a:pt x="257337" y="239060"/>
                  </a:cubicBezTo>
                  <a:cubicBezTo>
                    <a:pt x="243130" y="233897"/>
                    <a:pt x="236672" y="230025"/>
                    <a:pt x="236672" y="224862"/>
                  </a:cubicBezTo>
                  <a:cubicBezTo>
                    <a:pt x="236672" y="219699"/>
                    <a:pt x="240547" y="214535"/>
                    <a:pt x="250879" y="214535"/>
                  </a:cubicBezTo>
                  <a:cubicBezTo>
                    <a:pt x="263794" y="214535"/>
                    <a:pt x="271543" y="218408"/>
                    <a:pt x="275418" y="220989"/>
                  </a:cubicBezTo>
                  <a:cubicBezTo>
                    <a:pt x="275418" y="220989"/>
                    <a:pt x="275418" y="220989"/>
                    <a:pt x="280584" y="201628"/>
                  </a:cubicBezTo>
                  <a:cubicBezTo>
                    <a:pt x="275418" y="199046"/>
                    <a:pt x="267669" y="196465"/>
                    <a:pt x="256045" y="196465"/>
                  </a:cubicBezTo>
                  <a:cubicBezTo>
                    <a:pt x="256045" y="196465"/>
                    <a:pt x="256045" y="196465"/>
                    <a:pt x="256045" y="180975"/>
                  </a:cubicBezTo>
                  <a:cubicBezTo>
                    <a:pt x="256045" y="180975"/>
                    <a:pt x="256045" y="180975"/>
                    <a:pt x="239255" y="180975"/>
                  </a:cubicBezTo>
                  <a:close/>
                  <a:moveTo>
                    <a:pt x="82550" y="177800"/>
                  </a:moveTo>
                  <a:cubicBezTo>
                    <a:pt x="83829" y="203778"/>
                    <a:pt x="88944" y="228456"/>
                    <a:pt x="97896" y="249238"/>
                  </a:cubicBezTo>
                  <a:cubicBezTo>
                    <a:pt x="108127" y="244043"/>
                    <a:pt x="118357" y="240146"/>
                    <a:pt x="128588" y="237548"/>
                  </a:cubicBezTo>
                  <a:cubicBezTo>
                    <a:pt x="126030" y="214169"/>
                    <a:pt x="126030" y="192088"/>
                    <a:pt x="124751" y="177800"/>
                  </a:cubicBezTo>
                  <a:cubicBezTo>
                    <a:pt x="124751" y="177800"/>
                    <a:pt x="124751" y="177800"/>
                    <a:pt x="82550" y="177800"/>
                  </a:cubicBezTo>
                  <a:close/>
                  <a:moveTo>
                    <a:pt x="23813" y="177800"/>
                  </a:moveTo>
                  <a:cubicBezTo>
                    <a:pt x="27709" y="212587"/>
                    <a:pt x="43296" y="243509"/>
                    <a:pt x="66675" y="266700"/>
                  </a:cubicBezTo>
                  <a:cubicBezTo>
                    <a:pt x="71871" y="262835"/>
                    <a:pt x="75767" y="260258"/>
                    <a:pt x="80963" y="256393"/>
                  </a:cubicBezTo>
                  <a:cubicBezTo>
                    <a:pt x="71871" y="234490"/>
                    <a:pt x="65377" y="207434"/>
                    <a:pt x="64078" y="177800"/>
                  </a:cubicBezTo>
                  <a:cubicBezTo>
                    <a:pt x="64078" y="177800"/>
                    <a:pt x="64078" y="177800"/>
                    <a:pt x="23813" y="177800"/>
                  </a:cubicBezTo>
                  <a:close/>
                  <a:moveTo>
                    <a:pt x="247650" y="166687"/>
                  </a:moveTo>
                  <a:cubicBezTo>
                    <a:pt x="293241" y="166687"/>
                    <a:pt x="330200" y="203646"/>
                    <a:pt x="330200" y="249237"/>
                  </a:cubicBezTo>
                  <a:cubicBezTo>
                    <a:pt x="330200" y="294828"/>
                    <a:pt x="293241" y="331787"/>
                    <a:pt x="247650" y="331787"/>
                  </a:cubicBezTo>
                  <a:cubicBezTo>
                    <a:pt x="202059" y="331787"/>
                    <a:pt x="165100" y="294828"/>
                    <a:pt x="165100" y="249237"/>
                  </a:cubicBezTo>
                  <a:cubicBezTo>
                    <a:pt x="165100" y="203646"/>
                    <a:pt x="202059" y="166687"/>
                    <a:pt x="247650" y="166687"/>
                  </a:cubicBezTo>
                  <a:close/>
                  <a:moveTo>
                    <a:pt x="146797" y="96837"/>
                  </a:moveTo>
                  <a:cubicBezTo>
                    <a:pt x="145490" y="113635"/>
                    <a:pt x="144182" y="131725"/>
                    <a:pt x="142875" y="152400"/>
                  </a:cubicBezTo>
                  <a:cubicBezTo>
                    <a:pt x="142875" y="152400"/>
                    <a:pt x="142875" y="152400"/>
                    <a:pt x="187325" y="152400"/>
                  </a:cubicBezTo>
                  <a:cubicBezTo>
                    <a:pt x="186018" y="131725"/>
                    <a:pt x="184710" y="113635"/>
                    <a:pt x="183403" y="96837"/>
                  </a:cubicBezTo>
                  <a:cubicBezTo>
                    <a:pt x="176866" y="96837"/>
                    <a:pt x="171637" y="98129"/>
                    <a:pt x="165100" y="98129"/>
                  </a:cubicBezTo>
                  <a:cubicBezTo>
                    <a:pt x="158563" y="98129"/>
                    <a:pt x="153334" y="96837"/>
                    <a:pt x="146797" y="96837"/>
                  </a:cubicBezTo>
                  <a:close/>
                  <a:moveTo>
                    <a:pt x="97896" y="82550"/>
                  </a:moveTo>
                  <a:cubicBezTo>
                    <a:pt x="88944" y="103246"/>
                    <a:pt x="83829" y="127823"/>
                    <a:pt x="82550" y="152400"/>
                  </a:cubicBezTo>
                  <a:cubicBezTo>
                    <a:pt x="82550" y="152400"/>
                    <a:pt x="82550" y="152400"/>
                    <a:pt x="124751" y="152400"/>
                  </a:cubicBezTo>
                  <a:cubicBezTo>
                    <a:pt x="126030" y="139465"/>
                    <a:pt x="126030" y="117475"/>
                    <a:pt x="128588" y="94191"/>
                  </a:cubicBezTo>
                  <a:cubicBezTo>
                    <a:pt x="118357" y="91604"/>
                    <a:pt x="108127" y="87724"/>
                    <a:pt x="97896" y="82550"/>
                  </a:cubicBezTo>
                  <a:close/>
                  <a:moveTo>
                    <a:pt x="66675" y="65087"/>
                  </a:moveTo>
                  <a:cubicBezTo>
                    <a:pt x="43296" y="88199"/>
                    <a:pt x="27709" y="119015"/>
                    <a:pt x="23813" y="152400"/>
                  </a:cubicBezTo>
                  <a:cubicBezTo>
                    <a:pt x="23813" y="152400"/>
                    <a:pt x="23813" y="152400"/>
                    <a:pt x="64078" y="152400"/>
                  </a:cubicBezTo>
                  <a:cubicBezTo>
                    <a:pt x="65377" y="124151"/>
                    <a:pt x="71871" y="97187"/>
                    <a:pt x="80963" y="74075"/>
                  </a:cubicBezTo>
                  <a:cubicBezTo>
                    <a:pt x="75767" y="71507"/>
                    <a:pt x="71871" y="68939"/>
                    <a:pt x="66675" y="65087"/>
                  </a:cubicBezTo>
                  <a:close/>
                  <a:moveTo>
                    <a:pt x="231775" y="41275"/>
                  </a:moveTo>
                  <a:cubicBezTo>
                    <a:pt x="235517" y="47512"/>
                    <a:pt x="238012" y="52501"/>
                    <a:pt x="241754" y="58738"/>
                  </a:cubicBezTo>
                  <a:cubicBezTo>
                    <a:pt x="244249" y="56243"/>
                    <a:pt x="246743" y="54996"/>
                    <a:pt x="249238" y="53748"/>
                  </a:cubicBezTo>
                  <a:cubicBezTo>
                    <a:pt x="243001" y="48759"/>
                    <a:pt x="238012" y="45017"/>
                    <a:pt x="231775" y="41275"/>
                  </a:cubicBezTo>
                  <a:close/>
                  <a:moveTo>
                    <a:pt x="98426" y="41275"/>
                  </a:moveTo>
                  <a:cubicBezTo>
                    <a:pt x="92189" y="45017"/>
                    <a:pt x="87200" y="48759"/>
                    <a:pt x="80963" y="53748"/>
                  </a:cubicBezTo>
                  <a:cubicBezTo>
                    <a:pt x="83458" y="54996"/>
                    <a:pt x="85952" y="56243"/>
                    <a:pt x="88447" y="58738"/>
                  </a:cubicBezTo>
                  <a:cubicBezTo>
                    <a:pt x="92189" y="52501"/>
                    <a:pt x="94684" y="47512"/>
                    <a:pt x="98426" y="41275"/>
                  </a:cubicBezTo>
                  <a:close/>
                  <a:moveTo>
                    <a:pt x="188913" y="26987"/>
                  </a:moveTo>
                  <a:cubicBezTo>
                    <a:pt x="193902" y="40288"/>
                    <a:pt x="196397" y="58909"/>
                    <a:pt x="198891" y="76200"/>
                  </a:cubicBezTo>
                  <a:cubicBezTo>
                    <a:pt x="207623" y="74870"/>
                    <a:pt x="216354" y="70879"/>
                    <a:pt x="223838" y="66889"/>
                  </a:cubicBezTo>
                  <a:cubicBezTo>
                    <a:pt x="215107" y="48268"/>
                    <a:pt x="202633" y="34967"/>
                    <a:pt x="188913" y="26987"/>
                  </a:cubicBezTo>
                  <a:close/>
                  <a:moveTo>
                    <a:pt x="141288" y="26987"/>
                  </a:moveTo>
                  <a:cubicBezTo>
                    <a:pt x="126943" y="34967"/>
                    <a:pt x="115207" y="49598"/>
                    <a:pt x="104775" y="68219"/>
                  </a:cubicBezTo>
                  <a:cubicBezTo>
                    <a:pt x="112599" y="70879"/>
                    <a:pt x="121727" y="74870"/>
                    <a:pt x="130856" y="76200"/>
                  </a:cubicBezTo>
                  <a:cubicBezTo>
                    <a:pt x="133464" y="58909"/>
                    <a:pt x="136072" y="40288"/>
                    <a:pt x="141288" y="26987"/>
                  </a:cubicBezTo>
                  <a:close/>
                  <a:moveTo>
                    <a:pt x="163777" y="25400"/>
                  </a:moveTo>
                  <a:cubicBezTo>
                    <a:pt x="158485" y="33153"/>
                    <a:pt x="153194" y="51243"/>
                    <a:pt x="149225" y="79671"/>
                  </a:cubicBezTo>
                  <a:cubicBezTo>
                    <a:pt x="154517" y="79671"/>
                    <a:pt x="159808" y="80963"/>
                    <a:pt x="165100" y="80963"/>
                  </a:cubicBezTo>
                  <a:cubicBezTo>
                    <a:pt x="170392" y="80963"/>
                    <a:pt x="175683" y="79671"/>
                    <a:pt x="180975" y="79671"/>
                  </a:cubicBezTo>
                  <a:cubicBezTo>
                    <a:pt x="177006" y="51243"/>
                    <a:pt x="171714" y="33153"/>
                    <a:pt x="166423" y="25400"/>
                  </a:cubicBezTo>
                  <a:cubicBezTo>
                    <a:pt x="166423" y="25400"/>
                    <a:pt x="165100" y="25400"/>
                    <a:pt x="165100" y="25400"/>
                  </a:cubicBezTo>
                  <a:cubicBezTo>
                    <a:pt x="165100" y="25400"/>
                    <a:pt x="163777" y="25400"/>
                    <a:pt x="163777" y="25400"/>
                  </a:cubicBezTo>
                  <a:close/>
                  <a:moveTo>
                    <a:pt x="165100" y="0"/>
                  </a:moveTo>
                  <a:cubicBezTo>
                    <a:pt x="256679" y="0"/>
                    <a:pt x="330200" y="73874"/>
                    <a:pt x="330200" y="165894"/>
                  </a:cubicBezTo>
                  <a:cubicBezTo>
                    <a:pt x="330200" y="172374"/>
                    <a:pt x="330200" y="177558"/>
                    <a:pt x="328910" y="184039"/>
                  </a:cubicBezTo>
                  <a:cubicBezTo>
                    <a:pt x="318592" y="171078"/>
                    <a:pt x="305693" y="160710"/>
                    <a:pt x="290215" y="152933"/>
                  </a:cubicBezTo>
                  <a:cubicBezTo>
                    <a:pt x="290215" y="152933"/>
                    <a:pt x="290215" y="152933"/>
                    <a:pt x="305693" y="152933"/>
                  </a:cubicBezTo>
                  <a:cubicBezTo>
                    <a:pt x="301824" y="119236"/>
                    <a:pt x="286345" y="88131"/>
                    <a:pt x="263128" y="64802"/>
                  </a:cubicBezTo>
                  <a:cubicBezTo>
                    <a:pt x="257969" y="68690"/>
                    <a:pt x="254099" y="71282"/>
                    <a:pt x="248940" y="73874"/>
                  </a:cubicBezTo>
                  <a:cubicBezTo>
                    <a:pt x="257969" y="94611"/>
                    <a:pt x="263128" y="119236"/>
                    <a:pt x="264418" y="146453"/>
                  </a:cubicBezTo>
                  <a:cubicBezTo>
                    <a:pt x="259259" y="145157"/>
                    <a:pt x="252810" y="143861"/>
                    <a:pt x="247650" y="143861"/>
                  </a:cubicBezTo>
                  <a:cubicBezTo>
                    <a:pt x="246360" y="143861"/>
                    <a:pt x="246360" y="143861"/>
                    <a:pt x="246360" y="143861"/>
                  </a:cubicBezTo>
                  <a:cubicBezTo>
                    <a:pt x="245070" y="121828"/>
                    <a:pt x="239911" y="101091"/>
                    <a:pt x="232172" y="82947"/>
                  </a:cubicBezTo>
                  <a:cubicBezTo>
                    <a:pt x="223143" y="88131"/>
                    <a:pt x="211535" y="92019"/>
                    <a:pt x="201215" y="94611"/>
                  </a:cubicBezTo>
                  <a:cubicBezTo>
                    <a:pt x="203795" y="116644"/>
                    <a:pt x="203795" y="139973"/>
                    <a:pt x="205085" y="152933"/>
                  </a:cubicBezTo>
                  <a:cubicBezTo>
                    <a:pt x="192187" y="159414"/>
                    <a:pt x="180578" y="167190"/>
                    <a:pt x="170259" y="177558"/>
                  </a:cubicBezTo>
                  <a:cubicBezTo>
                    <a:pt x="170259" y="177558"/>
                    <a:pt x="170259" y="177558"/>
                    <a:pt x="143173" y="177558"/>
                  </a:cubicBezTo>
                  <a:cubicBezTo>
                    <a:pt x="144462" y="194407"/>
                    <a:pt x="144462" y="209960"/>
                    <a:pt x="145752" y="222920"/>
                  </a:cubicBezTo>
                  <a:cubicBezTo>
                    <a:pt x="143173" y="231993"/>
                    <a:pt x="141883" y="239769"/>
                    <a:pt x="141883" y="248841"/>
                  </a:cubicBezTo>
                  <a:cubicBezTo>
                    <a:pt x="141883" y="282538"/>
                    <a:pt x="157361" y="311051"/>
                    <a:pt x="180578" y="330492"/>
                  </a:cubicBezTo>
                  <a:cubicBezTo>
                    <a:pt x="175419" y="331788"/>
                    <a:pt x="170259" y="331788"/>
                    <a:pt x="165100" y="331788"/>
                  </a:cubicBezTo>
                  <a:cubicBezTo>
                    <a:pt x="73521" y="331788"/>
                    <a:pt x="0" y="257914"/>
                    <a:pt x="0" y="165894"/>
                  </a:cubicBezTo>
                  <a:cubicBezTo>
                    <a:pt x="0" y="73874"/>
                    <a:pt x="73521" y="0"/>
                    <a:pt x="165100" y="0"/>
                  </a:cubicBezTo>
                  <a:close/>
                </a:path>
              </a:pathLst>
            </a:custGeom>
            <a:solidFill>
              <a:schemeClr val="bg1"/>
            </a:solidFill>
            <a:ln w="9525">
              <a:noFill/>
              <a:round/>
            </a:ln>
          </p:spPr>
          <p:txBody>
            <a:bodyPr anchor="ctr"/>
            <a:lstStyle/>
            <a:p>
              <a:pPr algn="ctr"/>
              <a:endParaRPr>
                <a:cs typeface="+mn-ea"/>
                <a:sym typeface="+mn-lt"/>
              </a:endParaRPr>
            </a:p>
          </p:txBody>
        </p:sp>
      </p:grpSp>
      <p:grpSp>
        <p:nvGrpSpPr>
          <p:cNvPr id="23" name="组合 22">
            <a:extLst>
              <a:ext uri="{FF2B5EF4-FFF2-40B4-BE49-F238E27FC236}">
                <a16:creationId xmlns:a16="http://schemas.microsoft.com/office/drawing/2014/main" id="{93380A03-CB53-47E3-8296-73E8397B2843}"/>
              </a:ext>
            </a:extLst>
          </p:cNvPr>
          <p:cNvGrpSpPr/>
          <p:nvPr/>
        </p:nvGrpSpPr>
        <p:grpSpPr>
          <a:xfrm>
            <a:off x="449252" y="2186484"/>
            <a:ext cx="3710118" cy="1323835"/>
            <a:chOff x="660044" y="2047588"/>
            <a:chExt cx="3710118" cy="1323835"/>
          </a:xfrm>
        </p:grpSpPr>
        <p:sp>
          <p:nvSpPr>
            <p:cNvPr id="24" name="文本框 23">
              <a:extLst>
                <a:ext uri="{FF2B5EF4-FFF2-40B4-BE49-F238E27FC236}">
                  <a16:creationId xmlns:a16="http://schemas.microsoft.com/office/drawing/2014/main" id="{DC79BA4F-EE8C-45FB-B233-CA0C8F1CC2A7}"/>
                </a:ext>
              </a:extLst>
            </p:cNvPr>
            <p:cNvSpPr txBox="1"/>
            <p:nvPr/>
          </p:nvSpPr>
          <p:spPr>
            <a:xfrm>
              <a:off x="660044" y="2392694"/>
              <a:ext cx="3710118" cy="978729"/>
            </a:xfrm>
            <a:prstGeom prst="rect">
              <a:avLst/>
            </a:prstGeom>
            <a:noFill/>
          </p:spPr>
          <p:txBody>
            <a:bodyPr wrap="square" rtlCol="0">
              <a:spAutoFit/>
            </a:bodyPr>
            <a:lstStyle/>
            <a:p>
              <a:pPr algn="r">
                <a:lnSpc>
                  <a:spcPct val="120000"/>
                </a:lnSpc>
              </a:pPr>
              <a:r>
                <a:rPr lang="zh-CN" altLang="en-US" sz="1600">
                  <a:solidFill>
                    <a:schemeClr val="tx1">
                      <a:lumMod val="85000"/>
                      <a:lumOff val="15000"/>
                    </a:schemeClr>
                  </a:solidFill>
                  <a:latin typeface="思源黑体旧字形 Normal" panose="020b0400000000000000" pitchFamily="34" charset="-128"/>
                  <a:ea typeface="思源黑体旧字形 Normal" panose="020b0400000000000000" pitchFamily="34" charset="-128"/>
                </a:rPr>
                <a:t>您的内容打在这里，或者通过复制您的文本后，在此框中选择粘贴，并选择只保留文字。</a:t>
              </a:r>
            </a:p>
          </p:txBody>
        </p:sp>
        <p:sp>
          <p:nvSpPr>
            <p:cNvPr id="25" name="文本框 24">
              <a:extLst>
                <a:ext uri="{FF2B5EF4-FFF2-40B4-BE49-F238E27FC236}">
                  <a16:creationId xmlns:a16="http://schemas.microsoft.com/office/drawing/2014/main" id="{7ABD3ED7-034B-48D6-B34D-F464C171A08B}"/>
                </a:ext>
              </a:extLst>
            </p:cNvPr>
            <p:cNvSpPr txBox="1"/>
            <p:nvPr/>
          </p:nvSpPr>
          <p:spPr>
            <a:xfrm>
              <a:off x="1826232" y="2047588"/>
              <a:ext cx="2443123" cy="400110"/>
            </a:xfrm>
            <a:prstGeom prst="rect">
              <a:avLst/>
            </a:prstGeom>
            <a:noFill/>
          </p:spPr>
          <p:txBody>
            <a:bodyPr wrap="square" rtlCol="0">
              <a:spAutoFit/>
            </a:bodyPr>
            <a:lstStyle/>
            <a:p>
              <a:pPr algn="r"/>
              <a:r>
                <a:rPr lang="zh-CN" altLang="en-US" sz="2000" b="1">
                  <a:solidFill>
                    <a:schemeClr val="tx1">
                      <a:lumMod val="75000"/>
                      <a:lumOff val="25000"/>
                    </a:schemeClr>
                  </a:solidFill>
                  <a:latin typeface="思源黑体旧字形 Normal" panose="020b0400000000000000" pitchFamily="34" charset="-128"/>
                  <a:ea typeface="思源黑体旧字形 Normal" panose="020b0400000000000000" pitchFamily="34" charset="-128"/>
                </a:rPr>
                <a:t>具体工作目标之一</a:t>
              </a:r>
            </a:p>
          </p:txBody>
        </p:sp>
      </p:grpSp>
      <p:grpSp>
        <p:nvGrpSpPr>
          <p:cNvPr id="26" name="组合 25">
            <a:extLst>
              <a:ext uri="{FF2B5EF4-FFF2-40B4-BE49-F238E27FC236}">
                <a16:creationId xmlns:a16="http://schemas.microsoft.com/office/drawing/2014/main" id="{463864C5-5512-44D7-A6EB-02566CF9EFEC}"/>
              </a:ext>
            </a:extLst>
          </p:cNvPr>
          <p:cNvGrpSpPr/>
          <p:nvPr/>
        </p:nvGrpSpPr>
        <p:grpSpPr>
          <a:xfrm>
            <a:off x="7992792" y="2186484"/>
            <a:ext cx="3710118" cy="1304036"/>
            <a:chOff x="7821840" y="1977313"/>
            <a:chExt cx="3710118" cy="1304036"/>
          </a:xfrm>
        </p:grpSpPr>
        <p:sp>
          <p:nvSpPr>
            <p:cNvPr id="27" name="文本框 26">
              <a:extLst>
                <a:ext uri="{FF2B5EF4-FFF2-40B4-BE49-F238E27FC236}">
                  <a16:creationId xmlns:a16="http://schemas.microsoft.com/office/drawing/2014/main" id="{187DC00C-BB71-42B7-BD4D-830E51A492FE}"/>
                </a:ext>
              </a:extLst>
            </p:cNvPr>
            <p:cNvSpPr txBox="1"/>
            <p:nvPr/>
          </p:nvSpPr>
          <p:spPr>
            <a:xfrm>
              <a:off x="7821840" y="2302620"/>
              <a:ext cx="3710118" cy="978729"/>
            </a:xfrm>
            <a:prstGeom prst="rect">
              <a:avLst/>
            </a:prstGeom>
            <a:noFill/>
          </p:spPr>
          <p:txBody>
            <a:bodyPr wrap="square" rtlCol="0">
              <a:spAutoFit/>
            </a:bodyPr>
            <a:lstStyle/>
            <a:p>
              <a:pPr>
                <a:lnSpc>
                  <a:spcPct val="120000"/>
                </a:lnSpc>
              </a:pPr>
              <a:r>
                <a:rPr lang="zh-CN" altLang="en-US" sz="1600">
                  <a:solidFill>
                    <a:schemeClr val="tx1">
                      <a:lumMod val="85000"/>
                      <a:lumOff val="15000"/>
                    </a:schemeClr>
                  </a:solidFill>
                  <a:latin typeface="思源黑体旧字形 Normal" panose="020b0400000000000000" pitchFamily="34" charset="-128"/>
                  <a:ea typeface="思源黑体旧字形 Normal" panose="020b0400000000000000" pitchFamily="34" charset="-128"/>
                </a:rPr>
                <a:t>您的内容打在这里，或者通过复制您的文本后，在此框中选择粘贴，并选择只保留文字。</a:t>
              </a:r>
            </a:p>
          </p:txBody>
        </p:sp>
        <p:sp>
          <p:nvSpPr>
            <p:cNvPr id="28" name="文本框 27">
              <a:extLst>
                <a:ext uri="{FF2B5EF4-FFF2-40B4-BE49-F238E27FC236}">
                  <a16:creationId xmlns:a16="http://schemas.microsoft.com/office/drawing/2014/main" id="{4CE3EFC0-C469-495A-BB04-5F26E206DC3F}"/>
                </a:ext>
              </a:extLst>
            </p:cNvPr>
            <p:cNvSpPr txBox="1"/>
            <p:nvPr/>
          </p:nvSpPr>
          <p:spPr>
            <a:xfrm>
              <a:off x="7821840" y="1977313"/>
              <a:ext cx="2726008" cy="400110"/>
            </a:xfrm>
            <a:prstGeom prst="rect">
              <a:avLst/>
            </a:prstGeom>
            <a:noFill/>
          </p:spPr>
          <p:txBody>
            <a:bodyPr wrap="square" rtlCol="0">
              <a:spAutoFit/>
            </a:bodyPr>
            <a:lstStyle/>
            <a:p>
              <a:r>
                <a:rPr lang="zh-CN" altLang="en-US" sz="2000" b="1">
                  <a:solidFill>
                    <a:schemeClr val="tx1">
                      <a:lumMod val="75000"/>
                      <a:lumOff val="25000"/>
                    </a:schemeClr>
                  </a:solidFill>
                  <a:latin typeface="思源黑体旧字形 Normal" panose="020b0400000000000000" pitchFamily="34" charset="-128"/>
                  <a:ea typeface="思源黑体旧字形 Normal" panose="020b0400000000000000" pitchFamily="34" charset="-128"/>
                </a:rPr>
                <a:t>具体工作目标之二</a:t>
              </a:r>
            </a:p>
          </p:txBody>
        </p:sp>
      </p:grpSp>
      <p:grpSp>
        <p:nvGrpSpPr>
          <p:cNvPr id="29" name="组合 28">
            <a:extLst>
              <a:ext uri="{FF2B5EF4-FFF2-40B4-BE49-F238E27FC236}">
                <a16:creationId xmlns:a16="http://schemas.microsoft.com/office/drawing/2014/main" id="{ECAD3348-B707-4FB9-851A-88D806371642}"/>
              </a:ext>
            </a:extLst>
          </p:cNvPr>
          <p:cNvGrpSpPr/>
          <p:nvPr/>
        </p:nvGrpSpPr>
        <p:grpSpPr>
          <a:xfrm>
            <a:off x="558519" y="4776824"/>
            <a:ext cx="3710118" cy="1323835"/>
            <a:chOff x="660044" y="2047588"/>
            <a:chExt cx="3710118" cy="1323835"/>
          </a:xfrm>
        </p:grpSpPr>
        <p:sp>
          <p:nvSpPr>
            <p:cNvPr id="30" name="文本框 29">
              <a:extLst>
                <a:ext uri="{FF2B5EF4-FFF2-40B4-BE49-F238E27FC236}">
                  <a16:creationId xmlns:a16="http://schemas.microsoft.com/office/drawing/2014/main" id="{AB6BF5D8-42BB-4483-91A7-2CAE6B5AF5B6}"/>
                </a:ext>
              </a:extLst>
            </p:cNvPr>
            <p:cNvSpPr txBox="1"/>
            <p:nvPr/>
          </p:nvSpPr>
          <p:spPr>
            <a:xfrm>
              <a:off x="660044" y="2392694"/>
              <a:ext cx="3710118" cy="978729"/>
            </a:xfrm>
            <a:prstGeom prst="rect">
              <a:avLst/>
            </a:prstGeom>
            <a:noFill/>
          </p:spPr>
          <p:txBody>
            <a:bodyPr wrap="square" rtlCol="0">
              <a:spAutoFit/>
            </a:bodyPr>
            <a:lstStyle/>
            <a:p>
              <a:pPr algn="r">
                <a:lnSpc>
                  <a:spcPct val="120000"/>
                </a:lnSpc>
              </a:pPr>
              <a:r>
                <a:rPr lang="zh-CN" altLang="en-US" sz="1600">
                  <a:solidFill>
                    <a:schemeClr val="tx1">
                      <a:lumMod val="85000"/>
                      <a:lumOff val="15000"/>
                    </a:schemeClr>
                  </a:solidFill>
                  <a:latin typeface="思源黑体旧字形 Normal" panose="020b0400000000000000" pitchFamily="34" charset="-128"/>
                  <a:ea typeface="思源黑体旧字形 Normal" panose="020b0400000000000000" pitchFamily="34" charset="-128"/>
                </a:rPr>
                <a:t>您的内容打在这里，或者通过复制您的文本后，在此框中选择粘贴，并选择只保留文字。</a:t>
              </a:r>
            </a:p>
          </p:txBody>
        </p:sp>
        <p:sp>
          <p:nvSpPr>
            <p:cNvPr id="31" name="文本框 30">
              <a:extLst>
                <a:ext uri="{FF2B5EF4-FFF2-40B4-BE49-F238E27FC236}">
                  <a16:creationId xmlns:a16="http://schemas.microsoft.com/office/drawing/2014/main" id="{CA58539C-E110-4E35-946C-5AE261B8A344}"/>
                </a:ext>
              </a:extLst>
            </p:cNvPr>
            <p:cNvSpPr txBox="1"/>
            <p:nvPr/>
          </p:nvSpPr>
          <p:spPr>
            <a:xfrm>
              <a:off x="1645845" y="2047588"/>
              <a:ext cx="2623510" cy="400110"/>
            </a:xfrm>
            <a:prstGeom prst="rect">
              <a:avLst/>
            </a:prstGeom>
            <a:noFill/>
          </p:spPr>
          <p:txBody>
            <a:bodyPr wrap="square" rtlCol="0">
              <a:spAutoFit/>
            </a:bodyPr>
            <a:lstStyle/>
            <a:p>
              <a:pPr algn="r"/>
              <a:r>
                <a:rPr lang="zh-CN" altLang="en-US" sz="2000" b="1">
                  <a:solidFill>
                    <a:schemeClr val="tx1">
                      <a:lumMod val="75000"/>
                      <a:lumOff val="25000"/>
                    </a:schemeClr>
                  </a:solidFill>
                  <a:latin typeface="思源黑体旧字形 Normal" panose="020b0400000000000000" pitchFamily="34" charset="-128"/>
                  <a:ea typeface="思源黑体旧字形 Normal" panose="020b0400000000000000" pitchFamily="34" charset="-128"/>
                </a:rPr>
                <a:t>具体工作目标之四</a:t>
              </a:r>
            </a:p>
          </p:txBody>
        </p:sp>
      </p:grpSp>
      <p:grpSp>
        <p:nvGrpSpPr>
          <p:cNvPr id="32" name="组合 31">
            <a:extLst>
              <a:ext uri="{FF2B5EF4-FFF2-40B4-BE49-F238E27FC236}">
                <a16:creationId xmlns:a16="http://schemas.microsoft.com/office/drawing/2014/main" id="{1D8B6DF8-084C-489B-88CF-0A1898BD07F6}"/>
              </a:ext>
            </a:extLst>
          </p:cNvPr>
          <p:cNvGrpSpPr/>
          <p:nvPr/>
        </p:nvGrpSpPr>
        <p:grpSpPr>
          <a:xfrm>
            <a:off x="8102059" y="4776824"/>
            <a:ext cx="3710118" cy="1304036"/>
            <a:chOff x="7821840" y="1977313"/>
            <a:chExt cx="3710118" cy="1304036"/>
          </a:xfrm>
        </p:grpSpPr>
        <p:sp>
          <p:nvSpPr>
            <p:cNvPr id="33" name="文本框 32">
              <a:extLst>
                <a:ext uri="{FF2B5EF4-FFF2-40B4-BE49-F238E27FC236}">
                  <a16:creationId xmlns:a16="http://schemas.microsoft.com/office/drawing/2014/main" id="{2ABA797B-4A1C-4DCF-AA2D-ACC2F42AF10F}"/>
                </a:ext>
              </a:extLst>
            </p:cNvPr>
            <p:cNvSpPr txBox="1"/>
            <p:nvPr/>
          </p:nvSpPr>
          <p:spPr>
            <a:xfrm>
              <a:off x="7821840" y="2302620"/>
              <a:ext cx="3710118" cy="978729"/>
            </a:xfrm>
            <a:prstGeom prst="rect">
              <a:avLst/>
            </a:prstGeom>
            <a:noFill/>
          </p:spPr>
          <p:txBody>
            <a:bodyPr wrap="square" rtlCol="0">
              <a:spAutoFit/>
            </a:bodyPr>
            <a:lstStyle/>
            <a:p>
              <a:pPr>
                <a:lnSpc>
                  <a:spcPct val="120000"/>
                </a:lnSpc>
              </a:pPr>
              <a:r>
                <a:rPr lang="zh-CN" altLang="en-US" sz="1600">
                  <a:solidFill>
                    <a:schemeClr val="tx1">
                      <a:lumMod val="85000"/>
                      <a:lumOff val="15000"/>
                    </a:schemeClr>
                  </a:solidFill>
                  <a:latin typeface="思源黑体旧字形 Normal" panose="020b0400000000000000" pitchFamily="34" charset="-128"/>
                  <a:ea typeface="思源黑体旧字形 Normal" panose="020b0400000000000000" pitchFamily="34" charset="-128"/>
                </a:rPr>
                <a:t>您的内容打在这里，或者通过复制您的文本后，在此框中选择粘贴，并选择只保留文字。</a:t>
              </a:r>
            </a:p>
          </p:txBody>
        </p:sp>
        <p:sp>
          <p:nvSpPr>
            <p:cNvPr id="34" name="文本框 33">
              <a:extLst>
                <a:ext uri="{FF2B5EF4-FFF2-40B4-BE49-F238E27FC236}">
                  <a16:creationId xmlns:a16="http://schemas.microsoft.com/office/drawing/2014/main" id="{78D78F5A-EBD5-4A9F-B724-543E8DB16DFF}"/>
                </a:ext>
              </a:extLst>
            </p:cNvPr>
            <p:cNvSpPr txBox="1"/>
            <p:nvPr/>
          </p:nvSpPr>
          <p:spPr>
            <a:xfrm>
              <a:off x="7821840" y="1977313"/>
              <a:ext cx="2748118" cy="400110"/>
            </a:xfrm>
            <a:prstGeom prst="rect">
              <a:avLst/>
            </a:prstGeom>
            <a:noFill/>
          </p:spPr>
          <p:txBody>
            <a:bodyPr wrap="square" rtlCol="0">
              <a:spAutoFit/>
            </a:bodyPr>
            <a:lstStyle/>
            <a:p>
              <a:r>
                <a:rPr lang="zh-CN" altLang="en-US" sz="2000" b="1">
                  <a:solidFill>
                    <a:schemeClr val="tx1">
                      <a:lumMod val="75000"/>
                      <a:lumOff val="25000"/>
                    </a:schemeClr>
                  </a:solidFill>
                  <a:latin typeface="思源黑体旧字形 Normal" panose="020b0400000000000000" pitchFamily="34" charset="-128"/>
                  <a:ea typeface="思源黑体旧字形 Normal" panose="020b0400000000000000" pitchFamily="34" charset="-128"/>
                </a:rPr>
                <a:t>具体工作目标之三</a:t>
              </a:r>
            </a:p>
          </p:txBody>
        </p:sp>
      </p:grpSp>
    </p:spTree>
    <p:extLst>
      <p:ext uri="{BB962C8B-B14F-4D97-AF65-F5344CB8AC3E}">
        <p14:creationId val="1377720116"/>
      </p:ext>
    </p:extLst>
  </p:cSld>
  <p:clrMapOvr>
    <a:masterClrMapping/>
  </p:clrMapOvr>
  <mc:AlternateContent>
    <mc:Choice xmlns:p14="http://schemas.microsoft.com/office/powerpoint/2010/main" Requires="p14">
      <p:transition spd="slow" advClick="0" advTm="0" p14:dur="1600">
        <p14:prism isContent="1" isInverted="1"/>
      </p:transition>
    </mc:Choice>
    <mc:Fallback>
      <p:transition spd="slow" advClick="0" advTm="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49" presetClass="entr" presetSubtype="0" decel="10000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 calcmode="lin" valueType="num">
                                      <p:cBhvr>
                                        <p:cTn id="9" dur="500" fill="hold"/>
                                        <p:tgtEl>
                                          <p:spTgt spid="2"/>
                                        </p:tgtEl>
                                        <p:attrNameLst>
                                          <p:attrName>style.rotation</p:attrName>
                                        </p:attrNameLst>
                                      </p:cBhvr>
                                      <p:tavLst>
                                        <p:tav tm="0">
                                          <p:val>
                                            <p:fltVal val="360"/>
                                          </p:val>
                                        </p:tav>
                                        <p:tav tm="100000">
                                          <p:val>
                                            <p:fltVal val="0"/>
                                          </p:val>
                                        </p:tav>
                                      </p:tavLst>
                                    </p:anim>
                                    <p:animEffect transition="in" filter="fade">
                                      <p:cBhvr>
                                        <p:cTn id="10" dur="500"/>
                                        <p:tgtEl>
                                          <p:spTgt spid="2"/>
                                        </p:tgtEl>
                                      </p:cBhvr>
                                    </p:animEffect>
                                  </p:childTnLst>
                                </p:cTn>
                              </p:par>
                              <p:par>
                                <p:cTn id="11" presetID="41" presetClass="entr" presetSubtype="0" fill="hold" grpId="0" nodeType="withEffect">
                                  <p:stCondLst>
                                    <p:cond delay="0"/>
                                  </p:stCondLst>
                                  <p:iterate type="lt">
                                    <p:tmPct val="10000"/>
                                  </p:iterate>
                                  <p:childTnLst>
                                    <p:set>
                                      <p:cBhvr>
                                        <p:cTn id="12" dur="1" fill="hold">
                                          <p:stCondLst>
                                            <p:cond delay="0"/>
                                          </p:stCondLst>
                                        </p:cTn>
                                        <p:tgtEl>
                                          <p:spTgt spid="5"/>
                                        </p:tgtEl>
                                        <p:attrNameLst>
                                          <p:attrName>style.visibility</p:attrName>
                                        </p:attrNameLst>
                                      </p:cBhvr>
                                      <p:to>
                                        <p:strVal val="visible"/>
                                      </p:to>
                                    </p:set>
                                    <p:anim calcmode="lin" valueType="num">
                                      <p:cBhvr>
                                        <p:cTn id="13" dur="500" fill="hold"/>
                                        <p:tgtEl>
                                          <p:spTgt spid="5"/>
                                        </p:tgtEl>
                                        <p:attrNameLst>
                                          <p:attrName>ppt_x</p:attrName>
                                        </p:attrNameLst>
                                      </p:cBhvr>
                                      <p:tavLst>
                                        <p:tav tm="0">
                                          <p:val>
                                            <p:strVal val="#ppt_x"/>
                                          </p:val>
                                        </p:tav>
                                        <p:tav tm="50000">
                                          <p:val>
                                            <p:strVal val="#ppt_x+.1"/>
                                          </p:val>
                                        </p:tav>
                                        <p:tav tm="100000">
                                          <p:val>
                                            <p:strVal val="#ppt_x"/>
                                          </p:val>
                                        </p:tav>
                                      </p:tavLst>
                                    </p:anim>
                                    <p:anim calcmode="lin" valueType="num">
                                      <p:cBhvr>
                                        <p:cTn id="14" dur="500" fill="hold"/>
                                        <p:tgtEl>
                                          <p:spTgt spid="5"/>
                                        </p:tgtEl>
                                        <p:attrNameLst>
                                          <p:attrName>ppt_y</p:attrName>
                                        </p:attrNameLst>
                                      </p:cBhvr>
                                      <p:tavLst>
                                        <p:tav tm="0">
                                          <p:val>
                                            <p:strVal val="#ppt_y"/>
                                          </p:val>
                                        </p:tav>
                                        <p:tav tm="100000">
                                          <p:val>
                                            <p:strVal val="#ppt_y"/>
                                          </p:val>
                                        </p:tav>
                                      </p:tavLst>
                                    </p:anim>
                                    <p:anim calcmode="lin" valueType="num">
                                      <p:cBhvr>
                                        <p:cTn id="15" dur="500" fill="hold"/>
                                        <p:tgtEl>
                                          <p:spTgt spid="5"/>
                                        </p:tgtEl>
                                        <p:attrNameLst>
                                          <p:attrName>ppt_h</p:attrName>
                                        </p:attrNameLst>
                                      </p:cBhvr>
                                      <p:tavLst>
                                        <p:tav tm="0">
                                          <p:val>
                                            <p:strVal val="#ppt_h/10"/>
                                          </p:val>
                                        </p:tav>
                                        <p:tav tm="50000">
                                          <p:val>
                                            <p:strVal val="#ppt_h+.01"/>
                                          </p:val>
                                        </p:tav>
                                        <p:tav tm="100000">
                                          <p:val>
                                            <p:strVal val="#ppt_h"/>
                                          </p:val>
                                        </p:tav>
                                      </p:tavLst>
                                    </p:anim>
                                    <p:anim calcmode="lin" valueType="num">
                                      <p:cBhvr>
                                        <p:cTn id="16" dur="500" fill="hold"/>
                                        <p:tgtEl>
                                          <p:spTgt spid="5"/>
                                        </p:tgtEl>
                                        <p:attrNameLst>
                                          <p:attrName>ppt_w</p:attrName>
                                        </p:attrNameLst>
                                      </p:cBhvr>
                                      <p:tavLst>
                                        <p:tav tm="0">
                                          <p:val>
                                            <p:strVal val="#ppt_w/10"/>
                                          </p:val>
                                        </p:tav>
                                        <p:tav tm="50000">
                                          <p:val>
                                            <p:strVal val="#ppt_w+.01"/>
                                          </p:val>
                                        </p:tav>
                                        <p:tav tm="100000">
                                          <p:val>
                                            <p:strVal val="#ppt_w"/>
                                          </p:val>
                                        </p:tav>
                                      </p:tavLst>
                                    </p:anim>
                                    <p:animEffect transition="in" filter="fade">
                                      <p:cBhvr>
                                        <p:cTn id="17" dur="500" tmFilter="0,0; .5, 1; 1, 1"/>
                                        <p:tgtEl>
                                          <p:spTgt spid="5"/>
                                        </p:tgtEl>
                                      </p:cBhvr>
                                    </p:animEffect>
                                  </p:childTnLst>
                                </p:cTn>
                              </p:par>
                            </p:childTnLst>
                          </p:cTn>
                        </p:par>
                        <p:par>
                          <p:cTn id="18" fill="hold" nodeType="afterGroup">
                            <p:stCondLst>
                              <p:cond delay="500"/>
                            </p:stCondLst>
                            <p:childTnLst>
                              <p:par>
                                <p:cTn id="19" presetID="31" presetClass="entr" presetSubtype="0" fill="hold" nodeType="afterEffect">
                                  <p:stCondLst>
                                    <p:cond delay="0"/>
                                  </p:stCondLst>
                                  <p:childTnLst>
                                    <p:set>
                                      <p:cBhvr>
                                        <p:cTn id="20" dur="1" fill="hold">
                                          <p:stCondLst>
                                            <p:cond delay="0"/>
                                          </p:stCondLst>
                                        </p:cTn>
                                        <p:tgtEl>
                                          <p:spTgt spid="6"/>
                                        </p:tgtEl>
                                        <p:attrNameLst>
                                          <p:attrName>style.visibility</p:attrName>
                                        </p:attrNameLst>
                                      </p:cBhvr>
                                      <p:to>
                                        <p:strVal val="visible"/>
                                      </p:to>
                                    </p:set>
                                    <p:anim calcmode="lin" valueType="num">
                                      <p:cBhvr>
                                        <p:cTn id="21" dur="750" fill="hold"/>
                                        <p:tgtEl>
                                          <p:spTgt spid="6"/>
                                        </p:tgtEl>
                                        <p:attrNameLst>
                                          <p:attrName>ppt_w</p:attrName>
                                        </p:attrNameLst>
                                      </p:cBhvr>
                                      <p:tavLst>
                                        <p:tav tm="0">
                                          <p:val>
                                            <p:fltVal val="0"/>
                                          </p:val>
                                        </p:tav>
                                        <p:tav tm="100000">
                                          <p:val>
                                            <p:strVal val="#ppt_w"/>
                                          </p:val>
                                        </p:tav>
                                      </p:tavLst>
                                    </p:anim>
                                    <p:anim calcmode="lin" valueType="num">
                                      <p:cBhvr>
                                        <p:cTn id="22" dur="750" fill="hold"/>
                                        <p:tgtEl>
                                          <p:spTgt spid="6"/>
                                        </p:tgtEl>
                                        <p:attrNameLst>
                                          <p:attrName>ppt_h</p:attrName>
                                        </p:attrNameLst>
                                      </p:cBhvr>
                                      <p:tavLst>
                                        <p:tav tm="0">
                                          <p:val>
                                            <p:fltVal val="0"/>
                                          </p:val>
                                        </p:tav>
                                        <p:tav tm="100000">
                                          <p:val>
                                            <p:strVal val="#ppt_h"/>
                                          </p:val>
                                        </p:tav>
                                      </p:tavLst>
                                    </p:anim>
                                    <p:anim calcmode="lin" valueType="num">
                                      <p:cBhvr>
                                        <p:cTn id="23" dur="750" fill="hold"/>
                                        <p:tgtEl>
                                          <p:spTgt spid="6"/>
                                        </p:tgtEl>
                                        <p:attrNameLst>
                                          <p:attrName>style.rotation</p:attrName>
                                        </p:attrNameLst>
                                      </p:cBhvr>
                                      <p:tavLst>
                                        <p:tav tm="0">
                                          <p:val>
                                            <p:fltVal val="90"/>
                                          </p:val>
                                        </p:tav>
                                        <p:tav tm="100000">
                                          <p:val>
                                            <p:fltVal val="0"/>
                                          </p:val>
                                        </p:tav>
                                      </p:tavLst>
                                    </p:anim>
                                    <p:animEffect transition="in" filter="fade">
                                      <p:cBhvr>
                                        <p:cTn id="24" dur="750"/>
                                        <p:tgtEl>
                                          <p:spTgt spid="6"/>
                                        </p:tgtEl>
                                      </p:cBhvr>
                                    </p:animEffect>
                                  </p:childTnLst>
                                </p:cTn>
                              </p:par>
                            </p:childTnLst>
                          </p:cTn>
                        </p:par>
                        <p:par>
                          <p:cTn id="25" fill="hold" nodeType="afterGroup">
                            <p:stCondLst>
                              <p:cond delay="1250"/>
                            </p:stCondLst>
                            <p:childTnLst>
                              <p:par>
                                <p:cTn id="26" presetID="22" presetClass="entr" presetSubtype="2" fill="hold" nodeType="afterEffect">
                                  <p:stCondLst>
                                    <p:cond delay="0"/>
                                  </p:stCondLst>
                                  <p:childTnLst>
                                    <p:set>
                                      <p:cBhvr>
                                        <p:cTn id="27" dur="1" fill="hold">
                                          <p:stCondLst>
                                            <p:cond delay="0"/>
                                          </p:stCondLst>
                                        </p:cTn>
                                        <p:tgtEl>
                                          <p:spTgt spid="23"/>
                                        </p:tgtEl>
                                        <p:attrNameLst>
                                          <p:attrName>style.visibility</p:attrName>
                                        </p:attrNameLst>
                                      </p:cBhvr>
                                      <p:to>
                                        <p:strVal val="visible"/>
                                      </p:to>
                                    </p:set>
                                    <p:animEffect transition="in" filter="wipe(right)">
                                      <p:cBhvr>
                                        <p:cTn id="28" dur="500"/>
                                        <p:tgtEl>
                                          <p:spTgt spid="23"/>
                                        </p:tgtEl>
                                      </p:cBhvr>
                                    </p:animEffect>
                                  </p:childTnLst>
                                </p:cTn>
                              </p:par>
                              <p:par>
                                <p:cTn id="29" presetID="22" presetClass="entr" presetSubtype="8" fill="hold" nodeType="withEffect">
                                  <p:stCondLst>
                                    <p:cond delay="0"/>
                                  </p:stCondLst>
                                  <p:childTnLst>
                                    <p:set>
                                      <p:cBhvr>
                                        <p:cTn id="30" dur="1" fill="hold">
                                          <p:stCondLst>
                                            <p:cond delay="0"/>
                                          </p:stCondLst>
                                        </p:cTn>
                                        <p:tgtEl>
                                          <p:spTgt spid="26"/>
                                        </p:tgtEl>
                                        <p:attrNameLst>
                                          <p:attrName>style.visibility</p:attrName>
                                        </p:attrNameLst>
                                      </p:cBhvr>
                                      <p:to>
                                        <p:strVal val="visible"/>
                                      </p:to>
                                    </p:set>
                                    <p:animEffect transition="in" filter="wipe(left)">
                                      <p:cBhvr>
                                        <p:cTn id="31" dur="500"/>
                                        <p:tgtEl>
                                          <p:spTgt spid="26"/>
                                        </p:tgtEl>
                                      </p:cBhvr>
                                    </p:animEffect>
                                  </p:childTnLst>
                                </p:cTn>
                              </p:par>
                              <p:par>
                                <p:cTn id="32" presetID="22" presetClass="entr" presetSubtype="2" fill="hold" nodeType="with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wipe(right)">
                                      <p:cBhvr>
                                        <p:cTn id="34" dur="500"/>
                                        <p:tgtEl>
                                          <p:spTgt spid="29"/>
                                        </p:tgtEl>
                                      </p:cBhvr>
                                    </p:animEffect>
                                  </p:childTnLst>
                                </p:cTn>
                              </p:par>
                              <p:par>
                                <p:cTn id="35" presetID="22" presetClass="entr" presetSubtype="8" fill="hold" nodeType="withEffect">
                                  <p:stCondLst>
                                    <p:cond delay="0"/>
                                  </p:stCondLst>
                                  <p:childTnLst>
                                    <p:set>
                                      <p:cBhvr>
                                        <p:cTn id="36" dur="1" fill="hold">
                                          <p:stCondLst>
                                            <p:cond delay="0"/>
                                          </p:stCondLst>
                                        </p:cTn>
                                        <p:tgtEl>
                                          <p:spTgt spid="32"/>
                                        </p:tgtEl>
                                        <p:attrNameLst>
                                          <p:attrName>style.visibility</p:attrName>
                                        </p:attrNameLst>
                                      </p:cBhvr>
                                      <p:to>
                                        <p:strVal val="visible"/>
                                      </p:to>
                                    </p:set>
                                    <p:animEffect transition="in" filter="wipe(left)">
                                      <p:cBhvr>
                                        <p:cTn id="37"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5.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grpSp>
        <p:nvGrpSpPr>
          <p:cNvPr id="2" name="组合 1"/>
          <p:cNvGrpSpPr/>
          <p:nvPr/>
        </p:nvGrpSpPr>
        <p:grpSpPr>
          <a:xfrm>
            <a:off x="327153" y="318911"/>
            <a:ext cx="529037" cy="529037"/>
            <a:chOff x="327153" y="318911"/>
            <a:chExt cx="529037" cy="529037"/>
          </a:xfrm>
        </p:grpSpPr>
        <p:sp>
          <p:nvSpPr>
            <p:cNvPr id="3" name="圆角矩形 2"/>
            <p:cNvSpPr/>
            <p:nvPr/>
          </p:nvSpPr>
          <p:spPr>
            <a:xfrm rot="18926424">
              <a:off x="327153" y="318911"/>
              <a:ext cx="529037" cy="529037"/>
            </a:xfrm>
            <a:prstGeom prst="roundRect">
              <a:avLst/>
            </a:prstGeom>
            <a:solidFill>
              <a:srgbClr val="545D79"/>
            </a:solidFill>
            <a:ln>
              <a:noFill/>
            </a:ln>
            <a:effectLst>
              <a:outerShdw blurRad="63500" algn="ctr" rotWithShape="0">
                <a:prstClr val="black">
                  <a:alpha val="40000"/>
                </a:prstClr>
              </a:outerShdw>
            </a:effectLst>
          </p:spPr>
          <p:txBody>
            <a:bodyPr vert="horz" wrap="square" lIns="91440" tIns="45720" rIns="91440" bIns="45720" numCol="1" anchor="ctr" anchorCtr="0" compatLnSpc="1">
              <a:prstTxWarp prst="textNoShape">
                <a:avLst/>
              </a:prstTxWarp>
            </a:bodyPr>
            <a:lstStyle/>
            <a:p>
              <a:pPr algn="ctr"/>
              <a:endParaRPr lang="zh-CN" altLang="en-US" sz="4800">
                <a:solidFill>
                  <a:prstClr val="white"/>
                </a:solidFill>
                <a:latin typeface="思源黑体旧字形 Normal" panose="020b0400000000000000" pitchFamily="34" charset="-128"/>
                <a:ea typeface="思源黑体旧字形 Normal" panose="020b0400000000000000" pitchFamily="34" charset="-128"/>
              </a:endParaRPr>
            </a:p>
          </p:txBody>
        </p:sp>
        <p:sp>
          <p:nvSpPr>
            <p:cNvPr id="4" name="MH_Other_2"/>
            <p:cNvSpPr/>
            <p:nvPr>
              <p:custDataLst>
                <p:tags r:id="rId3"/>
              </p:custDataLst>
            </p:nvPr>
          </p:nvSpPr>
          <p:spPr bwMode="auto">
            <a:xfrm>
              <a:off x="440450" y="441196"/>
              <a:ext cx="302442" cy="284465"/>
            </a:xfrm>
            <a:custGeom>
              <a:gdLst>
                <a:gd name="T0" fmla="*/ 373604 w 1361803"/>
                <a:gd name="T1" fmla="*/ 882437 h 1281345"/>
                <a:gd name="T2" fmla="*/ 476200 w 1361803"/>
                <a:gd name="T3" fmla="*/ 923828 h 1281345"/>
                <a:gd name="T4" fmla="*/ 554139 w 1361803"/>
                <a:gd name="T5" fmla="*/ 940808 h 1281345"/>
                <a:gd name="T6" fmla="*/ 528484 w 1361803"/>
                <a:gd name="T7" fmla="*/ 1017215 h 1281345"/>
                <a:gd name="T8" fmla="*/ 460417 w 1361803"/>
                <a:gd name="T9" fmla="*/ 1039501 h 1281345"/>
                <a:gd name="T10" fmla="*/ 352881 w 1361803"/>
                <a:gd name="T11" fmla="*/ 976886 h 1281345"/>
                <a:gd name="T12" fmla="*/ 286785 w 1361803"/>
                <a:gd name="T13" fmla="*/ 1049049 h 1281345"/>
                <a:gd name="T14" fmla="*/ 312434 w 1361803"/>
                <a:gd name="T15" fmla="*/ 885625 h 1281345"/>
                <a:gd name="T16" fmla="*/ 274750 w 1361803"/>
                <a:gd name="T17" fmla="*/ 686240 h 1281345"/>
                <a:gd name="T18" fmla="*/ 665920 w 1361803"/>
                <a:gd name="T19" fmla="*/ 686240 h 1281345"/>
                <a:gd name="T20" fmla="*/ 633318 w 1361803"/>
                <a:gd name="T21" fmla="*/ 771039 h 1281345"/>
                <a:gd name="T22" fmla="*/ 270797 w 1361803"/>
                <a:gd name="T23" fmla="*/ 776338 h 1281345"/>
                <a:gd name="T24" fmla="*/ 255979 w 1361803"/>
                <a:gd name="T25" fmla="*/ 705323 h 1281345"/>
                <a:gd name="T26" fmla="*/ 278558 w 1361803"/>
                <a:gd name="T27" fmla="*/ 503808 h 1281345"/>
                <a:gd name="T28" fmla="*/ 746925 w 1361803"/>
                <a:gd name="T29" fmla="*/ 503808 h 1281345"/>
                <a:gd name="T30" fmla="*/ 766688 w 1361803"/>
                <a:gd name="T31" fmla="*/ 555844 h 1281345"/>
                <a:gd name="T32" fmla="*/ 279544 w 1361803"/>
                <a:gd name="T33" fmla="*/ 593008 h 1281345"/>
                <a:gd name="T34" fmla="*/ 256813 w 1361803"/>
                <a:gd name="T35" fmla="*/ 527172 h 1281345"/>
                <a:gd name="T36" fmla="*/ 944591 w 1361803"/>
                <a:gd name="T37" fmla="*/ 452716 h 1281345"/>
                <a:gd name="T38" fmla="*/ 1023588 w 1361803"/>
                <a:gd name="T39" fmla="*/ 643756 h 1281345"/>
                <a:gd name="T40" fmla="*/ 636495 w 1361803"/>
                <a:gd name="T41" fmla="*/ 1040700 h 1281345"/>
                <a:gd name="T42" fmla="*/ 601932 w 1361803"/>
                <a:gd name="T43" fmla="*/ 1010980 h 1281345"/>
                <a:gd name="T44" fmla="*/ 940644 w 1361803"/>
                <a:gd name="T45" fmla="*/ 460140 h 1281345"/>
                <a:gd name="T46" fmla="*/ 1339566 w 1361803"/>
                <a:gd name="T47" fmla="*/ 322482 h 1281345"/>
                <a:gd name="T48" fmla="*/ 1356355 w 1361803"/>
                <a:gd name="T49" fmla="*/ 373372 h 1281345"/>
                <a:gd name="T50" fmla="*/ 1136163 w 1361803"/>
                <a:gd name="T51" fmla="*/ 663855 h 1281345"/>
                <a:gd name="T52" fmla="*/ 1082839 w 1361803"/>
                <a:gd name="T53" fmla="*/ 676580 h 1281345"/>
                <a:gd name="T54" fmla="*/ 1123322 w 1361803"/>
                <a:gd name="T55" fmla="*/ 596008 h 1281345"/>
                <a:gd name="T56" fmla="*/ 1312908 w 1361803"/>
                <a:gd name="T57" fmla="*/ 334145 h 1281345"/>
                <a:gd name="T58" fmla="*/ 526769 w 1361803"/>
                <a:gd name="T59" fmla="*/ 229043 h 1281345"/>
                <a:gd name="T60" fmla="*/ 766688 w 1361803"/>
                <a:gd name="T61" fmla="*/ 244970 h 1281345"/>
                <a:gd name="T62" fmla="*/ 749907 w 1361803"/>
                <a:gd name="T63" fmla="*/ 318243 h 1281345"/>
                <a:gd name="T64" fmla="*/ 529735 w 1361803"/>
                <a:gd name="T65" fmla="*/ 318243 h 1281345"/>
                <a:gd name="T66" fmla="*/ 511959 w 1361803"/>
                <a:gd name="T67" fmla="*/ 246034 h 1281345"/>
                <a:gd name="T68" fmla="*/ 1245419 w 1361803"/>
                <a:gd name="T69" fmla="*/ 137724 h 1281345"/>
                <a:gd name="T70" fmla="*/ 1309122 w 1361803"/>
                <a:gd name="T71" fmla="*/ 239622 h 1281345"/>
                <a:gd name="T72" fmla="*/ 1116528 w 1361803"/>
                <a:gd name="T73" fmla="*/ 531150 h 1281345"/>
                <a:gd name="T74" fmla="*/ 998003 w 1361803"/>
                <a:gd name="T75" fmla="*/ 384860 h 1281345"/>
                <a:gd name="T76" fmla="*/ 1207394 w 1361803"/>
                <a:gd name="T77" fmla="*/ 148457 h 1281345"/>
                <a:gd name="T78" fmla="*/ 327005 w 1361803"/>
                <a:gd name="T79" fmla="*/ 0 h 1281345"/>
                <a:gd name="T80" fmla="*/ 1023501 w 1361803"/>
                <a:gd name="T81" fmla="*/ 136834 h 1281345"/>
                <a:gd name="T82" fmla="*/ 1015602 w 1361803"/>
                <a:gd name="T83" fmla="*/ 237608 h 1281345"/>
                <a:gd name="T84" fmla="*/ 909891 w 1361803"/>
                <a:gd name="T85" fmla="*/ 379745 h 1281345"/>
                <a:gd name="T86" fmla="*/ 897047 w 1361803"/>
                <a:gd name="T87" fmla="*/ 313980 h 1281345"/>
                <a:gd name="T88" fmla="*/ 872348 w 1361803"/>
                <a:gd name="T89" fmla="*/ 135772 h 1281345"/>
                <a:gd name="T90" fmla="*/ 382329 w 1361803"/>
                <a:gd name="T91" fmla="*/ 135772 h 1281345"/>
                <a:gd name="T92" fmla="*/ 382329 w 1361803"/>
                <a:gd name="T93" fmla="*/ 313980 h 1281345"/>
                <a:gd name="T94" fmla="*/ 143255 w 1361803"/>
                <a:gd name="T95" fmla="*/ 409444 h 1281345"/>
                <a:gd name="T96" fmla="*/ 126454 w 1361803"/>
                <a:gd name="T97" fmla="*/ 428538 h 1281345"/>
                <a:gd name="T98" fmla="*/ 151153 w 1361803"/>
                <a:gd name="T99" fmla="*/ 1143476 h 1281345"/>
                <a:gd name="T100" fmla="*/ 897047 w 1361803"/>
                <a:gd name="T101" fmla="*/ 1115897 h 1281345"/>
                <a:gd name="T102" fmla="*/ 902973 w 1361803"/>
                <a:gd name="T103" fmla="*/ 902690 h 1281345"/>
                <a:gd name="T104" fmla="*/ 1022515 w 1361803"/>
                <a:gd name="T105" fmla="*/ 767972 h 1281345"/>
                <a:gd name="T106" fmla="*/ 1023501 w 1361803"/>
                <a:gd name="T107" fmla="*/ 1133931 h 1281345"/>
                <a:gd name="T108" fmla="*/ 131394 w 1361803"/>
                <a:gd name="T109" fmla="*/ 1279248 h 1281345"/>
                <a:gd name="T110" fmla="*/ 0 w 1361803"/>
                <a:gd name="T111" fmla="*/ 335193 h 1281345"/>
                <a:gd name="T112" fmla="*/ 261801 w 1361803"/>
                <a:gd name="T113" fmla="*/ 28642 h 1281345"/>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1361803" h="1281345">
                  <a:moveTo>
                    <a:pt x="340187" y="867542"/>
                  </a:moveTo>
                  <a:cubicBezTo>
                    <a:pt x="351512" y="867144"/>
                    <a:pt x="363575" y="872724"/>
                    <a:pt x="372930" y="883885"/>
                  </a:cubicBezTo>
                  <a:cubicBezTo>
                    <a:pt x="394595" y="907270"/>
                    <a:pt x="415275" y="931718"/>
                    <a:pt x="436940" y="957229"/>
                  </a:cubicBezTo>
                  <a:cubicBezTo>
                    <a:pt x="449742" y="946599"/>
                    <a:pt x="462543" y="935970"/>
                    <a:pt x="475345" y="925340"/>
                  </a:cubicBezTo>
                  <a:cubicBezTo>
                    <a:pt x="492086" y="911522"/>
                    <a:pt x="506857" y="910459"/>
                    <a:pt x="525568" y="923214"/>
                  </a:cubicBezTo>
                  <a:cubicBezTo>
                    <a:pt x="535415" y="929592"/>
                    <a:pt x="544278" y="935970"/>
                    <a:pt x="553141" y="942347"/>
                  </a:cubicBezTo>
                  <a:cubicBezTo>
                    <a:pt x="545263" y="967858"/>
                    <a:pt x="538370" y="993369"/>
                    <a:pt x="530492" y="1018880"/>
                  </a:cubicBezTo>
                  <a:cubicBezTo>
                    <a:pt x="528522" y="1018880"/>
                    <a:pt x="528522" y="1018880"/>
                    <a:pt x="527537" y="1018880"/>
                  </a:cubicBezTo>
                  <a:cubicBezTo>
                    <a:pt x="509812" y="1000810"/>
                    <a:pt x="494056" y="1007187"/>
                    <a:pt x="479284" y="1024195"/>
                  </a:cubicBezTo>
                  <a:cubicBezTo>
                    <a:pt x="473376" y="1030572"/>
                    <a:pt x="466482" y="1035887"/>
                    <a:pt x="459589" y="1041202"/>
                  </a:cubicBezTo>
                  <a:cubicBezTo>
                    <a:pt x="438909" y="1058209"/>
                    <a:pt x="420199" y="1056083"/>
                    <a:pt x="402473" y="1035887"/>
                  </a:cubicBezTo>
                  <a:cubicBezTo>
                    <a:pt x="385732" y="1017817"/>
                    <a:pt x="369976" y="998684"/>
                    <a:pt x="352251" y="978488"/>
                  </a:cubicBezTo>
                  <a:cubicBezTo>
                    <a:pt x="343388" y="995495"/>
                    <a:pt x="335510" y="1012502"/>
                    <a:pt x="327632" y="1028446"/>
                  </a:cubicBezTo>
                  <a:cubicBezTo>
                    <a:pt x="318769" y="1046517"/>
                    <a:pt x="303013" y="1053957"/>
                    <a:pt x="286272" y="1050768"/>
                  </a:cubicBezTo>
                  <a:cubicBezTo>
                    <a:pt x="262638" y="1046517"/>
                    <a:pt x="248851" y="1019943"/>
                    <a:pt x="259683" y="995495"/>
                  </a:cubicBezTo>
                  <a:cubicBezTo>
                    <a:pt x="276424" y="959355"/>
                    <a:pt x="293165" y="922151"/>
                    <a:pt x="311876" y="887074"/>
                  </a:cubicBezTo>
                  <a:cubicBezTo>
                    <a:pt x="318276" y="874318"/>
                    <a:pt x="328863" y="867941"/>
                    <a:pt x="340187" y="867542"/>
                  </a:cubicBezTo>
                  <a:close/>
                  <a:moveTo>
                    <a:pt x="274255" y="687365"/>
                  </a:moveTo>
                  <a:cubicBezTo>
                    <a:pt x="330459" y="687365"/>
                    <a:pt x="386662" y="687365"/>
                    <a:pt x="442866" y="687365"/>
                  </a:cubicBezTo>
                  <a:cubicBezTo>
                    <a:pt x="516819" y="687365"/>
                    <a:pt x="590771" y="687365"/>
                    <a:pt x="664723" y="687365"/>
                  </a:cubicBezTo>
                  <a:cubicBezTo>
                    <a:pt x="670640" y="687365"/>
                    <a:pt x="675570" y="687365"/>
                    <a:pt x="684444" y="687365"/>
                  </a:cubicBezTo>
                  <a:cubicBezTo>
                    <a:pt x="666695" y="718154"/>
                    <a:pt x="649933" y="745757"/>
                    <a:pt x="632184" y="772299"/>
                  </a:cubicBezTo>
                  <a:cubicBezTo>
                    <a:pt x="630212" y="775484"/>
                    <a:pt x="625282" y="776545"/>
                    <a:pt x="621338" y="776545"/>
                  </a:cubicBezTo>
                  <a:cubicBezTo>
                    <a:pt x="504000" y="777607"/>
                    <a:pt x="387648" y="776545"/>
                    <a:pt x="270311" y="777607"/>
                  </a:cubicBezTo>
                  <a:cubicBezTo>
                    <a:pt x="259464" y="777607"/>
                    <a:pt x="255520" y="772299"/>
                    <a:pt x="256506" y="760620"/>
                  </a:cubicBezTo>
                  <a:cubicBezTo>
                    <a:pt x="256506" y="742572"/>
                    <a:pt x="256506" y="724524"/>
                    <a:pt x="255520" y="706475"/>
                  </a:cubicBezTo>
                  <a:cubicBezTo>
                    <a:pt x="255520" y="691612"/>
                    <a:pt x="261436" y="687365"/>
                    <a:pt x="274255" y="687365"/>
                  </a:cubicBezTo>
                  <a:close/>
                  <a:moveTo>
                    <a:pt x="278054" y="504636"/>
                  </a:moveTo>
                  <a:cubicBezTo>
                    <a:pt x="354989" y="504636"/>
                    <a:pt x="432911" y="504636"/>
                    <a:pt x="509846" y="504636"/>
                  </a:cubicBezTo>
                  <a:cubicBezTo>
                    <a:pt x="588754" y="504636"/>
                    <a:pt x="666676" y="504636"/>
                    <a:pt x="745584" y="504636"/>
                  </a:cubicBezTo>
                  <a:cubicBezTo>
                    <a:pt x="764325" y="504636"/>
                    <a:pt x="765311" y="505700"/>
                    <a:pt x="765311" y="524845"/>
                  </a:cubicBezTo>
                  <a:cubicBezTo>
                    <a:pt x="765311" y="535481"/>
                    <a:pt x="765311" y="546117"/>
                    <a:pt x="765311" y="556753"/>
                  </a:cubicBezTo>
                  <a:cubicBezTo>
                    <a:pt x="765311" y="580153"/>
                    <a:pt x="752489" y="593980"/>
                    <a:pt x="730789" y="593980"/>
                  </a:cubicBezTo>
                  <a:cubicBezTo>
                    <a:pt x="580863" y="593980"/>
                    <a:pt x="429952" y="593980"/>
                    <a:pt x="279040" y="593980"/>
                  </a:cubicBezTo>
                  <a:cubicBezTo>
                    <a:pt x="256354" y="593980"/>
                    <a:pt x="256354" y="592917"/>
                    <a:pt x="256354" y="569517"/>
                  </a:cubicBezTo>
                  <a:cubicBezTo>
                    <a:pt x="256354" y="555690"/>
                    <a:pt x="256354" y="541863"/>
                    <a:pt x="256354" y="528036"/>
                  </a:cubicBezTo>
                  <a:cubicBezTo>
                    <a:pt x="256354" y="504636"/>
                    <a:pt x="256354" y="504636"/>
                    <a:pt x="278054" y="504636"/>
                  </a:cubicBezTo>
                  <a:close/>
                  <a:moveTo>
                    <a:pt x="942895" y="453454"/>
                  </a:moveTo>
                  <a:cubicBezTo>
                    <a:pt x="989224" y="494914"/>
                    <a:pt x="1033581" y="534249"/>
                    <a:pt x="1077938" y="574646"/>
                  </a:cubicBezTo>
                  <a:cubicBezTo>
                    <a:pt x="1059210" y="599097"/>
                    <a:pt x="1040481" y="622484"/>
                    <a:pt x="1021752" y="644809"/>
                  </a:cubicBezTo>
                  <a:cubicBezTo>
                    <a:pt x="928109" y="760685"/>
                    <a:pt x="831509" y="874435"/>
                    <a:pt x="722095" y="974365"/>
                  </a:cubicBezTo>
                  <a:cubicBezTo>
                    <a:pt x="695481" y="999879"/>
                    <a:pt x="664923" y="1021141"/>
                    <a:pt x="635352" y="1042403"/>
                  </a:cubicBezTo>
                  <a:cubicBezTo>
                    <a:pt x="626481" y="1048781"/>
                    <a:pt x="613666" y="1046655"/>
                    <a:pt x="601838" y="1048781"/>
                  </a:cubicBezTo>
                  <a:cubicBezTo>
                    <a:pt x="601838" y="1037087"/>
                    <a:pt x="596909" y="1023267"/>
                    <a:pt x="600852" y="1012636"/>
                  </a:cubicBezTo>
                  <a:cubicBezTo>
                    <a:pt x="619581" y="969050"/>
                    <a:pt x="637323" y="924400"/>
                    <a:pt x="659995" y="882940"/>
                  </a:cubicBezTo>
                  <a:cubicBezTo>
                    <a:pt x="741809" y="734108"/>
                    <a:pt x="838409" y="595907"/>
                    <a:pt x="938952" y="460896"/>
                  </a:cubicBezTo>
                  <a:cubicBezTo>
                    <a:pt x="939938" y="458770"/>
                    <a:pt x="940924" y="456643"/>
                    <a:pt x="942895" y="453454"/>
                  </a:cubicBezTo>
                  <a:close/>
                  <a:moveTo>
                    <a:pt x="1337162" y="323013"/>
                  </a:moveTo>
                  <a:cubicBezTo>
                    <a:pt x="1348990" y="326198"/>
                    <a:pt x="1361803" y="343189"/>
                    <a:pt x="1361803" y="358055"/>
                  </a:cubicBezTo>
                  <a:cubicBezTo>
                    <a:pt x="1359832" y="361241"/>
                    <a:pt x="1357861" y="367612"/>
                    <a:pt x="1353918" y="373984"/>
                  </a:cubicBezTo>
                  <a:cubicBezTo>
                    <a:pt x="1300693" y="447255"/>
                    <a:pt x="1247469" y="521588"/>
                    <a:pt x="1194244" y="594859"/>
                  </a:cubicBezTo>
                  <a:cubicBezTo>
                    <a:pt x="1175517" y="619282"/>
                    <a:pt x="1154818" y="642644"/>
                    <a:pt x="1134120" y="664944"/>
                  </a:cubicBezTo>
                  <a:cubicBezTo>
                    <a:pt x="1125249" y="673439"/>
                    <a:pt x="1113421" y="678749"/>
                    <a:pt x="1101594" y="682996"/>
                  </a:cubicBezTo>
                  <a:cubicBezTo>
                    <a:pt x="1095680" y="685120"/>
                    <a:pt x="1083852" y="682996"/>
                    <a:pt x="1080895" y="677687"/>
                  </a:cubicBezTo>
                  <a:cubicBezTo>
                    <a:pt x="1077938" y="671315"/>
                    <a:pt x="1077938" y="658573"/>
                    <a:pt x="1080895" y="652201"/>
                  </a:cubicBezTo>
                  <a:cubicBezTo>
                    <a:pt x="1092723" y="633087"/>
                    <a:pt x="1107507" y="615035"/>
                    <a:pt x="1121306" y="596983"/>
                  </a:cubicBezTo>
                  <a:cubicBezTo>
                    <a:pt x="1175517" y="522650"/>
                    <a:pt x="1229727" y="449379"/>
                    <a:pt x="1284923" y="375046"/>
                  </a:cubicBezTo>
                  <a:cubicBezTo>
                    <a:pt x="1293794" y="362303"/>
                    <a:pt x="1302665" y="348498"/>
                    <a:pt x="1310550" y="334694"/>
                  </a:cubicBezTo>
                  <a:cubicBezTo>
                    <a:pt x="1317449" y="324075"/>
                    <a:pt x="1325334" y="318765"/>
                    <a:pt x="1337162" y="323013"/>
                  </a:cubicBezTo>
                  <a:close/>
                  <a:moveTo>
                    <a:pt x="525824" y="229421"/>
                  </a:moveTo>
                  <a:cubicBezTo>
                    <a:pt x="600725" y="229421"/>
                    <a:pt x="675627" y="229421"/>
                    <a:pt x="750528" y="229421"/>
                  </a:cubicBezTo>
                  <a:cubicBezTo>
                    <a:pt x="761369" y="229421"/>
                    <a:pt x="765311" y="233676"/>
                    <a:pt x="765311" y="245375"/>
                  </a:cubicBezTo>
                  <a:cubicBezTo>
                    <a:pt x="764326" y="264521"/>
                    <a:pt x="764326" y="282602"/>
                    <a:pt x="765311" y="301747"/>
                  </a:cubicBezTo>
                  <a:cubicBezTo>
                    <a:pt x="765311" y="314511"/>
                    <a:pt x="760383" y="318765"/>
                    <a:pt x="748557" y="318765"/>
                  </a:cubicBezTo>
                  <a:cubicBezTo>
                    <a:pt x="711106" y="318765"/>
                    <a:pt x="674641" y="318765"/>
                    <a:pt x="638176" y="318765"/>
                  </a:cubicBezTo>
                  <a:cubicBezTo>
                    <a:pt x="601711" y="318765"/>
                    <a:pt x="565246" y="317702"/>
                    <a:pt x="528781" y="318765"/>
                  </a:cubicBezTo>
                  <a:cubicBezTo>
                    <a:pt x="515969" y="318765"/>
                    <a:pt x="511041" y="313447"/>
                    <a:pt x="511041" y="299620"/>
                  </a:cubicBezTo>
                  <a:cubicBezTo>
                    <a:pt x="512027" y="282602"/>
                    <a:pt x="512027" y="264521"/>
                    <a:pt x="511041" y="246439"/>
                  </a:cubicBezTo>
                  <a:cubicBezTo>
                    <a:pt x="511041" y="234739"/>
                    <a:pt x="514983" y="229421"/>
                    <a:pt x="525824" y="229421"/>
                  </a:cubicBezTo>
                  <a:close/>
                  <a:moveTo>
                    <a:pt x="1243182" y="137949"/>
                  </a:moveTo>
                  <a:cubicBezTo>
                    <a:pt x="1255260" y="139675"/>
                    <a:pt x="1267337" y="146577"/>
                    <a:pt x="1281140" y="158257"/>
                  </a:cubicBezTo>
                  <a:cubicBezTo>
                    <a:pt x="1308745" y="183741"/>
                    <a:pt x="1317618" y="208163"/>
                    <a:pt x="1306773" y="240018"/>
                  </a:cubicBezTo>
                  <a:cubicBezTo>
                    <a:pt x="1300858" y="257008"/>
                    <a:pt x="1294942" y="275059"/>
                    <a:pt x="1285083" y="289925"/>
                  </a:cubicBezTo>
                  <a:cubicBezTo>
                    <a:pt x="1228886" y="370624"/>
                    <a:pt x="1171704" y="450262"/>
                    <a:pt x="1114521" y="532023"/>
                  </a:cubicBezTo>
                  <a:cubicBezTo>
                    <a:pt x="1066212" y="489550"/>
                    <a:pt x="1022832" y="450262"/>
                    <a:pt x="977480" y="410974"/>
                  </a:cubicBezTo>
                  <a:cubicBezTo>
                    <a:pt x="984381" y="401417"/>
                    <a:pt x="990297" y="392923"/>
                    <a:pt x="996212" y="385490"/>
                  </a:cubicBezTo>
                  <a:cubicBezTo>
                    <a:pt x="1050437" y="319656"/>
                    <a:pt x="1103676" y="252760"/>
                    <a:pt x="1157901" y="187988"/>
                  </a:cubicBezTo>
                  <a:cubicBezTo>
                    <a:pt x="1170718" y="172061"/>
                    <a:pt x="1188464" y="159319"/>
                    <a:pt x="1205225" y="148700"/>
                  </a:cubicBezTo>
                  <a:cubicBezTo>
                    <a:pt x="1219027" y="139675"/>
                    <a:pt x="1231105" y="136224"/>
                    <a:pt x="1243182" y="137949"/>
                  </a:cubicBezTo>
                  <a:close/>
                  <a:moveTo>
                    <a:pt x="326420" y="0"/>
                  </a:moveTo>
                  <a:cubicBezTo>
                    <a:pt x="513791" y="0"/>
                    <a:pt x="702148" y="0"/>
                    <a:pt x="889519" y="0"/>
                  </a:cubicBezTo>
                  <a:cubicBezTo>
                    <a:pt x="964468" y="1063"/>
                    <a:pt x="1018707" y="56311"/>
                    <a:pt x="1021665" y="137059"/>
                  </a:cubicBezTo>
                  <a:cubicBezTo>
                    <a:pt x="1021665" y="164684"/>
                    <a:pt x="1021665" y="191246"/>
                    <a:pt x="1020679" y="218870"/>
                  </a:cubicBezTo>
                  <a:cubicBezTo>
                    <a:pt x="1020679" y="225245"/>
                    <a:pt x="1017721" y="232682"/>
                    <a:pt x="1013776" y="237995"/>
                  </a:cubicBezTo>
                  <a:cubicBezTo>
                    <a:pt x="985177" y="275181"/>
                    <a:pt x="956578" y="311305"/>
                    <a:pt x="928966" y="348492"/>
                  </a:cubicBezTo>
                  <a:cubicBezTo>
                    <a:pt x="921077" y="358054"/>
                    <a:pt x="915160" y="369741"/>
                    <a:pt x="908256" y="380366"/>
                  </a:cubicBezTo>
                  <a:cubicBezTo>
                    <a:pt x="905298" y="384616"/>
                    <a:pt x="901353" y="387804"/>
                    <a:pt x="895436" y="395241"/>
                  </a:cubicBezTo>
                  <a:cubicBezTo>
                    <a:pt x="895436" y="365492"/>
                    <a:pt x="895436" y="339992"/>
                    <a:pt x="895436" y="314493"/>
                  </a:cubicBezTo>
                  <a:cubicBezTo>
                    <a:pt x="895436" y="263494"/>
                    <a:pt x="895436" y="212495"/>
                    <a:pt x="895436" y="161496"/>
                  </a:cubicBezTo>
                  <a:cubicBezTo>
                    <a:pt x="895436" y="139184"/>
                    <a:pt x="892478" y="135997"/>
                    <a:pt x="870782" y="135997"/>
                  </a:cubicBezTo>
                  <a:cubicBezTo>
                    <a:pt x="713982" y="135997"/>
                    <a:pt x="557182" y="135997"/>
                    <a:pt x="399396" y="135997"/>
                  </a:cubicBezTo>
                  <a:cubicBezTo>
                    <a:pt x="394465" y="135997"/>
                    <a:pt x="388548" y="135997"/>
                    <a:pt x="381645" y="135997"/>
                  </a:cubicBezTo>
                  <a:cubicBezTo>
                    <a:pt x="381645" y="145559"/>
                    <a:pt x="381645" y="152997"/>
                    <a:pt x="381645" y="159371"/>
                  </a:cubicBezTo>
                  <a:cubicBezTo>
                    <a:pt x="381645" y="211433"/>
                    <a:pt x="381645" y="262431"/>
                    <a:pt x="381645" y="314493"/>
                  </a:cubicBezTo>
                  <a:cubicBezTo>
                    <a:pt x="380659" y="373991"/>
                    <a:pt x="346143" y="410116"/>
                    <a:pt x="290918" y="410116"/>
                  </a:cubicBezTo>
                  <a:cubicBezTo>
                    <a:pt x="241610" y="410116"/>
                    <a:pt x="192302" y="410116"/>
                    <a:pt x="142994" y="410116"/>
                  </a:cubicBezTo>
                  <a:cubicBezTo>
                    <a:pt x="138063" y="410116"/>
                    <a:pt x="133132" y="410116"/>
                    <a:pt x="126229" y="410116"/>
                  </a:cubicBezTo>
                  <a:cubicBezTo>
                    <a:pt x="126229" y="418615"/>
                    <a:pt x="126229" y="423928"/>
                    <a:pt x="126229" y="429240"/>
                  </a:cubicBezTo>
                  <a:cubicBezTo>
                    <a:pt x="126229" y="658735"/>
                    <a:pt x="126229" y="888229"/>
                    <a:pt x="126229" y="1117724"/>
                  </a:cubicBezTo>
                  <a:cubicBezTo>
                    <a:pt x="126229" y="1143223"/>
                    <a:pt x="128201" y="1145348"/>
                    <a:pt x="150883" y="1145348"/>
                  </a:cubicBezTo>
                  <a:cubicBezTo>
                    <a:pt x="390521" y="1145348"/>
                    <a:pt x="630158" y="1145348"/>
                    <a:pt x="869796" y="1145348"/>
                  </a:cubicBezTo>
                  <a:cubicBezTo>
                    <a:pt x="893464" y="1145348"/>
                    <a:pt x="895436" y="1143223"/>
                    <a:pt x="895436" y="1117724"/>
                  </a:cubicBezTo>
                  <a:cubicBezTo>
                    <a:pt x="895436" y="1052913"/>
                    <a:pt x="895436" y="988102"/>
                    <a:pt x="895436" y="923291"/>
                  </a:cubicBezTo>
                  <a:cubicBezTo>
                    <a:pt x="895436" y="916916"/>
                    <a:pt x="897409" y="908416"/>
                    <a:pt x="901353" y="904166"/>
                  </a:cubicBezTo>
                  <a:cubicBezTo>
                    <a:pt x="938827" y="860605"/>
                    <a:pt x="976302" y="818106"/>
                    <a:pt x="1013776" y="774545"/>
                  </a:cubicBezTo>
                  <a:cubicBezTo>
                    <a:pt x="1015748" y="773482"/>
                    <a:pt x="1016734" y="772420"/>
                    <a:pt x="1020679" y="769232"/>
                  </a:cubicBezTo>
                  <a:cubicBezTo>
                    <a:pt x="1020679" y="775607"/>
                    <a:pt x="1021665" y="779857"/>
                    <a:pt x="1021665" y="784107"/>
                  </a:cubicBezTo>
                  <a:cubicBezTo>
                    <a:pt x="1021665" y="902042"/>
                    <a:pt x="1021665" y="1018914"/>
                    <a:pt x="1021665" y="1135786"/>
                  </a:cubicBezTo>
                  <a:cubicBezTo>
                    <a:pt x="1020679" y="1222909"/>
                    <a:pt x="967426" y="1281345"/>
                    <a:pt x="886561" y="1281345"/>
                  </a:cubicBezTo>
                  <a:cubicBezTo>
                    <a:pt x="634103" y="1281345"/>
                    <a:pt x="382631" y="1281345"/>
                    <a:pt x="131160" y="1281345"/>
                  </a:cubicBezTo>
                  <a:cubicBezTo>
                    <a:pt x="55225" y="1281345"/>
                    <a:pt x="0" y="1221847"/>
                    <a:pt x="0" y="1140036"/>
                  </a:cubicBezTo>
                  <a:cubicBezTo>
                    <a:pt x="0" y="872292"/>
                    <a:pt x="0" y="603486"/>
                    <a:pt x="0" y="335742"/>
                  </a:cubicBezTo>
                  <a:cubicBezTo>
                    <a:pt x="0" y="315555"/>
                    <a:pt x="5917" y="298556"/>
                    <a:pt x="18737" y="283681"/>
                  </a:cubicBezTo>
                  <a:cubicBezTo>
                    <a:pt x="99603" y="198683"/>
                    <a:pt x="180468" y="113685"/>
                    <a:pt x="261333" y="28687"/>
                  </a:cubicBezTo>
                  <a:cubicBezTo>
                    <a:pt x="279084" y="9562"/>
                    <a:pt x="300780" y="0"/>
                    <a:pt x="32642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5" name="文本框 4"/>
          <p:cNvSpPr txBox="1"/>
          <p:nvPr/>
        </p:nvSpPr>
        <p:spPr>
          <a:xfrm>
            <a:off x="974526" y="321818"/>
            <a:ext cx="1620957" cy="523220"/>
          </a:xfrm>
          <a:prstGeom prst="rect">
            <a:avLst/>
          </a:prstGeom>
          <a:noFill/>
        </p:spPr>
        <p:txBody>
          <a:bodyPr wrap="none" rtlCol="0">
            <a:spAutoFit/>
          </a:bodyPr>
          <a:lstStyle/>
          <a:p>
            <a:r>
              <a:rPr lang="zh-CN" altLang="en-US" sz="2800" b="1">
                <a:solidFill>
                  <a:srgbClr val="3FB793"/>
                </a:solidFill>
                <a:latin typeface="思源黑体旧字形 Normal" panose="020b0400000000000000" pitchFamily="34" charset="-128"/>
                <a:ea typeface="思源黑体旧字形 Normal" panose="020b0400000000000000" pitchFamily="34" charset="-128"/>
              </a:rPr>
              <a:t>目标规划</a:t>
            </a:r>
          </a:p>
        </p:txBody>
      </p:sp>
      <p:sp>
        <p:nvSpPr>
          <p:cNvPr id="35" name="Rectangle 4">
            <a:extLst>
              <a:ext uri="{FF2B5EF4-FFF2-40B4-BE49-F238E27FC236}">
                <a16:creationId xmlns:a16="http://schemas.microsoft.com/office/drawing/2014/main" id="{34991CEB-8283-4FC5-86F2-20075B8B1751}"/>
              </a:ext>
            </a:extLst>
          </p:cNvPr>
          <p:cNvSpPr/>
          <p:nvPr/>
        </p:nvSpPr>
        <p:spPr>
          <a:xfrm>
            <a:off x="720878" y="2303708"/>
            <a:ext cx="8941381" cy="174420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en-GB" sz="900">
              <a:latin typeface="Arial" panose="020b0604020202020204" pitchFamily="34" charset="0"/>
              <a:ea typeface="思源黑体旧字形 Normal" panose="020b0400000000000000" pitchFamily="34" charset="-128"/>
              <a:cs typeface="+mn-ea"/>
              <a:sym typeface="Arial" panose="020b0604020202020204" pitchFamily="34" charset="0"/>
            </a:endParaRPr>
          </a:p>
        </p:txBody>
      </p:sp>
      <p:sp>
        <p:nvSpPr>
          <p:cNvPr id="36" name="Isosceles Triangle 5">
            <a:extLst>
              <a:ext uri="{FF2B5EF4-FFF2-40B4-BE49-F238E27FC236}">
                <a16:creationId xmlns:a16="http://schemas.microsoft.com/office/drawing/2014/main" id="{58D8D47B-A738-4E98-8C78-BE2AB759A5C2}"/>
              </a:ext>
            </a:extLst>
          </p:cNvPr>
          <p:cNvSpPr/>
          <p:nvPr/>
        </p:nvSpPr>
        <p:spPr>
          <a:xfrm rot="5400000">
            <a:off x="9310659" y="2194939"/>
            <a:ext cx="2800420" cy="1961738"/>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en-GB" sz="900">
              <a:latin typeface="Arial" panose="020b0604020202020204" pitchFamily="34" charset="0"/>
              <a:ea typeface="思源黑体旧字形 Normal" panose="020b0400000000000000" pitchFamily="34" charset="-128"/>
              <a:cs typeface="+mn-ea"/>
              <a:sym typeface="Arial" panose="020b0604020202020204" pitchFamily="34" charset="0"/>
            </a:endParaRPr>
          </a:p>
        </p:txBody>
      </p:sp>
      <p:grpSp>
        <p:nvGrpSpPr>
          <p:cNvPr id="37" name="Group 6">
            <a:extLst>
              <a:ext uri="{FF2B5EF4-FFF2-40B4-BE49-F238E27FC236}">
                <a16:creationId xmlns:a16="http://schemas.microsoft.com/office/drawing/2014/main" id="{6D68B38E-2464-41D9-ACCD-448D0B5ED41E}"/>
              </a:ext>
            </a:extLst>
          </p:cNvPr>
          <p:cNvGrpSpPr/>
          <p:nvPr/>
        </p:nvGrpSpPr>
        <p:grpSpPr>
          <a:xfrm>
            <a:off x="8305562" y="2818880"/>
            <a:ext cx="2405311" cy="713858"/>
            <a:chOff x="8305802" y="2818812"/>
            <a:chExt cx="2405575" cy="713936"/>
          </a:xfrm>
        </p:grpSpPr>
        <p:sp>
          <p:nvSpPr>
            <p:cNvPr id="38" name="Rectangle 10">
              <a:extLst>
                <a:ext uri="{FF2B5EF4-FFF2-40B4-BE49-F238E27FC236}">
                  <a16:creationId xmlns:a16="http://schemas.microsoft.com/office/drawing/2014/main" id="{F79C1A65-AFCA-42E6-8FC6-70429884CB46}"/>
                </a:ext>
              </a:extLst>
            </p:cNvPr>
            <p:cNvSpPr/>
            <p:nvPr/>
          </p:nvSpPr>
          <p:spPr>
            <a:xfrm>
              <a:off x="8305802" y="2818812"/>
              <a:ext cx="2405575" cy="713936"/>
            </a:xfrm>
            <a:prstGeom prst="rect">
              <a:avLst/>
            </a:prstGeom>
            <a:solidFill>
              <a:srgbClr val="3FB793"/>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en-GB" sz="900">
                <a:latin typeface="思源黑体旧字形 Normal" panose="020b0400000000000000" pitchFamily="34" charset="-128"/>
                <a:ea typeface="思源黑体旧字形 Normal" panose="020b0400000000000000" pitchFamily="34" charset="-128"/>
                <a:cs typeface="+mn-ea"/>
                <a:sym typeface="Arial" panose="020b0604020202020204" pitchFamily="34" charset="0"/>
              </a:endParaRPr>
            </a:p>
          </p:txBody>
        </p:sp>
        <p:sp>
          <p:nvSpPr>
            <p:cNvPr id="39" name="TextBox 18">
              <a:extLst>
                <a:ext uri="{FF2B5EF4-FFF2-40B4-BE49-F238E27FC236}">
                  <a16:creationId xmlns:a16="http://schemas.microsoft.com/office/drawing/2014/main" id="{66338483-7B9D-4301-A458-7E668E5A6B1B}"/>
                </a:ext>
              </a:extLst>
            </p:cNvPr>
            <p:cNvSpPr txBox="1"/>
            <p:nvPr/>
          </p:nvSpPr>
          <p:spPr>
            <a:xfrm>
              <a:off x="8907408" y="3038502"/>
              <a:ext cx="1621135" cy="368026"/>
            </a:xfrm>
            <a:prstGeom prst="rect">
              <a:avLst/>
            </a:prstGeom>
            <a:noFill/>
          </p:spPr>
          <p:txBody>
            <a:bodyPr wrap="none" rtlCol="0">
              <a:spAutoFit/>
            </a:bodyPr>
            <a:lstStyle/>
            <a:p>
              <a:pPr>
                <a:lnSpc>
                  <a:spcPct val="120000"/>
                </a:lnSpc>
              </a:pPr>
              <a:r>
                <a:rPr lang="zh-CN" altLang="en-US" sz="1600">
                  <a:solidFill>
                    <a:schemeClr val="bg1"/>
                  </a:solidFill>
                  <a:latin typeface="思源黑体旧字形 Normal" panose="020b0400000000000000" pitchFamily="34" charset="-128"/>
                  <a:ea typeface="思源黑体旧字形 Normal" panose="020b0400000000000000" pitchFamily="34" charset="-128"/>
                  <a:cs typeface="+mn-ea"/>
                  <a:sym typeface="Arial" panose="020b0604020202020204" pitchFamily="34" charset="0"/>
                </a:rPr>
                <a:t>具体工作名称四</a:t>
              </a:r>
            </a:p>
          </p:txBody>
        </p:sp>
        <p:sp>
          <p:nvSpPr>
            <p:cNvPr id="40" name="Freeform 19">
              <a:extLst>
                <a:ext uri="{FF2B5EF4-FFF2-40B4-BE49-F238E27FC236}">
                  <a16:creationId xmlns:a16="http://schemas.microsoft.com/office/drawing/2014/main" id="{E829AC03-FF74-4E3A-81A7-5D6685A4E034}"/>
                </a:ext>
              </a:extLst>
            </p:cNvPr>
            <p:cNvSpPr>
              <a:spLocks noEditPoints="1"/>
            </p:cNvSpPr>
            <p:nvPr/>
          </p:nvSpPr>
          <p:spPr bwMode="auto">
            <a:xfrm>
              <a:off x="8513920" y="2995442"/>
              <a:ext cx="320594" cy="362576"/>
            </a:xfrm>
            <a:custGeom>
              <a:gdLst>
                <a:gd name="T0" fmla="*/ 20 w 78"/>
                <a:gd name="T1" fmla="*/ 7 h 88"/>
                <a:gd name="T2" fmla="*/ 20 w 78"/>
                <a:gd name="T3" fmla="*/ 11 h 88"/>
                <a:gd name="T4" fmla="*/ 5 w 78"/>
                <a:gd name="T5" fmla="*/ 6 h 88"/>
                <a:gd name="T6" fmla="*/ 1 w 78"/>
                <a:gd name="T7" fmla="*/ 8 h 88"/>
                <a:gd name="T8" fmla="*/ 0 w 78"/>
                <a:gd name="T9" fmla="*/ 20 h 88"/>
                <a:gd name="T10" fmla="*/ 3 w 78"/>
                <a:gd name="T11" fmla="*/ 38 h 88"/>
                <a:gd name="T12" fmla="*/ 17 w 78"/>
                <a:gd name="T13" fmla="*/ 49 h 88"/>
                <a:gd name="T14" fmla="*/ 20 w 78"/>
                <a:gd name="T15" fmla="*/ 50 h 88"/>
                <a:gd name="T16" fmla="*/ 20 w 78"/>
                <a:gd name="T17" fmla="*/ 49 h 88"/>
                <a:gd name="T18" fmla="*/ 31 w 78"/>
                <a:gd name="T19" fmla="*/ 52 h 88"/>
                <a:gd name="T20" fmla="*/ 31 w 78"/>
                <a:gd name="T21" fmla="*/ 64 h 88"/>
                <a:gd name="T22" fmla="*/ 27 w 78"/>
                <a:gd name="T23" fmla="*/ 64 h 88"/>
                <a:gd name="T24" fmla="*/ 27 w 78"/>
                <a:gd name="T25" fmla="*/ 68 h 88"/>
                <a:gd name="T26" fmla="*/ 15 w 78"/>
                <a:gd name="T27" fmla="*/ 68 h 88"/>
                <a:gd name="T28" fmla="*/ 15 w 78"/>
                <a:gd name="T29" fmla="*/ 88 h 88"/>
                <a:gd name="T30" fmla="*/ 64 w 78"/>
                <a:gd name="T31" fmla="*/ 88 h 88"/>
                <a:gd name="T32" fmla="*/ 64 w 78"/>
                <a:gd name="T33" fmla="*/ 68 h 88"/>
                <a:gd name="T34" fmla="*/ 52 w 78"/>
                <a:gd name="T35" fmla="*/ 68 h 88"/>
                <a:gd name="T36" fmla="*/ 52 w 78"/>
                <a:gd name="T37" fmla="*/ 64 h 88"/>
                <a:gd name="T38" fmla="*/ 47 w 78"/>
                <a:gd name="T39" fmla="*/ 64 h 88"/>
                <a:gd name="T40" fmla="*/ 47 w 78"/>
                <a:gd name="T41" fmla="*/ 52 h 88"/>
                <a:gd name="T42" fmla="*/ 58 w 78"/>
                <a:gd name="T43" fmla="*/ 49 h 88"/>
                <a:gd name="T44" fmla="*/ 58 w 78"/>
                <a:gd name="T45" fmla="*/ 50 h 88"/>
                <a:gd name="T46" fmla="*/ 61 w 78"/>
                <a:gd name="T47" fmla="*/ 49 h 88"/>
                <a:gd name="T48" fmla="*/ 75 w 78"/>
                <a:gd name="T49" fmla="*/ 38 h 88"/>
                <a:gd name="T50" fmla="*/ 78 w 78"/>
                <a:gd name="T51" fmla="*/ 20 h 88"/>
                <a:gd name="T52" fmla="*/ 77 w 78"/>
                <a:gd name="T53" fmla="*/ 8 h 88"/>
                <a:gd name="T54" fmla="*/ 73 w 78"/>
                <a:gd name="T55" fmla="*/ 6 h 88"/>
                <a:gd name="T56" fmla="*/ 58 w 78"/>
                <a:gd name="T57" fmla="*/ 11 h 88"/>
                <a:gd name="T58" fmla="*/ 58 w 78"/>
                <a:gd name="T59" fmla="*/ 7 h 88"/>
                <a:gd name="T60" fmla="*/ 60 w 78"/>
                <a:gd name="T61" fmla="*/ 7 h 88"/>
                <a:gd name="T62" fmla="*/ 60 w 78"/>
                <a:gd name="T63" fmla="*/ 0 h 88"/>
                <a:gd name="T64" fmla="*/ 17 w 78"/>
                <a:gd name="T65" fmla="*/ 0 h 88"/>
                <a:gd name="T66" fmla="*/ 17 w 78"/>
                <a:gd name="T67" fmla="*/ 7 h 88"/>
                <a:gd name="T68" fmla="*/ 20 w 78"/>
                <a:gd name="T69" fmla="*/ 7 h 88"/>
                <a:gd name="T70" fmla="*/ 63 w 78"/>
                <a:gd name="T71" fmla="*/ 42 h 88"/>
                <a:gd name="T72" fmla="*/ 59 w 78"/>
                <a:gd name="T73" fmla="*/ 20 h 88"/>
                <a:gd name="T74" fmla="*/ 61 w 78"/>
                <a:gd name="T75" fmla="*/ 22 h 88"/>
                <a:gd name="T76" fmla="*/ 66 w 78"/>
                <a:gd name="T77" fmla="*/ 18 h 88"/>
                <a:gd name="T78" fmla="*/ 64 w 78"/>
                <a:gd name="T79" fmla="*/ 16 h 88"/>
                <a:gd name="T80" fmla="*/ 71 w 78"/>
                <a:gd name="T81" fmla="*/ 13 h 88"/>
                <a:gd name="T82" fmla="*/ 72 w 78"/>
                <a:gd name="T83" fmla="*/ 20 h 88"/>
                <a:gd name="T84" fmla="*/ 69 w 78"/>
                <a:gd name="T85" fmla="*/ 36 h 88"/>
                <a:gd name="T86" fmla="*/ 63 w 78"/>
                <a:gd name="T87" fmla="*/ 42 h 88"/>
                <a:gd name="T88" fmla="*/ 19 w 78"/>
                <a:gd name="T89" fmla="*/ 20 h 88"/>
                <a:gd name="T90" fmla="*/ 15 w 78"/>
                <a:gd name="T91" fmla="*/ 42 h 88"/>
                <a:gd name="T92" fmla="*/ 9 w 78"/>
                <a:gd name="T93" fmla="*/ 36 h 88"/>
                <a:gd name="T94" fmla="*/ 6 w 78"/>
                <a:gd name="T95" fmla="*/ 20 h 88"/>
                <a:gd name="T96" fmla="*/ 7 w 78"/>
                <a:gd name="T97" fmla="*/ 13 h 88"/>
                <a:gd name="T98" fmla="*/ 14 w 78"/>
                <a:gd name="T99" fmla="*/ 16 h 88"/>
                <a:gd name="T100" fmla="*/ 12 w 78"/>
                <a:gd name="T101" fmla="*/ 18 h 88"/>
                <a:gd name="T102" fmla="*/ 17 w 78"/>
                <a:gd name="T103" fmla="*/ 22 h 88"/>
                <a:gd name="T104" fmla="*/ 19 w 78"/>
                <a:gd name="T105" fmla="*/ 20 h 88"/>
                <a:gd name="T106" fmla="*/ 32 w 78"/>
                <a:gd name="T107" fmla="*/ 10 h 88"/>
                <a:gd name="T108" fmla="*/ 32 w 78"/>
                <a:gd name="T109" fmla="*/ 45 h 88"/>
                <a:gd name="T110" fmla="*/ 25 w 78"/>
                <a:gd name="T111" fmla="*/ 41 h 88"/>
                <a:gd name="T112" fmla="*/ 28 w 78"/>
                <a:gd name="T113" fmla="*/ 14 h 88"/>
                <a:gd name="T114" fmla="*/ 28 w 78"/>
                <a:gd name="T115" fmla="*/ 10 h 88"/>
                <a:gd name="T116" fmla="*/ 32 w 78"/>
                <a:gd name="T117" fmla="*/ 10 h 88"/>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78" h="88">
                  <a:moveTo>
                    <a:pt x="20" y="7"/>
                  </a:moveTo>
                  <a:cubicBezTo>
                    <a:pt x="20" y="8"/>
                    <a:pt x="21" y="10"/>
                    <a:pt x="20" y="11"/>
                  </a:cubicBezTo>
                  <a:cubicBezTo>
                    <a:pt x="5" y="6"/>
                    <a:pt x="5" y="6"/>
                    <a:pt x="5" y="6"/>
                  </a:cubicBezTo>
                  <a:cubicBezTo>
                    <a:pt x="1" y="8"/>
                    <a:pt x="1" y="8"/>
                    <a:pt x="1" y="8"/>
                  </a:cubicBezTo>
                  <a:cubicBezTo>
                    <a:pt x="0" y="11"/>
                    <a:pt x="0" y="16"/>
                    <a:pt x="0" y="20"/>
                  </a:cubicBezTo>
                  <a:cubicBezTo>
                    <a:pt x="0" y="26"/>
                    <a:pt x="1" y="33"/>
                    <a:pt x="3" y="38"/>
                  </a:cubicBezTo>
                  <a:cubicBezTo>
                    <a:pt x="6" y="44"/>
                    <a:pt x="10" y="48"/>
                    <a:pt x="17" y="49"/>
                  </a:cubicBezTo>
                  <a:cubicBezTo>
                    <a:pt x="18" y="50"/>
                    <a:pt x="19" y="50"/>
                    <a:pt x="20" y="50"/>
                  </a:cubicBezTo>
                  <a:cubicBezTo>
                    <a:pt x="20" y="49"/>
                    <a:pt x="20" y="49"/>
                    <a:pt x="20" y="49"/>
                  </a:cubicBezTo>
                  <a:cubicBezTo>
                    <a:pt x="22" y="51"/>
                    <a:pt x="26" y="52"/>
                    <a:pt x="31" y="52"/>
                  </a:cubicBezTo>
                  <a:cubicBezTo>
                    <a:pt x="31" y="64"/>
                    <a:pt x="31" y="64"/>
                    <a:pt x="31" y="64"/>
                  </a:cubicBezTo>
                  <a:cubicBezTo>
                    <a:pt x="27" y="64"/>
                    <a:pt x="27" y="64"/>
                    <a:pt x="27" y="64"/>
                  </a:cubicBezTo>
                  <a:cubicBezTo>
                    <a:pt x="27" y="68"/>
                    <a:pt x="27" y="68"/>
                    <a:pt x="27" y="68"/>
                  </a:cubicBezTo>
                  <a:cubicBezTo>
                    <a:pt x="15" y="68"/>
                    <a:pt x="15" y="68"/>
                    <a:pt x="15" y="68"/>
                  </a:cubicBezTo>
                  <a:cubicBezTo>
                    <a:pt x="15" y="88"/>
                    <a:pt x="15" y="88"/>
                    <a:pt x="15" y="88"/>
                  </a:cubicBezTo>
                  <a:cubicBezTo>
                    <a:pt x="64" y="88"/>
                    <a:pt x="64" y="88"/>
                    <a:pt x="64" y="88"/>
                  </a:cubicBezTo>
                  <a:cubicBezTo>
                    <a:pt x="64" y="68"/>
                    <a:pt x="64" y="68"/>
                    <a:pt x="64" y="68"/>
                  </a:cubicBezTo>
                  <a:cubicBezTo>
                    <a:pt x="52" y="68"/>
                    <a:pt x="52" y="68"/>
                    <a:pt x="52" y="68"/>
                  </a:cubicBezTo>
                  <a:cubicBezTo>
                    <a:pt x="52" y="64"/>
                    <a:pt x="52" y="64"/>
                    <a:pt x="52" y="64"/>
                  </a:cubicBezTo>
                  <a:cubicBezTo>
                    <a:pt x="47" y="64"/>
                    <a:pt x="47" y="64"/>
                    <a:pt x="47" y="64"/>
                  </a:cubicBezTo>
                  <a:cubicBezTo>
                    <a:pt x="47" y="52"/>
                    <a:pt x="47" y="52"/>
                    <a:pt x="47" y="52"/>
                  </a:cubicBezTo>
                  <a:cubicBezTo>
                    <a:pt x="52" y="52"/>
                    <a:pt x="56" y="51"/>
                    <a:pt x="58" y="49"/>
                  </a:cubicBezTo>
                  <a:cubicBezTo>
                    <a:pt x="58" y="50"/>
                    <a:pt x="58" y="50"/>
                    <a:pt x="58" y="50"/>
                  </a:cubicBezTo>
                  <a:cubicBezTo>
                    <a:pt x="59" y="50"/>
                    <a:pt x="60" y="50"/>
                    <a:pt x="61" y="49"/>
                  </a:cubicBezTo>
                  <a:cubicBezTo>
                    <a:pt x="68" y="48"/>
                    <a:pt x="72" y="44"/>
                    <a:pt x="75" y="38"/>
                  </a:cubicBezTo>
                  <a:cubicBezTo>
                    <a:pt x="77" y="33"/>
                    <a:pt x="78" y="26"/>
                    <a:pt x="78" y="20"/>
                  </a:cubicBezTo>
                  <a:cubicBezTo>
                    <a:pt x="78" y="16"/>
                    <a:pt x="78" y="11"/>
                    <a:pt x="77" y="8"/>
                  </a:cubicBezTo>
                  <a:cubicBezTo>
                    <a:pt x="73" y="6"/>
                    <a:pt x="73" y="6"/>
                    <a:pt x="73" y="6"/>
                  </a:cubicBezTo>
                  <a:cubicBezTo>
                    <a:pt x="58" y="11"/>
                    <a:pt x="58" y="11"/>
                    <a:pt x="58" y="11"/>
                  </a:cubicBezTo>
                  <a:cubicBezTo>
                    <a:pt x="57" y="10"/>
                    <a:pt x="58" y="8"/>
                    <a:pt x="58" y="7"/>
                  </a:cubicBezTo>
                  <a:cubicBezTo>
                    <a:pt x="60" y="7"/>
                    <a:pt x="60" y="7"/>
                    <a:pt x="60" y="7"/>
                  </a:cubicBezTo>
                  <a:cubicBezTo>
                    <a:pt x="60" y="0"/>
                    <a:pt x="60" y="0"/>
                    <a:pt x="60" y="0"/>
                  </a:cubicBezTo>
                  <a:cubicBezTo>
                    <a:pt x="17" y="0"/>
                    <a:pt x="17" y="0"/>
                    <a:pt x="17" y="0"/>
                  </a:cubicBezTo>
                  <a:cubicBezTo>
                    <a:pt x="17" y="7"/>
                    <a:pt x="17" y="7"/>
                    <a:pt x="17" y="7"/>
                  </a:cubicBezTo>
                  <a:cubicBezTo>
                    <a:pt x="20" y="7"/>
                    <a:pt x="20" y="7"/>
                    <a:pt x="20" y="7"/>
                  </a:cubicBezTo>
                  <a:close/>
                  <a:moveTo>
                    <a:pt x="63" y="42"/>
                  </a:moveTo>
                  <a:cubicBezTo>
                    <a:pt x="64" y="36"/>
                    <a:pt x="60" y="28"/>
                    <a:pt x="59" y="20"/>
                  </a:cubicBezTo>
                  <a:cubicBezTo>
                    <a:pt x="61" y="22"/>
                    <a:pt x="61" y="22"/>
                    <a:pt x="61" y="22"/>
                  </a:cubicBezTo>
                  <a:cubicBezTo>
                    <a:pt x="66" y="18"/>
                    <a:pt x="66" y="18"/>
                    <a:pt x="66" y="18"/>
                  </a:cubicBezTo>
                  <a:cubicBezTo>
                    <a:pt x="64" y="16"/>
                    <a:pt x="64" y="16"/>
                    <a:pt x="64" y="16"/>
                  </a:cubicBezTo>
                  <a:cubicBezTo>
                    <a:pt x="71" y="13"/>
                    <a:pt x="71" y="13"/>
                    <a:pt x="71" y="13"/>
                  </a:cubicBezTo>
                  <a:cubicBezTo>
                    <a:pt x="72" y="15"/>
                    <a:pt x="72" y="18"/>
                    <a:pt x="72" y="20"/>
                  </a:cubicBezTo>
                  <a:cubicBezTo>
                    <a:pt x="71" y="26"/>
                    <a:pt x="71" y="31"/>
                    <a:pt x="69" y="36"/>
                  </a:cubicBezTo>
                  <a:cubicBezTo>
                    <a:pt x="67" y="39"/>
                    <a:pt x="65" y="41"/>
                    <a:pt x="63" y="42"/>
                  </a:cubicBezTo>
                  <a:close/>
                  <a:moveTo>
                    <a:pt x="19" y="20"/>
                  </a:moveTo>
                  <a:cubicBezTo>
                    <a:pt x="17" y="28"/>
                    <a:pt x="14" y="36"/>
                    <a:pt x="15" y="42"/>
                  </a:cubicBezTo>
                  <a:cubicBezTo>
                    <a:pt x="13" y="41"/>
                    <a:pt x="11" y="39"/>
                    <a:pt x="9" y="36"/>
                  </a:cubicBezTo>
                  <a:cubicBezTo>
                    <a:pt x="7" y="31"/>
                    <a:pt x="6" y="26"/>
                    <a:pt x="6" y="20"/>
                  </a:cubicBezTo>
                  <a:cubicBezTo>
                    <a:pt x="6" y="18"/>
                    <a:pt x="6" y="15"/>
                    <a:pt x="7" y="13"/>
                  </a:cubicBezTo>
                  <a:cubicBezTo>
                    <a:pt x="14" y="16"/>
                    <a:pt x="14" y="16"/>
                    <a:pt x="14" y="16"/>
                  </a:cubicBezTo>
                  <a:cubicBezTo>
                    <a:pt x="12" y="18"/>
                    <a:pt x="12" y="18"/>
                    <a:pt x="12" y="18"/>
                  </a:cubicBezTo>
                  <a:cubicBezTo>
                    <a:pt x="17" y="22"/>
                    <a:pt x="17" y="22"/>
                    <a:pt x="17" y="22"/>
                  </a:cubicBezTo>
                  <a:cubicBezTo>
                    <a:pt x="19" y="20"/>
                    <a:pt x="19" y="20"/>
                    <a:pt x="19" y="20"/>
                  </a:cubicBezTo>
                  <a:close/>
                  <a:moveTo>
                    <a:pt x="32" y="10"/>
                  </a:moveTo>
                  <a:cubicBezTo>
                    <a:pt x="32" y="45"/>
                    <a:pt x="32" y="45"/>
                    <a:pt x="32" y="45"/>
                  </a:cubicBezTo>
                  <a:cubicBezTo>
                    <a:pt x="32" y="45"/>
                    <a:pt x="27" y="45"/>
                    <a:pt x="25" y="41"/>
                  </a:cubicBezTo>
                  <a:cubicBezTo>
                    <a:pt x="24" y="37"/>
                    <a:pt x="28" y="16"/>
                    <a:pt x="28" y="14"/>
                  </a:cubicBezTo>
                  <a:cubicBezTo>
                    <a:pt x="28" y="13"/>
                    <a:pt x="28" y="10"/>
                    <a:pt x="28" y="10"/>
                  </a:cubicBezTo>
                  <a:lnTo>
                    <a:pt x="32" y="10"/>
                  </a:lnTo>
                  <a:close/>
                </a:path>
              </a:pathLst>
            </a:custGeom>
            <a:solidFill>
              <a:schemeClr val="bg1"/>
            </a:solidFill>
            <a:ln>
              <a:noFill/>
            </a:ln>
          </p:spPr>
          <p:txBody>
            <a:bodyPr vert="horz" wrap="square" lIns="91430" tIns="45716" rIns="91430" bIns="45716"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20000"/>
                </a:lnSpc>
              </a:pPr>
              <a:endParaRPr lang="zh-CN" altLang="en-US" sz="900">
                <a:solidFill>
                  <a:prstClr val="black"/>
                </a:solidFill>
                <a:latin typeface="迷你简菱心" panose="02010609000101010101" pitchFamily="49" charset="-122"/>
                <a:ea typeface="迷你简菱心" panose="02010609000101010101" pitchFamily="49" charset="-122"/>
                <a:cs typeface="+mn-ea"/>
                <a:sym typeface="Arial" panose="020b0604020202020204" pitchFamily="34" charset="0"/>
              </a:endParaRPr>
            </a:p>
          </p:txBody>
        </p:sp>
      </p:grpSp>
      <p:grpSp>
        <p:nvGrpSpPr>
          <p:cNvPr id="41" name="Group 13">
            <a:extLst>
              <a:ext uri="{FF2B5EF4-FFF2-40B4-BE49-F238E27FC236}">
                <a16:creationId xmlns:a16="http://schemas.microsoft.com/office/drawing/2014/main" id="{973F980C-B35A-46F6-95A0-72DD04560CBE}"/>
              </a:ext>
            </a:extLst>
          </p:cNvPr>
          <p:cNvGrpSpPr/>
          <p:nvPr/>
        </p:nvGrpSpPr>
        <p:grpSpPr>
          <a:xfrm>
            <a:off x="858704" y="2818879"/>
            <a:ext cx="2405311" cy="713858"/>
            <a:chOff x="858128" y="2818811"/>
            <a:chExt cx="2405575" cy="713936"/>
          </a:xfrm>
        </p:grpSpPr>
        <p:sp>
          <p:nvSpPr>
            <p:cNvPr id="42" name="Rectangle 7">
              <a:extLst>
                <a:ext uri="{FF2B5EF4-FFF2-40B4-BE49-F238E27FC236}">
                  <a16:creationId xmlns:a16="http://schemas.microsoft.com/office/drawing/2014/main" id="{7BF0C8E7-76C3-4334-A7B3-4EEF7BBD0AEE}"/>
                </a:ext>
              </a:extLst>
            </p:cNvPr>
            <p:cNvSpPr/>
            <p:nvPr/>
          </p:nvSpPr>
          <p:spPr>
            <a:xfrm>
              <a:off x="858128" y="2818811"/>
              <a:ext cx="2405575" cy="713936"/>
            </a:xfrm>
            <a:prstGeom prst="rect">
              <a:avLst/>
            </a:prstGeom>
            <a:solidFill>
              <a:srgbClr val="545D79"/>
            </a:solidFill>
            <a:ln>
              <a:noFill/>
            </a:ln>
            <a:effectLst>
              <a:outerShdw blurRad="63500" algn="ctr" rotWithShape="0">
                <a:prstClr val="black">
                  <a:alpha val="40000"/>
                </a:prstClr>
              </a:outerShdw>
            </a:effectLst>
          </p:spPr>
          <p:txBody>
            <a:bodyPr vert="horz" wrap="square" lIns="91440" tIns="45720" rIns="91440" bIns="45720" numCol="1" anchor="ctr" anchorCtr="0" compatLnSpc="1">
              <a:prstTxWarp prst="textNoShape">
                <a:avLst/>
              </a:prstTxWarp>
            </a:bodyPr>
            <a:lstStyle/>
            <a:p>
              <a:pPr algn="ctr"/>
              <a:endParaRPr lang="en-GB" sz="4800">
                <a:solidFill>
                  <a:prstClr val="white"/>
                </a:solidFill>
                <a:latin typeface="思源黑体旧字形 Normal" panose="020b0400000000000000" pitchFamily="34" charset="-128"/>
                <a:ea typeface="思源黑体旧字形 Normal" panose="020b0400000000000000" pitchFamily="34" charset="-128"/>
                <a:sym typeface="Arial" panose="020b0604020202020204" pitchFamily="34" charset="0"/>
              </a:endParaRPr>
            </a:p>
          </p:txBody>
        </p:sp>
        <p:sp>
          <p:nvSpPr>
            <p:cNvPr id="43" name="TextBox 15">
              <a:extLst>
                <a:ext uri="{FF2B5EF4-FFF2-40B4-BE49-F238E27FC236}">
                  <a16:creationId xmlns:a16="http://schemas.microsoft.com/office/drawing/2014/main" id="{F0EDC558-915C-40C5-A9A1-93FD97499E96}"/>
                </a:ext>
              </a:extLst>
            </p:cNvPr>
            <p:cNvSpPr txBox="1"/>
            <p:nvPr/>
          </p:nvSpPr>
          <p:spPr>
            <a:xfrm>
              <a:off x="1388148" y="3038502"/>
              <a:ext cx="1621135" cy="368026"/>
            </a:xfrm>
            <a:prstGeom prst="rect">
              <a:avLst/>
            </a:prstGeom>
            <a:noFill/>
          </p:spPr>
          <p:txBody>
            <a:bodyPr wrap="none" rtlCol="0">
              <a:spAutoFit/>
            </a:bodyPr>
            <a:lstStyle/>
            <a:p>
              <a:pPr>
                <a:lnSpc>
                  <a:spcPct val="120000"/>
                </a:lnSpc>
              </a:pPr>
              <a:r>
                <a:rPr lang="zh-CN" altLang="en-US" sz="1600">
                  <a:solidFill>
                    <a:schemeClr val="bg1"/>
                  </a:solidFill>
                  <a:latin typeface="思源黑体旧字形 Normal" panose="020b0400000000000000" pitchFamily="34" charset="-128"/>
                  <a:ea typeface="思源黑体旧字形 Normal" panose="020b0400000000000000" pitchFamily="34" charset="-128"/>
                  <a:cs typeface="+mn-ea"/>
                  <a:sym typeface="Arial" panose="020b0604020202020204" pitchFamily="34" charset="0"/>
                </a:rPr>
                <a:t>具体工作名称一</a:t>
              </a:r>
            </a:p>
          </p:txBody>
        </p:sp>
        <p:sp>
          <p:nvSpPr>
            <p:cNvPr id="44" name="Freeform 20">
              <a:extLst>
                <a:ext uri="{FF2B5EF4-FFF2-40B4-BE49-F238E27FC236}">
                  <a16:creationId xmlns:a16="http://schemas.microsoft.com/office/drawing/2014/main" id="{D59FE328-5927-47BB-803B-52ADD07B7974}"/>
                </a:ext>
              </a:extLst>
            </p:cNvPr>
            <p:cNvSpPr>
              <a:spLocks noEditPoints="1"/>
            </p:cNvSpPr>
            <p:nvPr/>
          </p:nvSpPr>
          <p:spPr bwMode="auto">
            <a:xfrm>
              <a:off x="1076472" y="2957279"/>
              <a:ext cx="276702" cy="437000"/>
            </a:xfrm>
            <a:custGeom>
              <a:gdLst>
                <a:gd name="T0" fmla="*/ 57 w 67"/>
                <a:gd name="T1" fmla="*/ 10 h 106"/>
                <a:gd name="T2" fmla="*/ 62 w 67"/>
                <a:gd name="T3" fmla="*/ 51 h 106"/>
                <a:gd name="T4" fmla="*/ 51 w 67"/>
                <a:gd name="T5" fmla="*/ 66 h 106"/>
                <a:gd name="T6" fmla="*/ 55 w 67"/>
                <a:gd name="T7" fmla="*/ 65 h 106"/>
                <a:gd name="T8" fmla="*/ 57 w 67"/>
                <a:gd name="T9" fmla="*/ 73 h 106"/>
                <a:gd name="T10" fmla="*/ 56 w 67"/>
                <a:gd name="T11" fmla="*/ 80 h 106"/>
                <a:gd name="T12" fmla="*/ 57 w 67"/>
                <a:gd name="T13" fmla="*/ 86 h 106"/>
                <a:gd name="T14" fmla="*/ 55 w 67"/>
                <a:gd name="T15" fmla="*/ 93 h 106"/>
                <a:gd name="T16" fmla="*/ 15 w 67"/>
                <a:gd name="T17" fmla="*/ 97 h 106"/>
                <a:gd name="T18" fmla="*/ 12 w 67"/>
                <a:gd name="T19" fmla="*/ 95 h 106"/>
                <a:gd name="T20" fmla="*/ 12 w 67"/>
                <a:gd name="T21" fmla="*/ 83 h 106"/>
                <a:gd name="T22" fmla="*/ 12 w 67"/>
                <a:gd name="T23" fmla="*/ 82 h 106"/>
                <a:gd name="T24" fmla="*/ 12 w 67"/>
                <a:gd name="T25" fmla="*/ 71 h 106"/>
                <a:gd name="T26" fmla="*/ 15 w 67"/>
                <a:gd name="T27" fmla="*/ 69 h 106"/>
                <a:gd name="T28" fmla="*/ 16 w 67"/>
                <a:gd name="T29" fmla="*/ 63 h 106"/>
                <a:gd name="T30" fmla="*/ 0 w 67"/>
                <a:gd name="T31" fmla="*/ 34 h 106"/>
                <a:gd name="T32" fmla="*/ 33 w 67"/>
                <a:gd name="T33" fmla="*/ 0 h 106"/>
                <a:gd name="T34" fmla="*/ 28 w 67"/>
                <a:gd name="T35" fmla="*/ 41 h 106"/>
                <a:gd name="T36" fmla="*/ 30 w 67"/>
                <a:gd name="T37" fmla="*/ 39 h 106"/>
                <a:gd name="T38" fmla="*/ 33 w 67"/>
                <a:gd name="T39" fmla="*/ 41 h 106"/>
                <a:gd name="T40" fmla="*/ 36 w 67"/>
                <a:gd name="T41" fmla="*/ 39 h 106"/>
                <a:gd name="T42" fmla="*/ 39 w 67"/>
                <a:gd name="T43" fmla="*/ 41 h 106"/>
                <a:gd name="T44" fmla="*/ 43 w 67"/>
                <a:gd name="T45" fmla="*/ 38 h 106"/>
                <a:gd name="T46" fmla="*/ 39 w 67"/>
                <a:gd name="T47" fmla="*/ 52 h 106"/>
                <a:gd name="T48" fmla="*/ 44 w 67"/>
                <a:gd name="T49" fmla="*/ 66 h 106"/>
                <a:gd name="T50" fmla="*/ 44 w 67"/>
                <a:gd name="T51" fmla="*/ 58 h 106"/>
                <a:gd name="T52" fmla="*/ 56 w 67"/>
                <a:gd name="T53" fmla="*/ 47 h 106"/>
                <a:gd name="T54" fmla="*/ 52 w 67"/>
                <a:gd name="T55" fmla="*/ 15 h 106"/>
                <a:gd name="T56" fmla="*/ 15 w 67"/>
                <a:gd name="T57" fmla="*/ 15 h 106"/>
                <a:gd name="T58" fmla="*/ 11 w 67"/>
                <a:gd name="T59" fmla="*/ 48 h 106"/>
                <a:gd name="T60" fmla="*/ 23 w 67"/>
                <a:gd name="T61" fmla="*/ 59 h 106"/>
                <a:gd name="T62" fmla="*/ 23 w 67"/>
                <a:gd name="T63" fmla="*/ 67 h 106"/>
                <a:gd name="T64" fmla="*/ 29 w 67"/>
                <a:gd name="T65" fmla="*/ 52 h 106"/>
                <a:gd name="T66" fmla="*/ 25 w 67"/>
                <a:gd name="T67" fmla="*/ 38 h 106"/>
                <a:gd name="T68" fmla="*/ 40 w 67"/>
                <a:gd name="T69" fmla="*/ 43 h 106"/>
                <a:gd name="T70" fmla="*/ 36 w 67"/>
                <a:gd name="T71" fmla="*/ 42 h 106"/>
                <a:gd name="T72" fmla="*/ 30 w 67"/>
                <a:gd name="T73" fmla="*/ 42 h 106"/>
                <a:gd name="T74" fmla="*/ 27 w 67"/>
                <a:gd name="T75" fmla="*/ 42 h 106"/>
                <a:gd name="T76" fmla="*/ 32 w 67"/>
                <a:gd name="T77" fmla="*/ 51 h 106"/>
                <a:gd name="T78" fmla="*/ 32 w 67"/>
                <a:gd name="T79" fmla="*/ 67 h 106"/>
                <a:gd name="T80" fmla="*/ 35 w 67"/>
                <a:gd name="T81" fmla="*/ 51 h 106"/>
                <a:gd name="T82" fmla="*/ 35 w 67"/>
                <a:gd name="T83" fmla="*/ 50 h 106"/>
                <a:gd name="T84" fmla="*/ 43 w 67"/>
                <a:gd name="T85" fmla="*/ 96 h 106"/>
                <a:gd name="T86" fmla="*/ 34 w 67"/>
                <a:gd name="T87" fmla="*/ 106 h 106"/>
                <a:gd name="T88" fmla="*/ 43 w 67"/>
                <a:gd name="T89" fmla="*/ 96 h 106"/>
                <a:gd name="T90" fmla="*/ 17 w 67"/>
                <a:gd name="T91" fmla="*/ 88 h 106"/>
                <a:gd name="T92" fmla="*/ 17 w 67"/>
                <a:gd name="T93" fmla="*/ 90 h 106"/>
                <a:gd name="T94" fmla="*/ 50 w 67"/>
                <a:gd name="T95" fmla="*/ 86 h 106"/>
                <a:gd name="T96" fmla="*/ 50 w 67"/>
                <a:gd name="T97" fmla="*/ 73 h 106"/>
                <a:gd name="T98" fmla="*/ 17 w 67"/>
                <a:gd name="T99" fmla="*/ 77 h 106"/>
                <a:gd name="T100" fmla="*/ 50 w 67"/>
                <a:gd name="T101" fmla="*/ 74 h 106"/>
                <a:gd name="T102" fmla="*/ 50 w 67"/>
                <a:gd name="T103" fmla="*/ 73 h 106"/>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67" h="105">
                  <a:moveTo>
                    <a:pt x="33" y="0"/>
                  </a:moveTo>
                  <a:cubicBezTo>
                    <a:pt x="43" y="0"/>
                    <a:pt x="51" y="4"/>
                    <a:pt x="57" y="10"/>
                  </a:cubicBezTo>
                  <a:cubicBezTo>
                    <a:pt x="63" y="16"/>
                    <a:pt x="67" y="25"/>
                    <a:pt x="67" y="34"/>
                  </a:cubicBezTo>
                  <a:cubicBezTo>
                    <a:pt x="67" y="40"/>
                    <a:pt x="65" y="46"/>
                    <a:pt x="62" y="51"/>
                  </a:cubicBezTo>
                  <a:cubicBezTo>
                    <a:pt x="59" y="56"/>
                    <a:pt x="56" y="59"/>
                    <a:pt x="51" y="62"/>
                  </a:cubicBezTo>
                  <a:cubicBezTo>
                    <a:pt x="51" y="66"/>
                    <a:pt x="51" y="66"/>
                    <a:pt x="51" y="66"/>
                  </a:cubicBezTo>
                  <a:cubicBezTo>
                    <a:pt x="53" y="66"/>
                    <a:pt x="53" y="66"/>
                    <a:pt x="53" y="66"/>
                  </a:cubicBezTo>
                  <a:cubicBezTo>
                    <a:pt x="55" y="65"/>
                    <a:pt x="55" y="65"/>
                    <a:pt x="55" y="65"/>
                  </a:cubicBezTo>
                  <a:cubicBezTo>
                    <a:pt x="56" y="68"/>
                    <a:pt x="56" y="68"/>
                    <a:pt x="56" y="68"/>
                  </a:cubicBezTo>
                  <a:cubicBezTo>
                    <a:pt x="57" y="70"/>
                    <a:pt x="57" y="72"/>
                    <a:pt x="57" y="73"/>
                  </a:cubicBezTo>
                  <a:cubicBezTo>
                    <a:pt x="57" y="75"/>
                    <a:pt x="57" y="77"/>
                    <a:pt x="56" y="79"/>
                  </a:cubicBezTo>
                  <a:cubicBezTo>
                    <a:pt x="56" y="80"/>
                    <a:pt x="56" y="80"/>
                    <a:pt x="56" y="80"/>
                  </a:cubicBezTo>
                  <a:cubicBezTo>
                    <a:pt x="56" y="80"/>
                    <a:pt x="56" y="80"/>
                    <a:pt x="56" y="80"/>
                  </a:cubicBezTo>
                  <a:cubicBezTo>
                    <a:pt x="57" y="82"/>
                    <a:pt x="57" y="84"/>
                    <a:pt x="57" y="86"/>
                  </a:cubicBezTo>
                  <a:cubicBezTo>
                    <a:pt x="57" y="88"/>
                    <a:pt x="57" y="90"/>
                    <a:pt x="56" y="92"/>
                  </a:cubicBezTo>
                  <a:cubicBezTo>
                    <a:pt x="55" y="93"/>
                    <a:pt x="55" y="93"/>
                    <a:pt x="55" y="93"/>
                  </a:cubicBezTo>
                  <a:cubicBezTo>
                    <a:pt x="53" y="94"/>
                    <a:pt x="53" y="94"/>
                    <a:pt x="53" y="94"/>
                  </a:cubicBezTo>
                  <a:cubicBezTo>
                    <a:pt x="15" y="97"/>
                    <a:pt x="15" y="97"/>
                    <a:pt x="15" y="97"/>
                  </a:cubicBezTo>
                  <a:cubicBezTo>
                    <a:pt x="13" y="97"/>
                    <a:pt x="13" y="97"/>
                    <a:pt x="13" y="97"/>
                  </a:cubicBezTo>
                  <a:cubicBezTo>
                    <a:pt x="12" y="95"/>
                    <a:pt x="12" y="95"/>
                    <a:pt x="12" y="95"/>
                  </a:cubicBezTo>
                  <a:cubicBezTo>
                    <a:pt x="11" y="93"/>
                    <a:pt x="11" y="91"/>
                    <a:pt x="10" y="90"/>
                  </a:cubicBezTo>
                  <a:cubicBezTo>
                    <a:pt x="10" y="88"/>
                    <a:pt x="11" y="86"/>
                    <a:pt x="12" y="83"/>
                  </a:cubicBezTo>
                  <a:cubicBezTo>
                    <a:pt x="12" y="83"/>
                    <a:pt x="12" y="83"/>
                    <a:pt x="12" y="83"/>
                  </a:cubicBezTo>
                  <a:cubicBezTo>
                    <a:pt x="12" y="82"/>
                    <a:pt x="12" y="82"/>
                    <a:pt x="12" y="82"/>
                  </a:cubicBezTo>
                  <a:cubicBezTo>
                    <a:pt x="11" y="81"/>
                    <a:pt x="11" y="79"/>
                    <a:pt x="10" y="77"/>
                  </a:cubicBezTo>
                  <a:cubicBezTo>
                    <a:pt x="10" y="75"/>
                    <a:pt x="11" y="73"/>
                    <a:pt x="12" y="71"/>
                  </a:cubicBezTo>
                  <a:cubicBezTo>
                    <a:pt x="13" y="69"/>
                    <a:pt x="13" y="69"/>
                    <a:pt x="13" y="69"/>
                  </a:cubicBezTo>
                  <a:cubicBezTo>
                    <a:pt x="15" y="69"/>
                    <a:pt x="15" y="69"/>
                    <a:pt x="15" y="69"/>
                  </a:cubicBezTo>
                  <a:cubicBezTo>
                    <a:pt x="16" y="69"/>
                    <a:pt x="16" y="69"/>
                    <a:pt x="16" y="69"/>
                  </a:cubicBezTo>
                  <a:cubicBezTo>
                    <a:pt x="16" y="63"/>
                    <a:pt x="16" y="63"/>
                    <a:pt x="16" y="63"/>
                  </a:cubicBezTo>
                  <a:cubicBezTo>
                    <a:pt x="11" y="60"/>
                    <a:pt x="7" y="56"/>
                    <a:pt x="5" y="51"/>
                  </a:cubicBezTo>
                  <a:cubicBezTo>
                    <a:pt x="2" y="46"/>
                    <a:pt x="0" y="40"/>
                    <a:pt x="0" y="34"/>
                  </a:cubicBezTo>
                  <a:cubicBezTo>
                    <a:pt x="0" y="25"/>
                    <a:pt x="4" y="16"/>
                    <a:pt x="10" y="10"/>
                  </a:cubicBezTo>
                  <a:cubicBezTo>
                    <a:pt x="16" y="4"/>
                    <a:pt x="24" y="0"/>
                    <a:pt x="33" y="0"/>
                  </a:cubicBezTo>
                  <a:close/>
                  <a:moveTo>
                    <a:pt x="26" y="40"/>
                  </a:moveTo>
                  <a:cubicBezTo>
                    <a:pt x="27" y="41"/>
                    <a:pt x="27" y="41"/>
                    <a:pt x="28" y="41"/>
                  </a:cubicBezTo>
                  <a:cubicBezTo>
                    <a:pt x="28" y="41"/>
                    <a:pt x="29" y="41"/>
                    <a:pt x="30" y="40"/>
                  </a:cubicBezTo>
                  <a:cubicBezTo>
                    <a:pt x="30" y="39"/>
                    <a:pt x="30" y="39"/>
                    <a:pt x="30" y="39"/>
                  </a:cubicBezTo>
                  <a:cubicBezTo>
                    <a:pt x="31" y="40"/>
                    <a:pt x="31" y="40"/>
                    <a:pt x="31" y="40"/>
                  </a:cubicBezTo>
                  <a:cubicBezTo>
                    <a:pt x="32" y="41"/>
                    <a:pt x="32" y="41"/>
                    <a:pt x="33" y="41"/>
                  </a:cubicBezTo>
                  <a:cubicBezTo>
                    <a:pt x="34" y="41"/>
                    <a:pt x="35" y="41"/>
                    <a:pt x="35" y="40"/>
                  </a:cubicBezTo>
                  <a:cubicBezTo>
                    <a:pt x="36" y="39"/>
                    <a:pt x="36" y="39"/>
                    <a:pt x="36" y="39"/>
                  </a:cubicBezTo>
                  <a:cubicBezTo>
                    <a:pt x="36" y="40"/>
                    <a:pt x="36" y="40"/>
                    <a:pt x="36" y="40"/>
                  </a:cubicBezTo>
                  <a:cubicBezTo>
                    <a:pt x="37" y="41"/>
                    <a:pt x="38" y="41"/>
                    <a:pt x="39" y="41"/>
                  </a:cubicBezTo>
                  <a:cubicBezTo>
                    <a:pt x="40" y="41"/>
                    <a:pt x="41" y="41"/>
                    <a:pt x="42" y="40"/>
                  </a:cubicBezTo>
                  <a:cubicBezTo>
                    <a:pt x="43" y="38"/>
                    <a:pt x="43" y="38"/>
                    <a:pt x="43" y="38"/>
                  </a:cubicBezTo>
                  <a:cubicBezTo>
                    <a:pt x="46" y="40"/>
                    <a:pt x="46" y="40"/>
                    <a:pt x="46" y="40"/>
                  </a:cubicBezTo>
                  <a:cubicBezTo>
                    <a:pt x="39" y="52"/>
                    <a:pt x="39" y="52"/>
                    <a:pt x="39" y="52"/>
                  </a:cubicBezTo>
                  <a:cubicBezTo>
                    <a:pt x="39" y="67"/>
                    <a:pt x="39" y="67"/>
                    <a:pt x="39" y="67"/>
                  </a:cubicBezTo>
                  <a:cubicBezTo>
                    <a:pt x="44" y="66"/>
                    <a:pt x="44" y="66"/>
                    <a:pt x="44" y="66"/>
                  </a:cubicBezTo>
                  <a:cubicBezTo>
                    <a:pt x="44" y="60"/>
                    <a:pt x="44" y="60"/>
                    <a:pt x="44" y="60"/>
                  </a:cubicBezTo>
                  <a:cubicBezTo>
                    <a:pt x="44" y="58"/>
                    <a:pt x="44" y="58"/>
                    <a:pt x="44" y="58"/>
                  </a:cubicBezTo>
                  <a:cubicBezTo>
                    <a:pt x="46" y="57"/>
                    <a:pt x="46" y="57"/>
                    <a:pt x="46" y="57"/>
                  </a:cubicBezTo>
                  <a:cubicBezTo>
                    <a:pt x="50" y="55"/>
                    <a:pt x="54" y="52"/>
                    <a:pt x="56" y="47"/>
                  </a:cubicBezTo>
                  <a:cubicBezTo>
                    <a:pt x="59" y="44"/>
                    <a:pt x="60" y="39"/>
                    <a:pt x="60" y="34"/>
                  </a:cubicBezTo>
                  <a:cubicBezTo>
                    <a:pt x="60" y="27"/>
                    <a:pt x="57" y="20"/>
                    <a:pt x="52" y="15"/>
                  </a:cubicBezTo>
                  <a:cubicBezTo>
                    <a:pt x="47" y="10"/>
                    <a:pt x="41" y="7"/>
                    <a:pt x="33" y="7"/>
                  </a:cubicBezTo>
                  <a:cubicBezTo>
                    <a:pt x="26" y="7"/>
                    <a:pt x="19" y="10"/>
                    <a:pt x="15" y="15"/>
                  </a:cubicBezTo>
                  <a:cubicBezTo>
                    <a:pt x="10" y="20"/>
                    <a:pt x="7" y="27"/>
                    <a:pt x="7" y="34"/>
                  </a:cubicBezTo>
                  <a:cubicBezTo>
                    <a:pt x="7" y="39"/>
                    <a:pt x="8" y="44"/>
                    <a:pt x="11" y="48"/>
                  </a:cubicBezTo>
                  <a:cubicBezTo>
                    <a:pt x="13" y="52"/>
                    <a:pt x="17" y="55"/>
                    <a:pt x="21" y="58"/>
                  </a:cubicBezTo>
                  <a:cubicBezTo>
                    <a:pt x="23" y="59"/>
                    <a:pt x="23" y="59"/>
                    <a:pt x="23" y="59"/>
                  </a:cubicBezTo>
                  <a:cubicBezTo>
                    <a:pt x="23" y="61"/>
                    <a:pt x="23" y="61"/>
                    <a:pt x="23" y="61"/>
                  </a:cubicBezTo>
                  <a:cubicBezTo>
                    <a:pt x="23" y="67"/>
                    <a:pt x="23" y="67"/>
                    <a:pt x="23" y="67"/>
                  </a:cubicBezTo>
                  <a:cubicBezTo>
                    <a:pt x="29" y="67"/>
                    <a:pt x="29" y="67"/>
                    <a:pt x="29" y="67"/>
                  </a:cubicBezTo>
                  <a:cubicBezTo>
                    <a:pt x="29" y="52"/>
                    <a:pt x="29" y="52"/>
                    <a:pt x="29" y="52"/>
                  </a:cubicBezTo>
                  <a:cubicBezTo>
                    <a:pt x="22" y="40"/>
                    <a:pt x="22" y="40"/>
                    <a:pt x="22" y="40"/>
                  </a:cubicBezTo>
                  <a:cubicBezTo>
                    <a:pt x="25" y="38"/>
                    <a:pt x="25" y="38"/>
                    <a:pt x="25" y="38"/>
                  </a:cubicBezTo>
                  <a:cubicBezTo>
                    <a:pt x="26" y="40"/>
                    <a:pt x="26" y="40"/>
                    <a:pt x="26" y="40"/>
                  </a:cubicBezTo>
                  <a:close/>
                  <a:moveTo>
                    <a:pt x="40" y="43"/>
                  </a:moveTo>
                  <a:cubicBezTo>
                    <a:pt x="40" y="43"/>
                    <a:pt x="40" y="43"/>
                    <a:pt x="39" y="43"/>
                  </a:cubicBezTo>
                  <a:cubicBezTo>
                    <a:pt x="38" y="43"/>
                    <a:pt x="37" y="43"/>
                    <a:pt x="36" y="42"/>
                  </a:cubicBezTo>
                  <a:cubicBezTo>
                    <a:pt x="35" y="42"/>
                    <a:pt x="34" y="43"/>
                    <a:pt x="33" y="43"/>
                  </a:cubicBezTo>
                  <a:cubicBezTo>
                    <a:pt x="32" y="43"/>
                    <a:pt x="31" y="42"/>
                    <a:pt x="30" y="42"/>
                  </a:cubicBezTo>
                  <a:cubicBezTo>
                    <a:pt x="29" y="42"/>
                    <a:pt x="28" y="43"/>
                    <a:pt x="28" y="43"/>
                  </a:cubicBezTo>
                  <a:cubicBezTo>
                    <a:pt x="27" y="43"/>
                    <a:pt x="27" y="43"/>
                    <a:pt x="27" y="42"/>
                  </a:cubicBezTo>
                  <a:cubicBezTo>
                    <a:pt x="32" y="50"/>
                    <a:pt x="32" y="50"/>
                    <a:pt x="32" y="50"/>
                  </a:cubicBezTo>
                  <a:cubicBezTo>
                    <a:pt x="32" y="51"/>
                    <a:pt x="32" y="51"/>
                    <a:pt x="32" y="51"/>
                  </a:cubicBezTo>
                  <a:cubicBezTo>
                    <a:pt x="32" y="51"/>
                    <a:pt x="32" y="51"/>
                    <a:pt x="32" y="51"/>
                  </a:cubicBezTo>
                  <a:cubicBezTo>
                    <a:pt x="32" y="67"/>
                    <a:pt x="32" y="67"/>
                    <a:pt x="32" y="67"/>
                  </a:cubicBezTo>
                  <a:cubicBezTo>
                    <a:pt x="35" y="67"/>
                    <a:pt x="35" y="67"/>
                    <a:pt x="35" y="67"/>
                  </a:cubicBezTo>
                  <a:cubicBezTo>
                    <a:pt x="35" y="51"/>
                    <a:pt x="35" y="51"/>
                    <a:pt x="35" y="51"/>
                  </a:cubicBezTo>
                  <a:cubicBezTo>
                    <a:pt x="35" y="51"/>
                    <a:pt x="35" y="51"/>
                    <a:pt x="35" y="51"/>
                  </a:cubicBezTo>
                  <a:cubicBezTo>
                    <a:pt x="35" y="50"/>
                    <a:pt x="35" y="50"/>
                    <a:pt x="35" y="50"/>
                  </a:cubicBezTo>
                  <a:cubicBezTo>
                    <a:pt x="40" y="43"/>
                    <a:pt x="40" y="43"/>
                    <a:pt x="40" y="43"/>
                  </a:cubicBezTo>
                  <a:close/>
                  <a:moveTo>
                    <a:pt x="43" y="96"/>
                  </a:moveTo>
                  <a:cubicBezTo>
                    <a:pt x="24" y="98"/>
                    <a:pt x="24" y="98"/>
                    <a:pt x="24" y="98"/>
                  </a:cubicBezTo>
                  <a:cubicBezTo>
                    <a:pt x="25" y="103"/>
                    <a:pt x="29" y="106"/>
                    <a:pt x="34" y="106"/>
                  </a:cubicBezTo>
                  <a:cubicBezTo>
                    <a:pt x="39" y="106"/>
                    <a:pt x="43" y="102"/>
                    <a:pt x="43" y="97"/>
                  </a:cubicBezTo>
                  <a:cubicBezTo>
                    <a:pt x="43" y="97"/>
                    <a:pt x="43" y="97"/>
                    <a:pt x="43" y="96"/>
                  </a:cubicBezTo>
                  <a:close/>
                  <a:moveTo>
                    <a:pt x="50" y="85"/>
                  </a:moveTo>
                  <a:cubicBezTo>
                    <a:pt x="17" y="88"/>
                    <a:pt x="17" y="88"/>
                    <a:pt x="17" y="88"/>
                  </a:cubicBezTo>
                  <a:cubicBezTo>
                    <a:pt x="17" y="89"/>
                    <a:pt x="17" y="89"/>
                    <a:pt x="17" y="89"/>
                  </a:cubicBezTo>
                  <a:cubicBezTo>
                    <a:pt x="17" y="89"/>
                    <a:pt x="17" y="90"/>
                    <a:pt x="17" y="90"/>
                  </a:cubicBezTo>
                  <a:cubicBezTo>
                    <a:pt x="50" y="87"/>
                    <a:pt x="50" y="87"/>
                    <a:pt x="50" y="87"/>
                  </a:cubicBezTo>
                  <a:cubicBezTo>
                    <a:pt x="50" y="87"/>
                    <a:pt x="50" y="86"/>
                    <a:pt x="50" y="86"/>
                  </a:cubicBezTo>
                  <a:cubicBezTo>
                    <a:pt x="50" y="86"/>
                    <a:pt x="50" y="86"/>
                    <a:pt x="50" y="85"/>
                  </a:cubicBezTo>
                  <a:close/>
                  <a:moveTo>
                    <a:pt x="50" y="73"/>
                  </a:moveTo>
                  <a:cubicBezTo>
                    <a:pt x="17" y="76"/>
                    <a:pt x="17" y="76"/>
                    <a:pt x="17" y="76"/>
                  </a:cubicBezTo>
                  <a:cubicBezTo>
                    <a:pt x="17" y="76"/>
                    <a:pt x="17" y="76"/>
                    <a:pt x="17" y="77"/>
                  </a:cubicBezTo>
                  <a:cubicBezTo>
                    <a:pt x="17" y="77"/>
                    <a:pt x="17" y="77"/>
                    <a:pt x="17" y="77"/>
                  </a:cubicBezTo>
                  <a:cubicBezTo>
                    <a:pt x="50" y="74"/>
                    <a:pt x="50" y="74"/>
                    <a:pt x="50" y="74"/>
                  </a:cubicBezTo>
                  <a:cubicBezTo>
                    <a:pt x="50" y="74"/>
                    <a:pt x="50" y="74"/>
                    <a:pt x="50" y="73"/>
                  </a:cubicBezTo>
                  <a:cubicBezTo>
                    <a:pt x="50" y="73"/>
                    <a:pt x="50" y="73"/>
                    <a:pt x="50" y="73"/>
                  </a:cubicBezTo>
                  <a:close/>
                </a:path>
              </a:pathLst>
            </a:custGeom>
            <a:solidFill>
              <a:schemeClr val="bg1"/>
            </a:solidFill>
            <a:ln>
              <a:noFill/>
            </a:ln>
            <a:extLst/>
          </p:spPr>
          <p:txBody>
            <a:bodyPr vert="horz" wrap="square" lIns="91430" tIns="45716" rIns="91430" bIns="45716"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20000"/>
                </a:lnSpc>
              </a:pPr>
              <a:endParaRPr lang="zh-CN" altLang="en-US" sz="900">
                <a:solidFill>
                  <a:prstClr val="black"/>
                </a:solidFill>
                <a:latin typeface="迷你简菱心" panose="02010609000101010101" pitchFamily="49" charset="-122"/>
                <a:ea typeface="迷你简菱心" panose="02010609000101010101" pitchFamily="49" charset="-122"/>
                <a:cs typeface="+mn-ea"/>
                <a:sym typeface="Arial" panose="020b0604020202020204" pitchFamily="34" charset="0"/>
              </a:endParaRPr>
            </a:p>
          </p:txBody>
        </p:sp>
      </p:grpSp>
      <p:grpSp>
        <p:nvGrpSpPr>
          <p:cNvPr id="45" name="Group 12">
            <a:extLst>
              <a:ext uri="{FF2B5EF4-FFF2-40B4-BE49-F238E27FC236}">
                <a16:creationId xmlns:a16="http://schemas.microsoft.com/office/drawing/2014/main" id="{F499FB5C-F913-4564-B912-4C6407AB0234}"/>
              </a:ext>
            </a:extLst>
          </p:cNvPr>
          <p:cNvGrpSpPr/>
          <p:nvPr/>
        </p:nvGrpSpPr>
        <p:grpSpPr>
          <a:xfrm>
            <a:off x="3340991" y="2818880"/>
            <a:ext cx="2405311" cy="713858"/>
            <a:chOff x="3340686" y="2818812"/>
            <a:chExt cx="2405575" cy="713936"/>
          </a:xfrm>
        </p:grpSpPr>
        <p:sp>
          <p:nvSpPr>
            <p:cNvPr id="46" name="Rectangle 8">
              <a:extLst>
                <a:ext uri="{FF2B5EF4-FFF2-40B4-BE49-F238E27FC236}">
                  <a16:creationId xmlns:a16="http://schemas.microsoft.com/office/drawing/2014/main" id="{69677299-FFF6-4831-B3AE-8AB1775B1553}"/>
                </a:ext>
              </a:extLst>
            </p:cNvPr>
            <p:cNvSpPr/>
            <p:nvPr/>
          </p:nvSpPr>
          <p:spPr>
            <a:xfrm>
              <a:off x="3340686" y="2818812"/>
              <a:ext cx="2405575" cy="713936"/>
            </a:xfrm>
            <a:prstGeom prst="rect">
              <a:avLst/>
            </a:prstGeom>
            <a:solidFill>
              <a:srgbClr val="3FB793"/>
            </a:solidFill>
            <a:ln>
              <a:noFill/>
            </a:ln>
            <a:effectLst>
              <a:outerShdw blurRad="63500" algn="ctr" rotWithShape="0">
                <a:prstClr val="black">
                  <a:alpha val="40000"/>
                </a:prstClr>
              </a:outerShdw>
            </a:effectLst>
          </p:spPr>
          <p:txBody>
            <a:bodyPr vert="horz" wrap="square" lIns="91440" tIns="45720" rIns="91440" bIns="45720" numCol="1" anchor="ctr" anchorCtr="0" compatLnSpc="1">
              <a:prstTxWarp prst="textNoShape">
                <a:avLst/>
              </a:prstTxWarp>
            </a:bodyPr>
            <a:lstStyle/>
            <a:p>
              <a:pPr algn="ctr"/>
              <a:endParaRPr lang="en-GB" sz="4800">
                <a:solidFill>
                  <a:prstClr val="white"/>
                </a:solidFill>
                <a:latin typeface="思源黑体旧字形 Normal" panose="020b0400000000000000" pitchFamily="34" charset="-128"/>
                <a:ea typeface="思源黑体旧字形 Normal" panose="020b0400000000000000" pitchFamily="34" charset="-128"/>
                <a:sym typeface="Arial" panose="020b0604020202020204" pitchFamily="34" charset="0"/>
              </a:endParaRPr>
            </a:p>
          </p:txBody>
        </p:sp>
        <p:sp>
          <p:nvSpPr>
            <p:cNvPr id="47" name="TextBox 16">
              <a:extLst>
                <a:ext uri="{FF2B5EF4-FFF2-40B4-BE49-F238E27FC236}">
                  <a16:creationId xmlns:a16="http://schemas.microsoft.com/office/drawing/2014/main" id="{C6ECBCF2-7098-413B-A68E-95D84B650D8F}"/>
                </a:ext>
              </a:extLst>
            </p:cNvPr>
            <p:cNvSpPr txBox="1"/>
            <p:nvPr/>
          </p:nvSpPr>
          <p:spPr>
            <a:xfrm>
              <a:off x="4026980" y="3066168"/>
              <a:ext cx="1621135" cy="368026"/>
            </a:xfrm>
            <a:prstGeom prst="rect">
              <a:avLst/>
            </a:prstGeom>
            <a:noFill/>
          </p:spPr>
          <p:txBody>
            <a:bodyPr wrap="none" rtlCol="0">
              <a:spAutoFit/>
            </a:bodyPr>
            <a:lstStyle/>
            <a:p>
              <a:pPr>
                <a:lnSpc>
                  <a:spcPct val="120000"/>
                </a:lnSpc>
              </a:pPr>
              <a:r>
                <a:rPr lang="zh-CN" altLang="en-US" sz="1600">
                  <a:solidFill>
                    <a:schemeClr val="bg1"/>
                  </a:solidFill>
                  <a:latin typeface="思源黑体旧字形 Normal" panose="020b0400000000000000" pitchFamily="34" charset="-128"/>
                  <a:ea typeface="思源黑体旧字形 Normal" panose="020b0400000000000000" pitchFamily="34" charset="-128"/>
                  <a:cs typeface="+mn-ea"/>
                  <a:sym typeface="Arial" panose="020b0604020202020204" pitchFamily="34" charset="0"/>
                </a:rPr>
                <a:t>具体工作名称二</a:t>
              </a:r>
            </a:p>
          </p:txBody>
        </p:sp>
        <p:sp>
          <p:nvSpPr>
            <p:cNvPr id="48" name="Freeform 21">
              <a:extLst>
                <a:ext uri="{FF2B5EF4-FFF2-40B4-BE49-F238E27FC236}">
                  <a16:creationId xmlns:a16="http://schemas.microsoft.com/office/drawing/2014/main" id="{ABE03C7F-D426-466E-8631-D69B168E246E}"/>
                </a:ext>
              </a:extLst>
            </p:cNvPr>
            <p:cNvSpPr>
              <a:spLocks noEditPoints="1"/>
            </p:cNvSpPr>
            <p:nvPr/>
          </p:nvSpPr>
          <p:spPr bwMode="auto">
            <a:xfrm>
              <a:off x="3514700" y="3021208"/>
              <a:ext cx="478982" cy="309144"/>
            </a:xfrm>
            <a:custGeom>
              <a:gdLst>
                <a:gd name="T0" fmla="*/ 72 w 116"/>
                <a:gd name="T1" fmla="*/ 27 h 75"/>
                <a:gd name="T2" fmla="*/ 69 w 116"/>
                <a:gd name="T3" fmla="*/ 19 h 75"/>
                <a:gd name="T4" fmla="*/ 65 w 116"/>
                <a:gd name="T5" fmla="*/ 19 h 75"/>
                <a:gd name="T6" fmla="*/ 46 w 116"/>
                <a:gd name="T7" fmla="*/ 18 h 75"/>
                <a:gd name="T8" fmla="*/ 46 w 116"/>
                <a:gd name="T9" fmla="*/ 29 h 75"/>
                <a:gd name="T10" fmla="*/ 79 w 116"/>
                <a:gd name="T11" fmla="*/ 9 h 75"/>
                <a:gd name="T12" fmla="*/ 72 w 116"/>
                <a:gd name="T13" fmla="*/ 29 h 75"/>
                <a:gd name="T14" fmla="*/ 8 w 116"/>
                <a:gd name="T15" fmla="*/ 23 h 75"/>
                <a:gd name="T16" fmla="*/ 29 w 116"/>
                <a:gd name="T17" fmla="*/ 35 h 75"/>
                <a:gd name="T18" fmla="*/ 18 w 116"/>
                <a:gd name="T19" fmla="*/ 46 h 75"/>
                <a:gd name="T20" fmla="*/ 11 w 116"/>
                <a:gd name="T21" fmla="*/ 42 h 75"/>
                <a:gd name="T22" fmla="*/ 25 w 116"/>
                <a:gd name="T23" fmla="*/ 46 h 75"/>
                <a:gd name="T24" fmla="*/ 4 w 116"/>
                <a:gd name="T25" fmla="*/ 48 h 75"/>
                <a:gd name="T26" fmla="*/ 3 w 116"/>
                <a:gd name="T27" fmla="*/ 48 h 75"/>
                <a:gd name="T28" fmla="*/ 0 w 116"/>
                <a:gd name="T29" fmla="*/ 61 h 75"/>
                <a:gd name="T30" fmla="*/ 2 w 116"/>
                <a:gd name="T31" fmla="*/ 62 h 75"/>
                <a:gd name="T32" fmla="*/ 26 w 116"/>
                <a:gd name="T33" fmla="*/ 73 h 75"/>
                <a:gd name="T34" fmla="*/ 28 w 116"/>
                <a:gd name="T35" fmla="*/ 75 h 75"/>
                <a:gd name="T36" fmla="*/ 92 w 116"/>
                <a:gd name="T37" fmla="*/ 75 h 75"/>
                <a:gd name="T38" fmla="*/ 93 w 116"/>
                <a:gd name="T39" fmla="*/ 62 h 75"/>
                <a:gd name="T40" fmla="*/ 116 w 116"/>
                <a:gd name="T41" fmla="*/ 62 h 75"/>
                <a:gd name="T42" fmla="*/ 116 w 116"/>
                <a:gd name="T43" fmla="*/ 55 h 75"/>
                <a:gd name="T44" fmla="*/ 113 w 116"/>
                <a:gd name="T45" fmla="*/ 48 h 75"/>
                <a:gd name="T46" fmla="*/ 105 w 116"/>
                <a:gd name="T47" fmla="*/ 46 h 75"/>
                <a:gd name="T48" fmla="*/ 98 w 116"/>
                <a:gd name="T49" fmla="*/ 59 h 75"/>
                <a:gd name="T50" fmla="*/ 91 w 116"/>
                <a:gd name="T51" fmla="*/ 46 h 75"/>
                <a:gd name="T52" fmla="*/ 72 w 116"/>
                <a:gd name="T53" fmla="*/ 45 h 75"/>
                <a:gd name="T54" fmla="*/ 69 w 116"/>
                <a:gd name="T55" fmla="*/ 50 h 75"/>
                <a:gd name="T56" fmla="*/ 64 w 116"/>
                <a:gd name="T57" fmla="*/ 67 h 75"/>
                <a:gd name="T58" fmla="*/ 64 w 116"/>
                <a:gd name="T59" fmla="*/ 52 h 75"/>
                <a:gd name="T60" fmla="*/ 60 w 116"/>
                <a:gd name="T61" fmla="*/ 47 h 75"/>
                <a:gd name="T62" fmla="*/ 56 w 116"/>
                <a:gd name="T63" fmla="*/ 47 h 75"/>
                <a:gd name="T64" fmla="*/ 57 w 116"/>
                <a:gd name="T65" fmla="*/ 54 h 75"/>
                <a:gd name="T66" fmla="*/ 49 w 116"/>
                <a:gd name="T67" fmla="*/ 50 h 75"/>
                <a:gd name="T68" fmla="*/ 47 w 116"/>
                <a:gd name="T69" fmla="*/ 45 h 75"/>
                <a:gd name="T70" fmla="*/ 33 w 116"/>
                <a:gd name="T71" fmla="*/ 48 h 75"/>
                <a:gd name="T72" fmla="*/ 87 w 116"/>
                <a:gd name="T73" fmla="*/ 36 h 75"/>
                <a:gd name="T74" fmla="*/ 109 w 116"/>
                <a:gd name="T75" fmla="*/ 21 h 75"/>
                <a:gd name="T76" fmla="*/ 106 w 116"/>
                <a:gd name="T77" fmla="*/ 42 h 75"/>
                <a:gd name="T78" fmla="*/ 98 w 116"/>
                <a:gd name="T79" fmla="*/ 46 h 75"/>
                <a:gd name="T80" fmla="*/ 87 w 116"/>
                <a:gd name="T81" fmla="*/ 36 h 75"/>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15" h="75">
                  <a:moveTo>
                    <a:pt x="72" y="29"/>
                  </a:moveTo>
                  <a:cubicBezTo>
                    <a:pt x="72" y="28"/>
                    <a:pt x="72" y="27"/>
                    <a:pt x="72" y="27"/>
                  </a:cubicBezTo>
                  <a:cubicBezTo>
                    <a:pt x="72" y="19"/>
                    <a:pt x="72" y="19"/>
                    <a:pt x="72" y="19"/>
                  </a:cubicBezTo>
                  <a:cubicBezTo>
                    <a:pt x="71" y="19"/>
                    <a:pt x="70" y="19"/>
                    <a:pt x="69" y="19"/>
                  </a:cubicBezTo>
                  <a:cubicBezTo>
                    <a:pt x="68" y="14"/>
                    <a:pt x="68" y="14"/>
                    <a:pt x="68" y="14"/>
                  </a:cubicBezTo>
                  <a:cubicBezTo>
                    <a:pt x="65" y="19"/>
                    <a:pt x="65" y="19"/>
                    <a:pt x="65" y="19"/>
                  </a:cubicBezTo>
                  <a:cubicBezTo>
                    <a:pt x="60" y="21"/>
                    <a:pt x="56" y="22"/>
                    <a:pt x="47" y="18"/>
                  </a:cubicBezTo>
                  <a:cubicBezTo>
                    <a:pt x="46" y="18"/>
                    <a:pt x="46" y="18"/>
                    <a:pt x="46" y="18"/>
                  </a:cubicBezTo>
                  <a:cubicBezTo>
                    <a:pt x="46" y="27"/>
                    <a:pt x="46" y="27"/>
                    <a:pt x="46" y="27"/>
                  </a:cubicBezTo>
                  <a:cubicBezTo>
                    <a:pt x="46" y="27"/>
                    <a:pt x="46" y="28"/>
                    <a:pt x="46" y="29"/>
                  </a:cubicBezTo>
                  <a:cubicBezTo>
                    <a:pt x="38" y="23"/>
                    <a:pt x="41" y="20"/>
                    <a:pt x="39" y="9"/>
                  </a:cubicBezTo>
                  <a:cubicBezTo>
                    <a:pt x="45" y="0"/>
                    <a:pt x="75" y="0"/>
                    <a:pt x="79" y="9"/>
                  </a:cubicBezTo>
                  <a:cubicBezTo>
                    <a:pt x="78" y="17"/>
                    <a:pt x="79" y="24"/>
                    <a:pt x="73" y="29"/>
                  </a:cubicBezTo>
                  <a:cubicBezTo>
                    <a:pt x="72" y="29"/>
                    <a:pt x="72" y="29"/>
                    <a:pt x="72" y="29"/>
                  </a:cubicBezTo>
                  <a:close/>
                  <a:moveTo>
                    <a:pt x="8" y="36"/>
                  </a:moveTo>
                  <a:cubicBezTo>
                    <a:pt x="7" y="30"/>
                    <a:pt x="7" y="27"/>
                    <a:pt x="8" y="23"/>
                  </a:cubicBezTo>
                  <a:cubicBezTo>
                    <a:pt x="18" y="25"/>
                    <a:pt x="20" y="16"/>
                    <a:pt x="29" y="23"/>
                  </a:cubicBezTo>
                  <a:cubicBezTo>
                    <a:pt x="30" y="27"/>
                    <a:pt x="30" y="32"/>
                    <a:pt x="29" y="35"/>
                  </a:cubicBezTo>
                  <a:cubicBezTo>
                    <a:pt x="29" y="38"/>
                    <a:pt x="28" y="40"/>
                    <a:pt x="26" y="42"/>
                  </a:cubicBezTo>
                  <a:cubicBezTo>
                    <a:pt x="24" y="44"/>
                    <a:pt x="21" y="46"/>
                    <a:pt x="18" y="46"/>
                  </a:cubicBezTo>
                  <a:cubicBezTo>
                    <a:pt x="18" y="46"/>
                    <a:pt x="18" y="46"/>
                    <a:pt x="18" y="46"/>
                  </a:cubicBezTo>
                  <a:cubicBezTo>
                    <a:pt x="15" y="46"/>
                    <a:pt x="13" y="44"/>
                    <a:pt x="11" y="42"/>
                  </a:cubicBezTo>
                  <a:cubicBezTo>
                    <a:pt x="9" y="40"/>
                    <a:pt x="8" y="38"/>
                    <a:pt x="8" y="36"/>
                  </a:cubicBezTo>
                  <a:close/>
                  <a:moveTo>
                    <a:pt x="25" y="46"/>
                  </a:moveTo>
                  <a:cubicBezTo>
                    <a:pt x="22" y="52"/>
                    <a:pt x="14" y="52"/>
                    <a:pt x="12" y="46"/>
                  </a:cubicBezTo>
                  <a:cubicBezTo>
                    <a:pt x="4" y="48"/>
                    <a:pt x="4" y="48"/>
                    <a:pt x="4" y="48"/>
                  </a:cubicBezTo>
                  <a:cubicBezTo>
                    <a:pt x="4" y="48"/>
                    <a:pt x="4" y="48"/>
                    <a:pt x="4" y="48"/>
                  </a:cubicBezTo>
                  <a:cubicBezTo>
                    <a:pt x="3" y="48"/>
                    <a:pt x="3" y="48"/>
                    <a:pt x="3" y="48"/>
                  </a:cubicBezTo>
                  <a:cubicBezTo>
                    <a:pt x="2" y="50"/>
                    <a:pt x="1" y="51"/>
                    <a:pt x="0" y="54"/>
                  </a:cubicBezTo>
                  <a:cubicBezTo>
                    <a:pt x="0" y="56"/>
                    <a:pt x="0" y="58"/>
                    <a:pt x="0" y="61"/>
                  </a:cubicBezTo>
                  <a:cubicBezTo>
                    <a:pt x="1" y="62"/>
                    <a:pt x="1" y="62"/>
                    <a:pt x="1" y="62"/>
                  </a:cubicBezTo>
                  <a:cubicBezTo>
                    <a:pt x="2" y="62"/>
                    <a:pt x="2" y="62"/>
                    <a:pt x="2" y="62"/>
                  </a:cubicBezTo>
                  <a:cubicBezTo>
                    <a:pt x="26" y="62"/>
                    <a:pt x="26" y="62"/>
                    <a:pt x="26" y="62"/>
                  </a:cubicBezTo>
                  <a:cubicBezTo>
                    <a:pt x="25" y="65"/>
                    <a:pt x="26" y="69"/>
                    <a:pt x="26" y="73"/>
                  </a:cubicBezTo>
                  <a:cubicBezTo>
                    <a:pt x="27" y="75"/>
                    <a:pt x="27" y="75"/>
                    <a:pt x="27" y="75"/>
                  </a:cubicBezTo>
                  <a:cubicBezTo>
                    <a:pt x="28" y="75"/>
                    <a:pt x="28" y="75"/>
                    <a:pt x="28" y="75"/>
                  </a:cubicBezTo>
                  <a:cubicBezTo>
                    <a:pt x="90" y="75"/>
                    <a:pt x="90" y="75"/>
                    <a:pt x="90" y="75"/>
                  </a:cubicBezTo>
                  <a:cubicBezTo>
                    <a:pt x="92" y="75"/>
                    <a:pt x="92" y="75"/>
                    <a:pt x="92" y="75"/>
                  </a:cubicBezTo>
                  <a:cubicBezTo>
                    <a:pt x="92" y="73"/>
                    <a:pt x="92" y="73"/>
                    <a:pt x="92" y="73"/>
                  </a:cubicBezTo>
                  <a:cubicBezTo>
                    <a:pt x="93" y="69"/>
                    <a:pt x="93" y="66"/>
                    <a:pt x="93" y="62"/>
                  </a:cubicBezTo>
                  <a:cubicBezTo>
                    <a:pt x="115" y="62"/>
                    <a:pt x="115" y="62"/>
                    <a:pt x="115" y="62"/>
                  </a:cubicBezTo>
                  <a:cubicBezTo>
                    <a:pt x="116" y="62"/>
                    <a:pt x="116" y="62"/>
                    <a:pt x="116" y="62"/>
                  </a:cubicBezTo>
                  <a:cubicBezTo>
                    <a:pt x="116" y="61"/>
                    <a:pt x="116" y="61"/>
                    <a:pt x="116" y="61"/>
                  </a:cubicBezTo>
                  <a:cubicBezTo>
                    <a:pt x="116" y="59"/>
                    <a:pt x="116" y="57"/>
                    <a:pt x="116" y="55"/>
                  </a:cubicBezTo>
                  <a:cubicBezTo>
                    <a:pt x="116" y="52"/>
                    <a:pt x="115" y="50"/>
                    <a:pt x="114" y="49"/>
                  </a:cubicBezTo>
                  <a:cubicBezTo>
                    <a:pt x="113" y="48"/>
                    <a:pt x="113" y="48"/>
                    <a:pt x="113" y="48"/>
                  </a:cubicBezTo>
                  <a:cubicBezTo>
                    <a:pt x="113" y="48"/>
                    <a:pt x="113" y="48"/>
                    <a:pt x="113" y="48"/>
                  </a:cubicBezTo>
                  <a:cubicBezTo>
                    <a:pt x="105" y="46"/>
                    <a:pt x="105" y="46"/>
                    <a:pt x="105" y="46"/>
                  </a:cubicBezTo>
                  <a:cubicBezTo>
                    <a:pt x="103" y="47"/>
                    <a:pt x="103" y="47"/>
                    <a:pt x="103" y="47"/>
                  </a:cubicBezTo>
                  <a:cubicBezTo>
                    <a:pt x="98" y="59"/>
                    <a:pt x="98" y="59"/>
                    <a:pt x="98" y="59"/>
                  </a:cubicBezTo>
                  <a:cubicBezTo>
                    <a:pt x="93" y="47"/>
                    <a:pt x="93" y="47"/>
                    <a:pt x="93" y="47"/>
                  </a:cubicBezTo>
                  <a:cubicBezTo>
                    <a:pt x="91" y="46"/>
                    <a:pt x="91" y="46"/>
                    <a:pt x="91" y="46"/>
                  </a:cubicBezTo>
                  <a:cubicBezTo>
                    <a:pt x="84" y="48"/>
                    <a:pt x="84" y="48"/>
                    <a:pt x="84" y="48"/>
                  </a:cubicBezTo>
                  <a:cubicBezTo>
                    <a:pt x="72" y="45"/>
                    <a:pt x="72" y="45"/>
                    <a:pt x="72" y="45"/>
                  </a:cubicBezTo>
                  <a:cubicBezTo>
                    <a:pt x="69" y="47"/>
                    <a:pt x="69" y="47"/>
                    <a:pt x="69" y="47"/>
                  </a:cubicBezTo>
                  <a:cubicBezTo>
                    <a:pt x="69" y="50"/>
                    <a:pt x="69" y="50"/>
                    <a:pt x="69" y="50"/>
                  </a:cubicBezTo>
                  <a:cubicBezTo>
                    <a:pt x="64" y="67"/>
                    <a:pt x="64" y="67"/>
                    <a:pt x="64" y="67"/>
                  </a:cubicBezTo>
                  <a:cubicBezTo>
                    <a:pt x="64" y="67"/>
                    <a:pt x="64" y="67"/>
                    <a:pt x="64" y="67"/>
                  </a:cubicBezTo>
                  <a:cubicBezTo>
                    <a:pt x="62" y="54"/>
                    <a:pt x="62" y="54"/>
                    <a:pt x="62" y="54"/>
                  </a:cubicBezTo>
                  <a:cubicBezTo>
                    <a:pt x="64" y="52"/>
                    <a:pt x="64" y="52"/>
                    <a:pt x="64" y="52"/>
                  </a:cubicBezTo>
                  <a:cubicBezTo>
                    <a:pt x="63" y="47"/>
                    <a:pt x="63" y="47"/>
                    <a:pt x="63" y="47"/>
                  </a:cubicBezTo>
                  <a:cubicBezTo>
                    <a:pt x="60" y="47"/>
                    <a:pt x="60" y="47"/>
                    <a:pt x="60" y="47"/>
                  </a:cubicBezTo>
                  <a:cubicBezTo>
                    <a:pt x="59" y="47"/>
                    <a:pt x="59" y="47"/>
                    <a:pt x="59" y="47"/>
                  </a:cubicBezTo>
                  <a:cubicBezTo>
                    <a:pt x="56" y="47"/>
                    <a:pt x="56" y="47"/>
                    <a:pt x="56" y="47"/>
                  </a:cubicBezTo>
                  <a:cubicBezTo>
                    <a:pt x="55" y="52"/>
                    <a:pt x="55" y="52"/>
                    <a:pt x="55" y="52"/>
                  </a:cubicBezTo>
                  <a:cubicBezTo>
                    <a:pt x="57" y="54"/>
                    <a:pt x="57" y="54"/>
                    <a:pt x="57" y="54"/>
                  </a:cubicBezTo>
                  <a:cubicBezTo>
                    <a:pt x="54" y="67"/>
                    <a:pt x="54" y="67"/>
                    <a:pt x="54" y="67"/>
                  </a:cubicBezTo>
                  <a:cubicBezTo>
                    <a:pt x="49" y="50"/>
                    <a:pt x="49" y="50"/>
                    <a:pt x="49" y="50"/>
                  </a:cubicBezTo>
                  <a:cubicBezTo>
                    <a:pt x="49" y="47"/>
                    <a:pt x="49" y="47"/>
                    <a:pt x="49" y="47"/>
                  </a:cubicBezTo>
                  <a:cubicBezTo>
                    <a:pt x="47" y="45"/>
                    <a:pt x="47" y="45"/>
                    <a:pt x="47" y="45"/>
                  </a:cubicBezTo>
                  <a:cubicBezTo>
                    <a:pt x="33" y="48"/>
                    <a:pt x="33" y="48"/>
                    <a:pt x="33" y="48"/>
                  </a:cubicBezTo>
                  <a:cubicBezTo>
                    <a:pt x="33" y="48"/>
                    <a:pt x="33" y="48"/>
                    <a:pt x="33" y="48"/>
                  </a:cubicBezTo>
                  <a:cubicBezTo>
                    <a:pt x="25" y="46"/>
                    <a:pt x="25" y="46"/>
                    <a:pt x="25" y="46"/>
                  </a:cubicBezTo>
                  <a:close/>
                  <a:moveTo>
                    <a:pt x="87" y="36"/>
                  </a:moveTo>
                  <a:cubicBezTo>
                    <a:pt x="87" y="30"/>
                    <a:pt x="86" y="25"/>
                    <a:pt x="87" y="21"/>
                  </a:cubicBezTo>
                  <a:cubicBezTo>
                    <a:pt x="91" y="18"/>
                    <a:pt x="106" y="18"/>
                    <a:pt x="109" y="21"/>
                  </a:cubicBezTo>
                  <a:cubicBezTo>
                    <a:pt x="109" y="26"/>
                    <a:pt x="109" y="32"/>
                    <a:pt x="109" y="35"/>
                  </a:cubicBezTo>
                  <a:cubicBezTo>
                    <a:pt x="108" y="38"/>
                    <a:pt x="107" y="40"/>
                    <a:pt x="106" y="42"/>
                  </a:cubicBezTo>
                  <a:cubicBezTo>
                    <a:pt x="104" y="44"/>
                    <a:pt x="101" y="46"/>
                    <a:pt x="98" y="46"/>
                  </a:cubicBezTo>
                  <a:cubicBezTo>
                    <a:pt x="98" y="46"/>
                    <a:pt x="98" y="46"/>
                    <a:pt x="98" y="46"/>
                  </a:cubicBezTo>
                  <a:cubicBezTo>
                    <a:pt x="95" y="46"/>
                    <a:pt x="92" y="44"/>
                    <a:pt x="90" y="42"/>
                  </a:cubicBezTo>
                  <a:cubicBezTo>
                    <a:pt x="89" y="40"/>
                    <a:pt x="88" y="38"/>
                    <a:pt x="87" y="36"/>
                  </a:cubicBezTo>
                  <a:close/>
                </a:path>
              </a:pathLst>
            </a:custGeom>
            <a:solidFill>
              <a:schemeClr val="bg1"/>
            </a:solidFill>
            <a:ln>
              <a:noFill/>
            </a:ln>
            <a:extLst/>
          </p:spPr>
          <p:txBody>
            <a:bodyPr vert="horz" wrap="square" lIns="91430" tIns="45716" rIns="91430" bIns="45716"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20000"/>
                </a:lnSpc>
              </a:pPr>
              <a:endParaRPr lang="zh-CN" altLang="en-US" sz="900">
                <a:solidFill>
                  <a:prstClr val="black"/>
                </a:solidFill>
                <a:latin typeface="迷你简菱心" panose="02010609000101010101" pitchFamily="49" charset="-122"/>
                <a:ea typeface="迷你简菱心" panose="02010609000101010101" pitchFamily="49" charset="-122"/>
                <a:cs typeface="+mn-ea"/>
                <a:sym typeface="Arial" panose="020b0604020202020204" pitchFamily="34" charset="0"/>
              </a:endParaRPr>
            </a:p>
          </p:txBody>
        </p:sp>
      </p:grpSp>
      <p:grpSp>
        <p:nvGrpSpPr>
          <p:cNvPr id="49" name="Group 11">
            <a:extLst>
              <a:ext uri="{FF2B5EF4-FFF2-40B4-BE49-F238E27FC236}">
                <a16:creationId xmlns:a16="http://schemas.microsoft.com/office/drawing/2014/main" id="{E64AB2A1-60C8-4422-8803-CC140399F53C}"/>
              </a:ext>
            </a:extLst>
          </p:cNvPr>
          <p:cNvGrpSpPr/>
          <p:nvPr/>
        </p:nvGrpSpPr>
        <p:grpSpPr>
          <a:xfrm>
            <a:off x="5823276" y="2818880"/>
            <a:ext cx="2405311" cy="713858"/>
            <a:chOff x="5823244" y="2818812"/>
            <a:chExt cx="2405575" cy="713936"/>
          </a:xfrm>
        </p:grpSpPr>
        <p:sp>
          <p:nvSpPr>
            <p:cNvPr id="50" name="Rectangle 9">
              <a:extLst>
                <a:ext uri="{FF2B5EF4-FFF2-40B4-BE49-F238E27FC236}">
                  <a16:creationId xmlns:a16="http://schemas.microsoft.com/office/drawing/2014/main" id="{1121FAF4-B257-4965-A14C-69F62DBA42CD}"/>
                </a:ext>
              </a:extLst>
            </p:cNvPr>
            <p:cNvSpPr/>
            <p:nvPr/>
          </p:nvSpPr>
          <p:spPr>
            <a:xfrm>
              <a:off x="5823244" y="2818812"/>
              <a:ext cx="2405575" cy="713936"/>
            </a:xfrm>
            <a:prstGeom prst="rect">
              <a:avLst/>
            </a:prstGeom>
            <a:solidFill>
              <a:srgbClr val="545D79"/>
            </a:solidFill>
            <a:ln>
              <a:noFill/>
            </a:ln>
            <a:effectLst>
              <a:outerShdw blurRad="63500" algn="ctr" rotWithShape="0">
                <a:prstClr val="black">
                  <a:alpha val="40000"/>
                </a:prstClr>
              </a:outerShdw>
            </a:effectLst>
          </p:spPr>
          <p:txBody>
            <a:bodyPr vert="horz" wrap="square" lIns="91440" tIns="45720" rIns="91440" bIns="45720" numCol="1" anchor="ctr" anchorCtr="0" compatLnSpc="1">
              <a:prstTxWarp prst="textNoShape">
                <a:avLst/>
              </a:prstTxWarp>
            </a:bodyPr>
            <a:lstStyle/>
            <a:p>
              <a:pPr algn="ctr"/>
              <a:endParaRPr lang="en-GB" sz="4800">
                <a:solidFill>
                  <a:prstClr val="white"/>
                </a:solidFill>
                <a:latin typeface="思源黑体旧字形 Normal" panose="020b0400000000000000" pitchFamily="34" charset="-128"/>
                <a:ea typeface="思源黑体旧字形 Normal" panose="020b0400000000000000" pitchFamily="34" charset="-128"/>
                <a:sym typeface="Arial" panose="020b0604020202020204" pitchFamily="34" charset="0"/>
              </a:endParaRPr>
            </a:p>
          </p:txBody>
        </p:sp>
        <p:sp>
          <p:nvSpPr>
            <p:cNvPr id="51" name="TextBox 17">
              <a:extLst>
                <a:ext uri="{FF2B5EF4-FFF2-40B4-BE49-F238E27FC236}">
                  <a16:creationId xmlns:a16="http://schemas.microsoft.com/office/drawing/2014/main" id="{F1427A90-4C0D-46AE-8A12-CAAE86D33022}"/>
                </a:ext>
              </a:extLst>
            </p:cNvPr>
            <p:cNvSpPr txBox="1"/>
            <p:nvPr/>
          </p:nvSpPr>
          <p:spPr>
            <a:xfrm>
              <a:off x="6337979" y="3058814"/>
              <a:ext cx="1621135" cy="368026"/>
            </a:xfrm>
            <a:prstGeom prst="rect">
              <a:avLst/>
            </a:prstGeom>
            <a:noFill/>
          </p:spPr>
          <p:txBody>
            <a:bodyPr wrap="none" rtlCol="0">
              <a:spAutoFit/>
            </a:bodyPr>
            <a:lstStyle/>
            <a:p>
              <a:pPr>
                <a:lnSpc>
                  <a:spcPct val="120000"/>
                </a:lnSpc>
              </a:pPr>
              <a:r>
                <a:rPr lang="zh-CN" altLang="en-US" sz="1600">
                  <a:solidFill>
                    <a:schemeClr val="bg1"/>
                  </a:solidFill>
                  <a:latin typeface="思源黑体旧字形 Normal" panose="020b0400000000000000" pitchFamily="34" charset="-128"/>
                  <a:ea typeface="思源黑体旧字形 Normal" panose="020b0400000000000000" pitchFamily="34" charset="-128"/>
                  <a:cs typeface="+mn-ea"/>
                  <a:sym typeface="Arial" panose="020b0604020202020204" pitchFamily="34" charset="0"/>
                </a:rPr>
                <a:t>具体工作名称三</a:t>
              </a:r>
            </a:p>
          </p:txBody>
        </p:sp>
        <p:sp>
          <p:nvSpPr>
            <p:cNvPr id="52" name="Freeform 22">
              <a:extLst>
                <a:ext uri="{FF2B5EF4-FFF2-40B4-BE49-F238E27FC236}">
                  <a16:creationId xmlns:a16="http://schemas.microsoft.com/office/drawing/2014/main" id="{887FE9E4-BAA2-47F5-9188-10B831585971}"/>
                </a:ext>
              </a:extLst>
            </p:cNvPr>
            <p:cNvSpPr>
              <a:spLocks noEditPoints="1"/>
            </p:cNvSpPr>
            <p:nvPr/>
          </p:nvSpPr>
          <p:spPr bwMode="auto">
            <a:xfrm>
              <a:off x="5973742" y="2983041"/>
              <a:ext cx="387383" cy="385476"/>
            </a:xfrm>
            <a:custGeom>
              <a:gdLst>
                <a:gd name="T0" fmla="*/ 6 w 94"/>
                <a:gd name="T1" fmla="*/ 28 h 94"/>
                <a:gd name="T2" fmla="*/ 32 w 94"/>
                <a:gd name="T3" fmla="*/ 4 h 94"/>
                <a:gd name="T4" fmla="*/ 67 w 94"/>
                <a:gd name="T5" fmla="*/ 6 h 94"/>
                <a:gd name="T6" fmla="*/ 90 w 94"/>
                <a:gd name="T7" fmla="*/ 32 h 94"/>
                <a:gd name="T8" fmla="*/ 88 w 94"/>
                <a:gd name="T9" fmla="*/ 67 h 94"/>
                <a:gd name="T10" fmla="*/ 88 w 94"/>
                <a:gd name="T11" fmla="*/ 67 h 94"/>
                <a:gd name="T12" fmla="*/ 62 w 94"/>
                <a:gd name="T13" fmla="*/ 90 h 94"/>
                <a:gd name="T14" fmla="*/ 27 w 94"/>
                <a:gd name="T15" fmla="*/ 89 h 94"/>
                <a:gd name="T16" fmla="*/ 27 w 94"/>
                <a:gd name="T17" fmla="*/ 89 h 94"/>
                <a:gd name="T18" fmla="*/ 4 w 94"/>
                <a:gd name="T19" fmla="*/ 62 h 94"/>
                <a:gd name="T20" fmla="*/ 6 w 94"/>
                <a:gd name="T21" fmla="*/ 28 h 94"/>
                <a:gd name="T22" fmla="*/ 6 w 94"/>
                <a:gd name="T23" fmla="*/ 28 h 94"/>
                <a:gd name="T24" fmla="*/ 20 w 94"/>
                <a:gd name="T25" fmla="*/ 27 h 94"/>
                <a:gd name="T26" fmla="*/ 16 w 94"/>
                <a:gd name="T27" fmla="*/ 32 h 94"/>
                <a:gd name="T28" fmla="*/ 16 w 94"/>
                <a:gd name="T29" fmla="*/ 32 h 94"/>
                <a:gd name="T30" fmla="*/ 15 w 94"/>
                <a:gd name="T31" fmla="*/ 35 h 94"/>
                <a:gd name="T32" fmla="*/ 36 w 94"/>
                <a:gd name="T33" fmla="*/ 37 h 94"/>
                <a:gd name="T34" fmla="*/ 34 w 94"/>
                <a:gd name="T35" fmla="*/ 40 h 94"/>
                <a:gd name="T36" fmla="*/ 32 w 94"/>
                <a:gd name="T37" fmla="*/ 45 h 94"/>
                <a:gd name="T38" fmla="*/ 13 w 94"/>
                <a:gd name="T39" fmla="*/ 53 h 94"/>
                <a:gd name="T40" fmla="*/ 15 w 94"/>
                <a:gd name="T41" fmla="*/ 59 h 94"/>
                <a:gd name="T42" fmla="*/ 15 w 94"/>
                <a:gd name="T43" fmla="*/ 59 h 94"/>
                <a:gd name="T44" fmla="*/ 16 w 94"/>
                <a:gd name="T45" fmla="*/ 60 h 94"/>
                <a:gd name="T46" fmla="*/ 29 w 94"/>
                <a:gd name="T47" fmla="*/ 54 h 94"/>
                <a:gd name="T48" fmla="*/ 26 w 94"/>
                <a:gd name="T49" fmla="*/ 74 h 94"/>
                <a:gd name="T50" fmla="*/ 32 w 94"/>
                <a:gd name="T51" fmla="*/ 78 h 94"/>
                <a:gd name="T52" fmla="*/ 32 w 94"/>
                <a:gd name="T53" fmla="*/ 78 h 94"/>
                <a:gd name="T54" fmla="*/ 33 w 94"/>
                <a:gd name="T55" fmla="*/ 79 h 94"/>
                <a:gd name="T56" fmla="*/ 34 w 94"/>
                <a:gd name="T57" fmla="*/ 78 h 94"/>
                <a:gd name="T58" fmla="*/ 36 w 94"/>
                <a:gd name="T59" fmla="*/ 55 h 94"/>
                <a:gd name="T60" fmla="*/ 48 w 94"/>
                <a:gd name="T61" fmla="*/ 67 h 94"/>
                <a:gd name="T62" fmla="*/ 60 w 94"/>
                <a:gd name="T63" fmla="*/ 79 h 94"/>
                <a:gd name="T64" fmla="*/ 65 w 94"/>
                <a:gd name="T65" fmla="*/ 77 h 94"/>
                <a:gd name="T66" fmla="*/ 66 w 94"/>
                <a:gd name="T67" fmla="*/ 74 h 94"/>
                <a:gd name="T68" fmla="*/ 54 w 94"/>
                <a:gd name="T69" fmla="*/ 62 h 94"/>
                <a:gd name="T70" fmla="*/ 39 w 94"/>
                <a:gd name="T71" fmla="*/ 48 h 94"/>
                <a:gd name="T72" fmla="*/ 41 w 94"/>
                <a:gd name="T73" fmla="*/ 43 h 94"/>
                <a:gd name="T74" fmla="*/ 43 w 94"/>
                <a:gd name="T75" fmla="*/ 39 h 94"/>
                <a:gd name="T76" fmla="*/ 49 w 94"/>
                <a:gd name="T77" fmla="*/ 42 h 94"/>
                <a:gd name="T78" fmla="*/ 77 w 94"/>
                <a:gd name="T79" fmla="*/ 64 h 94"/>
                <a:gd name="T80" fmla="*/ 78 w 94"/>
                <a:gd name="T81" fmla="*/ 62 h 94"/>
                <a:gd name="T82" fmla="*/ 78 w 94"/>
                <a:gd name="T83" fmla="*/ 62 h 94"/>
                <a:gd name="T84" fmla="*/ 80 w 94"/>
                <a:gd name="T85" fmla="*/ 56 h 94"/>
                <a:gd name="T86" fmla="*/ 53 w 94"/>
                <a:gd name="T87" fmla="*/ 35 h 94"/>
                <a:gd name="T88" fmla="*/ 47 w 94"/>
                <a:gd name="T89" fmla="*/ 32 h 94"/>
                <a:gd name="T90" fmla="*/ 50 w 94"/>
                <a:gd name="T91" fmla="*/ 28 h 94"/>
                <a:gd name="T92" fmla="*/ 56 w 94"/>
                <a:gd name="T93" fmla="*/ 30 h 94"/>
                <a:gd name="T94" fmla="*/ 74 w 94"/>
                <a:gd name="T95" fmla="*/ 28 h 94"/>
                <a:gd name="T96" fmla="*/ 71 w 94"/>
                <a:gd name="T97" fmla="*/ 23 h 94"/>
                <a:gd name="T98" fmla="*/ 70 w 94"/>
                <a:gd name="T99" fmla="*/ 22 h 94"/>
                <a:gd name="T100" fmla="*/ 58 w 94"/>
                <a:gd name="T101" fmla="*/ 23 h 94"/>
                <a:gd name="T102" fmla="*/ 55 w 94"/>
                <a:gd name="T103" fmla="*/ 22 h 94"/>
                <a:gd name="T104" fmla="*/ 62 w 94"/>
                <a:gd name="T105" fmla="*/ 16 h 94"/>
                <a:gd name="T106" fmla="*/ 53 w 94"/>
                <a:gd name="T107" fmla="*/ 14 h 94"/>
                <a:gd name="T108" fmla="*/ 49 w 94"/>
                <a:gd name="T109" fmla="*/ 18 h 94"/>
                <a:gd name="T110" fmla="*/ 43 w 94"/>
                <a:gd name="T111" fmla="*/ 13 h 94"/>
                <a:gd name="T112" fmla="*/ 37 w 94"/>
                <a:gd name="T113" fmla="*/ 15 h 94"/>
                <a:gd name="T114" fmla="*/ 35 w 94"/>
                <a:gd name="T115" fmla="*/ 16 h 94"/>
                <a:gd name="T116" fmla="*/ 44 w 94"/>
                <a:gd name="T117" fmla="*/ 24 h 94"/>
                <a:gd name="T118" fmla="*/ 40 w 94"/>
                <a:gd name="T119" fmla="*/ 30 h 94"/>
                <a:gd name="T120" fmla="*/ 20 w 94"/>
                <a:gd name="T121" fmla="*/ 27 h 94"/>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94" h="94">
                  <a:moveTo>
                    <a:pt x="6" y="28"/>
                  </a:moveTo>
                  <a:cubicBezTo>
                    <a:pt x="11" y="16"/>
                    <a:pt x="21" y="8"/>
                    <a:pt x="32" y="4"/>
                  </a:cubicBezTo>
                  <a:cubicBezTo>
                    <a:pt x="43" y="0"/>
                    <a:pt x="56" y="1"/>
                    <a:pt x="67" y="6"/>
                  </a:cubicBezTo>
                  <a:cubicBezTo>
                    <a:pt x="78" y="12"/>
                    <a:pt x="86" y="21"/>
                    <a:pt x="90" y="32"/>
                  </a:cubicBezTo>
                  <a:cubicBezTo>
                    <a:pt x="94" y="43"/>
                    <a:pt x="94" y="56"/>
                    <a:pt x="88" y="67"/>
                  </a:cubicBezTo>
                  <a:cubicBezTo>
                    <a:pt x="88" y="67"/>
                    <a:pt x="88" y="67"/>
                    <a:pt x="88" y="67"/>
                  </a:cubicBezTo>
                  <a:cubicBezTo>
                    <a:pt x="83" y="78"/>
                    <a:pt x="73" y="87"/>
                    <a:pt x="62" y="90"/>
                  </a:cubicBezTo>
                  <a:cubicBezTo>
                    <a:pt x="51" y="94"/>
                    <a:pt x="39" y="94"/>
                    <a:pt x="27" y="89"/>
                  </a:cubicBezTo>
                  <a:cubicBezTo>
                    <a:pt x="27" y="89"/>
                    <a:pt x="27" y="89"/>
                    <a:pt x="27" y="89"/>
                  </a:cubicBezTo>
                  <a:cubicBezTo>
                    <a:pt x="16" y="83"/>
                    <a:pt x="8" y="73"/>
                    <a:pt x="4" y="62"/>
                  </a:cubicBezTo>
                  <a:cubicBezTo>
                    <a:pt x="0" y="51"/>
                    <a:pt x="1" y="39"/>
                    <a:pt x="6" y="28"/>
                  </a:cubicBezTo>
                  <a:cubicBezTo>
                    <a:pt x="6" y="28"/>
                    <a:pt x="6" y="28"/>
                    <a:pt x="6" y="28"/>
                  </a:cubicBezTo>
                  <a:close/>
                  <a:moveTo>
                    <a:pt x="20" y="27"/>
                  </a:moveTo>
                  <a:cubicBezTo>
                    <a:pt x="18" y="29"/>
                    <a:pt x="17" y="30"/>
                    <a:pt x="16" y="32"/>
                  </a:cubicBezTo>
                  <a:cubicBezTo>
                    <a:pt x="16" y="32"/>
                    <a:pt x="16" y="32"/>
                    <a:pt x="16" y="32"/>
                  </a:cubicBezTo>
                  <a:cubicBezTo>
                    <a:pt x="16" y="33"/>
                    <a:pt x="15" y="34"/>
                    <a:pt x="15" y="35"/>
                  </a:cubicBezTo>
                  <a:cubicBezTo>
                    <a:pt x="21" y="34"/>
                    <a:pt x="28" y="34"/>
                    <a:pt x="36" y="37"/>
                  </a:cubicBezTo>
                  <a:cubicBezTo>
                    <a:pt x="35" y="38"/>
                    <a:pt x="35" y="39"/>
                    <a:pt x="34" y="40"/>
                  </a:cubicBezTo>
                  <a:cubicBezTo>
                    <a:pt x="33" y="42"/>
                    <a:pt x="32" y="43"/>
                    <a:pt x="32" y="45"/>
                  </a:cubicBezTo>
                  <a:cubicBezTo>
                    <a:pt x="26" y="45"/>
                    <a:pt x="20" y="47"/>
                    <a:pt x="13" y="53"/>
                  </a:cubicBezTo>
                  <a:cubicBezTo>
                    <a:pt x="14" y="55"/>
                    <a:pt x="14" y="57"/>
                    <a:pt x="15" y="59"/>
                  </a:cubicBezTo>
                  <a:cubicBezTo>
                    <a:pt x="15" y="59"/>
                    <a:pt x="15" y="59"/>
                    <a:pt x="15" y="59"/>
                  </a:cubicBezTo>
                  <a:cubicBezTo>
                    <a:pt x="16" y="60"/>
                    <a:pt x="16" y="60"/>
                    <a:pt x="16" y="60"/>
                  </a:cubicBezTo>
                  <a:cubicBezTo>
                    <a:pt x="21" y="56"/>
                    <a:pt x="25" y="54"/>
                    <a:pt x="29" y="54"/>
                  </a:cubicBezTo>
                  <a:cubicBezTo>
                    <a:pt x="27" y="61"/>
                    <a:pt x="26" y="68"/>
                    <a:pt x="26" y="74"/>
                  </a:cubicBezTo>
                  <a:cubicBezTo>
                    <a:pt x="28" y="76"/>
                    <a:pt x="30" y="77"/>
                    <a:pt x="32" y="78"/>
                  </a:cubicBezTo>
                  <a:cubicBezTo>
                    <a:pt x="32" y="78"/>
                    <a:pt x="32" y="78"/>
                    <a:pt x="32" y="78"/>
                  </a:cubicBezTo>
                  <a:cubicBezTo>
                    <a:pt x="33" y="78"/>
                    <a:pt x="33" y="78"/>
                    <a:pt x="33" y="79"/>
                  </a:cubicBezTo>
                  <a:cubicBezTo>
                    <a:pt x="34" y="78"/>
                    <a:pt x="34" y="78"/>
                    <a:pt x="34" y="78"/>
                  </a:cubicBezTo>
                  <a:cubicBezTo>
                    <a:pt x="33" y="72"/>
                    <a:pt x="34" y="64"/>
                    <a:pt x="36" y="55"/>
                  </a:cubicBezTo>
                  <a:cubicBezTo>
                    <a:pt x="41" y="58"/>
                    <a:pt x="44" y="62"/>
                    <a:pt x="48" y="67"/>
                  </a:cubicBezTo>
                  <a:cubicBezTo>
                    <a:pt x="52" y="71"/>
                    <a:pt x="56" y="76"/>
                    <a:pt x="60" y="79"/>
                  </a:cubicBezTo>
                  <a:cubicBezTo>
                    <a:pt x="62" y="78"/>
                    <a:pt x="63" y="78"/>
                    <a:pt x="65" y="77"/>
                  </a:cubicBezTo>
                  <a:cubicBezTo>
                    <a:pt x="66" y="74"/>
                    <a:pt x="66" y="74"/>
                    <a:pt x="66" y="74"/>
                  </a:cubicBezTo>
                  <a:cubicBezTo>
                    <a:pt x="62" y="71"/>
                    <a:pt x="58" y="67"/>
                    <a:pt x="54" y="62"/>
                  </a:cubicBezTo>
                  <a:cubicBezTo>
                    <a:pt x="49" y="56"/>
                    <a:pt x="44" y="51"/>
                    <a:pt x="39" y="48"/>
                  </a:cubicBezTo>
                  <a:cubicBezTo>
                    <a:pt x="40" y="46"/>
                    <a:pt x="40" y="45"/>
                    <a:pt x="41" y="43"/>
                  </a:cubicBezTo>
                  <a:cubicBezTo>
                    <a:pt x="42" y="42"/>
                    <a:pt x="42" y="40"/>
                    <a:pt x="43" y="39"/>
                  </a:cubicBezTo>
                  <a:cubicBezTo>
                    <a:pt x="45" y="40"/>
                    <a:pt x="47" y="41"/>
                    <a:pt x="49" y="42"/>
                  </a:cubicBezTo>
                  <a:cubicBezTo>
                    <a:pt x="61" y="47"/>
                    <a:pt x="71" y="55"/>
                    <a:pt x="77" y="64"/>
                  </a:cubicBezTo>
                  <a:cubicBezTo>
                    <a:pt x="77" y="63"/>
                    <a:pt x="78" y="63"/>
                    <a:pt x="78" y="62"/>
                  </a:cubicBezTo>
                  <a:cubicBezTo>
                    <a:pt x="78" y="62"/>
                    <a:pt x="78" y="62"/>
                    <a:pt x="78" y="62"/>
                  </a:cubicBezTo>
                  <a:cubicBezTo>
                    <a:pt x="79" y="60"/>
                    <a:pt x="80" y="58"/>
                    <a:pt x="80" y="56"/>
                  </a:cubicBezTo>
                  <a:cubicBezTo>
                    <a:pt x="74" y="47"/>
                    <a:pt x="63" y="40"/>
                    <a:pt x="53" y="35"/>
                  </a:cubicBezTo>
                  <a:cubicBezTo>
                    <a:pt x="51" y="34"/>
                    <a:pt x="49" y="33"/>
                    <a:pt x="47" y="32"/>
                  </a:cubicBezTo>
                  <a:cubicBezTo>
                    <a:pt x="48" y="31"/>
                    <a:pt x="49" y="29"/>
                    <a:pt x="50" y="28"/>
                  </a:cubicBezTo>
                  <a:cubicBezTo>
                    <a:pt x="52" y="29"/>
                    <a:pt x="54" y="30"/>
                    <a:pt x="56" y="30"/>
                  </a:cubicBezTo>
                  <a:cubicBezTo>
                    <a:pt x="66" y="32"/>
                    <a:pt x="73" y="28"/>
                    <a:pt x="74" y="28"/>
                  </a:cubicBezTo>
                  <a:cubicBezTo>
                    <a:pt x="71" y="23"/>
                    <a:pt x="71" y="23"/>
                    <a:pt x="71" y="23"/>
                  </a:cubicBezTo>
                  <a:cubicBezTo>
                    <a:pt x="71" y="22"/>
                    <a:pt x="70" y="22"/>
                    <a:pt x="70" y="22"/>
                  </a:cubicBezTo>
                  <a:cubicBezTo>
                    <a:pt x="68" y="22"/>
                    <a:pt x="63" y="24"/>
                    <a:pt x="58" y="23"/>
                  </a:cubicBezTo>
                  <a:cubicBezTo>
                    <a:pt x="57" y="23"/>
                    <a:pt x="56" y="22"/>
                    <a:pt x="55" y="22"/>
                  </a:cubicBezTo>
                  <a:cubicBezTo>
                    <a:pt x="57" y="20"/>
                    <a:pt x="60" y="18"/>
                    <a:pt x="62" y="16"/>
                  </a:cubicBezTo>
                  <a:cubicBezTo>
                    <a:pt x="59" y="15"/>
                    <a:pt x="56" y="14"/>
                    <a:pt x="53" y="14"/>
                  </a:cubicBezTo>
                  <a:cubicBezTo>
                    <a:pt x="52" y="15"/>
                    <a:pt x="50" y="16"/>
                    <a:pt x="49" y="18"/>
                  </a:cubicBezTo>
                  <a:cubicBezTo>
                    <a:pt x="47" y="16"/>
                    <a:pt x="45" y="15"/>
                    <a:pt x="43" y="13"/>
                  </a:cubicBezTo>
                  <a:cubicBezTo>
                    <a:pt x="41" y="14"/>
                    <a:pt x="39" y="14"/>
                    <a:pt x="37" y="15"/>
                  </a:cubicBezTo>
                  <a:cubicBezTo>
                    <a:pt x="35" y="16"/>
                    <a:pt x="35" y="16"/>
                    <a:pt x="35" y="16"/>
                  </a:cubicBezTo>
                  <a:cubicBezTo>
                    <a:pt x="35" y="16"/>
                    <a:pt x="39" y="20"/>
                    <a:pt x="44" y="24"/>
                  </a:cubicBezTo>
                  <a:cubicBezTo>
                    <a:pt x="42" y="26"/>
                    <a:pt x="41" y="28"/>
                    <a:pt x="40" y="30"/>
                  </a:cubicBezTo>
                  <a:cubicBezTo>
                    <a:pt x="33" y="28"/>
                    <a:pt x="26" y="27"/>
                    <a:pt x="20" y="27"/>
                  </a:cubicBezTo>
                  <a:close/>
                </a:path>
              </a:pathLst>
            </a:custGeom>
            <a:solidFill>
              <a:schemeClr val="bg1"/>
            </a:solidFill>
            <a:ln>
              <a:noFill/>
            </a:ln>
          </p:spPr>
          <p:txBody>
            <a:bodyPr vert="horz" wrap="square" lIns="91430" tIns="45716" rIns="91430" bIns="45716"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20000"/>
                </a:lnSpc>
              </a:pPr>
              <a:endParaRPr lang="zh-CN" altLang="en-US" sz="900">
                <a:solidFill>
                  <a:prstClr val="black"/>
                </a:solidFill>
                <a:latin typeface="迷你简菱心" panose="02010609000101010101" pitchFamily="49" charset="-122"/>
                <a:ea typeface="迷你简菱心" panose="02010609000101010101" pitchFamily="49" charset="-122"/>
                <a:cs typeface="+mn-ea"/>
                <a:sym typeface="Arial" panose="020b0604020202020204" pitchFamily="34" charset="0"/>
              </a:endParaRPr>
            </a:p>
          </p:txBody>
        </p:sp>
      </p:grpSp>
      <p:sp>
        <p:nvSpPr>
          <p:cNvPr id="53" name="Rectangle 23">
            <a:extLst>
              <a:ext uri="{FF2B5EF4-FFF2-40B4-BE49-F238E27FC236}">
                <a16:creationId xmlns:a16="http://schemas.microsoft.com/office/drawing/2014/main" id="{6A274C9F-6539-4FB1-B205-23274DE62C89}"/>
              </a:ext>
            </a:extLst>
          </p:cNvPr>
          <p:cNvSpPr/>
          <p:nvPr/>
        </p:nvSpPr>
        <p:spPr>
          <a:xfrm>
            <a:off x="876399" y="5089624"/>
            <a:ext cx="1800927" cy="867930"/>
          </a:xfrm>
          <a:prstGeom prst="rect">
            <a:avLst/>
          </a:prstGeom>
        </p:spPr>
        <p:txBody>
          <a:bodyPr wrap="square">
            <a:spAutoFit/>
          </a:bodyPr>
          <a:lstStyle/>
          <a:p>
            <a:pPr defTabSz="1219094">
              <a:lnSpc>
                <a:spcPct val="120000"/>
              </a:lnSpc>
              <a:spcBef>
                <a:spcPct val="20000"/>
              </a:spcBef>
              <a:defRPr/>
            </a:pPr>
            <a:r>
              <a:rPr lang="zh-CN" altLang="en-US" sz="1050">
                <a:solidFill>
                  <a:schemeClr val="tx1">
                    <a:lumMod val="75000"/>
                    <a:lumOff val="25000"/>
                  </a:schemeClr>
                </a:solidFill>
                <a:latin typeface="思源黑体旧字形 Normal" panose="020b0400000000000000" pitchFamily="34" charset="-128"/>
                <a:ea typeface="思源黑体旧字形 Normal" panose="020b0400000000000000" pitchFamily="34" charset="-128"/>
                <a:cs typeface="+mn-ea"/>
                <a:sym typeface="+mn-lt"/>
              </a:rPr>
              <a:t>此处添加详细文本描述，建议与标题相关并符合整体语言风格，语言描述尽量简洁生动。</a:t>
            </a:r>
            <a:endParaRPr lang="en-US" altLang="zh-CN" sz="1050">
              <a:solidFill>
                <a:schemeClr val="bg1">
                  <a:lumMod val="65000"/>
                </a:schemeClr>
              </a:solidFill>
              <a:latin typeface="Arial" panose="020b0604020202020204" pitchFamily="34" charset="0"/>
              <a:ea typeface="思源黑体旧字形 Normal" panose="020b0400000000000000" pitchFamily="34" charset="-128"/>
              <a:cs typeface="+mn-ea"/>
              <a:sym typeface="Arial" panose="020b0604020202020204" pitchFamily="34" charset="0"/>
            </a:endParaRPr>
          </a:p>
        </p:txBody>
      </p:sp>
      <p:sp>
        <p:nvSpPr>
          <p:cNvPr id="54" name="Rectangle 24">
            <a:extLst>
              <a:ext uri="{FF2B5EF4-FFF2-40B4-BE49-F238E27FC236}">
                <a16:creationId xmlns:a16="http://schemas.microsoft.com/office/drawing/2014/main" id="{876B07CD-6578-4F37-8A7D-F9BDFC36035E}"/>
              </a:ext>
            </a:extLst>
          </p:cNvPr>
          <p:cNvSpPr/>
          <p:nvPr/>
        </p:nvSpPr>
        <p:spPr>
          <a:xfrm>
            <a:off x="3358684" y="5089624"/>
            <a:ext cx="1800927" cy="867930"/>
          </a:xfrm>
          <a:prstGeom prst="rect">
            <a:avLst/>
          </a:prstGeom>
        </p:spPr>
        <p:txBody>
          <a:bodyPr wrap="square">
            <a:spAutoFit/>
          </a:bodyPr>
          <a:lstStyle/>
          <a:p>
            <a:pPr defTabSz="1219094">
              <a:lnSpc>
                <a:spcPct val="120000"/>
              </a:lnSpc>
              <a:spcBef>
                <a:spcPct val="20000"/>
              </a:spcBef>
              <a:defRPr/>
            </a:pPr>
            <a:r>
              <a:rPr lang="zh-CN" altLang="en-US" sz="1050">
                <a:solidFill>
                  <a:schemeClr val="tx1">
                    <a:lumMod val="75000"/>
                    <a:lumOff val="25000"/>
                  </a:schemeClr>
                </a:solidFill>
                <a:latin typeface="思源黑体旧字形 Normal" panose="020b0400000000000000" pitchFamily="34" charset="-128"/>
                <a:ea typeface="思源黑体旧字形 Normal" panose="020b0400000000000000" pitchFamily="34" charset="-128"/>
                <a:cs typeface="+mn-ea"/>
                <a:sym typeface="+mn-lt"/>
              </a:rPr>
              <a:t>此处添加详细文本描述，建议与标题相关并符合整体语言风格，语言描述尽量简洁生动。</a:t>
            </a:r>
            <a:endParaRPr lang="en-US" altLang="zh-CN" sz="1050">
              <a:solidFill>
                <a:schemeClr val="bg1">
                  <a:lumMod val="65000"/>
                </a:schemeClr>
              </a:solidFill>
              <a:latin typeface="Arial" panose="020b0604020202020204" pitchFamily="34" charset="0"/>
              <a:ea typeface="思源黑体旧字形 Normal" panose="020b0400000000000000" pitchFamily="34" charset="-128"/>
              <a:cs typeface="+mn-ea"/>
              <a:sym typeface="Arial" panose="020b0604020202020204" pitchFamily="34" charset="0"/>
            </a:endParaRPr>
          </a:p>
        </p:txBody>
      </p:sp>
      <p:sp>
        <p:nvSpPr>
          <p:cNvPr id="55" name="Rectangle 25">
            <a:extLst>
              <a:ext uri="{FF2B5EF4-FFF2-40B4-BE49-F238E27FC236}">
                <a16:creationId xmlns:a16="http://schemas.microsoft.com/office/drawing/2014/main" id="{AF52A032-0F6C-434F-A1A3-B4493F5E78B1}"/>
              </a:ext>
            </a:extLst>
          </p:cNvPr>
          <p:cNvSpPr/>
          <p:nvPr/>
        </p:nvSpPr>
        <p:spPr>
          <a:xfrm>
            <a:off x="5840969" y="5089624"/>
            <a:ext cx="1800927" cy="867930"/>
          </a:xfrm>
          <a:prstGeom prst="rect">
            <a:avLst/>
          </a:prstGeom>
        </p:spPr>
        <p:txBody>
          <a:bodyPr wrap="square">
            <a:spAutoFit/>
          </a:bodyPr>
          <a:lstStyle/>
          <a:p>
            <a:pPr defTabSz="1219094">
              <a:lnSpc>
                <a:spcPct val="120000"/>
              </a:lnSpc>
              <a:spcBef>
                <a:spcPct val="20000"/>
              </a:spcBef>
              <a:defRPr/>
            </a:pPr>
            <a:r>
              <a:rPr lang="zh-CN" altLang="en-US" sz="1050">
                <a:solidFill>
                  <a:schemeClr val="tx1">
                    <a:lumMod val="75000"/>
                    <a:lumOff val="25000"/>
                  </a:schemeClr>
                </a:solidFill>
                <a:latin typeface="思源黑体旧字形 Normal" panose="020b0400000000000000" pitchFamily="34" charset="-128"/>
                <a:ea typeface="思源黑体旧字形 Normal" panose="020b0400000000000000" pitchFamily="34" charset="-128"/>
                <a:cs typeface="+mn-ea"/>
                <a:sym typeface="+mn-lt"/>
              </a:rPr>
              <a:t>此处添加详细文本描述，建议与标题相关并符合整体语言风格，语言描述尽量简洁生动。</a:t>
            </a:r>
            <a:endParaRPr lang="en-US" altLang="zh-CN" sz="1050">
              <a:solidFill>
                <a:schemeClr val="bg1">
                  <a:lumMod val="65000"/>
                </a:schemeClr>
              </a:solidFill>
              <a:latin typeface="Arial" panose="020b0604020202020204" pitchFamily="34" charset="0"/>
              <a:ea typeface="思源黑体旧字形 Normal" panose="020b0400000000000000" pitchFamily="34" charset="-128"/>
              <a:cs typeface="+mn-ea"/>
              <a:sym typeface="Arial" panose="020b0604020202020204" pitchFamily="34" charset="0"/>
            </a:endParaRPr>
          </a:p>
        </p:txBody>
      </p:sp>
      <p:sp>
        <p:nvSpPr>
          <p:cNvPr id="56" name="Rectangle 26">
            <a:extLst>
              <a:ext uri="{FF2B5EF4-FFF2-40B4-BE49-F238E27FC236}">
                <a16:creationId xmlns:a16="http://schemas.microsoft.com/office/drawing/2014/main" id="{6070BA7E-08D7-41A5-A648-4CFF43CDF28A}"/>
              </a:ext>
            </a:extLst>
          </p:cNvPr>
          <p:cNvSpPr/>
          <p:nvPr/>
        </p:nvSpPr>
        <p:spPr>
          <a:xfrm>
            <a:off x="8323254" y="5089624"/>
            <a:ext cx="1800927" cy="867930"/>
          </a:xfrm>
          <a:prstGeom prst="rect">
            <a:avLst/>
          </a:prstGeom>
        </p:spPr>
        <p:txBody>
          <a:bodyPr wrap="square">
            <a:spAutoFit/>
          </a:bodyPr>
          <a:lstStyle/>
          <a:p>
            <a:pPr defTabSz="1219094">
              <a:lnSpc>
                <a:spcPct val="120000"/>
              </a:lnSpc>
              <a:spcBef>
                <a:spcPct val="20000"/>
              </a:spcBef>
              <a:defRPr/>
            </a:pPr>
            <a:r>
              <a:rPr lang="zh-CN" altLang="en-US" sz="1050">
                <a:solidFill>
                  <a:schemeClr val="tx1">
                    <a:lumMod val="75000"/>
                    <a:lumOff val="25000"/>
                  </a:schemeClr>
                </a:solidFill>
                <a:latin typeface="思源黑体旧字形 Normal" panose="020b0400000000000000" pitchFamily="34" charset="-128"/>
                <a:ea typeface="思源黑体旧字形 Normal" panose="020b0400000000000000" pitchFamily="34" charset="-128"/>
                <a:cs typeface="+mn-ea"/>
                <a:sym typeface="+mn-lt"/>
              </a:rPr>
              <a:t>此处添加详细文本描述，建议与标题相关并符合整体语言风格，语言描述尽量简洁生动。</a:t>
            </a:r>
            <a:endParaRPr lang="en-US" altLang="zh-CN" sz="1050">
              <a:solidFill>
                <a:schemeClr val="bg1">
                  <a:lumMod val="65000"/>
                </a:schemeClr>
              </a:solidFill>
              <a:latin typeface="Arial" panose="020b0604020202020204" pitchFamily="34" charset="0"/>
              <a:ea typeface="思源黑体旧字形 Normal" panose="020b0400000000000000" pitchFamily="34" charset="-128"/>
              <a:cs typeface="+mn-ea"/>
              <a:sym typeface="Arial" panose="020b0604020202020204" pitchFamily="34" charset="0"/>
            </a:endParaRPr>
          </a:p>
        </p:txBody>
      </p:sp>
      <p:sp>
        <p:nvSpPr>
          <p:cNvPr id="57" name="TextBox 27">
            <a:extLst>
              <a:ext uri="{FF2B5EF4-FFF2-40B4-BE49-F238E27FC236}">
                <a16:creationId xmlns:a16="http://schemas.microsoft.com/office/drawing/2014/main" id="{97067A3A-C518-4800-A22F-8F0958CD35B7}"/>
              </a:ext>
            </a:extLst>
          </p:cNvPr>
          <p:cNvSpPr txBox="1"/>
          <p:nvPr/>
        </p:nvSpPr>
        <p:spPr>
          <a:xfrm>
            <a:off x="876399" y="4745926"/>
            <a:ext cx="1890261" cy="367986"/>
          </a:xfrm>
          <a:prstGeom prst="rect">
            <a:avLst/>
          </a:prstGeom>
          <a:noFill/>
        </p:spPr>
        <p:txBody>
          <a:bodyPr wrap="none" rtlCol="0">
            <a:spAutoFit/>
          </a:bodyPr>
          <a:lstStyle/>
          <a:p>
            <a:pPr>
              <a:lnSpc>
                <a:spcPct val="120000"/>
              </a:lnSpc>
            </a:pPr>
            <a:r>
              <a:rPr lang="zh-CN" altLang="en-US" sz="1600" b="1" spc="300">
                <a:solidFill>
                  <a:schemeClr val="tx1">
                    <a:lumMod val="75000"/>
                    <a:lumOff val="25000"/>
                  </a:schemeClr>
                </a:solidFill>
                <a:latin typeface="思源黑体旧字形 Normal" panose="020b0400000000000000" pitchFamily="34" charset="-128"/>
                <a:ea typeface="思源黑体旧字形 Normal" panose="020b0400000000000000" pitchFamily="34" charset="-128"/>
                <a:cs typeface="+mn-ea"/>
                <a:sym typeface="Arial" panose="020b0604020202020204" pitchFamily="34" charset="0"/>
              </a:rPr>
              <a:t>请替换文字内容</a:t>
            </a:r>
            <a:endParaRPr lang="en-GB" sz="1600" b="1" spc="300">
              <a:solidFill>
                <a:schemeClr val="tx1">
                  <a:lumMod val="75000"/>
                  <a:lumOff val="25000"/>
                </a:schemeClr>
              </a:solidFill>
              <a:latin typeface="思源黑体旧字形 Normal" panose="020b0400000000000000" pitchFamily="34" charset="-128"/>
              <a:ea typeface="思源黑体旧字形 Normal" panose="020b0400000000000000" pitchFamily="34" charset="-128"/>
              <a:cs typeface="+mn-ea"/>
              <a:sym typeface="Arial" panose="020b0604020202020204" pitchFamily="34" charset="0"/>
            </a:endParaRPr>
          </a:p>
        </p:txBody>
      </p:sp>
      <p:sp>
        <p:nvSpPr>
          <p:cNvPr id="58" name="TextBox 28">
            <a:extLst>
              <a:ext uri="{FF2B5EF4-FFF2-40B4-BE49-F238E27FC236}">
                <a16:creationId xmlns:a16="http://schemas.microsoft.com/office/drawing/2014/main" id="{0C662753-AB51-4C46-9CDA-21884BD64FBA}"/>
              </a:ext>
            </a:extLst>
          </p:cNvPr>
          <p:cNvSpPr txBox="1"/>
          <p:nvPr/>
        </p:nvSpPr>
        <p:spPr>
          <a:xfrm>
            <a:off x="3358685" y="4745926"/>
            <a:ext cx="1890261" cy="367986"/>
          </a:xfrm>
          <a:prstGeom prst="rect">
            <a:avLst/>
          </a:prstGeom>
          <a:noFill/>
        </p:spPr>
        <p:txBody>
          <a:bodyPr wrap="none" rtlCol="0">
            <a:spAutoFit/>
          </a:bodyPr>
          <a:lstStyle/>
          <a:p>
            <a:pPr>
              <a:lnSpc>
                <a:spcPct val="120000"/>
              </a:lnSpc>
            </a:pPr>
            <a:r>
              <a:rPr lang="zh-CN" altLang="en-US" sz="1600" b="1" spc="300">
                <a:solidFill>
                  <a:schemeClr val="tx1">
                    <a:lumMod val="75000"/>
                    <a:lumOff val="25000"/>
                  </a:schemeClr>
                </a:solidFill>
                <a:latin typeface="思源黑体旧字形 Normal" panose="020b0400000000000000" pitchFamily="34" charset="-128"/>
                <a:ea typeface="思源黑体旧字形 Normal" panose="020b0400000000000000" pitchFamily="34" charset="-128"/>
                <a:cs typeface="+mn-ea"/>
                <a:sym typeface="Arial" panose="020b0604020202020204" pitchFamily="34" charset="0"/>
              </a:rPr>
              <a:t>请替换文字内容</a:t>
            </a:r>
            <a:endParaRPr lang="en-GB" sz="1600" b="1" spc="300">
              <a:solidFill>
                <a:schemeClr val="tx1">
                  <a:lumMod val="75000"/>
                  <a:lumOff val="25000"/>
                </a:schemeClr>
              </a:solidFill>
              <a:latin typeface="思源黑体旧字形 Normal" panose="020b0400000000000000" pitchFamily="34" charset="-128"/>
              <a:ea typeface="思源黑体旧字形 Normal" panose="020b0400000000000000" pitchFamily="34" charset="-128"/>
              <a:cs typeface="+mn-ea"/>
              <a:sym typeface="Arial" panose="020b0604020202020204" pitchFamily="34" charset="0"/>
            </a:endParaRPr>
          </a:p>
        </p:txBody>
      </p:sp>
      <p:sp>
        <p:nvSpPr>
          <p:cNvPr id="59" name="TextBox 29">
            <a:extLst>
              <a:ext uri="{FF2B5EF4-FFF2-40B4-BE49-F238E27FC236}">
                <a16:creationId xmlns:a16="http://schemas.microsoft.com/office/drawing/2014/main" id="{90DF9346-1EE6-4648-AF6E-B1F9907EA59A}"/>
              </a:ext>
            </a:extLst>
          </p:cNvPr>
          <p:cNvSpPr txBox="1"/>
          <p:nvPr/>
        </p:nvSpPr>
        <p:spPr>
          <a:xfrm>
            <a:off x="5840970" y="4745926"/>
            <a:ext cx="1890261" cy="367986"/>
          </a:xfrm>
          <a:prstGeom prst="rect">
            <a:avLst/>
          </a:prstGeom>
          <a:noFill/>
        </p:spPr>
        <p:txBody>
          <a:bodyPr wrap="none" rtlCol="0">
            <a:spAutoFit/>
          </a:bodyPr>
          <a:lstStyle/>
          <a:p>
            <a:pPr>
              <a:lnSpc>
                <a:spcPct val="120000"/>
              </a:lnSpc>
            </a:pPr>
            <a:r>
              <a:rPr lang="zh-CN" altLang="en-US" sz="1600" b="1" spc="300">
                <a:solidFill>
                  <a:schemeClr val="tx1">
                    <a:lumMod val="75000"/>
                    <a:lumOff val="25000"/>
                  </a:schemeClr>
                </a:solidFill>
                <a:latin typeface="思源黑体旧字形 Normal" panose="020b0400000000000000" pitchFamily="34" charset="-128"/>
                <a:ea typeface="思源黑体旧字形 Normal" panose="020b0400000000000000" pitchFamily="34" charset="-128"/>
                <a:cs typeface="+mn-ea"/>
                <a:sym typeface="Arial" panose="020b0604020202020204" pitchFamily="34" charset="0"/>
              </a:rPr>
              <a:t>请替换文字内容</a:t>
            </a:r>
            <a:endParaRPr lang="en-GB" sz="1600" b="1" spc="300">
              <a:solidFill>
                <a:schemeClr val="tx1">
                  <a:lumMod val="75000"/>
                  <a:lumOff val="25000"/>
                </a:schemeClr>
              </a:solidFill>
              <a:latin typeface="思源黑体旧字形 Normal" panose="020b0400000000000000" pitchFamily="34" charset="-128"/>
              <a:ea typeface="思源黑体旧字形 Normal" panose="020b0400000000000000" pitchFamily="34" charset="-128"/>
              <a:cs typeface="+mn-ea"/>
              <a:sym typeface="Arial" panose="020b0604020202020204" pitchFamily="34" charset="0"/>
            </a:endParaRPr>
          </a:p>
        </p:txBody>
      </p:sp>
      <p:sp>
        <p:nvSpPr>
          <p:cNvPr id="60" name="TextBox 30">
            <a:extLst>
              <a:ext uri="{FF2B5EF4-FFF2-40B4-BE49-F238E27FC236}">
                <a16:creationId xmlns:a16="http://schemas.microsoft.com/office/drawing/2014/main" id="{E786BAEC-8A67-4AD0-B9DB-864C326A83E8}"/>
              </a:ext>
            </a:extLst>
          </p:cNvPr>
          <p:cNvSpPr txBox="1"/>
          <p:nvPr/>
        </p:nvSpPr>
        <p:spPr>
          <a:xfrm>
            <a:off x="8323255" y="4745926"/>
            <a:ext cx="1890261" cy="367986"/>
          </a:xfrm>
          <a:prstGeom prst="rect">
            <a:avLst/>
          </a:prstGeom>
          <a:noFill/>
        </p:spPr>
        <p:txBody>
          <a:bodyPr wrap="none" rtlCol="0">
            <a:spAutoFit/>
          </a:bodyPr>
          <a:lstStyle/>
          <a:p>
            <a:pPr>
              <a:lnSpc>
                <a:spcPct val="120000"/>
              </a:lnSpc>
            </a:pPr>
            <a:r>
              <a:rPr lang="zh-CN" altLang="en-US" sz="1600" b="1" spc="300">
                <a:solidFill>
                  <a:schemeClr val="tx1">
                    <a:lumMod val="75000"/>
                    <a:lumOff val="25000"/>
                  </a:schemeClr>
                </a:solidFill>
                <a:latin typeface="思源黑体旧字形 Normal" panose="020b0400000000000000" pitchFamily="34" charset="-128"/>
                <a:ea typeface="思源黑体旧字形 Normal" panose="020b0400000000000000" pitchFamily="34" charset="-128"/>
                <a:cs typeface="+mn-ea"/>
                <a:sym typeface="Arial" panose="020b0604020202020204" pitchFamily="34" charset="0"/>
              </a:rPr>
              <a:t>请替换文字内容</a:t>
            </a:r>
            <a:endParaRPr lang="en-GB" sz="1600" b="1" spc="300">
              <a:solidFill>
                <a:schemeClr val="tx1">
                  <a:lumMod val="75000"/>
                  <a:lumOff val="25000"/>
                </a:schemeClr>
              </a:solidFill>
              <a:latin typeface="思源黑体旧字形 Normal" panose="020b0400000000000000" pitchFamily="34" charset="-128"/>
              <a:ea typeface="思源黑体旧字形 Normal" panose="020b0400000000000000" pitchFamily="34" charset="-128"/>
              <a:cs typeface="+mn-ea"/>
              <a:sym typeface="Arial" panose="020b0604020202020204" pitchFamily="34" charset="0"/>
            </a:endParaRPr>
          </a:p>
        </p:txBody>
      </p:sp>
    </p:spTree>
    <p:extLst>
      <p:ext uri="{BB962C8B-B14F-4D97-AF65-F5344CB8AC3E}">
        <p14:creationId val="3507380472"/>
      </p:ext>
    </p:extLst>
  </p:cSld>
  <p:clrMapOvr>
    <a:masterClrMapping/>
  </p:clrMapOvr>
  <mc:AlternateContent>
    <mc:Choice xmlns:p14="http://schemas.microsoft.com/office/powerpoint/2010/main" Requires="p14">
      <p:transition spd="slow" advClick="0" advTm="0" p14:dur="1600">
        <p14:prism isContent="1" isInverted="1"/>
      </p:transition>
    </mc:Choice>
    <mc:Fallback>
      <p:transition spd="slow" advClick="0" advTm="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49" presetClass="entr" presetSubtype="0" decel="10000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 calcmode="lin" valueType="num">
                                      <p:cBhvr>
                                        <p:cTn id="9" dur="500" fill="hold"/>
                                        <p:tgtEl>
                                          <p:spTgt spid="2"/>
                                        </p:tgtEl>
                                        <p:attrNameLst>
                                          <p:attrName>style.rotation</p:attrName>
                                        </p:attrNameLst>
                                      </p:cBhvr>
                                      <p:tavLst>
                                        <p:tav tm="0">
                                          <p:val>
                                            <p:fltVal val="360"/>
                                          </p:val>
                                        </p:tav>
                                        <p:tav tm="100000">
                                          <p:val>
                                            <p:fltVal val="0"/>
                                          </p:val>
                                        </p:tav>
                                      </p:tavLst>
                                    </p:anim>
                                    <p:animEffect transition="in" filter="fade">
                                      <p:cBhvr>
                                        <p:cTn id="10" dur="500"/>
                                        <p:tgtEl>
                                          <p:spTgt spid="2"/>
                                        </p:tgtEl>
                                      </p:cBhvr>
                                    </p:animEffect>
                                  </p:childTnLst>
                                </p:cTn>
                              </p:par>
                              <p:par>
                                <p:cTn id="11" presetID="41" presetClass="entr" presetSubtype="0" fill="hold" grpId="0" nodeType="withEffect">
                                  <p:stCondLst>
                                    <p:cond delay="0"/>
                                  </p:stCondLst>
                                  <p:iterate type="lt">
                                    <p:tmPct val="10000"/>
                                  </p:iterate>
                                  <p:childTnLst>
                                    <p:set>
                                      <p:cBhvr>
                                        <p:cTn id="12" dur="1" fill="hold">
                                          <p:stCondLst>
                                            <p:cond delay="0"/>
                                          </p:stCondLst>
                                        </p:cTn>
                                        <p:tgtEl>
                                          <p:spTgt spid="5"/>
                                        </p:tgtEl>
                                        <p:attrNameLst>
                                          <p:attrName>style.visibility</p:attrName>
                                        </p:attrNameLst>
                                      </p:cBhvr>
                                      <p:to>
                                        <p:strVal val="visible"/>
                                      </p:to>
                                    </p:set>
                                    <p:anim calcmode="lin" valueType="num">
                                      <p:cBhvr>
                                        <p:cTn id="13" dur="500" fill="hold"/>
                                        <p:tgtEl>
                                          <p:spTgt spid="5"/>
                                        </p:tgtEl>
                                        <p:attrNameLst>
                                          <p:attrName>ppt_x</p:attrName>
                                        </p:attrNameLst>
                                      </p:cBhvr>
                                      <p:tavLst>
                                        <p:tav tm="0">
                                          <p:val>
                                            <p:strVal val="#ppt_x"/>
                                          </p:val>
                                        </p:tav>
                                        <p:tav tm="50000">
                                          <p:val>
                                            <p:strVal val="#ppt_x+.1"/>
                                          </p:val>
                                        </p:tav>
                                        <p:tav tm="100000">
                                          <p:val>
                                            <p:strVal val="#ppt_x"/>
                                          </p:val>
                                        </p:tav>
                                      </p:tavLst>
                                    </p:anim>
                                    <p:anim calcmode="lin" valueType="num">
                                      <p:cBhvr>
                                        <p:cTn id="14" dur="500" fill="hold"/>
                                        <p:tgtEl>
                                          <p:spTgt spid="5"/>
                                        </p:tgtEl>
                                        <p:attrNameLst>
                                          <p:attrName>ppt_y</p:attrName>
                                        </p:attrNameLst>
                                      </p:cBhvr>
                                      <p:tavLst>
                                        <p:tav tm="0">
                                          <p:val>
                                            <p:strVal val="#ppt_y"/>
                                          </p:val>
                                        </p:tav>
                                        <p:tav tm="100000">
                                          <p:val>
                                            <p:strVal val="#ppt_y"/>
                                          </p:val>
                                        </p:tav>
                                      </p:tavLst>
                                    </p:anim>
                                    <p:anim calcmode="lin" valueType="num">
                                      <p:cBhvr>
                                        <p:cTn id="15" dur="500" fill="hold"/>
                                        <p:tgtEl>
                                          <p:spTgt spid="5"/>
                                        </p:tgtEl>
                                        <p:attrNameLst>
                                          <p:attrName>ppt_h</p:attrName>
                                        </p:attrNameLst>
                                      </p:cBhvr>
                                      <p:tavLst>
                                        <p:tav tm="0">
                                          <p:val>
                                            <p:strVal val="#ppt_h/10"/>
                                          </p:val>
                                        </p:tav>
                                        <p:tav tm="50000">
                                          <p:val>
                                            <p:strVal val="#ppt_h+.01"/>
                                          </p:val>
                                        </p:tav>
                                        <p:tav tm="100000">
                                          <p:val>
                                            <p:strVal val="#ppt_h"/>
                                          </p:val>
                                        </p:tav>
                                      </p:tavLst>
                                    </p:anim>
                                    <p:anim calcmode="lin" valueType="num">
                                      <p:cBhvr>
                                        <p:cTn id="16" dur="500" fill="hold"/>
                                        <p:tgtEl>
                                          <p:spTgt spid="5"/>
                                        </p:tgtEl>
                                        <p:attrNameLst>
                                          <p:attrName>ppt_w</p:attrName>
                                        </p:attrNameLst>
                                      </p:cBhvr>
                                      <p:tavLst>
                                        <p:tav tm="0">
                                          <p:val>
                                            <p:strVal val="#ppt_w/10"/>
                                          </p:val>
                                        </p:tav>
                                        <p:tav tm="50000">
                                          <p:val>
                                            <p:strVal val="#ppt_w+.01"/>
                                          </p:val>
                                        </p:tav>
                                        <p:tav tm="100000">
                                          <p:val>
                                            <p:strVal val="#ppt_w"/>
                                          </p:val>
                                        </p:tav>
                                      </p:tavLst>
                                    </p:anim>
                                    <p:animEffect transition="in" filter="fade">
                                      <p:cBhvr>
                                        <p:cTn id="17" dur="500" tmFilter="0,0; .5, 1; 1, 1"/>
                                        <p:tgtEl>
                                          <p:spTgt spid="5"/>
                                        </p:tgtEl>
                                      </p:cBhvr>
                                    </p:animEffect>
                                  </p:childTnLst>
                                </p:cTn>
                              </p:par>
                            </p:childTnLst>
                          </p:cTn>
                        </p:par>
                        <p:par>
                          <p:cTn id="18" fill="hold" nodeType="afterGroup">
                            <p:stCondLst>
                              <p:cond delay="500"/>
                            </p:stCondLst>
                            <p:childTnLst>
                              <p:par>
                                <p:cTn id="19" presetID="2" presetClass="entr" presetSubtype="8" fill="hold" grpId="0" nodeType="afterEffect">
                                  <p:stCondLst>
                                    <p:cond delay="0"/>
                                  </p:stCondLst>
                                  <p:childTnLst>
                                    <p:set>
                                      <p:cBhvr>
                                        <p:cTn id="20" dur="1" fill="hold">
                                          <p:stCondLst>
                                            <p:cond delay="0"/>
                                          </p:stCondLst>
                                        </p:cTn>
                                        <p:tgtEl>
                                          <p:spTgt spid="36"/>
                                        </p:tgtEl>
                                        <p:attrNameLst>
                                          <p:attrName>style.visibility</p:attrName>
                                        </p:attrNameLst>
                                      </p:cBhvr>
                                      <p:to>
                                        <p:strVal val="visible"/>
                                      </p:to>
                                    </p:set>
                                    <p:anim calcmode="lin" valueType="num">
                                      <p:cBhvr additive="base">
                                        <p:cTn id="21" dur="500" fill="hold"/>
                                        <p:tgtEl>
                                          <p:spTgt spid="36"/>
                                        </p:tgtEl>
                                        <p:attrNameLst>
                                          <p:attrName>ppt_x</p:attrName>
                                        </p:attrNameLst>
                                      </p:cBhvr>
                                      <p:tavLst>
                                        <p:tav tm="0">
                                          <p:val>
                                            <p:strVal val="0-#ppt_w/2"/>
                                          </p:val>
                                        </p:tav>
                                        <p:tav tm="100000">
                                          <p:val>
                                            <p:strVal val="#ppt_x"/>
                                          </p:val>
                                        </p:tav>
                                      </p:tavLst>
                                    </p:anim>
                                    <p:anim calcmode="lin" valueType="num">
                                      <p:cBhvr additive="base">
                                        <p:cTn id="22" dur="500" fill="hold"/>
                                        <p:tgtEl>
                                          <p:spTgt spid="36"/>
                                        </p:tgtEl>
                                        <p:attrNameLst>
                                          <p:attrName>ppt_y</p:attrName>
                                        </p:attrNameLst>
                                      </p:cBhvr>
                                      <p:tavLst>
                                        <p:tav tm="0">
                                          <p:val>
                                            <p:strVal val="#ppt_y"/>
                                          </p:val>
                                        </p:tav>
                                        <p:tav tm="100000">
                                          <p:val>
                                            <p:strVal val="#ppt_y"/>
                                          </p:val>
                                        </p:tav>
                                      </p:tavLst>
                                    </p:anim>
                                  </p:childTnLst>
                                </p:cTn>
                              </p:par>
                            </p:childTnLst>
                          </p:cTn>
                        </p:par>
                        <p:par>
                          <p:cTn id="23" fill="hold" nodeType="afterGroup">
                            <p:stCondLst>
                              <p:cond delay="1000"/>
                            </p:stCondLst>
                            <p:childTnLst>
                              <p:par>
                                <p:cTn id="24" presetID="2" presetClass="entr" presetSubtype="8" fill="hold" grpId="0" nodeType="afterEffect">
                                  <p:stCondLst>
                                    <p:cond delay="0"/>
                                  </p:stCondLst>
                                  <p:childTnLst>
                                    <p:set>
                                      <p:cBhvr>
                                        <p:cTn id="25" dur="1" fill="hold">
                                          <p:stCondLst>
                                            <p:cond delay="0"/>
                                          </p:stCondLst>
                                        </p:cTn>
                                        <p:tgtEl>
                                          <p:spTgt spid="35"/>
                                        </p:tgtEl>
                                        <p:attrNameLst>
                                          <p:attrName>style.visibility</p:attrName>
                                        </p:attrNameLst>
                                      </p:cBhvr>
                                      <p:to>
                                        <p:strVal val="visible"/>
                                      </p:to>
                                    </p:set>
                                    <p:anim calcmode="lin" valueType="num">
                                      <p:cBhvr additive="base">
                                        <p:cTn id="26" dur="500" fill="hold"/>
                                        <p:tgtEl>
                                          <p:spTgt spid="35"/>
                                        </p:tgtEl>
                                        <p:attrNameLst>
                                          <p:attrName>ppt_x</p:attrName>
                                        </p:attrNameLst>
                                      </p:cBhvr>
                                      <p:tavLst>
                                        <p:tav tm="0">
                                          <p:val>
                                            <p:strVal val="0-#ppt_w/2"/>
                                          </p:val>
                                        </p:tav>
                                        <p:tav tm="100000">
                                          <p:val>
                                            <p:strVal val="#ppt_x"/>
                                          </p:val>
                                        </p:tav>
                                      </p:tavLst>
                                    </p:anim>
                                    <p:anim calcmode="lin" valueType="num">
                                      <p:cBhvr additive="base">
                                        <p:cTn id="27" dur="500" fill="hold"/>
                                        <p:tgtEl>
                                          <p:spTgt spid="35"/>
                                        </p:tgtEl>
                                        <p:attrNameLst>
                                          <p:attrName>ppt_y</p:attrName>
                                        </p:attrNameLst>
                                      </p:cBhvr>
                                      <p:tavLst>
                                        <p:tav tm="0">
                                          <p:val>
                                            <p:strVal val="#ppt_y"/>
                                          </p:val>
                                        </p:tav>
                                        <p:tav tm="100000">
                                          <p:val>
                                            <p:strVal val="#ppt_y"/>
                                          </p:val>
                                        </p:tav>
                                      </p:tavLst>
                                    </p:anim>
                                  </p:childTnLst>
                                </p:cTn>
                              </p:par>
                            </p:childTnLst>
                          </p:cTn>
                        </p:par>
                        <p:par>
                          <p:cTn id="28" fill="hold" nodeType="afterGroup">
                            <p:stCondLst>
                              <p:cond delay="1500"/>
                            </p:stCondLst>
                            <p:childTnLst>
                              <p:par>
                                <p:cTn id="29" presetID="18" presetClass="entr" presetSubtype="12" fill="hold" nodeType="afterEffect">
                                  <p:stCondLst>
                                    <p:cond delay="0"/>
                                  </p:stCondLst>
                                  <p:childTnLst>
                                    <p:set>
                                      <p:cBhvr>
                                        <p:cTn id="30" dur="1" fill="hold">
                                          <p:stCondLst>
                                            <p:cond delay="0"/>
                                          </p:stCondLst>
                                        </p:cTn>
                                        <p:tgtEl>
                                          <p:spTgt spid="37"/>
                                        </p:tgtEl>
                                        <p:attrNameLst>
                                          <p:attrName>style.visibility</p:attrName>
                                        </p:attrNameLst>
                                      </p:cBhvr>
                                      <p:to>
                                        <p:strVal val="visible"/>
                                      </p:to>
                                    </p:set>
                                    <p:animEffect transition="in" filter="strips(downLeft)">
                                      <p:cBhvr>
                                        <p:cTn id="31" dur="500"/>
                                        <p:tgtEl>
                                          <p:spTgt spid="37"/>
                                        </p:tgtEl>
                                      </p:cBhvr>
                                    </p:animEffect>
                                  </p:childTnLst>
                                </p:cTn>
                              </p:par>
                            </p:childTnLst>
                          </p:cTn>
                        </p:par>
                        <p:par>
                          <p:cTn id="32" fill="hold" nodeType="afterGroup">
                            <p:stCondLst>
                              <p:cond delay="2000"/>
                            </p:stCondLst>
                            <p:childTnLst>
                              <p:par>
                                <p:cTn id="33" presetID="18" presetClass="entr" presetSubtype="12" fill="hold" nodeType="afterEffect">
                                  <p:stCondLst>
                                    <p:cond delay="0"/>
                                  </p:stCondLst>
                                  <p:childTnLst>
                                    <p:set>
                                      <p:cBhvr>
                                        <p:cTn id="34" dur="1" fill="hold">
                                          <p:stCondLst>
                                            <p:cond delay="0"/>
                                          </p:stCondLst>
                                        </p:cTn>
                                        <p:tgtEl>
                                          <p:spTgt spid="49"/>
                                        </p:tgtEl>
                                        <p:attrNameLst>
                                          <p:attrName>style.visibility</p:attrName>
                                        </p:attrNameLst>
                                      </p:cBhvr>
                                      <p:to>
                                        <p:strVal val="visible"/>
                                      </p:to>
                                    </p:set>
                                    <p:animEffect transition="in" filter="strips(downLeft)">
                                      <p:cBhvr>
                                        <p:cTn id="35" dur="500"/>
                                        <p:tgtEl>
                                          <p:spTgt spid="49"/>
                                        </p:tgtEl>
                                      </p:cBhvr>
                                    </p:animEffect>
                                  </p:childTnLst>
                                </p:cTn>
                              </p:par>
                            </p:childTnLst>
                          </p:cTn>
                        </p:par>
                        <p:par>
                          <p:cTn id="36" fill="hold" nodeType="afterGroup">
                            <p:stCondLst>
                              <p:cond delay="2500"/>
                            </p:stCondLst>
                            <p:childTnLst>
                              <p:par>
                                <p:cTn id="37" presetID="18" presetClass="entr" presetSubtype="12" fill="hold" nodeType="afterEffect">
                                  <p:stCondLst>
                                    <p:cond delay="0"/>
                                  </p:stCondLst>
                                  <p:childTnLst>
                                    <p:set>
                                      <p:cBhvr>
                                        <p:cTn id="38" dur="1" fill="hold">
                                          <p:stCondLst>
                                            <p:cond delay="0"/>
                                          </p:stCondLst>
                                        </p:cTn>
                                        <p:tgtEl>
                                          <p:spTgt spid="45"/>
                                        </p:tgtEl>
                                        <p:attrNameLst>
                                          <p:attrName>style.visibility</p:attrName>
                                        </p:attrNameLst>
                                      </p:cBhvr>
                                      <p:to>
                                        <p:strVal val="visible"/>
                                      </p:to>
                                    </p:set>
                                    <p:animEffect transition="in" filter="strips(downLeft)">
                                      <p:cBhvr>
                                        <p:cTn id="39" dur="500"/>
                                        <p:tgtEl>
                                          <p:spTgt spid="45"/>
                                        </p:tgtEl>
                                      </p:cBhvr>
                                    </p:animEffect>
                                  </p:childTnLst>
                                </p:cTn>
                              </p:par>
                            </p:childTnLst>
                          </p:cTn>
                        </p:par>
                        <p:par>
                          <p:cTn id="40" fill="hold" nodeType="afterGroup">
                            <p:stCondLst>
                              <p:cond delay="3000"/>
                            </p:stCondLst>
                            <p:childTnLst>
                              <p:par>
                                <p:cTn id="41" presetID="18" presetClass="entr" presetSubtype="12" fill="hold" nodeType="afterEffect">
                                  <p:stCondLst>
                                    <p:cond delay="0"/>
                                  </p:stCondLst>
                                  <p:childTnLst>
                                    <p:set>
                                      <p:cBhvr>
                                        <p:cTn id="42" dur="1" fill="hold">
                                          <p:stCondLst>
                                            <p:cond delay="0"/>
                                          </p:stCondLst>
                                        </p:cTn>
                                        <p:tgtEl>
                                          <p:spTgt spid="41"/>
                                        </p:tgtEl>
                                        <p:attrNameLst>
                                          <p:attrName>style.visibility</p:attrName>
                                        </p:attrNameLst>
                                      </p:cBhvr>
                                      <p:to>
                                        <p:strVal val="visible"/>
                                      </p:to>
                                    </p:set>
                                    <p:animEffect transition="in" filter="strips(downLeft)">
                                      <p:cBhvr>
                                        <p:cTn id="43" dur="500"/>
                                        <p:tgtEl>
                                          <p:spTgt spid="41"/>
                                        </p:tgtEl>
                                      </p:cBhvr>
                                    </p:animEffect>
                                  </p:childTnLst>
                                </p:cTn>
                              </p:par>
                            </p:childTnLst>
                          </p:cTn>
                        </p:par>
                        <p:par>
                          <p:cTn id="44" fill="hold" nodeType="afterGroup">
                            <p:stCondLst>
                              <p:cond delay="3500"/>
                            </p:stCondLst>
                            <p:childTnLst>
                              <p:par>
                                <p:cTn id="45" presetID="12" presetClass="entr" presetSubtype="4" fill="hold" grpId="0" nodeType="afterEffect">
                                  <p:stCondLst>
                                    <p:cond delay="0"/>
                                  </p:stCondLst>
                                  <p:childTnLst>
                                    <p:set>
                                      <p:cBhvr>
                                        <p:cTn id="46" dur="1" fill="hold">
                                          <p:stCondLst>
                                            <p:cond delay="0"/>
                                          </p:stCondLst>
                                        </p:cTn>
                                        <p:tgtEl>
                                          <p:spTgt spid="57"/>
                                        </p:tgtEl>
                                        <p:attrNameLst>
                                          <p:attrName>style.visibility</p:attrName>
                                        </p:attrNameLst>
                                      </p:cBhvr>
                                      <p:to>
                                        <p:strVal val="visible"/>
                                      </p:to>
                                    </p:set>
                                    <p:anim calcmode="lin" valueType="num">
                                      <p:cBhvr additive="base">
                                        <p:cTn id="47" dur="500"/>
                                        <p:tgtEl>
                                          <p:spTgt spid="57"/>
                                        </p:tgtEl>
                                        <p:attrNameLst>
                                          <p:attrName>ppt_y</p:attrName>
                                        </p:attrNameLst>
                                      </p:cBhvr>
                                      <p:tavLst>
                                        <p:tav tm="0">
                                          <p:val>
                                            <p:strVal val="#ppt_y+#ppt_h*1.125000"/>
                                          </p:val>
                                        </p:tav>
                                        <p:tav tm="100000">
                                          <p:val>
                                            <p:strVal val="#ppt_y"/>
                                          </p:val>
                                        </p:tav>
                                      </p:tavLst>
                                    </p:anim>
                                    <p:animEffect transition="in" filter="wipe(up)">
                                      <p:cBhvr>
                                        <p:cTn id="48" dur="500"/>
                                        <p:tgtEl>
                                          <p:spTgt spid="57"/>
                                        </p:tgtEl>
                                      </p:cBhvr>
                                    </p:animEffect>
                                  </p:childTnLst>
                                </p:cTn>
                              </p:par>
                              <p:par>
                                <p:cTn id="49" presetID="12" presetClass="entr" presetSubtype="1" fill="hold" grpId="0" nodeType="withEffect">
                                  <p:stCondLst>
                                    <p:cond delay="0"/>
                                  </p:stCondLst>
                                  <p:childTnLst>
                                    <p:set>
                                      <p:cBhvr>
                                        <p:cTn id="50" dur="1" fill="hold">
                                          <p:stCondLst>
                                            <p:cond delay="0"/>
                                          </p:stCondLst>
                                        </p:cTn>
                                        <p:tgtEl>
                                          <p:spTgt spid="53"/>
                                        </p:tgtEl>
                                        <p:attrNameLst>
                                          <p:attrName>style.visibility</p:attrName>
                                        </p:attrNameLst>
                                      </p:cBhvr>
                                      <p:to>
                                        <p:strVal val="visible"/>
                                      </p:to>
                                    </p:set>
                                    <p:anim calcmode="lin" valueType="num">
                                      <p:cBhvr additive="base">
                                        <p:cTn id="51" dur="500"/>
                                        <p:tgtEl>
                                          <p:spTgt spid="53"/>
                                        </p:tgtEl>
                                        <p:attrNameLst>
                                          <p:attrName>ppt_y</p:attrName>
                                        </p:attrNameLst>
                                      </p:cBhvr>
                                      <p:tavLst>
                                        <p:tav tm="0">
                                          <p:val>
                                            <p:strVal val="#ppt_y-#ppt_h*1.125000"/>
                                          </p:val>
                                        </p:tav>
                                        <p:tav tm="100000">
                                          <p:val>
                                            <p:strVal val="#ppt_y"/>
                                          </p:val>
                                        </p:tav>
                                      </p:tavLst>
                                    </p:anim>
                                    <p:animEffect transition="in" filter="wipe(down)">
                                      <p:cBhvr>
                                        <p:cTn id="52" dur="500"/>
                                        <p:tgtEl>
                                          <p:spTgt spid="53"/>
                                        </p:tgtEl>
                                      </p:cBhvr>
                                    </p:animEffect>
                                  </p:childTnLst>
                                </p:cTn>
                              </p:par>
                            </p:childTnLst>
                          </p:cTn>
                        </p:par>
                        <p:par>
                          <p:cTn id="53" fill="hold" nodeType="afterGroup">
                            <p:stCondLst>
                              <p:cond delay="4000"/>
                            </p:stCondLst>
                            <p:childTnLst>
                              <p:par>
                                <p:cTn id="54" presetID="12" presetClass="entr" presetSubtype="4" fill="hold" grpId="0" nodeType="afterEffect">
                                  <p:stCondLst>
                                    <p:cond delay="0"/>
                                  </p:stCondLst>
                                  <p:childTnLst>
                                    <p:set>
                                      <p:cBhvr>
                                        <p:cTn id="55" dur="1" fill="hold">
                                          <p:stCondLst>
                                            <p:cond delay="0"/>
                                          </p:stCondLst>
                                        </p:cTn>
                                        <p:tgtEl>
                                          <p:spTgt spid="58"/>
                                        </p:tgtEl>
                                        <p:attrNameLst>
                                          <p:attrName>style.visibility</p:attrName>
                                        </p:attrNameLst>
                                      </p:cBhvr>
                                      <p:to>
                                        <p:strVal val="visible"/>
                                      </p:to>
                                    </p:set>
                                    <p:anim calcmode="lin" valueType="num">
                                      <p:cBhvr additive="base">
                                        <p:cTn id="56" dur="500"/>
                                        <p:tgtEl>
                                          <p:spTgt spid="58"/>
                                        </p:tgtEl>
                                        <p:attrNameLst>
                                          <p:attrName>ppt_y</p:attrName>
                                        </p:attrNameLst>
                                      </p:cBhvr>
                                      <p:tavLst>
                                        <p:tav tm="0">
                                          <p:val>
                                            <p:strVal val="#ppt_y+#ppt_h*1.125000"/>
                                          </p:val>
                                        </p:tav>
                                        <p:tav tm="100000">
                                          <p:val>
                                            <p:strVal val="#ppt_y"/>
                                          </p:val>
                                        </p:tav>
                                      </p:tavLst>
                                    </p:anim>
                                    <p:animEffect transition="in" filter="wipe(up)">
                                      <p:cBhvr>
                                        <p:cTn id="57" dur="500"/>
                                        <p:tgtEl>
                                          <p:spTgt spid="58"/>
                                        </p:tgtEl>
                                      </p:cBhvr>
                                    </p:animEffect>
                                  </p:childTnLst>
                                </p:cTn>
                              </p:par>
                              <p:par>
                                <p:cTn id="58" presetID="12" presetClass="entr" presetSubtype="1" fill="hold" grpId="0" nodeType="withEffect">
                                  <p:stCondLst>
                                    <p:cond delay="0"/>
                                  </p:stCondLst>
                                  <p:childTnLst>
                                    <p:set>
                                      <p:cBhvr>
                                        <p:cTn id="59" dur="1" fill="hold">
                                          <p:stCondLst>
                                            <p:cond delay="0"/>
                                          </p:stCondLst>
                                        </p:cTn>
                                        <p:tgtEl>
                                          <p:spTgt spid="54"/>
                                        </p:tgtEl>
                                        <p:attrNameLst>
                                          <p:attrName>style.visibility</p:attrName>
                                        </p:attrNameLst>
                                      </p:cBhvr>
                                      <p:to>
                                        <p:strVal val="visible"/>
                                      </p:to>
                                    </p:set>
                                    <p:anim calcmode="lin" valueType="num">
                                      <p:cBhvr additive="base">
                                        <p:cTn id="60" dur="500"/>
                                        <p:tgtEl>
                                          <p:spTgt spid="54"/>
                                        </p:tgtEl>
                                        <p:attrNameLst>
                                          <p:attrName>ppt_y</p:attrName>
                                        </p:attrNameLst>
                                      </p:cBhvr>
                                      <p:tavLst>
                                        <p:tav tm="0">
                                          <p:val>
                                            <p:strVal val="#ppt_y-#ppt_h*1.125000"/>
                                          </p:val>
                                        </p:tav>
                                        <p:tav tm="100000">
                                          <p:val>
                                            <p:strVal val="#ppt_y"/>
                                          </p:val>
                                        </p:tav>
                                      </p:tavLst>
                                    </p:anim>
                                    <p:animEffect transition="in" filter="wipe(down)">
                                      <p:cBhvr>
                                        <p:cTn id="61" dur="500"/>
                                        <p:tgtEl>
                                          <p:spTgt spid="54"/>
                                        </p:tgtEl>
                                      </p:cBhvr>
                                    </p:animEffect>
                                  </p:childTnLst>
                                </p:cTn>
                              </p:par>
                            </p:childTnLst>
                          </p:cTn>
                        </p:par>
                        <p:par>
                          <p:cTn id="62" fill="hold" nodeType="afterGroup">
                            <p:stCondLst>
                              <p:cond delay="4500"/>
                            </p:stCondLst>
                            <p:childTnLst>
                              <p:par>
                                <p:cTn id="63" presetID="12" presetClass="entr" presetSubtype="4" fill="hold" grpId="0" nodeType="afterEffect">
                                  <p:stCondLst>
                                    <p:cond delay="0"/>
                                  </p:stCondLst>
                                  <p:childTnLst>
                                    <p:set>
                                      <p:cBhvr>
                                        <p:cTn id="64" dur="1" fill="hold">
                                          <p:stCondLst>
                                            <p:cond delay="0"/>
                                          </p:stCondLst>
                                        </p:cTn>
                                        <p:tgtEl>
                                          <p:spTgt spid="59"/>
                                        </p:tgtEl>
                                        <p:attrNameLst>
                                          <p:attrName>style.visibility</p:attrName>
                                        </p:attrNameLst>
                                      </p:cBhvr>
                                      <p:to>
                                        <p:strVal val="visible"/>
                                      </p:to>
                                    </p:set>
                                    <p:anim calcmode="lin" valueType="num">
                                      <p:cBhvr additive="base">
                                        <p:cTn id="65" dur="500"/>
                                        <p:tgtEl>
                                          <p:spTgt spid="59"/>
                                        </p:tgtEl>
                                        <p:attrNameLst>
                                          <p:attrName>ppt_y</p:attrName>
                                        </p:attrNameLst>
                                      </p:cBhvr>
                                      <p:tavLst>
                                        <p:tav tm="0">
                                          <p:val>
                                            <p:strVal val="#ppt_y+#ppt_h*1.125000"/>
                                          </p:val>
                                        </p:tav>
                                        <p:tav tm="100000">
                                          <p:val>
                                            <p:strVal val="#ppt_y"/>
                                          </p:val>
                                        </p:tav>
                                      </p:tavLst>
                                    </p:anim>
                                    <p:animEffect transition="in" filter="wipe(up)">
                                      <p:cBhvr>
                                        <p:cTn id="66" dur="500"/>
                                        <p:tgtEl>
                                          <p:spTgt spid="59"/>
                                        </p:tgtEl>
                                      </p:cBhvr>
                                    </p:animEffect>
                                  </p:childTnLst>
                                </p:cTn>
                              </p:par>
                              <p:par>
                                <p:cTn id="67" presetID="12" presetClass="entr" presetSubtype="1" fill="hold" grpId="0" nodeType="withEffect">
                                  <p:stCondLst>
                                    <p:cond delay="0"/>
                                  </p:stCondLst>
                                  <p:childTnLst>
                                    <p:set>
                                      <p:cBhvr>
                                        <p:cTn id="68" dur="1" fill="hold">
                                          <p:stCondLst>
                                            <p:cond delay="0"/>
                                          </p:stCondLst>
                                        </p:cTn>
                                        <p:tgtEl>
                                          <p:spTgt spid="55"/>
                                        </p:tgtEl>
                                        <p:attrNameLst>
                                          <p:attrName>style.visibility</p:attrName>
                                        </p:attrNameLst>
                                      </p:cBhvr>
                                      <p:to>
                                        <p:strVal val="visible"/>
                                      </p:to>
                                    </p:set>
                                    <p:anim calcmode="lin" valueType="num">
                                      <p:cBhvr additive="base">
                                        <p:cTn id="69" dur="500"/>
                                        <p:tgtEl>
                                          <p:spTgt spid="55"/>
                                        </p:tgtEl>
                                        <p:attrNameLst>
                                          <p:attrName>ppt_y</p:attrName>
                                        </p:attrNameLst>
                                      </p:cBhvr>
                                      <p:tavLst>
                                        <p:tav tm="0">
                                          <p:val>
                                            <p:strVal val="#ppt_y-#ppt_h*1.125000"/>
                                          </p:val>
                                        </p:tav>
                                        <p:tav tm="100000">
                                          <p:val>
                                            <p:strVal val="#ppt_y"/>
                                          </p:val>
                                        </p:tav>
                                      </p:tavLst>
                                    </p:anim>
                                    <p:animEffect transition="in" filter="wipe(down)">
                                      <p:cBhvr>
                                        <p:cTn id="70" dur="500"/>
                                        <p:tgtEl>
                                          <p:spTgt spid="55"/>
                                        </p:tgtEl>
                                      </p:cBhvr>
                                    </p:animEffect>
                                  </p:childTnLst>
                                </p:cTn>
                              </p:par>
                            </p:childTnLst>
                          </p:cTn>
                        </p:par>
                        <p:par>
                          <p:cTn id="71" fill="hold" nodeType="afterGroup">
                            <p:stCondLst>
                              <p:cond delay="5000"/>
                            </p:stCondLst>
                            <p:childTnLst>
                              <p:par>
                                <p:cTn id="72" presetID="12" presetClass="entr" presetSubtype="4" fill="hold" grpId="0" nodeType="afterEffect">
                                  <p:stCondLst>
                                    <p:cond delay="0"/>
                                  </p:stCondLst>
                                  <p:childTnLst>
                                    <p:set>
                                      <p:cBhvr>
                                        <p:cTn id="73" dur="1" fill="hold">
                                          <p:stCondLst>
                                            <p:cond delay="0"/>
                                          </p:stCondLst>
                                        </p:cTn>
                                        <p:tgtEl>
                                          <p:spTgt spid="60"/>
                                        </p:tgtEl>
                                        <p:attrNameLst>
                                          <p:attrName>style.visibility</p:attrName>
                                        </p:attrNameLst>
                                      </p:cBhvr>
                                      <p:to>
                                        <p:strVal val="visible"/>
                                      </p:to>
                                    </p:set>
                                    <p:anim calcmode="lin" valueType="num">
                                      <p:cBhvr additive="base">
                                        <p:cTn id="74" dur="500"/>
                                        <p:tgtEl>
                                          <p:spTgt spid="60"/>
                                        </p:tgtEl>
                                        <p:attrNameLst>
                                          <p:attrName>ppt_y</p:attrName>
                                        </p:attrNameLst>
                                      </p:cBhvr>
                                      <p:tavLst>
                                        <p:tav tm="0">
                                          <p:val>
                                            <p:strVal val="#ppt_y+#ppt_h*1.125000"/>
                                          </p:val>
                                        </p:tav>
                                        <p:tav tm="100000">
                                          <p:val>
                                            <p:strVal val="#ppt_y"/>
                                          </p:val>
                                        </p:tav>
                                      </p:tavLst>
                                    </p:anim>
                                    <p:animEffect transition="in" filter="wipe(up)">
                                      <p:cBhvr>
                                        <p:cTn id="75" dur="500"/>
                                        <p:tgtEl>
                                          <p:spTgt spid="60"/>
                                        </p:tgtEl>
                                      </p:cBhvr>
                                    </p:animEffect>
                                  </p:childTnLst>
                                </p:cTn>
                              </p:par>
                              <p:par>
                                <p:cTn id="76" presetID="12" presetClass="entr" presetSubtype="1" fill="hold" grpId="0" nodeType="withEffect">
                                  <p:stCondLst>
                                    <p:cond delay="0"/>
                                  </p:stCondLst>
                                  <p:childTnLst>
                                    <p:set>
                                      <p:cBhvr>
                                        <p:cTn id="77" dur="1" fill="hold">
                                          <p:stCondLst>
                                            <p:cond delay="0"/>
                                          </p:stCondLst>
                                        </p:cTn>
                                        <p:tgtEl>
                                          <p:spTgt spid="56"/>
                                        </p:tgtEl>
                                        <p:attrNameLst>
                                          <p:attrName>style.visibility</p:attrName>
                                        </p:attrNameLst>
                                      </p:cBhvr>
                                      <p:to>
                                        <p:strVal val="visible"/>
                                      </p:to>
                                    </p:set>
                                    <p:anim calcmode="lin" valueType="num">
                                      <p:cBhvr additive="base">
                                        <p:cTn id="78" dur="500"/>
                                        <p:tgtEl>
                                          <p:spTgt spid="56"/>
                                        </p:tgtEl>
                                        <p:attrNameLst>
                                          <p:attrName>ppt_y</p:attrName>
                                        </p:attrNameLst>
                                      </p:cBhvr>
                                      <p:tavLst>
                                        <p:tav tm="0">
                                          <p:val>
                                            <p:strVal val="#ppt_y-#ppt_h*1.125000"/>
                                          </p:val>
                                        </p:tav>
                                        <p:tav tm="100000">
                                          <p:val>
                                            <p:strVal val="#ppt_y"/>
                                          </p:val>
                                        </p:tav>
                                      </p:tavLst>
                                    </p:anim>
                                    <p:animEffect transition="in" filter="wipe(down)">
                                      <p:cBhvr>
                                        <p:cTn id="79" dur="5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35" grpId="0" animBg="1"/>
      <p:bldP spid="36" grpId="0" animBg="1"/>
      <p:bldP spid="53" grpId="0"/>
      <p:bldP spid="54" grpId="0"/>
      <p:bldP spid="55" grpId="0"/>
      <p:bldP spid="56" grpId="0"/>
      <p:bldP spid="57" grpId="0"/>
      <p:bldP spid="58" grpId="0"/>
      <p:bldP spid="59" grpId="0"/>
      <p:bldP spid="60" grpId="0"/>
    </p:bldLst>
  </p:timing>
</p:sld>
</file>

<file path=ppt/slides/slide26.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grpSp>
        <p:nvGrpSpPr>
          <p:cNvPr id="2" name="组合 1"/>
          <p:cNvGrpSpPr/>
          <p:nvPr/>
        </p:nvGrpSpPr>
        <p:grpSpPr>
          <a:xfrm>
            <a:off x="327153" y="318911"/>
            <a:ext cx="529037" cy="529037"/>
            <a:chOff x="327153" y="318911"/>
            <a:chExt cx="529037" cy="529037"/>
          </a:xfrm>
        </p:grpSpPr>
        <p:sp>
          <p:nvSpPr>
            <p:cNvPr id="3" name="圆角矩形 2"/>
            <p:cNvSpPr/>
            <p:nvPr/>
          </p:nvSpPr>
          <p:spPr>
            <a:xfrm rot="18926424">
              <a:off x="327153" y="318911"/>
              <a:ext cx="529037" cy="529037"/>
            </a:xfrm>
            <a:prstGeom prst="roundRect">
              <a:avLst/>
            </a:prstGeom>
            <a:solidFill>
              <a:srgbClr val="545D79"/>
            </a:solidFill>
            <a:ln>
              <a:noFill/>
            </a:ln>
            <a:effectLst>
              <a:outerShdw blurRad="63500" algn="ctr" rotWithShape="0">
                <a:prstClr val="black">
                  <a:alpha val="40000"/>
                </a:prstClr>
              </a:outerShdw>
            </a:effectLst>
          </p:spPr>
          <p:txBody>
            <a:bodyPr vert="horz" wrap="square" lIns="91440" tIns="45720" rIns="91440" bIns="45720" numCol="1" anchor="ctr" anchorCtr="0" compatLnSpc="1">
              <a:prstTxWarp prst="textNoShape">
                <a:avLst/>
              </a:prstTxWarp>
            </a:bodyPr>
            <a:lstStyle/>
            <a:p>
              <a:pPr algn="ctr"/>
              <a:endParaRPr lang="zh-CN" altLang="en-US" sz="4800">
                <a:solidFill>
                  <a:prstClr val="white"/>
                </a:solidFill>
                <a:latin typeface="思源黑体旧字形 Normal" panose="020b0400000000000000" pitchFamily="34" charset="-128"/>
                <a:ea typeface="思源黑体旧字形 Normal" panose="020b0400000000000000" pitchFamily="34" charset="-128"/>
              </a:endParaRPr>
            </a:p>
          </p:txBody>
        </p:sp>
        <p:sp>
          <p:nvSpPr>
            <p:cNvPr id="4" name="MH_Other_2"/>
            <p:cNvSpPr/>
            <p:nvPr>
              <p:custDataLst>
                <p:tags r:id="rId3"/>
              </p:custDataLst>
            </p:nvPr>
          </p:nvSpPr>
          <p:spPr bwMode="auto">
            <a:xfrm>
              <a:off x="440450" y="441196"/>
              <a:ext cx="302442" cy="284465"/>
            </a:xfrm>
            <a:custGeom>
              <a:gdLst>
                <a:gd name="T0" fmla="*/ 373604 w 1361803"/>
                <a:gd name="T1" fmla="*/ 882437 h 1281345"/>
                <a:gd name="T2" fmla="*/ 476200 w 1361803"/>
                <a:gd name="T3" fmla="*/ 923828 h 1281345"/>
                <a:gd name="T4" fmla="*/ 554139 w 1361803"/>
                <a:gd name="T5" fmla="*/ 940808 h 1281345"/>
                <a:gd name="T6" fmla="*/ 528484 w 1361803"/>
                <a:gd name="T7" fmla="*/ 1017215 h 1281345"/>
                <a:gd name="T8" fmla="*/ 460417 w 1361803"/>
                <a:gd name="T9" fmla="*/ 1039501 h 1281345"/>
                <a:gd name="T10" fmla="*/ 352881 w 1361803"/>
                <a:gd name="T11" fmla="*/ 976886 h 1281345"/>
                <a:gd name="T12" fmla="*/ 286785 w 1361803"/>
                <a:gd name="T13" fmla="*/ 1049049 h 1281345"/>
                <a:gd name="T14" fmla="*/ 312434 w 1361803"/>
                <a:gd name="T15" fmla="*/ 885625 h 1281345"/>
                <a:gd name="T16" fmla="*/ 274750 w 1361803"/>
                <a:gd name="T17" fmla="*/ 686240 h 1281345"/>
                <a:gd name="T18" fmla="*/ 665920 w 1361803"/>
                <a:gd name="T19" fmla="*/ 686240 h 1281345"/>
                <a:gd name="T20" fmla="*/ 633318 w 1361803"/>
                <a:gd name="T21" fmla="*/ 771039 h 1281345"/>
                <a:gd name="T22" fmla="*/ 270797 w 1361803"/>
                <a:gd name="T23" fmla="*/ 776338 h 1281345"/>
                <a:gd name="T24" fmla="*/ 255979 w 1361803"/>
                <a:gd name="T25" fmla="*/ 705323 h 1281345"/>
                <a:gd name="T26" fmla="*/ 278558 w 1361803"/>
                <a:gd name="T27" fmla="*/ 503808 h 1281345"/>
                <a:gd name="T28" fmla="*/ 746925 w 1361803"/>
                <a:gd name="T29" fmla="*/ 503808 h 1281345"/>
                <a:gd name="T30" fmla="*/ 766688 w 1361803"/>
                <a:gd name="T31" fmla="*/ 555844 h 1281345"/>
                <a:gd name="T32" fmla="*/ 279544 w 1361803"/>
                <a:gd name="T33" fmla="*/ 593008 h 1281345"/>
                <a:gd name="T34" fmla="*/ 256813 w 1361803"/>
                <a:gd name="T35" fmla="*/ 527172 h 1281345"/>
                <a:gd name="T36" fmla="*/ 944591 w 1361803"/>
                <a:gd name="T37" fmla="*/ 452716 h 1281345"/>
                <a:gd name="T38" fmla="*/ 1023588 w 1361803"/>
                <a:gd name="T39" fmla="*/ 643756 h 1281345"/>
                <a:gd name="T40" fmla="*/ 636495 w 1361803"/>
                <a:gd name="T41" fmla="*/ 1040700 h 1281345"/>
                <a:gd name="T42" fmla="*/ 601932 w 1361803"/>
                <a:gd name="T43" fmla="*/ 1010980 h 1281345"/>
                <a:gd name="T44" fmla="*/ 940644 w 1361803"/>
                <a:gd name="T45" fmla="*/ 460140 h 1281345"/>
                <a:gd name="T46" fmla="*/ 1339566 w 1361803"/>
                <a:gd name="T47" fmla="*/ 322482 h 1281345"/>
                <a:gd name="T48" fmla="*/ 1356355 w 1361803"/>
                <a:gd name="T49" fmla="*/ 373372 h 1281345"/>
                <a:gd name="T50" fmla="*/ 1136163 w 1361803"/>
                <a:gd name="T51" fmla="*/ 663855 h 1281345"/>
                <a:gd name="T52" fmla="*/ 1082839 w 1361803"/>
                <a:gd name="T53" fmla="*/ 676580 h 1281345"/>
                <a:gd name="T54" fmla="*/ 1123322 w 1361803"/>
                <a:gd name="T55" fmla="*/ 596008 h 1281345"/>
                <a:gd name="T56" fmla="*/ 1312908 w 1361803"/>
                <a:gd name="T57" fmla="*/ 334145 h 1281345"/>
                <a:gd name="T58" fmla="*/ 526769 w 1361803"/>
                <a:gd name="T59" fmla="*/ 229043 h 1281345"/>
                <a:gd name="T60" fmla="*/ 766688 w 1361803"/>
                <a:gd name="T61" fmla="*/ 244970 h 1281345"/>
                <a:gd name="T62" fmla="*/ 749907 w 1361803"/>
                <a:gd name="T63" fmla="*/ 318243 h 1281345"/>
                <a:gd name="T64" fmla="*/ 529735 w 1361803"/>
                <a:gd name="T65" fmla="*/ 318243 h 1281345"/>
                <a:gd name="T66" fmla="*/ 511959 w 1361803"/>
                <a:gd name="T67" fmla="*/ 246034 h 1281345"/>
                <a:gd name="T68" fmla="*/ 1245419 w 1361803"/>
                <a:gd name="T69" fmla="*/ 137724 h 1281345"/>
                <a:gd name="T70" fmla="*/ 1309122 w 1361803"/>
                <a:gd name="T71" fmla="*/ 239622 h 1281345"/>
                <a:gd name="T72" fmla="*/ 1116528 w 1361803"/>
                <a:gd name="T73" fmla="*/ 531150 h 1281345"/>
                <a:gd name="T74" fmla="*/ 998003 w 1361803"/>
                <a:gd name="T75" fmla="*/ 384860 h 1281345"/>
                <a:gd name="T76" fmla="*/ 1207394 w 1361803"/>
                <a:gd name="T77" fmla="*/ 148457 h 1281345"/>
                <a:gd name="T78" fmla="*/ 327005 w 1361803"/>
                <a:gd name="T79" fmla="*/ 0 h 1281345"/>
                <a:gd name="T80" fmla="*/ 1023501 w 1361803"/>
                <a:gd name="T81" fmla="*/ 136834 h 1281345"/>
                <a:gd name="T82" fmla="*/ 1015602 w 1361803"/>
                <a:gd name="T83" fmla="*/ 237608 h 1281345"/>
                <a:gd name="T84" fmla="*/ 909891 w 1361803"/>
                <a:gd name="T85" fmla="*/ 379745 h 1281345"/>
                <a:gd name="T86" fmla="*/ 897047 w 1361803"/>
                <a:gd name="T87" fmla="*/ 313980 h 1281345"/>
                <a:gd name="T88" fmla="*/ 872348 w 1361803"/>
                <a:gd name="T89" fmla="*/ 135772 h 1281345"/>
                <a:gd name="T90" fmla="*/ 382329 w 1361803"/>
                <a:gd name="T91" fmla="*/ 135772 h 1281345"/>
                <a:gd name="T92" fmla="*/ 382329 w 1361803"/>
                <a:gd name="T93" fmla="*/ 313980 h 1281345"/>
                <a:gd name="T94" fmla="*/ 143255 w 1361803"/>
                <a:gd name="T95" fmla="*/ 409444 h 1281345"/>
                <a:gd name="T96" fmla="*/ 126454 w 1361803"/>
                <a:gd name="T97" fmla="*/ 428538 h 1281345"/>
                <a:gd name="T98" fmla="*/ 151153 w 1361803"/>
                <a:gd name="T99" fmla="*/ 1143476 h 1281345"/>
                <a:gd name="T100" fmla="*/ 897047 w 1361803"/>
                <a:gd name="T101" fmla="*/ 1115897 h 1281345"/>
                <a:gd name="T102" fmla="*/ 902973 w 1361803"/>
                <a:gd name="T103" fmla="*/ 902690 h 1281345"/>
                <a:gd name="T104" fmla="*/ 1022515 w 1361803"/>
                <a:gd name="T105" fmla="*/ 767972 h 1281345"/>
                <a:gd name="T106" fmla="*/ 1023501 w 1361803"/>
                <a:gd name="T107" fmla="*/ 1133931 h 1281345"/>
                <a:gd name="T108" fmla="*/ 131394 w 1361803"/>
                <a:gd name="T109" fmla="*/ 1279248 h 1281345"/>
                <a:gd name="T110" fmla="*/ 0 w 1361803"/>
                <a:gd name="T111" fmla="*/ 335193 h 1281345"/>
                <a:gd name="T112" fmla="*/ 261801 w 1361803"/>
                <a:gd name="T113" fmla="*/ 28642 h 1281345"/>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1361803" h="1281345">
                  <a:moveTo>
                    <a:pt x="340187" y="867542"/>
                  </a:moveTo>
                  <a:cubicBezTo>
                    <a:pt x="351512" y="867144"/>
                    <a:pt x="363575" y="872724"/>
                    <a:pt x="372930" y="883885"/>
                  </a:cubicBezTo>
                  <a:cubicBezTo>
                    <a:pt x="394595" y="907270"/>
                    <a:pt x="415275" y="931718"/>
                    <a:pt x="436940" y="957229"/>
                  </a:cubicBezTo>
                  <a:cubicBezTo>
                    <a:pt x="449742" y="946599"/>
                    <a:pt x="462543" y="935970"/>
                    <a:pt x="475345" y="925340"/>
                  </a:cubicBezTo>
                  <a:cubicBezTo>
                    <a:pt x="492086" y="911522"/>
                    <a:pt x="506857" y="910459"/>
                    <a:pt x="525568" y="923214"/>
                  </a:cubicBezTo>
                  <a:cubicBezTo>
                    <a:pt x="535415" y="929592"/>
                    <a:pt x="544278" y="935970"/>
                    <a:pt x="553141" y="942347"/>
                  </a:cubicBezTo>
                  <a:cubicBezTo>
                    <a:pt x="545263" y="967858"/>
                    <a:pt x="538370" y="993369"/>
                    <a:pt x="530492" y="1018880"/>
                  </a:cubicBezTo>
                  <a:cubicBezTo>
                    <a:pt x="528522" y="1018880"/>
                    <a:pt x="528522" y="1018880"/>
                    <a:pt x="527537" y="1018880"/>
                  </a:cubicBezTo>
                  <a:cubicBezTo>
                    <a:pt x="509812" y="1000810"/>
                    <a:pt x="494056" y="1007187"/>
                    <a:pt x="479284" y="1024195"/>
                  </a:cubicBezTo>
                  <a:cubicBezTo>
                    <a:pt x="473376" y="1030572"/>
                    <a:pt x="466482" y="1035887"/>
                    <a:pt x="459589" y="1041202"/>
                  </a:cubicBezTo>
                  <a:cubicBezTo>
                    <a:pt x="438909" y="1058209"/>
                    <a:pt x="420199" y="1056083"/>
                    <a:pt x="402473" y="1035887"/>
                  </a:cubicBezTo>
                  <a:cubicBezTo>
                    <a:pt x="385732" y="1017817"/>
                    <a:pt x="369976" y="998684"/>
                    <a:pt x="352251" y="978488"/>
                  </a:cubicBezTo>
                  <a:cubicBezTo>
                    <a:pt x="343388" y="995495"/>
                    <a:pt x="335510" y="1012502"/>
                    <a:pt x="327632" y="1028446"/>
                  </a:cubicBezTo>
                  <a:cubicBezTo>
                    <a:pt x="318769" y="1046517"/>
                    <a:pt x="303013" y="1053957"/>
                    <a:pt x="286272" y="1050768"/>
                  </a:cubicBezTo>
                  <a:cubicBezTo>
                    <a:pt x="262638" y="1046517"/>
                    <a:pt x="248851" y="1019943"/>
                    <a:pt x="259683" y="995495"/>
                  </a:cubicBezTo>
                  <a:cubicBezTo>
                    <a:pt x="276424" y="959355"/>
                    <a:pt x="293165" y="922151"/>
                    <a:pt x="311876" y="887074"/>
                  </a:cubicBezTo>
                  <a:cubicBezTo>
                    <a:pt x="318276" y="874318"/>
                    <a:pt x="328863" y="867941"/>
                    <a:pt x="340187" y="867542"/>
                  </a:cubicBezTo>
                  <a:close/>
                  <a:moveTo>
                    <a:pt x="274255" y="687365"/>
                  </a:moveTo>
                  <a:cubicBezTo>
                    <a:pt x="330459" y="687365"/>
                    <a:pt x="386662" y="687365"/>
                    <a:pt x="442866" y="687365"/>
                  </a:cubicBezTo>
                  <a:cubicBezTo>
                    <a:pt x="516819" y="687365"/>
                    <a:pt x="590771" y="687365"/>
                    <a:pt x="664723" y="687365"/>
                  </a:cubicBezTo>
                  <a:cubicBezTo>
                    <a:pt x="670640" y="687365"/>
                    <a:pt x="675570" y="687365"/>
                    <a:pt x="684444" y="687365"/>
                  </a:cubicBezTo>
                  <a:cubicBezTo>
                    <a:pt x="666695" y="718154"/>
                    <a:pt x="649933" y="745757"/>
                    <a:pt x="632184" y="772299"/>
                  </a:cubicBezTo>
                  <a:cubicBezTo>
                    <a:pt x="630212" y="775484"/>
                    <a:pt x="625282" y="776545"/>
                    <a:pt x="621338" y="776545"/>
                  </a:cubicBezTo>
                  <a:cubicBezTo>
                    <a:pt x="504000" y="777607"/>
                    <a:pt x="387648" y="776545"/>
                    <a:pt x="270311" y="777607"/>
                  </a:cubicBezTo>
                  <a:cubicBezTo>
                    <a:pt x="259464" y="777607"/>
                    <a:pt x="255520" y="772299"/>
                    <a:pt x="256506" y="760620"/>
                  </a:cubicBezTo>
                  <a:cubicBezTo>
                    <a:pt x="256506" y="742572"/>
                    <a:pt x="256506" y="724524"/>
                    <a:pt x="255520" y="706475"/>
                  </a:cubicBezTo>
                  <a:cubicBezTo>
                    <a:pt x="255520" y="691612"/>
                    <a:pt x="261436" y="687365"/>
                    <a:pt x="274255" y="687365"/>
                  </a:cubicBezTo>
                  <a:close/>
                  <a:moveTo>
                    <a:pt x="278054" y="504636"/>
                  </a:moveTo>
                  <a:cubicBezTo>
                    <a:pt x="354989" y="504636"/>
                    <a:pt x="432911" y="504636"/>
                    <a:pt x="509846" y="504636"/>
                  </a:cubicBezTo>
                  <a:cubicBezTo>
                    <a:pt x="588754" y="504636"/>
                    <a:pt x="666676" y="504636"/>
                    <a:pt x="745584" y="504636"/>
                  </a:cubicBezTo>
                  <a:cubicBezTo>
                    <a:pt x="764325" y="504636"/>
                    <a:pt x="765311" y="505700"/>
                    <a:pt x="765311" y="524845"/>
                  </a:cubicBezTo>
                  <a:cubicBezTo>
                    <a:pt x="765311" y="535481"/>
                    <a:pt x="765311" y="546117"/>
                    <a:pt x="765311" y="556753"/>
                  </a:cubicBezTo>
                  <a:cubicBezTo>
                    <a:pt x="765311" y="580153"/>
                    <a:pt x="752489" y="593980"/>
                    <a:pt x="730789" y="593980"/>
                  </a:cubicBezTo>
                  <a:cubicBezTo>
                    <a:pt x="580863" y="593980"/>
                    <a:pt x="429952" y="593980"/>
                    <a:pt x="279040" y="593980"/>
                  </a:cubicBezTo>
                  <a:cubicBezTo>
                    <a:pt x="256354" y="593980"/>
                    <a:pt x="256354" y="592917"/>
                    <a:pt x="256354" y="569517"/>
                  </a:cubicBezTo>
                  <a:cubicBezTo>
                    <a:pt x="256354" y="555690"/>
                    <a:pt x="256354" y="541863"/>
                    <a:pt x="256354" y="528036"/>
                  </a:cubicBezTo>
                  <a:cubicBezTo>
                    <a:pt x="256354" y="504636"/>
                    <a:pt x="256354" y="504636"/>
                    <a:pt x="278054" y="504636"/>
                  </a:cubicBezTo>
                  <a:close/>
                  <a:moveTo>
                    <a:pt x="942895" y="453454"/>
                  </a:moveTo>
                  <a:cubicBezTo>
                    <a:pt x="989224" y="494914"/>
                    <a:pt x="1033581" y="534249"/>
                    <a:pt x="1077938" y="574646"/>
                  </a:cubicBezTo>
                  <a:cubicBezTo>
                    <a:pt x="1059210" y="599097"/>
                    <a:pt x="1040481" y="622484"/>
                    <a:pt x="1021752" y="644809"/>
                  </a:cubicBezTo>
                  <a:cubicBezTo>
                    <a:pt x="928109" y="760685"/>
                    <a:pt x="831509" y="874435"/>
                    <a:pt x="722095" y="974365"/>
                  </a:cubicBezTo>
                  <a:cubicBezTo>
                    <a:pt x="695481" y="999879"/>
                    <a:pt x="664923" y="1021141"/>
                    <a:pt x="635352" y="1042403"/>
                  </a:cubicBezTo>
                  <a:cubicBezTo>
                    <a:pt x="626481" y="1048781"/>
                    <a:pt x="613666" y="1046655"/>
                    <a:pt x="601838" y="1048781"/>
                  </a:cubicBezTo>
                  <a:cubicBezTo>
                    <a:pt x="601838" y="1037087"/>
                    <a:pt x="596909" y="1023267"/>
                    <a:pt x="600852" y="1012636"/>
                  </a:cubicBezTo>
                  <a:cubicBezTo>
                    <a:pt x="619581" y="969050"/>
                    <a:pt x="637323" y="924400"/>
                    <a:pt x="659995" y="882940"/>
                  </a:cubicBezTo>
                  <a:cubicBezTo>
                    <a:pt x="741809" y="734108"/>
                    <a:pt x="838409" y="595907"/>
                    <a:pt x="938952" y="460896"/>
                  </a:cubicBezTo>
                  <a:cubicBezTo>
                    <a:pt x="939938" y="458770"/>
                    <a:pt x="940924" y="456643"/>
                    <a:pt x="942895" y="453454"/>
                  </a:cubicBezTo>
                  <a:close/>
                  <a:moveTo>
                    <a:pt x="1337162" y="323013"/>
                  </a:moveTo>
                  <a:cubicBezTo>
                    <a:pt x="1348990" y="326198"/>
                    <a:pt x="1361803" y="343189"/>
                    <a:pt x="1361803" y="358055"/>
                  </a:cubicBezTo>
                  <a:cubicBezTo>
                    <a:pt x="1359832" y="361241"/>
                    <a:pt x="1357861" y="367612"/>
                    <a:pt x="1353918" y="373984"/>
                  </a:cubicBezTo>
                  <a:cubicBezTo>
                    <a:pt x="1300693" y="447255"/>
                    <a:pt x="1247469" y="521588"/>
                    <a:pt x="1194244" y="594859"/>
                  </a:cubicBezTo>
                  <a:cubicBezTo>
                    <a:pt x="1175517" y="619282"/>
                    <a:pt x="1154818" y="642644"/>
                    <a:pt x="1134120" y="664944"/>
                  </a:cubicBezTo>
                  <a:cubicBezTo>
                    <a:pt x="1125249" y="673439"/>
                    <a:pt x="1113421" y="678749"/>
                    <a:pt x="1101594" y="682996"/>
                  </a:cubicBezTo>
                  <a:cubicBezTo>
                    <a:pt x="1095680" y="685120"/>
                    <a:pt x="1083852" y="682996"/>
                    <a:pt x="1080895" y="677687"/>
                  </a:cubicBezTo>
                  <a:cubicBezTo>
                    <a:pt x="1077938" y="671315"/>
                    <a:pt x="1077938" y="658573"/>
                    <a:pt x="1080895" y="652201"/>
                  </a:cubicBezTo>
                  <a:cubicBezTo>
                    <a:pt x="1092723" y="633087"/>
                    <a:pt x="1107507" y="615035"/>
                    <a:pt x="1121306" y="596983"/>
                  </a:cubicBezTo>
                  <a:cubicBezTo>
                    <a:pt x="1175517" y="522650"/>
                    <a:pt x="1229727" y="449379"/>
                    <a:pt x="1284923" y="375046"/>
                  </a:cubicBezTo>
                  <a:cubicBezTo>
                    <a:pt x="1293794" y="362303"/>
                    <a:pt x="1302665" y="348498"/>
                    <a:pt x="1310550" y="334694"/>
                  </a:cubicBezTo>
                  <a:cubicBezTo>
                    <a:pt x="1317449" y="324075"/>
                    <a:pt x="1325334" y="318765"/>
                    <a:pt x="1337162" y="323013"/>
                  </a:cubicBezTo>
                  <a:close/>
                  <a:moveTo>
                    <a:pt x="525824" y="229421"/>
                  </a:moveTo>
                  <a:cubicBezTo>
                    <a:pt x="600725" y="229421"/>
                    <a:pt x="675627" y="229421"/>
                    <a:pt x="750528" y="229421"/>
                  </a:cubicBezTo>
                  <a:cubicBezTo>
                    <a:pt x="761369" y="229421"/>
                    <a:pt x="765311" y="233676"/>
                    <a:pt x="765311" y="245375"/>
                  </a:cubicBezTo>
                  <a:cubicBezTo>
                    <a:pt x="764326" y="264521"/>
                    <a:pt x="764326" y="282602"/>
                    <a:pt x="765311" y="301747"/>
                  </a:cubicBezTo>
                  <a:cubicBezTo>
                    <a:pt x="765311" y="314511"/>
                    <a:pt x="760383" y="318765"/>
                    <a:pt x="748557" y="318765"/>
                  </a:cubicBezTo>
                  <a:cubicBezTo>
                    <a:pt x="711106" y="318765"/>
                    <a:pt x="674641" y="318765"/>
                    <a:pt x="638176" y="318765"/>
                  </a:cubicBezTo>
                  <a:cubicBezTo>
                    <a:pt x="601711" y="318765"/>
                    <a:pt x="565246" y="317702"/>
                    <a:pt x="528781" y="318765"/>
                  </a:cubicBezTo>
                  <a:cubicBezTo>
                    <a:pt x="515969" y="318765"/>
                    <a:pt x="511041" y="313447"/>
                    <a:pt x="511041" y="299620"/>
                  </a:cubicBezTo>
                  <a:cubicBezTo>
                    <a:pt x="512027" y="282602"/>
                    <a:pt x="512027" y="264521"/>
                    <a:pt x="511041" y="246439"/>
                  </a:cubicBezTo>
                  <a:cubicBezTo>
                    <a:pt x="511041" y="234739"/>
                    <a:pt x="514983" y="229421"/>
                    <a:pt x="525824" y="229421"/>
                  </a:cubicBezTo>
                  <a:close/>
                  <a:moveTo>
                    <a:pt x="1243182" y="137949"/>
                  </a:moveTo>
                  <a:cubicBezTo>
                    <a:pt x="1255260" y="139675"/>
                    <a:pt x="1267337" y="146577"/>
                    <a:pt x="1281140" y="158257"/>
                  </a:cubicBezTo>
                  <a:cubicBezTo>
                    <a:pt x="1308745" y="183741"/>
                    <a:pt x="1317618" y="208163"/>
                    <a:pt x="1306773" y="240018"/>
                  </a:cubicBezTo>
                  <a:cubicBezTo>
                    <a:pt x="1300858" y="257008"/>
                    <a:pt x="1294942" y="275059"/>
                    <a:pt x="1285083" y="289925"/>
                  </a:cubicBezTo>
                  <a:cubicBezTo>
                    <a:pt x="1228886" y="370624"/>
                    <a:pt x="1171704" y="450262"/>
                    <a:pt x="1114521" y="532023"/>
                  </a:cubicBezTo>
                  <a:cubicBezTo>
                    <a:pt x="1066212" y="489550"/>
                    <a:pt x="1022832" y="450262"/>
                    <a:pt x="977480" y="410974"/>
                  </a:cubicBezTo>
                  <a:cubicBezTo>
                    <a:pt x="984381" y="401417"/>
                    <a:pt x="990297" y="392923"/>
                    <a:pt x="996212" y="385490"/>
                  </a:cubicBezTo>
                  <a:cubicBezTo>
                    <a:pt x="1050437" y="319656"/>
                    <a:pt x="1103676" y="252760"/>
                    <a:pt x="1157901" y="187988"/>
                  </a:cubicBezTo>
                  <a:cubicBezTo>
                    <a:pt x="1170718" y="172061"/>
                    <a:pt x="1188464" y="159319"/>
                    <a:pt x="1205225" y="148700"/>
                  </a:cubicBezTo>
                  <a:cubicBezTo>
                    <a:pt x="1219027" y="139675"/>
                    <a:pt x="1231105" y="136224"/>
                    <a:pt x="1243182" y="137949"/>
                  </a:cubicBezTo>
                  <a:close/>
                  <a:moveTo>
                    <a:pt x="326420" y="0"/>
                  </a:moveTo>
                  <a:cubicBezTo>
                    <a:pt x="513791" y="0"/>
                    <a:pt x="702148" y="0"/>
                    <a:pt x="889519" y="0"/>
                  </a:cubicBezTo>
                  <a:cubicBezTo>
                    <a:pt x="964468" y="1063"/>
                    <a:pt x="1018707" y="56311"/>
                    <a:pt x="1021665" y="137059"/>
                  </a:cubicBezTo>
                  <a:cubicBezTo>
                    <a:pt x="1021665" y="164684"/>
                    <a:pt x="1021665" y="191246"/>
                    <a:pt x="1020679" y="218870"/>
                  </a:cubicBezTo>
                  <a:cubicBezTo>
                    <a:pt x="1020679" y="225245"/>
                    <a:pt x="1017721" y="232682"/>
                    <a:pt x="1013776" y="237995"/>
                  </a:cubicBezTo>
                  <a:cubicBezTo>
                    <a:pt x="985177" y="275181"/>
                    <a:pt x="956578" y="311305"/>
                    <a:pt x="928966" y="348492"/>
                  </a:cubicBezTo>
                  <a:cubicBezTo>
                    <a:pt x="921077" y="358054"/>
                    <a:pt x="915160" y="369741"/>
                    <a:pt x="908256" y="380366"/>
                  </a:cubicBezTo>
                  <a:cubicBezTo>
                    <a:pt x="905298" y="384616"/>
                    <a:pt x="901353" y="387804"/>
                    <a:pt x="895436" y="395241"/>
                  </a:cubicBezTo>
                  <a:cubicBezTo>
                    <a:pt x="895436" y="365492"/>
                    <a:pt x="895436" y="339992"/>
                    <a:pt x="895436" y="314493"/>
                  </a:cubicBezTo>
                  <a:cubicBezTo>
                    <a:pt x="895436" y="263494"/>
                    <a:pt x="895436" y="212495"/>
                    <a:pt x="895436" y="161496"/>
                  </a:cubicBezTo>
                  <a:cubicBezTo>
                    <a:pt x="895436" y="139184"/>
                    <a:pt x="892478" y="135997"/>
                    <a:pt x="870782" y="135997"/>
                  </a:cubicBezTo>
                  <a:cubicBezTo>
                    <a:pt x="713982" y="135997"/>
                    <a:pt x="557182" y="135997"/>
                    <a:pt x="399396" y="135997"/>
                  </a:cubicBezTo>
                  <a:cubicBezTo>
                    <a:pt x="394465" y="135997"/>
                    <a:pt x="388548" y="135997"/>
                    <a:pt x="381645" y="135997"/>
                  </a:cubicBezTo>
                  <a:cubicBezTo>
                    <a:pt x="381645" y="145559"/>
                    <a:pt x="381645" y="152997"/>
                    <a:pt x="381645" y="159371"/>
                  </a:cubicBezTo>
                  <a:cubicBezTo>
                    <a:pt x="381645" y="211433"/>
                    <a:pt x="381645" y="262431"/>
                    <a:pt x="381645" y="314493"/>
                  </a:cubicBezTo>
                  <a:cubicBezTo>
                    <a:pt x="380659" y="373991"/>
                    <a:pt x="346143" y="410116"/>
                    <a:pt x="290918" y="410116"/>
                  </a:cubicBezTo>
                  <a:cubicBezTo>
                    <a:pt x="241610" y="410116"/>
                    <a:pt x="192302" y="410116"/>
                    <a:pt x="142994" y="410116"/>
                  </a:cubicBezTo>
                  <a:cubicBezTo>
                    <a:pt x="138063" y="410116"/>
                    <a:pt x="133132" y="410116"/>
                    <a:pt x="126229" y="410116"/>
                  </a:cubicBezTo>
                  <a:cubicBezTo>
                    <a:pt x="126229" y="418615"/>
                    <a:pt x="126229" y="423928"/>
                    <a:pt x="126229" y="429240"/>
                  </a:cubicBezTo>
                  <a:cubicBezTo>
                    <a:pt x="126229" y="658735"/>
                    <a:pt x="126229" y="888229"/>
                    <a:pt x="126229" y="1117724"/>
                  </a:cubicBezTo>
                  <a:cubicBezTo>
                    <a:pt x="126229" y="1143223"/>
                    <a:pt x="128201" y="1145348"/>
                    <a:pt x="150883" y="1145348"/>
                  </a:cubicBezTo>
                  <a:cubicBezTo>
                    <a:pt x="390521" y="1145348"/>
                    <a:pt x="630158" y="1145348"/>
                    <a:pt x="869796" y="1145348"/>
                  </a:cubicBezTo>
                  <a:cubicBezTo>
                    <a:pt x="893464" y="1145348"/>
                    <a:pt x="895436" y="1143223"/>
                    <a:pt x="895436" y="1117724"/>
                  </a:cubicBezTo>
                  <a:cubicBezTo>
                    <a:pt x="895436" y="1052913"/>
                    <a:pt x="895436" y="988102"/>
                    <a:pt x="895436" y="923291"/>
                  </a:cubicBezTo>
                  <a:cubicBezTo>
                    <a:pt x="895436" y="916916"/>
                    <a:pt x="897409" y="908416"/>
                    <a:pt x="901353" y="904166"/>
                  </a:cubicBezTo>
                  <a:cubicBezTo>
                    <a:pt x="938827" y="860605"/>
                    <a:pt x="976302" y="818106"/>
                    <a:pt x="1013776" y="774545"/>
                  </a:cubicBezTo>
                  <a:cubicBezTo>
                    <a:pt x="1015748" y="773482"/>
                    <a:pt x="1016734" y="772420"/>
                    <a:pt x="1020679" y="769232"/>
                  </a:cubicBezTo>
                  <a:cubicBezTo>
                    <a:pt x="1020679" y="775607"/>
                    <a:pt x="1021665" y="779857"/>
                    <a:pt x="1021665" y="784107"/>
                  </a:cubicBezTo>
                  <a:cubicBezTo>
                    <a:pt x="1021665" y="902042"/>
                    <a:pt x="1021665" y="1018914"/>
                    <a:pt x="1021665" y="1135786"/>
                  </a:cubicBezTo>
                  <a:cubicBezTo>
                    <a:pt x="1020679" y="1222909"/>
                    <a:pt x="967426" y="1281345"/>
                    <a:pt x="886561" y="1281345"/>
                  </a:cubicBezTo>
                  <a:cubicBezTo>
                    <a:pt x="634103" y="1281345"/>
                    <a:pt x="382631" y="1281345"/>
                    <a:pt x="131160" y="1281345"/>
                  </a:cubicBezTo>
                  <a:cubicBezTo>
                    <a:pt x="55225" y="1281345"/>
                    <a:pt x="0" y="1221847"/>
                    <a:pt x="0" y="1140036"/>
                  </a:cubicBezTo>
                  <a:cubicBezTo>
                    <a:pt x="0" y="872292"/>
                    <a:pt x="0" y="603486"/>
                    <a:pt x="0" y="335742"/>
                  </a:cubicBezTo>
                  <a:cubicBezTo>
                    <a:pt x="0" y="315555"/>
                    <a:pt x="5917" y="298556"/>
                    <a:pt x="18737" y="283681"/>
                  </a:cubicBezTo>
                  <a:cubicBezTo>
                    <a:pt x="99603" y="198683"/>
                    <a:pt x="180468" y="113685"/>
                    <a:pt x="261333" y="28687"/>
                  </a:cubicBezTo>
                  <a:cubicBezTo>
                    <a:pt x="279084" y="9562"/>
                    <a:pt x="300780" y="0"/>
                    <a:pt x="32642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5" name="文本框 4"/>
          <p:cNvSpPr txBox="1"/>
          <p:nvPr/>
        </p:nvSpPr>
        <p:spPr>
          <a:xfrm>
            <a:off x="974526" y="321818"/>
            <a:ext cx="1620957" cy="523220"/>
          </a:xfrm>
          <a:prstGeom prst="rect">
            <a:avLst/>
          </a:prstGeom>
          <a:noFill/>
        </p:spPr>
        <p:txBody>
          <a:bodyPr wrap="none" rtlCol="0">
            <a:spAutoFit/>
          </a:bodyPr>
          <a:lstStyle/>
          <a:p>
            <a:r>
              <a:rPr lang="zh-CN" altLang="en-US" sz="2800" b="1">
                <a:solidFill>
                  <a:srgbClr val="3FB793"/>
                </a:solidFill>
                <a:latin typeface="思源黑体旧字形 Normal" panose="020b0400000000000000" pitchFamily="34" charset="-128"/>
                <a:ea typeface="思源黑体旧字形 Normal" panose="020b0400000000000000" pitchFamily="34" charset="-128"/>
              </a:rPr>
              <a:t>工作思路</a:t>
            </a:r>
          </a:p>
        </p:txBody>
      </p:sp>
      <p:grpSp>
        <p:nvGrpSpPr>
          <p:cNvPr id="32" name="Group 1">
            <a:extLst>
              <a:ext uri="{FF2B5EF4-FFF2-40B4-BE49-F238E27FC236}">
                <a16:creationId xmlns:a16="http://schemas.microsoft.com/office/drawing/2014/main" id="{17E0E4EB-3BC1-45B5-B751-E48EC0636A89}"/>
              </a:ext>
            </a:extLst>
          </p:cNvPr>
          <p:cNvGrpSpPr/>
          <p:nvPr/>
        </p:nvGrpSpPr>
        <p:grpSpPr>
          <a:xfrm>
            <a:off x="1091444" y="2424822"/>
            <a:ext cx="10009112" cy="3123362"/>
            <a:chOff x="1091444" y="2204864"/>
            <a:chExt cx="10009112" cy="3123362"/>
          </a:xfrm>
          <a:solidFill>
            <a:srgbClr val="E4010B"/>
          </a:solidFill>
        </p:grpSpPr>
        <p:sp>
          <p:nvSpPr>
            <p:cNvPr id="33" name="ïṧḷïḓê-Block Arc 3">
              <a:extLst>
                <a:ext uri="{FF2B5EF4-FFF2-40B4-BE49-F238E27FC236}">
                  <a16:creationId xmlns:a16="http://schemas.microsoft.com/office/drawing/2014/main" id="{CD351341-04F8-4FE4-B626-ADD4AF8F1296}"/>
                </a:ext>
              </a:extLst>
            </p:cNvPr>
            <p:cNvSpPr/>
            <p:nvPr/>
          </p:nvSpPr>
          <p:spPr>
            <a:xfrm rot="155605">
              <a:off x="1345682" y="2204864"/>
              <a:ext cx="1887882" cy="1785743"/>
            </a:xfrm>
            <a:prstGeom prst="blockArc">
              <a:avLst>
                <a:gd name="adj1" fmla="val 10626295"/>
                <a:gd name="adj2" fmla="val 21496745"/>
                <a:gd name="adj3" fmla="val 27786"/>
              </a:avLst>
            </a:prstGeom>
            <a:solidFill>
              <a:srgbClr val="3FB79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ea typeface="思源黑体旧字形 Normal" panose="020b0400000000000000" pitchFamily="34" charset="-128"/>
              </a:endParaRPr>
            </a:p>
          </p:txBody>
        </p:sp>
        <p:sp>
          <p:nvSpPr>
            <p:cNvPr id="34" name="ïṧḷïḓê-Block Arc 4">
              <a:extLst>
                <a:ext uri="{FF2B5EF4-FFF2-40B4-BE49-F238E27FC236}">
                  <a16:creationId xmlns:a16="http://schemas.microsoft.com/office/drawing/2014/main" id="{F73C093B-3828-4179-8B4F-76DB579B46ED}"/>
                </a:ext>
              </a:extLst>
            </p:cNvPr>
            <p:cNvSpPr/>
            <p:nvPr/>
          </p:nvSpPr>
          <p:spPr>
            <a:xfrm>
              <a:off x="5136752" y="2204864"/>
              <a:ext cx="1887882" cy="1785743"/>
            </a:xfrm>
            <a:prstGeom prst="blockArc">
              <a:avLst>
                <a:gd name="adj1" fmla="val 10800000"/>
                <a:gd name="adj2" fmla="val 21599999"/>
                <a:gd name="adj3" fmla="val 27797"/>
              </a:avLst>
            </a:prstGeom>
            <a:solidFill>
              <a:srgbClr val="3FB79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ea typeface="思源黑体旧字形 Normal" panose="020b0400000000000000" pitchFamily="34" charset="-128"/>
              </a:endParaRPr>
            </a:p>
          </p:txBody>
        </p:sp>
        <p:sp>
          <p:nvSpPr>
            <p:cNvPr id="61" name="ïṧḷïḓê-Block Arc 5">
              <a:extLst>
                <a:ext uri="{FF2B5EF4-FFF2-40B4-BE49-F238E27FC236}">
                  <a16:creationId xmlns:a16="http://schemas.microsoft.com/office/drawing/2014/main" id="{2EBDC09D-60E2-47CF-ABAD-9072B907FDFE}"/>
                </a:ext>
              </a:extLst>
            </p:cNvPr>
            <p:cNvSpPr/>
            <p:nvPr/>
          </p:nvSpPr>
          <p:spPr>
            <a:xfrm rot="188168">
              <a:off x="8958436" y="2204864"/>
              <a:ext cx="1887882" cy="1785743"/>
            </a:xfrm>
            <a:prstGeom prst="blockArc">
              <a:avLst>
                <a:gd name="adj1" fmla="val 10594868"/>
                <a:gd name="adj2" fmla="val 21393667"/>
                <a:gd name="adj3" fmla="val 27752"/>
              </a:avLst>
            </a:prstGeom>
            <a:solidFill>
              <a:srgbClr val="3FB79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ea typeface="思源黑体旧字形 Normal" panose="020b0400000000000000" pitchFamily="34" charset="-128"/>
              </a:endParaRPr>
            </a:p>
          </p:txBody>
        </p:sp>
        <p:sp>
          <p:nvSpPr>
            <p:cNvPr id="62" name="ïṧḷïḓê-Block Arc 6">
              <a:extLst>
                <a:ext uri="{FF2B5EF4-FFF2-40B4-BE49-F238E27FC236}">
                  <a16:creationId xmlns:a16="http://schemas.microsoft.com/office/drawing/2014/main" id="{5F028B35-A0F9-43E7-B21F-45217DCABD03}"/>
                </a:ext>
              </a:extLst>
            </p:cNvPr>
            <p:cNvSpPr/>
            <p:nvPr/>
          </p:nvSpPr>
          <p:spPr>
            <a:xfrm rot="21428388" flipV="1">
              <a:off x="3238666" y="3542483"/>
              <a:ext cx="1887882" cy="1785743"/>
            </a:xfrm>
            <a:prstGeom prst="blockArc">
              <a:avLst>
                <a:gd name="adj1" fmla="val 10614133"/>
                <a:gd name="adj2" fmla="val 21486523"/>
                <a:gd name="adj3" fmla="val 30043"/>
              </a:avLst>
            </a:prstGeom>
            <a:solidFill>
              <a:srgbClr val="545D7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ea typeface="思源黑体旧字形 Normal" panose="020b0400000000000000" pitchFamily="34" charset="-128"/>
              </a:endParaRPr>
            </a:p>
          </p:txBody>
        </p:sp>
        <p:sp>
          <p:nvSpPr>
            <p:cNvPr id="63" name="ïṧḷïḓê-Block Arc 7">
              <a:extLst>
                <a:ext uri="{FF2B5EF4-FFF2-40B4-BE49-F238E27FC236}">
                  <a16:creationId xmlns:a16="http://schemas.microsoft.com/office/drawing/2014/main" id="{4F274D28-0001-4556-BAB0-F96210F22DAC}"/>
                </a:ext>
              </a:extLst>
            </p:cNvPr>
            <p:cNvSpPr/>
            <p:nvPr/>
          </p:nvSpPr>
          <p:spPr>
            <a:xfrm flipV="1">
              <a:off x="7060350" y="3542483"/>
              <a:ext cx="1887882" cy="1785743"/>
            </a:xfrm>
            <a:prstGeom prst="blockArc">
              <a:avLst>
                <a:gd name="adj1" fmla="val 10800000"/>
                <a:gd name="adj2" fmla="val 0"/>
                <a:gd name="adj3" fmla="val 30809"/>
              </a:avLst>
            </a:prstGeom>
            <a:solidFill>
              <a:srgbClr val="545D7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ea typeface="思源黑体旧字形 Normal" panose="020b0400000000000000" pitchFamily="34" charset="-128"/>
              </a:endParaRPr>
            </a:p>
          </p:txBody>
        </p:sp>
        <p:cxnSp>
          <p:nvCxnSpPr>
            <p:cNvPr id="64" name="ïṧḷïḓê-Straight Connector 9">
              <a:extLst>
                <a:ext uri="{FF2B5EF4-FFF2-40B4-BE49-F238E27FC236}">
                  <a16:creationId xmlns:a16="http://schemas.microsoft.com/office/drawing/2014/main" id="{77428A07-7570-4840-8F1C-8A44D1F30A81}"/>
                </a:ext>
              </a:extLst>
            </p:cNvPr>
            <p:cNvCxnSpPr/>
            <p:nvPr/>
          </p:nvCxnSpPr>
          <p:spPr>
            <a:xfrm>
              <a:off x="1091444" y="3097735"/>
              <a:ext cx="10009112" cy="0"/>
            </a:xfrm>
            <a:prstGeom prst="line">
              <a:avLst/>
            </a:prstGeom>
            <a:grpFill/>
            <a:ln w="3175">
              <a:solidFill>
                <a:schemeClr val="bg1">
                  <a:lumMod val="85000"/>
                </a:schemeClr>
              </a:solidFill>
              <a:round/>
            </a:ln>
          </p:spPr>
        </p:cxnSp>
        <p:cxnSp>
          <p:nvCxnSpPr>
            <p:cNvPr id="65" name="ïṧḷïḓê-Straight Connector 10">
              <a:extLst>
                <a:ext uri="{FF2B5EF4-FFF2-40B4-BE49-F238E27FC236}">
                  <a16:creationId xmlns:a16="http://schemas.microsoft.com/office/drawing/2014/main" id="{6D8FF145-27F4-46B7-B50E-11B57EA5E73C}"/>
                </a:ext>
              </a:extLst>
            </p:cNvPr>
            <p:cNvCxnSpPr/>
            <p:nvPr/>
          </p:nvCxnSpPr>
          <p:spPr>
            <a:xfrm>
              <a:off x="1091444" y="4429883"/>
              <a:ext cx="10009112" cy="0"/>
            </a:xfrm>
            <a:prstGeom prst="line">
              <a:avLst/>
            </a:prstGeom>
            <a:grpFill/>
            <a:ln w="3175">
              <a:solidFill>
                <a:schemeClr val="bg1">
                  <a:lumMod val="85000"/>
                </a:schemeClr>
              </a:solidFill>
              <a:round/>
            </a:ln>
          </p:spPr>
        </p:cxnSp>
      </p:grpSp>
      <p:sp>
        <p:nvSpPr>
          <p:cNvPr id="66" name="ïṧḷïḓê-Freeform: Shape 31">
            <a:extLst>
              <a:ext uri="{FF2B5EF4-FFF2-40B4-BE49-F238E27FC236}">
                <a16:creationId xmlns:a16="http://schemas.microsoft.com/office/drawing/2014/main" id="{8B72983D-F4F5-4542-A87C-81A0FF81A59C}"/>
              </a:ext>
            </a:extLst>
          </p:cNvPr>
          <p:cNvSpPr/>
          <p:nvPr/>
        </p:nvSpPr>
        <p:spPr>
          <a:xfrm>
            <a:off x="3948652" y="3758121"/>
            <a:ext cx="485776" cy="485776"/>
          </a:xfrm>
          <a:custGeom>
            <a:cxnLst>
              <a:cxn ang="0">
                <a:pos x="wd2" y="hd2"/>
              </a:cxn>
              <a:cxn ang="5400000">
                <a:pos x="wd2" y="hd2"/>
              </a:cxn>
              <a:cxn ang="10800000">
                <a:pos x="wd2" y="hd2"/>
              </a:cxn>
              <a:cxn ang="16200000">
                <a:pos x="wd2" y="hd2"/>
              </a:cxn>
            </a:cxnLst>
            <a:rect l="0" t="0" r="r" b="b"/>
            <a:pathLst>
              <a:path w="21600" h="21600" extrusionOk="0">
                <a:moveTo>
                  <a:pt x="14896" y="15577"/>
                </a:moveTo>
                <a:cubicBezTo>
                  <a:pt x="12144" y="16865"/>
                  <a:pt x="9844" y="18851"/>
                  <a:pt x="8177" y="21278"/>
                </a:cubicBezTo>
                <a:cubicBezTo>
                  <a:pt x="9017" y="21487"/>
                  <a:pt x="9895" y="21600"/>
                  <a:pt x="10801" y="21600"/>
                </a:cubicBezTo>
                <a:cubicBezTo>
                  <a:pt x="12429" y="21600"/>
                  <a:pt x="13973" y="21237"/>
                  <a:pt x="15358" y="20591"/>
                </a:cubicBezTo>
                <a:cubicBezTo>
                  <a:pt x="15580" y="19502"/>
                  <a:pt x="15699" y="18376"/>
                  <a:pt x="15699" y="17222"/>
                </a:cubicBezTo>
                <a:cubicBezTo>
                  <a:pt x="15699" y="16807"/>
                  <a:pt x="15679" y="16394"/>
                  <a:pt x="15648" y="15985"/>
                </a:cubicBezTo>
                <a:cubicBezTo>
                  <a:pt x="15371" y="15896"/>
                  <a:pt x="15116" y="15757"/>
                  <a:pt x="14896" y="15577"/>
                </a:cubicBezTo>
                <a:close/>
                <a:moveTo>
                  <a:pt x="18049" y="2796"/>
                </a:moveTo>
                <a:cubicBezTo>
                  <a:pt x="16319" y="2963"/>
                  <a:pt x="14667" y="3397"/>
                  <a:pt x="13127" y="4050"/>
                </a:cubicBezTo>
                <a:cubicBezTo>
                  <a:pt x="13136" y="4125"/>
                  <a:pt x="13139" y="4202"/>
                  <a:pt x="13139" y="4280"/>
                </a:cubicBezTo>
                <a:cubicBezTo>
                  <a:pt x="13139" y="4642"/>
                  <a:pt x="13052" y="4984"/>
                  <a:pt x="12904" y="5289"/>
                </a:cubicBezTo>
                <a:cubicBezTo>
                  <a:pt x="14441" y="7094"/>
                  <a:pt x="15635" y="9198"/>
                  <a:pt x="16388" y="11500"/>
                </a:cubicBezTo>
                <a:cubicBezTo>
                  <a:pt x="17323" y="11517"/>
                  <a:pt x="18121" y="12090"/>
                  <a:pt x="18465" y="12903"/>
                </a:cubicBezTo>
                <a:cubicBezTo>
                  <a:pt x="19505" y="12797"/>
                  <a:pt x="20517" y="12599"/>
                  <a:pt x="21493" y="12312"/>
                </a:cubicBezTo>
                <a:cubicBezTo>
                  <a:pt x="21562" y="11817"/>
                  <a:pt x="21600" y="11314"/>
                  <a:pt x="21600" y="10799"/>
                </a:cubicBezTo>
                <a:cubicBezTo>
                  <a:pt x="21600" y="7626"/>
                  <a:pt x="20230" y="4772"/>
                  <a:pt x="18049" y="2796"/>
                </a:cubicBezTo>
                <a:close/>
                <a:moveTo>
                  <a:pt x="13739" y="14349"/>
                </a:moveTo>
                <a:cubicBezTo>
                  <a:pt x="11074" y="13908"/>
                  <a:pt x="8601" y="12890"/>
                  <a:pt x="6450" y="11433"/>
                </a:cubicBezTo>
                <a:cubicBezTo>
                  <a:pt x="6101" y="11646"/>
                  <a:pt x="5691" y="11773"/>
                  <a:pt x="5251" y="11773"/>
                </a:cubicBezTo>
                <a:cubicBezTo>
                  <a:pt x="5090" y="11773"/>
                  <a:pt x="4933" y="11755"/>
                  <a:pt x="4781" y="11724"/>
                </a:cubicBezTo>
                <a:cubicBezTo>
                  <a:pt x="3750" y="13677"/>
                  <a:pt x="3093" y="15854"/>
                  <a:pt x="2903" y="18164"/>
                </a:cubicBezTo>
                <a:cubicBezTo>
                  <a:pt x="3931" y="19266"/>
                  <a:pt x="5186" y="20154"/>
                  <a:pt x="6595" y="20750"/>
                </a:cubicBezTo>
                <a:cubicBezTo>
                  <a:pt x="8345" y="18059"/>
                  <a:pt x="10792" y="15833"/>
                  <a:pt x="13739" y="14349"/>
                </a:cubicBezTo>
                <a:close/>
                <a:moveTo>
                  <a:pt x="17258" y="15906"/>
                </a:moveTo>
                <a:cubicBezTo>
                  <a:pt x="17290" y="16340"/>
                  <a:pt x="17306" y="16780"/>
                  <a:pt x="17306" y="17222"/>
                </a:cubicBezTo>
                <a:cubicBezTo>
                  <a:pt x="17306" y="18003"/>
                  <a:pt x="17256" y="18770"/>
                  <a:pt x="17163" y="19525"/>
                </a:cubicBezTo>
                <a:cubicBezTo>
                  <a:pt x="18993" y="18186"/>
                  <a:pt x="20389" y="16288"/>
                  <a:pt x="21091" y="14080"/>
                </a:cubicBezTo>
                <a:cubicBezTo>
                  <a:pt x="20259" y="14281"/>
                  <a:pt x="19403" y="14425"/>
                  <a:pt x="18531" y="14508"/>
                </a:cubicBezTo>
                <a:cubicBezTo>
                  <a:pt x="18326" y="15137"/>
                  <a:pt x="17860" y="15646"/>
                  <a:pt x="17258" y="15906"/>
                </a:cubicBezTo>
                <a:close/>
                <a:moveTo>
                  <a:pt x="14278" y="12804"/>
                </a:moveTo>
                <a:cubicBezTo>
                  <a:pt x="14421" y="12507"/>
                  <a:pt x="14624" y="12244"/>
                  <a:pt x="14874" y="12035"/>
                </a:cubicBezTo>
                <a:cubicBezTo>
                  <a:pt x="14196" y="9947"/>
                  <a:pt x="13122" y="8037"/>
                  <a:pt x="11738" y="6396"/>
                </a:cubicBezTo>
                <a:cubicBezTo>
                  <a:pt x="11462" y="6512"/>
                  <a:pt x="11160" y="6577"/>
                  <a:pt x="10842" y="6577"/>
                </a:cubicBezTo>
                <a:cubicBezTo>
                  <a:pt x="10343" y="6577"/>
                  <a:pt x="9883" y="6417"/>
                  <a:pt x="9507" y="6147"/>
                </a:cubicBezTo>
                <a:cubicBezTo>
                  <a:pt x="8673" y="6781"/>
                  <a:pt x="7903" y="7490"/>
                  <a:pt x="7202" y="8265"/>
                </a:cubicBezTo>
                <a:cubicBezTo>
                  <a:pt x="7421" y="8615"/>
                  <a:pt x="7550" y="9030"/>
                  <a:pt x="7550" y="9475"/>
                </a:cubicBezTo>
                <a:cubicBezTo>
                  <a:pt x="7550" y="9715"/>
                  <a:pt x="7513" y="9946"/>
                  <a:pt x="7444" y="10163"/>
                </a:cubicBezTo>
                <a:cubicBezTo>
                  <a:pt x="9459" y="11510"/>
                  <a:pt x="11779" y="12433"/>
                  <a:pt x="14278" y="12804"/>
                </a:cubicBezTo>
                <a:close/>
                <a:moveTo>
                  <a:pt x="10842" y="1982"/>
                </a:moveTo>
                <a:cubicBezTo>
                  <a:pt x="11448" y="1982"/>
                  <a:pt x="11999" y="2219"/>
                  <a:pt x="12409" y="2604"/>
                </a:cubicBezTo>
                <a:cubicBezTo>
                  <a:pt x="13608" y="2088"/>
                  <a:pt x="14870" y="1692"/>
                  <a:pt x="16183" y="1439"/>
                </a:cubicBezTo>
                <a:cubicBezTo>
                  <a:pt x="14599" y="526"/>
                  <a:pt x="12761" y="0"/>
                  <a:pt x="10801" y="0"/>
                </a:cubicBezTo>
                <a:cubicBezTo>
                  <a:pt x="9464" y="0"/>
                  <a:pt x="8183" y="245"/>
                  <a:pt x="7001" y="690"/>
                </a:cubicBezTo>
                <a:cubicBezTo>
                  <a:pt x="7940" y="1152"/>
                  <a:pt x="8833" y="1693"/>
                  <a:pt x="9674" y="2303"/>
                </a:cubicBezTo>
                <a:cubicBezTo>
                  <a:pt x="10018" y="2100"/>
                  <a:pt x="10415" y="1982"/>
                  <a:pt x="10842" y="1982"/>
                </a:cubicBezTo>
                <a:close/>
                <a:moveTo>
                  <a:pt x="2954" y="9475"/>
                </a:moveTo>
                <a:cubicBezTo>
                  <a:pt x="2954" y="9153"/>
                  <a:pt x="3021" y="8844"/>
                  <a:pt x="3141" y="8566"/>
                </a:cubicBezTo>
                <a:cubicBezTo>
                  <a:pt x="2404" y="7757"/>
                  <a:pt x="1736" y="6884"/>
                  <a:pt x="1151" y="5952"/>
                </a:cubicBezTo>
                <a:cubicBezTo>
                  <a:pt x="417" y="7410"/>
                  <a:pt x="0" y="9056"/>
                  <a:pt x="0" y="10799"/>
                </a:cubicBezTo>
                <a:cubicBezTo>
                  <a:pt x="0" y="12819"/>
                  <a:pt x="556" y="14708"/>
                  <a:pt x="1521" y="16325"/>
                </a:cubicBezTo>
                <a:cubicBezTo>
                  <a:pt x="1866" y="14381"/>
                  <a:pt x="2520" y="12545"/>
                  <a:pt x="3424" y="10861"/>
                </a:cubicBezTo>
                <a:cubicBezTo>
                  <a:pt x="3130" y="10477"/>
                  <a:pt x="2954" y="9996"/>
                  <a:pt x="2954" y="9475"/>
                </a:cubicBezTo>
                <a:close/>
                <a:moveTo>
                  <a:pt x="5251" y="7176"/>
                </a:moveTo>
                <a:cubicBezTo>
                  <a:pt x="5487" y="7176"/>
                  <a:pt x="5715" y="7213"/>
                  <a:pt x="5930" y="7278"/>
                </a:cubicBezTo>
                <a:cubicBezTo>
                  <a:pt x="6738" y="6372"/>
                  <a:pt x="7636" y="5547"/>
                  <a:pt x="8608" y="4813"/>
                </a:cubicBezTo>
                <a:cubicBezTo>
                  <a:pt x="8567" y="4642"/>
                  <a:pt x="8543" y="4464"/>
                  <a:pt x="8543" y="4280"/>
                </a:cubicBezTo>
                <a:cubicBezTo>
                  <a:pt x="8543" y="4026"/>
                  <a:pt x="8587" y="3781"/>
                  <a:pt x="8663" y="3552"/>
                </a:cubicBezTo>
                <a:cubicBezTo>
                  <a:pt x="7575" y="2771"/>
                  <a:pt x="6391" y="2115"/>
                  <a:pt x="5131" y="1609"/>
                </a:cubicBezTo>
                <a:cubicBezTo>
                  <a:pt x="3949" y="2338"/>
                  <a:pt x="2920" y="3289"/>
                  <a:pt x="2099" y="4405"/>
                </a:cubicBezTo>
                <a:cubicBezTo>
                  <a:pt x="2708" y="5484"/>
                  <a:pt x="3433" y="6491"/>
                  <a:pt x="4256" y="7407"/>
                </a:cubicBezTo>
                <a:cubicBezTo>
                  <a:pt x="4557" y="7261"/>
                  <a:pt x="4895" y="7176"/>
                  <a:pt x="5251" y="7176"/>
                </a:cubicBezTo>
                <a:close/>
              </a:path>
            </a:pathLst>
          </a:custGeom>
          <a:solidFill>
            <a:srgbClr val="545D79"/>
          </a:solidFill>
          <a:ln w="12700">
            <a:miter lim="400000"/>
          </a:ln>
        </p:spPr>
        <p:txBody>
          <a:bodyPr anchor="ctr"/>
          <a:lstStyle/>
          <a:p>
            <a:pPr algn="ctr"/>
            <a:endParaRPr/>
          </a:p>
        </p:txBody>
      </p:sp>
      <p:sp>
        <p:nvSpPr>
          <p:cNvPr id="67" name="ïṧḷïḓê-Freeform: Shape 32">
            <a:extLst>
              <a:ext uri="{FF2B5EF4-FFF2-40B4-BE49-F238E27FC236}">
                <a16:creationId xmlns:a16="http://schemas.microsoft.com/office/drawing/2014/main" id="{9DF7868B-466A-4907-B400-7463A660A12F}"/>
              </a:ext>
            </a:extLst>
          </p:cNvPr>
          <p:cNvSpPr>
            <a:spLocks noChangeAspect="1"/>
          </p:cNvSpPr>
          <p:nvPr/>
        </p:nvSpPr>
        <p:spPr bwMode="auto">
          <a:xfrm>
            <a:off x="5853000" y="3793447"/>
            <a:ext cx="486000" cy="415125"/>
          </a:xfrm>
          <a:custGeom>
            <a:gdLst>
              <a:gd name="T0" fmla="*/ 48 w 48"/>
              <a:gd name="T1" fmla="*/ 38 h 41"/>
              <a:gd name="T2" fmla="*/ 45 w 48"/>
              <a:gd name="T3" fmla="*/ 41 h 41"/>
              <a:gd name="T4" fmla="*/ 37 w 48"/>
              <a:gd name="T5" fmla="*/ 41 h 41"/>
              <a:gd name="T6" fmla="*/ 34 w 48"/>
              <a:gd name="T7" fmla="*/ 38 h 41"/>
              <a:gd name="T8" fmla="*/ 34 w 48"/>
              <a:gd name="T9" fmla="*/ 30 h 41"/>
              <a:gd name="T10" fmla="*/ 37 w 48"/>
              <a:gd name="T11" fmla="*/ 27 h 41"/>
              <a:gd name="T12" fmla="*/ 39 w 48"/>
              <a:gd name="T13" fmla="*/ 27 h 41"/>
              <a:gd name="T14" fmla="*/ 39 w 48"/>
              <a:gd name="T15" fmla="*/ 22 h 41"/>
              <a:gd name="T16" fmla="*/ 25 w 48"/>
              <a:gd name="T17" fmla="*/ 22 h 41"/>
              <a:gd name="T18" fmla="*/ 25 w 48"/>
              <a:gd name="T19" fmla="*/ 27 h 41"/>
              <a:gd name="T20" fmla="*/ 28 w 48"/>
              <a:gd name="T21" fmla="*/ 27 h 41"/>
              <a:gd name="T22" fmla="*/ 31 w 48"/>
              <a:gd name="T23" fmla="*/ 30 h 41"/>
              <a:gd name="T24" fmla="*/ 31 w 48"/>
              <a:gd name="T25" fmla="*/ 38 h 41"/>
              <a:gd name="T26" fmla="*/ 28 w 48"/>
              <a:gd name="T27" fmla="*/ 41 h 41"/>
              <a:gd name="T28" fmla="*/ 19 w 48"/>
              <a:gd name="T29" fmla="*/ 41 h 41"/>
              <a:gd name="T30" fmla="*/ 17 w 48"/>
              <a:gd name="T31" fmla="*/ 38 h 41"/>
              <a:gd name="T32" fmla="*/ 17 w 48"/>
              <a:gd name="T33" fmla="*/ 30 h 41"/>
              <a:gd name="T34" fmla="*/ 19 w 48"/>
              <a:gd name="T35" fmla="*/ 27 h 41"/>
              <a:gd name="T36" fmla="*/ 22 w 48"/>
              <a:gd name="T37" fmla="*/ 27 h 41"/>
              <a:gd name="T38" fmla="*/ 22 w 48"/>
              <a:gd name="T39" fmla="*/ 22 h 41"/>
              <a:gd name="T40" fmla="*/ 8 w 48"/>
              <a:gd name="T41" fmla="*/ 22 h 41"/>
              <a:gd name="T42" fmla="*/ 8 w 48"/>
              <a:gd name="T43" fmla="*/ 27 h 41"/>
              <a:gd name="T44" fmla="*/ 11 w 48"/>
              <a:gd name="T45" fmla="*/ 27 h 41"/>
              <a:gd name="T46" fmla="*/ 13 w 48"/>
              <a:gd name="T47" fmla="*/ 30 h 41"/>
              <a:gd name="T48" fmla="*/ 13 w 48"/>
              <a:gd name="T49" fmla="*/ 38 h 41"/>
              <a:gd name="T50" fmla="*/ 11 w 48"/>
              <a:gd name="T51" fmla="*/ 41 h 41"/>
              <a:gd name="T52" fmla="*/ 2 w 48"/>
              <a:gd name="T53" fmla="*/ 41 h 41"/>
              <a:gd name="T54" fmla="*/ 0 w 48"/>
              <a:gd name="T55" fmla="*/ 38 h 41"/>
              <a:gd name="T56" fmla="*/ 0 w 48"/>
              <a:gd name="T57" fmla="*/ 30 h 41"/>
              <a:gd name="T58" fmla="*/ 2 w 48"/>
              <a:gd name="T59" fmla="*/ 27 h 41"/>
              <a:gd name="T60" fmla="*/ 5 w 48"/>
              <a:gd name="T61" fmla="*/ 27 h 41"/>
              <a:gd name="T62" fmla="*/ 5 w 48"/>
              <a:gd name="T63" fmla="*/ 22 h 41"/>
              <a:gd name="T64" fmla="*/ 8 w 48"/>
              <a:gd name="T65" fmla="*/ 19 h 41"/>
              <a:gd name="T66" fmla="*/ 22 w 48"/>
              <a:gd name="T67" fmla="*/ 19 h 41"/>
              <a:gd name="T68" fmla="*/ 22 w 48"/>
              <a:gd name="T69" fmla="*/ 13 h 41"/>
              <a:gd name="T70" fmla="*/ 19 w 48"/>
              <a:gd name="T71" fmla="*/ 13 h 41"/>
              <a:gd name="T72" fmla="*/ 17 w 48"/>
              <a:gd name="T73" fmla="*/ 11 h 41"/>
              <a:gd name="T74" fmla="*/ 17 w 48"/>
              <a:gd name="T75" fmla="*/ 2 h 41"/>
              <a:gd name="T76" fmla="*/ 19 w 48"/>
              <a:gd name="T77" fmla="*/ 0 h 41"/>
              <a:gd name="T78" fmla="*/ 28 w 48"/>
              <a:gd name="T79" fmla="*/ 0 h 41"/>
              <a:gd name="T80" fmla="*/ 31 w 48"/>
              <a:gd name="T81" fmla="*/ 2 h 41"/>
              <a:gd name="T82" fmla="*/ 31 w 48"/>
              <a:gd name="T83" fmla="*/ 11 h 41"/>
              <a:gd name="T84" fmla="*/ 28 w 48"/>
              <a:gd name="T85" fmla="*/ 13 h 41"/>
              <a:gd name="T86" fmla="*/ 25 w 48"/>
              <a:gd name="T87" fmla="*/ 13 h 41"/>
              <a:gd name="T88" fmla="*/ 25 w 48"/>
              <a:gd name="T89" fmla="*/ 19 h 41"/>
              <a:gd name="T90" fmla="*/ 39 w 48"/>
              <a:gd name="T91" fmla="*/ 19 h 41"/>
              <a:gd name="T92" fmla="*/ 43 w 48"/>
              <a:gd name="T93" fmla="*/ 22 h 41"/>
              <a:gd name="T94" fmla="*/ 43 w 48"/>
              <a:gd name="T95" fmla="*/ 27 h 41"/>
              <a:gd name="T96" fmla="*/ 45 w 48"/>
              <a:gd name="T97" fmla="*/ 27 h 41"/>
              <a:gd name="T98" fmla="*/ 48 w 48"/>
              <a:gd name="T99" fmla="*/ 30 h 41"/>
              <a:gd name="T100" fmla="*/ 48 w 48"/>
              <a:gd name="T101" fmla="*/ 38 h 41"/>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48" h="41">
                <a:moveTo>
                  <a:pt x="48" y="38"/>
                </a:moveTo>
                <a:cubicBezTo>
                  <a:pt x="48" y="40"/>
                  <a:pt x="47" y="41"/>
                  <a:pt x="45" y="41"/>
                </a:cubicBezTo>
                <a:cubicBezTo>
                  <a:pt x="37" y="41"/>
                  <a:pt x="37" y="41"/>
                  <a:pt x="37" y="41"/>
                </a:cubicBezTo>
                <a:cubicBezTo>
                  <a:pt x="35" y="41"/>
                  <a:pt x="34" y="40"/>
                  <a:pt x="34" y="38"/>
                </a:cubicBezTo>
                <a:cubicBezTo>
                  <a:pt x="34" y="30"/>
                  <a:pt x="34" y="30"/>
                  <a:pt x="34" y="30"/>
                </a:cubicBezTo>
                <a:cubicBezTo>
                  <a:pt x="34" y="28"/>
                  <a:pt x="35" y="27"/>
                  <a:pt x="37" y="27"/>
                </a:cubicBezTo>
                <a:cubicBezTo>
                  <a:pt x="39" y="27"/>
                  <a:pt x="39" y="27"/>
                  <a:pt x="39" y="27"/>
                </a:cubicBezTo>
                <a:cubicBezTo>
                  <a:pt x="39" y="22"/>
                  <a:pt x="39" y="22"/>
                  <a:pt x="39" y="22"/>
                </a:cubicBezTo>
                <a:cubicBezTo>
                  <a:pt x="25" y="22"/>
                  <a:pt x="25" y="22"/>
                  <a:pt x="25" y="22"/>
                </a:cubicBezTo>
                <a:cubicBezTo>
                  <a:pt x="25" y="27"/>
                  <a:pt x="25" y="27"/>
                  <a:pt x="25" y="27"/>
                </a:cubicBezTo>
                <a:cubicBezTo>
                  <a:pt x="28" y="27"/>
                  <a:pt x="28" y="27"/>
                  <a:pt x="28" y="27"/>
                </a:cubicBezTo>
                <a:cubicBezTo>
                  <a:pt x="29" y="27"/>
                  <a:pt x="31" y="28"/>
                  <a:pt x="31" y="30"/>
                </a:cubicBezTo>
                <a:cubicBezTo>
                  <a:pt x="31" y="38"/>
                  <a:pt x="31" y="38"/>
                  <a:pt x="31" y="38"/>
                </a:cubicBezTo>
                <a:cubicBezTo>
                  <a:pt x="31" y="40"/>
                  <a:pt x="29" y="41"/>
                  <a:pt x="28" y="41"/>
                </a:cubicBezTo>
                <a:cubicBezTo>
                  <a:pt x="19" y="41"/>
                  <a:pt x="19" y="41"/>
                  <a:pt x="19" y="41"/>
                </a:cubicBezTo>
                <a:cubicBezTo>
                  <a:pt x="18" y="41"/>
                  <a:pt x="17" y="40"/>
                  <a:pt x="17" y="38"/>
                </a:cubicBezTo>
                <a:cubicBezTo>
                  <a:pt x="17" y="30"/>
                  <a:pt x="17" y="30"/>
                  <a:pt x="17" y="30"/>
                </a:cubicBezTo>
                <a:cubicBezTo>
                  <a:pt x="17" y="28"/>
                  <a:pt x="18" y="27"/>
                  <a:pt x="19" y="27"/>
                </a:cubicBezTo>
                <a:cubicBezTo>
                  <a:pt x="22" y="27"/>
                  <a:pt x="22" y="27"/>
                  <a:pt x="22" y="27"/>
                </a:cubicBezTo>
                <a:cubicBezTo>
                  <a:pt x="22" y="22"/>
                  <a:pt x="22" y="22"/>
                  <a:pt x="22" y="22"/>
                </a:cubicBezTo>
                <a:cubicBezTo>
                  <a:pt x="8" y="22"/>
                  <a:pt x="8" y="22"/>
                  <a:pt x="8" y="22"/>
                </a:cubicBezTo>
                <a:cubicBezTo>
                  <a:pt x="8" y="27"/>
                  <a:pt x="8" y="27"/>
                  <a:pt x="8" y="27"/>
                </a:cubicBezTo>
                <a:cubicBezTo>
                  <a:pt x="11" y="27"/>
                  <a:pt x="11" y="27"/>
                  <a:pt x="11" y="27"/>
                </a:cubicBezTo>
                <a:cubicBezTo>
                  <a:pt x="12" y="27"/>
                  <a:pt x="13" y="28"/>
                  <a:pt x="13" y="30"/>
                </a:cubicBezTo>
                <a:cubicBezTo>
                  <a:pt x="13" y="38"/>
                  <a:pt x="13" y="38"/>
                  <a:pt x="13" y="38"/>
                </a:cubicBezTo>
                <a:cubicBezTo>
                  <a:pt x="13" y="40"/>
                  <a:pt x="12" y="41"/>
                  <a:pt x="11" y="41"/>
                </a:cubicBezTo>
                <a:cubicBezTo>
                  <a:pt x="2" y="41"/>
                  <a:pt x="2" y="41"/>
                  <a:pt x="2" y="41"/>
                </a:cubicBezTo>
                <a:cubicBezTo>
                  <a:pt x="1" y="41"/>
                  <a:pt x="0" y="40"/>
                  <a:pt x="0" y="38"/>
                </a:cubicBezTo>
                <a:cubicBezTo>
                  <a:pt x="0" y="30"/>
                  <a:pt x="0" y="30"/>
                  <a:pt x="0" y="30"/>
                </a:cubicBezTo>
                <a:cubicBezTo>
                  <a:pt x="0" y="28"/>
                  <a:pt x="1" y="27"/>
                  <a:pt x="2" y="27"/>
                </a:cubicBezTo>
                <a:cubicBezTo>
                  <a:pt x="5" y="27"/>
                  <a:pt x="5" y="27"/>
                  <a:pt x="5" y="27"/>
                </a:cubicBezTo>
                <a:cubicBezTo>
                  <a:pt x="5" y="22"/>
                  <a:pt x="5" y="22"/>
                  <a:pt x="5" y="22"/>
                </a:cubicBezTo>
                <a:cubicBezTo>
                  <a:pt x="5" y="20"/>
                  <a:pt x="6" y="19"/>
                  <a:pt x="8" y="19"/>
                </a:cubicBezTo>
                <a:cubicBezTo>
                  <a:pt x="22" y="19"/>
                  <a:pt x="22" y="19"/>
                  <a:pt x="22" y="19"/>
                </a:cubicBezTo>
                <a:cubicBezTo>
                  <a:pt x="22" y="13"/>
                  <a:pt x="22" y="13"/>
                  <a:pt x="22" y="13"/>
                </a:cubicBezTo>
                <a:cubicBezTo>
                  <a:pt x="19" y="13"/>
                  <a:pt x="19" y="13"/>
                  <a:pt x="19" y="13"/>
                </a:cubicBezTo>
                <a:cubicBezTo>
                  <a:pt x="18" y="13"/>
                  <a:pt x="17" y="12"/>
                  <a:pt x="17" y="11"/>
                </a:cubicBezTo>
                <a:cubicBezTo>
                  <a:pt x="17" y="2"/>
                  <a:pt x="17" y="2"/>
                  <a:pt x="17" y="2"/>
                </a:cubicBezTo>
                <a:cubicBezTo>
                  <a:pt x="17" y="1"/>
                  <a:pt x="18" y="0"/>
                  <a:pt x="19" y="0"/>
                </a:cubicBezTo>
                <a:cubicBezTo>
                  <a:pt x="28" y="0"/>
                  <a:pt x="28" y="0"/>
                  <a:pt x="28" y="0"/>
                </a:cubicBezTo>
                <a:cubicBezTo>
                  <a:pt x="29" y="0"/>
                  <a:pt x="31" y="1"/>
                  <a:pt x="31" y="2"/>
                </a:cubicBezTo>
                <a:cubicBezTo>
                  <a:pt x="31" y="11"/>
                  <a:pt x="31" y="11"/>
                  <a:pt x="31" y="11"/>
                </a:cubicBezTo>
                <a:cubicBezTo>
                  <a:pt x="31" y="12"/>
                  <a:pt x="29" y="13"/>
                  <a:pt x="28" y="13"/>
                </a:cubicBezTo>
                <a:cubicBezTo>
                  <a:pt x="25" y="13"/>
                  <a:pt x="25" y="13"/>
                  <a:pt x="25" y="13"/>
                </a:cubicBezTo>
                <a:cubicBezTo>
                  <a:pt x="25" y="19"/>
                  <a:pt x="25" y="19"/>
                  <a:pt x="25" y="19"/>
                </a:cubicBezTo>
                <a:cubicBezTo>
                  <a:pt x="39" y="19"/>
                  <a:pt x="39" y="19"/>
                  <a:pt x="39" y="19"/>
                </a:cubicBezTo>
                <a:cubicBezTo>
                  <a:pt x="41" y="19"/>
                  <a:pt x="43" y="20"/>
                  <a:pt x="43" y="22"/>
                </a:cubicBezTo>
                <a:cubicBezTo>
                  <a:pt x="43" y="27"/>
                  <a:pt x="43" y="27"/>
                  <a:pt x="43" y="27"/>
                </a:cubicBezTo>
                <a:cubicBezTo>
                  <a:pt x="45" y="27"/>
                  <a:pt x="45" y="27"/>
                  <a:pt x="45" y="27"/>
                </a:cubicBezTo>
                <a:cubicBezTo>
                  <a:pt x="47" y="27"/>
                  <a:pt x="48" y="28"/>
                  <a:pt x="48" y="30"/>
                </a:cubicBezTo>
                <a:lnTo>
                  <a:pt x="48" y="38"/>
                </a:lnTo>
                <a:close/>
              </a:path>
            </a:pathLst>
          </a:custGeom>
          <a:solidFill>
            <a:srgbClr val="3FB793"/>
          </a:solidFill>
          <a:ln>
            <a:noFill/>
          </a:ln>
        </p:spPr>
        <p:txBody>
          <a:bodyPr anchor="ctr"/>
          <a:lstStyle/>
          <a:p>
            <a:pPr algn="ctr"/>
            <a:endParaRPr/>
          </a:p>
        </p:txBody>
      </p:sp>
      <p:sp>
        <p:nvSpPr>
          <p:cNvPr id="68" name="ïṧḷïḓê-Freeform: Shape 33">
            <a:extLst>
              <a:ext uri="{FF2B5EF4-FFF2-40B4-BE49-F238E27FC236}">
                <a16:creationId xmlns:a16="http://schemas.microsoft.com/office/drawing/2014/main" id="{992D3576-E095-4C15-AE6B-435EF2DE3DEE}"/>
              </a:ext>
            </a:extLst>
          </p:cNvPr>
          <p:cNvSpPr>
            <a:spLocks noChangeAspect="1"/>
          </p:cNvSpPr>
          <p:nvPr/>
        </p:nvSpPr>
        <p:spPr bwMode="auto">
          <a:xfrm>
            <a:off x="2074186" y="3758009"/>
            <a:ext cx="455626" cy="486000"/>
          </a:xfrm>
          <a:custGeom>
            <a:gdLst>
              <a:gd name="T0" fmla="*/ 41 w 45"/>
              <a:gd name="T1" fmla="*/ 48 h 48"/>
              <a:gd name="T2" fmla="*/ 0 w 45"/>
              <a:gd name="T3" fmla="*/ 44 h 48"/>
              <a:gd name="T4" fmla="*/ 3 w 45"/>
              <a:gd name="T5" fmla="*/ 7 h 48"/>
              <a:gd name="T6" fmla="*/ 7 w 45"/>
              <a:gd name="T7" fmla="*/ 4 h 48"/>
              <a:gd name="T8" fmla="*/ 13 w 45"/>
              <a:gd name="T9" fmla="*/ 0 h 48"/>
              <a:gd name="T10" fmla="*/ 17 w 45"/>
              <a:gd name="T11" fmla="*/ 7 h 48"/>
              <a:gd name="T12" fmla="*/ 27 w 45"/>
              <a:gd name="T13" fmla="*/ 4 h 48"/>
              <a:gd name="T14" fmla="*/ 33 w 45"/>
              <a:gd name="T15" fmla="*/ 0 h 48"/>
              <a:gd name="T16" fmla="*/ 38 w 45"/>
              <a:gd name="T17" fmla="*/ 7 h 48"/>
              <a:gd name="T18" fmla="*/ 45 w 45"/>
              <a:gd name="T19" fmla="*/ 10 h 48"/>
              <a:gd name="T20" fmla="*/ 11 w 45"/>
              <a:gd name="T21" fmla="*/ 25 h 48"/>
              <a:gd name="T22" fmla="*/ 3 w 45"/>
              <a:gd name="T23" fmla="*/ 17 h 48"/>
              <a:gd name="T24" fmla="*/ 11 w 45"/>
              <a:gd name="T25" fmla="*/ 25 h 48"/>
              <a:gd name="T26" fmla="*/ 11 w 45"/>
              <a:gd name="T27" fmla="*/ 26 h 48"/>
              <a:gd name="T28" fmla="*/ 3 w 45"/>
              <a:gd name="T29" fmla="*/ 35 h 48"/>
              <a:gd name="T30" fmla="*/ 11 w 45"/>
              <a:gd name="T31" fmla="*/ 44 h 48"/>
              <a:gd name="T32" fmla="*/ 3 w 45"/>
              <a:gd name="T33" fmla="*/ 37 h 48"/>
              <a:gd name="T34" fmla="*/ 11 w 45"/>
              <a:gd name="T35" fmla="*/ 44 h 48"/>
              <a:gd name="T36" fmla="*/ 13 w 45"/>
              <a:gd name="T37" fmla="*/ 3 h 48"/>
              <a:gd name="T38" fmla="*/ 10 w 45"/>
              <a:gd name="T39" fmla="*/ 4 h 48"/>
              <a:gd name="T40" fmla="*/ 11 w 45"/>
              <a:gd name="T41" fmla="*/ 13 h 48"/>
              <a:gd name="T42" fmla="*/ 14 w 45"/>
              <a:gd name="T43" fmla="*/ 12 h 48"/>
              <a:gd name="T44" fmla="*/ 21 w 45"/>
              <a:gd name="T45" fmla="*/ 25 h 48"/>
              <a:gd name="T46" fmla="*/ 13 w 45"/>
              <a:gd name="T47" fmla="*/ 17 h 48"/>
              <a:gd name="T48" fmla="*/ 21 w 45"/>
              <a:gd name="T49" fmla="*/ 25 h 48"/>
              <a:gd name="T50" fmla="*/ 21 w 45"/>
              <a:gd name="T51" fmla="*/ 26 h 48"/>
              <a:gd name="T52" fmla="*/ 13 w 45"/>
              <a:gd name="T53" fmla="*/ 35 h 48"/>
              <a:gd name="T54" fmla="*/ 21 w 45"/>
              <a:gd name="T55" fmla="*/ 44 h 48"/>
              <a:gd name="T56" fmla="*/ 13 w 45"/>
              <a:gd name="T57" fmla="*/ 37 h 48"/>
              <a:gd name="T58" fmla="*/ 21 w 45"/>
              <a:gd name="T59" fmla="*/ 44 h 48"/>
              <a:gd name="T60" fmla="*/ 32 w 45"/>
              <a:gd name="T61" fmla="*/ 17 h 48"/>
              <a:gd name="T62" fmla="*/ 23 w 45"/>
              <a:gd name="T63" fmla="*/ 25 h 48"/>
              <a:gd name="T64" fmla="*/ 32 w 45"/>
              <a:gd name="T65" fmla="*/ 35 h 48"/>
              <a:gd name="T66" fmla="*/ 23 w 45"/>
              <a:gd name="T67" fmla="*/ 26 h 48"/>
              <a:gd name="T68" fmla="*/ 32 w 45"/>
              <a:gd name="T69" fmla="*/ 35 h 48"/>
              <a:gd name="T70" fmla="*/ 32 w 45"/>
              <a:gd name="T71" fmla="*/ 37 h 48"/>
              <a:gd name="T72" fmla="*/ 23 w 45"/>
              <a:gd name="T73" fmla="*/ 44 h 48"/>
              <a:gd name="T74" fmla="*/ 34 w 45"/>
              <a:gd name="T75" fmla="*/ 4 h 48"/>
              <a:gd name="T76" fmla="*/ 32 w 45"/>
              <a:gd name="T77" fmla="*/ 3 h 48"/>
              <a:gd name="T78" fmla="*/ 31 w 45"/>
              <a:gd name="T79" fmla="*/ 12 h 48"/>
              <a:gd name="T80" fmla="*/ 33 w 45"/>
              <a:gd name="T81" fmla="*/ 13 h 48"/>
              <a:gd name="T82" fmla="*/ 34 w 45"/>
              <a:gd name="T83" fmla="*/ 4 h 48"/>
              <a:gd name="T84" fmla="*/ 41 w 45"/>
              <a:gd name="T85" fmla="*/ 17 h 48"/>
              <a:gd name="T86" fmla="*/ 33 w 45"/>
              <a:gd name="T87" fmla="*/ 25 h 48"/>
              <a:gd name="T88" fmla="*/ 41 w 45"/>
              <a:gd name="T89" fmla="*/ 35 h 48"/>
              <a:gd name="T90" fmla="*/ 33 w 45"/>
              <a:gd name="T91" fmla="*/ 26 h 48"/>
              <a:gd name="T92" fmla="*/ 41 w 45"/>
              <a:gd name="T93" fmla="*/ 35 h 48"/>
              <a:gd name="T94" fmla="*/ 41 w 45"/>
              <a:gd name="T95" fmla="*/ 37 h 48"/>
              <a:gd name="T96" fmla="*/ 33 w 45"/>
              <a:gd name="T97" fmla="*/ 44 h 48"/>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45" h="48">
                <a:moveTo>
                  <a:pt x="45" y="44"/>
                </a:moveTo>
                <a:cubicBezTo>
                  <a:pt x="45" y="46"/>
                  <a:pt x="43" y="48"/>
                  <a:pt x="41" y="48"/>
                </a:cubicBezTo>
                <a:cubicBezTo>
                  <a:pt x="3" y="48"/>
                  <a:pt x="3" y="48"/>
                  <a:pt x="3" y="48"/>
                </a:cubicBezTo>
                <a:cubicBezTo>
                  <a:pt x="1" y="48"/>
                  <a:pt x="0" y="46"/>
                  <a:pt x="0" y="44"/>
                </a:cubicBezTo>
                <a:cubicBezTo>
                  <a:pt x="0" y="10"/>
                  <a:pt x="0" y="10"/>
                  <a:pt x="0" y="10"/>
                </a:cubicBezTo>
                <a:cubicBezTo>
                  <a:pt x="0" y="8"/>
                  <a:pt x="1" y="7"/>
                  <a:pt x="3" y="7"/>
                </a:cubicBezTo>
                <a:cubicBezTo>
                  <a:pt x="7" y="7"/>
                  <a:pt x="7" y="7"/>
                  <a:pt x="7" y="7"/>
                </a:cubicBezTo>
                <a:cubicBezTo>
                  <a:pt x="7" y="4"/>
                  <a:pt x="7" y="4"/>
                  <a:pt x="7" y="4"/>
                </a:cubicBezTo>
                <a:cubicBezTo>
                  <a:pt x="7" y="2"/>
                  <a:pt x="9" y="0"/>
                  <a:pt x="11" y="0"/>
                </a:cubicBezTo>
                <a:cubicBezTo>
                  <a:pt x="13" y="0"/>
                  <a:pt x="13" y="0"/>
                  <a:pt x="13" y="0"/>
                </a:cubicBezTo>
                <a:cubicBezTo>
                  <a:pt x="15" y="0"/>
                  <a:pt x="17" y="2"/>
                  <a:pt x="17" y="4"/>
                </a:cubicBezTo>
                <a:cubicBezTo>
                  <a:pt x="17" y="7"/>
                  <a:pt x="17" y="7"/>
                  <a:pt x="17" y="7"/>
                </a:cubicBezTo>
                <a:cubicBezTo>
                  <a:pt x="27" y="7"/>
                  <a:pt x="27" y="7"/>
                  <a:pt x="27" y="7"/>
                </a:cubicBezTo>
                <a:cubicBezTo>
                  <a:pt x="27" y="4"/>
                  <a:pt x="27" y="4"/>
                  <a:pt x="27" y="4"/>
                </a:cubicBezTo>
                <a:cubicBezTo>
                  <a:pt x="27" y="2"/>
                  <a:pt x="29" y="0"/>
                  <a:pt x="32" y="0"/>
                </a:cubicBezTo>
                <a:cubicBezTo>
                  <a:pt x="33" y="0"/>
                  <a:pt x="33" y="0"/>
                  <a:pt x="33" y="0"/>
                </a:cubicBezTo>
                <a:cubicBezTo>
                  <a:pt x="36" y="0"/>
                  <a:pt x="38" y="2"/>
                  <a:pt x="38" y="4"/>
                </a:cubicBezTo>
                <a:cubicBezTo>
                  <a:pt x="38" y="7"/>
                  <a:pt x="38" y="7"/>
                  <a:pt x="38" y="7"/>
                </a:cubicBezTo>
                <a:cubicBezTo>
                  <a:pt x="41" y="7"/>
                  <a:pt x="41" y="7"/>
                  <a:pt x="41" y="7"/>
                </a:cubicBezTo>
                <a:cubicBezTo>
                  <a:pt x="43" y="7"/>
                  <a:pt x="45" y="8"/>
                  <a:pt x="45" y="10"/>
                </a:cubicBezTo>
                <a:lnTo>
                  <a:pt x="45" y="44"/>
                </a:lnTo>
                <a:close/>
                <a:moveTo>
                  <a:pt x="11" y="25"/>
                </a:moveTo>
                <a:cubicBezTo>
                  <a:pt x="11" y="17"/>
                  <a:pt x="11" y="17"/>
                  <a:pt x="11" y="17"/>
                </a:cubicBezTo>
                <a:cubicBezTo>
                  <a:pt x="3" y="17"/>
                  <a:pt x="3" y="17"/>
                  <a:pt x="3" y="17"/>
                </a:cubicBezTo>
                <a:cubicBezTo>
                  <a:pt x="3" y="25"/>
                  <a:pt x="3" y="25"/>
                  <a:pt x="3" y="25"/>
                </a:cubicBezTo>
                <a:lnTo>
                  <a:pt x="11" y="25"/>
                </a:lnTo>
                <a:close/>
                <a:moveTo>
                  <a:pt x="11" y="35"/>
                </a:moveTo>
                <a:cubicBezTo>
                  <a:pt x="11" y="26"/>
                  <a:pt x="11" y="26"/>
                  <a:pt x="11" y="26"/>
                </a:cubicBezTo>
                <a:cubicBezTo>
                  <a:pt x="3" y="26"/>
                  <a:pt x="3" y="26"/>
                  <a:pt x="3" y="26"/>
                </a:cubicBezTo>
                <a:cubicBezTo>
                  <a:pt x="3" y="35"/>
                  <a:pt x="3" y="35"/>
                  <a:pt x="3" y="35"/>
                </a:cubicBezTo>
                <a:lnTo>
                  <a:pt x="11" y="35"/>
                </a:lnTo>
                <a:close/>
                <a:moveTo>
                  <a:pt x="11" y="44"/>
                </a:moveTo>
                <a:cubicBezTo>
                  <a:pt x="11" y="37"/>
                  <a:pt x="11" y="37"/>
                  <a:pt x="11" y="37"/>
                </a:cubicBezTo>
                <a:cubicBezTo>
                  <a:pt x="3" y="37"/>
                  <a:pt x="3" y="37"/>
                  <a:pt x="3" y="37"/>
                </a:cubicBezTo>
                <a:cubicBezTo>
                  <a:pt x="3" y="44"/>
                  <a:pt x="3" y="44"/>
                  <a:pt x="3" y="44"/>
                </a:cubicBezTo>
                <a:lnTo>
                  <a:pt x="11" y="44"/>
                </a:lnTo>
                <a:close/>
                <a:moveTo>
                  <a:pt x="14" y="4"/>
                </a:moveTo>
                <a:cubicBezTo>
                  <a:pt x="14" y="4"/>
                  <a:pt x="13" y="3"/>
                  <a:pt x="13" y="3"/>
                </a:cubicBezTo>
                <a:cubicBezTo>
                  <a:pt x="11" y="3"/>
                  <a:pt x="11" y="3"/>
                  <a:pt x="11" y="3"/>
                </a:cubicBezTo>
                <a:cubicBezTo>
                  <a:pt x="11" y="3"/>
                  <a:pt x="10" y="4"/>
                  <a:pt x="10" y="4"/>
                </a:cubicBezTo>
                <a:cubicBezTo>
                  <a:pt x="10" y="12"/>
                  <a:pt x="10" y="12"/>
                  <a:pt x="10" y="12"/>
                </a:cubicBezTo>
                <a:cubicBezTo>
                  <a:pt x="10" y="12"/>
                  <a:pt x="11" y="13"/>
                  <a:pt x="11" y="13"/>
                </a:cubicBezTo>
                <a:cubicBezTo>
                  <a:pt x="13" y="13"/>
                  <a:pt x="13" y="13"/>
                  <a:pt x="13" y="13"/>
                </a:cubicBezTo>
                <a:cubicBezTo>
                  <a:pt x="13" y="13"/>
                  <a:pt x="14" y="12"/>
                  <a:pt x="14" y="12"/>
                </a:cubicBezTo>
                <a:lnTo>
                  <a:pt x="14" y="4"/>
                </a:lnTo>
                <a:close/>
                <a:moveTo>
                  <a:pt x="21" y="25"/>
                </a:moveTo>
                <a:cubicBezTo>
                  <a:pt x="21" y="17"/>
                  <a:pt x="21" y="17"/>
                  <a:pt x="21" y="17"/>
                </a:cubicBezTo>
                <a:cubicBezTo>
                  <a:pt x="13" y="17"/>
                  <a:pt x="13" y="17"/>
                  <a:pt x="13" y="17"/>
                </a:cubicBezTo>
                <a:cubicBezTo>
                  <a:pt x="13" y="25"/>
                  <a:pt x="13" y="25"/>
                  <a:pt x="13" y="25"/>
                </a:cubicBezTo>
                <a:lnTo>
                  <a:pt x="21" y="25"/>
                </a:lnTo>
                <a:close/>
                <a:moveTo>
                  <a:pt x="21" y="35"/>
                </a:moveTo>
                <a:cubicBezTo>
                  <a:pt x="21" y="26"/>
                  <a:pt x="21" y="26"/>
                  <a:pt x="21" y="26"/>
                </a:cubicBezTo>
                <a:cubicBezTo>
                  <a:pt x="13" y="26"/>
                  <a:pt x="13" y="26"/>
                  <a:pt x="13" y="26"/>
                </a:cubicBezTo>
                <a:cubicBezTo>
                  <a:pt x="13" y="35"/>
                  <a:pt x="13" y="35"/>
                  <a:pt x="13" y="35"/>
                </a:cubicBezTo>
                <a:lnTo>
                  <a:pt x="21" y="35"/>
                </a:lnTo>
                <a:close/>
                <a:moveTo>
                  <a:pt x="21" y="44"/>
                </a:moveTo>
                <a:cubicBezTo>
                  <a:pt x="21" y="37"/>
                  <a:pt x="21" y="37"/>
                  <a:pt x="21" y="37"/>
                </a:cubicBezTo>
                <a:cubicBezTo>
                  <a:pt x="13" y="37"/>
                  <a:pt x="13" y="37"/>
                  <a:pt x="13" y="37"/>
                </a:cubicBezTo>
                <a:cubicBezTo>
                  <a:pt x="13" y="44"/>
                  <a:pt x="13" y="44"/>
                  <a:pt x="13" y="44"/>
                </a:cubicBezTo>
                <a:lnTo>
                  <a:pt x="21" y="44"/>
                </a:lnTo>
                <a:close/>
                <a:moveTo>
                  <a:pt x="32" y="25"/>
                </a:moveTo>
                <a:cubicBezTo>
                  <a:pt x="32" y="17"/>
                  <a:pt x="32" y="17"/>
                  <a:pt x="32" y="17"/>
                </a:cubicBezTo>
                <a:cubicBezTo>
                  <a:pt x="23" y="17"/>
                  <a:pt x="23" y="17"/>
                  <a:pt x="23" y="17"/>
                </a:cubicBezTo>
                <a:cubicBezTo>
                  <a:pt x="23" y="25"/>
                  <a:pt x="23" y="25"/>
                  <a:pt x="23" y="25"/>
                </a:cubicBezTo>
                <a:lnTo>
                  <a:pt x="32" y="25"/>
                </a:lnTo>
                <a:close/>
                <a:moveTo>
                  <a:pt x="32" y="35"/>
                </a:moveTo>
                <a:cubicBezTo>
                  <a:pt x="32" y="26"/>
                  <a:pt x="32" y="26"/>
                  <a:pt x="32" y="26"/>
                </a:cubicBezTo>
                <a:cubicBezTo>
                  <a:pt x="23" y="26"/>
                  <a:pt x="23" y="26"/>
                  <a:pt x="23" y="26"/>
                </a:cubicBezTo>
                <a:cubicBezTo>
                  <a:pt x="23" y="35"/>
                  <a:pt x="23" y="35"/>
                  <a:pt x="23" y="35"/>
                </a:cubicBezTo>
                <a:lnTo>
                  <a:pt x="32" y="35"/>
                </a:lnTo>
                <a:close/>
                <a:moveTo>
                  <a:pt x="32" y="44"/>
                </a:moveTo>
                <a:cubicBezTo>
                  <a:pt x="32" y="37"/>
                  <a:pt x="32" y="37"/>
                  <a:pt x="32" y="37"/>
                </a:cubicBezTo>
                <a:cubicBezTo>
                  <a:pt x="23" y="37"/>
                  <a:pt x="23" y="37"/>
                  <a:pt x="23" y="37"/>
                </a:cubicBezTo>
                <a:cubicBezTo>
                  <a:pt x="23" y="44"/>
                  <a:pt x="23" y="44"/>
                  <a:pt x="23" y="44"/>
                </a:cubicBezTo>
                <a:lnTo>
                  <a:pt x="32" y="44"/>
                </a:lnTo>
                <a:close/>
                <a:moveTo>
                  <a:pt x="34" y="4"/>
                </a:moveTo>
                <a:cubicBezTo>
                  <a:pt x="34" y="4"/>
                  <a:pt x="34" y="3"/>
                  <a:pt x="33" y="3"/>
                </a:cubicBezTo>
                <a:cubicBezTo>
                  <a:pt x="32" y="3"/>
                  <a:pt x="32" y="3"/>
                  <a:pt x="32" y="3"/>
                </a:cubicBezTo>
                <a:cubicBezTo>
                  <a:pt x="31" y="3"/>
                  <a:pt x="31" y="4"/>
                  <a:pt x="31" y="4"/>
                </a:cubicBezTo>
                <a:cubicBezTo>
                  <a:pt x="31" y="12"/>
                  <a:pt x="31" y="12"/>
                  <a:pt x="31" y="12"/>
                </a:cubicBezTo>
                <a:cubicBezTo>
                  <a:pt x="31" y="12"/>
                  <a:pt x="31" y="13"/>
                  <a:pt x="32" y="13"/>
                </a:cubicBezTo>
                <a:cubicBezTo>
                  <a:pt x="33" y="13"/>
                  <a:pt x="33" y="13"/>
                  <a:pt x="33" y="13"/>
                </a:cubicBezTo>
                <a:cubicBezTo>
                  <a:pt x="34" y="13"/>
                  <a:pt x="34" y="12"/>
                  <a:pt x="34" y="12"/>
                </a:cubicBezTo>
                <a:lnTo>
                  <a:pt x="34" y="4"/>
                </a:lnTo>
                <a:close/>
                <a:moveTo>
                  <a:pt x="41" y="25"/>
                </a:moveTo>
                <a:cubicBezTo>
                  <a:pt x="41" y="17"/>
                  <a:pt x="41" y="17"/>
                  <a:pt x="41" y="17"/>
                </a:cubicBezTo>
                <a:cubicBezTo>
                  <a:pt x="33" y="17"/>
                  <a:pt x="33" y="17"/>
                  <a:pt x="33" y="17"/>
                </a:cubicBezTo>
                <a:cubicBezTo>
                  <a:pt x="33" y="25"/>
                  <a:pt x="33" y="25"/>
                  <a:pt x="33" y="25"/>
                </a:cubicBezTo>
                <a:lnTo>
                  <a:pt x="41" y="25"/>
                </a:lnTo>
                <a:close/>
                <a:moveTo>
                  <a:pt x="41" y="35"/>
                </a:moveTo>
                <a:cubicBezTo>
                  <a:pt x="41" y="26"/>
                  <a:pt x="41" y="26"/>
                  <a:pt x="41" y="26"/>
                </a:cubicBezTo>
                <a:cubicBezTo>
                  <a:pt x="33" y="26"/>
                  <a:pt x="33" y="26"/>
                  <a:pt x="33" y="26"/>
                </a:cubicBezTo>
                <a:cubicBezTo>
                  <a:pt x="33" y="35"/>
                  <a:pt x="33" y="35"/>
                  <a:pt x="33" y="35"/>
                </a:cubicBezTo>
                <a:lnTo>
                  <a:pt x="41" y="35"/>
                </a:lnTo>
                <a:close/>
                <a:moveTo>
                  <a:pt x="41" y="44"/>
                </a:moveTo>
                <a:cubicBezTo>
                  <a:pt x="41" y="37"/>
                  <a:pt x="41" y="37"/>
                  <a:pt x="41" y="37"/>
                </a:cubicBezTo>
                <a:cubicBezTo>
                  <a:pt x="33" y="37"/>
                  <a:pt x="33" y="37"/>
                  <a:pt x="33" y="37"/>
                </a:cubicBezTo>
                <a:cubicBezTo>
                  <a:pt x="33" y="44"/>
                  <a:pt x="33" y="44"/>
                  <a:pt x="33" y="44"/>
                </a:cubicBezTo>
                <a:lnTo>
                  <a:pt x="41" y="44"/>
                </a:lnTo>
                <a:close/>
              </a:path>
            </a:pathLst>
          </a:custGeom>
          <a:solidFill>
            <a:srgbClr val="3FB793"/>
          </a:solidFill>
          <a:ln>
            <a:noFill/>
          </a:ln>
        </p:spPr>
        <p:txBody>
          <a:bodyPr anchor="ctr"/>
          <a:lstStyle/>
          <a:p>
            <a:pPr algn="ctr"/>
            <a:endParaRPr/>
          </a:p>
        </p:txBody>
      </p:sp>
      <p:sp>
        <p:nvSpPr>
          <p:cNvPr id="69" name="ïṧḷïḓê-Freeform: Shape 34">
            <a:extLst>
              <a:ext uri="{FF2B5EF4-FFF2-40B4-BE49-F238E27FC236}">
                <a16:creationId xmlns:a16="http://schemas.microsoft.com/office/drawing/2014/main" id="{E335ABB5-8D65-433E-B9F9-77C825D515F0}"/>
              </a:ext>
            </a:extLst>
          </p:cNvPr>
          <p:cNvSpPr>
            <a:spLocks noChangeAspect="1"/>
          </p:cNvSpPr>
          <p:nvPr/>
        </p:nvSpPr>
        <p:spPr bwMode="auto">
          <a:xfrm>
            <a:off x="7756748" y="3776701"/>
            <a:ext cx="486000" cy="448616"/>
          </a:xfrm>
          <a:custGeom>
            <a:gdLst>
              <a:gd name="T0" fmla="*/ 9 w 52"/>
              <a:gd name="T1" fmla="*/ 28 h 48"/>
              <a:gd name="T2" fmla="*/ 5 w 52"/>
              <a:gd name="T3" fmla="*/ 28 h 48"/>
              <a:gd name="T4" fmla="*/ 0 w 52"/>
              <a:gd name="T5" fmla="*/ 23 h 48"/>
              <a:gd name="T6" fmla="*/ 4 w 52"/>
              <a:gd name="T7" fmla="*/ 14 h 48"/>
              <a:gd name="T8" fmla="*/ 11 w 52"/>
              <a:gd name="T9" fmla="*/ 16 h 48"/>
              <a:gd name="T10" fmla="*/ 14 w 52"/>
              <a:gd name="T11" fmla="*/ 16 h 48"/>
              <a:gd name="T12" fmla="*/ 14 w 52"/>
              <a:gd name="T13" fmla="*/ 17 h 48"/>
              <a:gd name="T14" fmla="*/ 16 w 52"/>
              <a:gd name="T15" fmla="*/ 24 h 48"/>
              <a:gd name="T16" fmla="*/ 9 w 52"/>
              <a:gd name="T17" fmla="*/ 28 h 48"/>
              <a:gd name="T18" fmla="*/ 11 w 52"/>
              <a:gd name="T19" fmla="*/ 14 h 48"/>
              <a:gd name="T20" fmla="*/ 4 w 52"/>
              <a:gd name="T21" fmla="*/ 7 h 48"/>
              <a:gd name="T22" fmla="*/ 11 w 52"/>
              <a:gd name="T23" fmla="*/ 0 h 48"/>
              <a:gd name="T24" fmla="*/ 17 w 52"/>
              <a:gd name="T25" fmla="*/ 7 h 48"/>
              <a:gd name="T26" fmla="*/ 11 w 52"/>
              <a:gd name="T27" fmla="*/ 14 h 48"/>
              <a:gd name="T28" fmla="*/ 38 w 52"/>
              <a:gd name="T29" fmla="*/ 48 h 48"/>
              <a:gd name="T30" fmla="*/ 14 w 52"/>
              <a:gd name="T31" fmla="*/ 48 h 48"/>
              <a:gd name="T32" fmla="*/ 7 w 52"/>
              <a:gd name="T33" fmla="*/ 41 h 48"/>
              <a:gd name="T34" fmla="*/ 16 w 52"/>
              <a:gd name="T35" fmla="*/ 26 h 48"/>
              <a:gd name="T36" fmla="*/ 26 w 52"/>
              <a:gd name="T37" fmla="*/ 30 h 48"/>
              <a:gd name="T38" fmla="*/ 36 w 52"/>
              <a:gd name="T39" fmla="*/ 26 h 48"/>
              <a:gd name="T40" fmla="*/ 45 w 52"/>
              <a:gd name="T41" fmla="*/ 41 h 48"/>
              <a:gd name="T42" fmla="*/ 38 w 52"/>
              <a:gd name="T43" fmla="*/ 48 h 48"/>
              <a:gd name="T44" fmla="*/ 26 w 52"/>
              <a:gd name="T45" fmla="*/ 28 h 48"/>
              <a:gd name="T46" fmla="*/ 16 w 52"/>
              <a:gd name="T47" fmla="*/ 17 h 48"/>
              <a:gd name="T48" fmla="*/ 26 w 52"/>
              <a:gd name="T49" fmla="*/ 7 h 48"/>
              <a:gd name="T50" fmla="*/ 36 w 52"/>
              <a:gd name="T51" fmla="*/ 17 h 48"/>
              <a:gd name="T52" fmla="*/ 26 w 52"/>
              <a:gd name="T53" fmla="*/ 28 h 48"/>
              <a:gd name="T54" fmla="*/ 41 w 52"/>
              <a:gd name="T55" fmla="*/ 14 h 48"/>
              <a:gd name="T56" fmla="*/ 35 w 52"/>
              <a:gd name="T57" fmla="*/ 7 h 48"/>
              <a:gd name="T58" fmla="*/ 41 w 52"/>
              <a:gd name="T59" fmla="*/ 0 h 48"/>
              <a:gd name="T60" fmla="*/ 48 w 52"/>
              <a:gd name="T61" fmla="*/ 7 h 48"/>
              <a:gd name="T62" fmla="*/ 41 w 52"/>
              <a:gd name="T63" fmla="*/ 14 h 48"/>
              <a:gd name="T64" fmla="*/ 46 w 52"/>
              <a:gd name="T65" fmla="*/ 28 h 48"/>
              <a:gd name="T66" fmla="*/ 43 w 52"/>
              <a:gd name="T67" fmla="*/ 28 h 48"/>
              <a:gd name="T68" fmla="*/ 36 w 52"/>
              <a:gd name="T69" fmla="*/ 24 h 48"/>
              <a:gd name="T70" fmla="*/ 38 w 52"/>
              <a:gd name="T71" fmla="*/ 17 h 48"/>
              <a:gd name="T72" fmla="*/ 38 w 52"/>
              <a:gd name="T73" fmla="*/ 16 h 48"/>
              <a:gd name="T74" fmla="*/ 41 w 52"/>
              <a:gd name="T75" fmla="*/ 16 h 48"/>
              <a:gd name="T76" fmla="*/ 48 w 52"/>
              <a:gd name="T77" fmla="*/ 14 h 48"/>
              <a:gd name="T78" fmla="*/ 52 w 52"/>
              <a:gd name="T79" fmla="*/ 23 h 48"/>
              <a:gd name="T80" fmla="*/ 46 w 52"/>
              <a:gd name="T81" fmla="*/ 28 h 48"/>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2" h="48">
                <a:moveTo>
                  <a:pt x="9" y="28"/>
                </a:moveTo>
                <a:cubicBezTo>
                  <a:pt x="5" y="28"/>
                  <a:pt x="5" y="28"/>
                  <a:pt x="5" y="28"/>
                </a:cubicBezTo>
                <a:cubicBezTo>
                  <a:pt x="3" y="28"/>
                  <a:pt x="0" y="26"/>
                  <a:pt x="0" y="23"/>
                </a:cubicBezTo>
                <a:cubicBezTo>
                  <a:pt x="0" y="21"/>
                  <a:pt x="0" y="14"/>
                  <a:pt x="4" y="14"/>
                </a:cubicBezTo>
                <a:cubicBezTo>
                  <a:pt x="4" y="14"/>
                  <a:pt x="7" y="16"/>
                  <a:pt x="11" y="16"/>
                </a:cubicBezTo>
                <a:cubicBezTo>
                  <a:pt x="12" y="16"/>
                  <a:pt x="13" y="16"/>
                  <a:pt x="14" y="16"/>
                </a:cubicBezTo>
                <a:cubicBezTo>
                  <a:pt x="14" y="16"/>
                  <a:pt x="14" y="17"/>
                  <a:pt x="14" y="17"/>
                </a:cubicBezTo>
                <a:cubicBezTo>
                  <a:pt x="14" y="20"/>
                  <a:pt x="15" y="22"/>
                  <a:pt x="16" y="24"/>
                </a:cubicBezTo>
                <a:cubicBezTo>
                  <a:pt x="13" y="24"/>
                  <a:pt x="11" y="26"/>
                  <a:pt x="9" y="28"/>
                </a:cubicBezTo>
                <a:close/>
                <a:moveTo>
                  <a:pt x="11" y="14"/>
                </a:moveTo>
                <a:cubicBezTo>
                  <a:pt x="7" y="14"/>
                  <a:pt x="4" y="11"/>
                  <a:pt x="4" y="7"/>
                </a:cubicBezTo>
                <a:cubicBezTo>
                  <a:pt x="4" y="3"/>
                  <a:pt x="7" y="0"/>
                  <a:pt x="11" y="0"/>
                </a:cubicBezTo>
                <a:cubicBezTo>
                  <a:pt x="14" y="0"/>
                  <a:pt x="17" y="3"/>
                  <a:pt x="17" y="7"/>
                </a:cubicBezTo>
                <a:cubicBezTo>
                  <a:pt x="17" y="11"/>
                  <a:pt x="14" y="14"/>
                  <a:pt x="11" y="14"/>
                </a:cubicBezTo>
                <a:close/>
                <a:moveTo>
                  <a:pt x="38" y="48"/>
                </a:moveTo>
                <a:cubicBezTo>
                  <a:pt x="14" y="48"/>
                  <a:pt x="14" y="48"/>
                  <a:pt x="14" y="48"/>
                </a:cubicBezTo>
                <a:cubicBezTo>
                  <a:pt x="10" y="48"/>
                  <a:pt x="7" y="46"/>
                  <a:pt x="7" y="41"/>
                </a:cubicBezTo>
                <a:cubicBezTo>
                  <a:pt x="7" y="35"/>
                  <a:pt x="9" y="26"/>
                  <a:pt x="16" y="26"/>
                </a:cubicBezTo>
                <a:cubicBezTo>
                  <a:pt x="17" y="26"/>
                  <a:pt x="21" y="30"/>
                  <a:pt x="26" y="30"/>
                </a:cubicBezTo>
                <a:cubicBezTo>
                  <a:pt x="31" y="30"/>
                  <a:pt x="35" y="26"/>
                  <a:pt x="36" y="26"/>
                </a:cubicBezTo>
                <a:cubicBezTo>
                  <a:pt x="43" y="26"/>
                  <a:pt x="45" y="35"/>
                  <a:pt x="45" y="41"/>
                </a:cubicBezTo>
                <a:cubicBezTo>
                  <a:pt x="45" y="46"/>
                  <a:pt x="42" y="48"/>
                  <a:pt x="38" y="48"/>
                </a:cubicBezTo>
                <a:close/>
                <a:moveTo>
                  <a:pt x="26" y="28"/>
                </a:moveTo>
                <a:cubicBezTo>
                  <a:pt x="20" y="28"/>
                  <a:pt x="16" y="23"/>
                  <a:pt x="16" y="17"/>
                </a:cubicBezTo>
                <a:cubicBezTo>
                  <a:pt x="16" y="12"/>
                  <a:pt x="20" y="7"/>
                  <a:pt x="26" y="7"/>
                </a:cubicBezTo>
                <a:cubicBezTo>
                  <a:pt x="32" y="7"/>
                  <a:pt x="36" y="12"/>
                  <a:pt x="36" y="17"/>
                </a:cubicBezTo>
                <a:cubicBezTo>
                  <a:pt x="36" y="23"/>
                  <a:pt x="32" y="28"/>
                  <a:pt x="26" y="28"/>
                </a:cubicBezTo>
                <a:close/>
                <a:moveTo>
                  <a:pt x="41" y="14"/>
                </a:moveTo>
                <a:cubicBezTo>
                  <a:pt x="38" y="14"/>
                  <a:pt x="35" y="11"/>
                  <a:pt x="35" y="7"/>
                </a:cubicBezTo>
                <a:cubicBezTo>
                  <a:pt x="35" y="3"/>
                  <a:pt x="38" y="0"/>
                  <a:pt x="41" y="0"/>
                </a:cubicBezTo>
                <a:cubicBezTo>
                  <a:pt x="45" y="0"/>
                  <a:pt x="48" y="3"/>
                  <a:pt x="48" y="7"/>
                </a:cubicBezTo>
                <a:cubicBezTo>
                  <a:pt x="48" y="11"/>
                  <a:pt x="45" y="14"/>
                  <a:pt x="41" y="14"/>
                </a:cubicBezTo>
                <a:close/>
                <a:moveTo>
                  <a:pt x="46" y="28"/>
                </a:moveTo>
                <a:cubicBezTo>
                  <a:pt x="43" y="28"/>
                  <a:pt x="43" y="28"/>
                  <a:pt x="43" y="28"/>
                </a:cubicBezTo>
                <a:cubicBezTo>
                  <a:pt x="41" y="26"/>
                  <a:pt x="39" y="24"/>
                  <a:pt x="36" y="24"/>
                </a:cubicBezTo>
                <a:cubicBezTo>
                  <a:pt x="37" y="22"/>
                  <a:pt x="38" y="20"/>
                  <a:pt x="38" y="17"/>
                </a:cubicBezTo>
                <a:cubicBezTo>
                  <a:pt x="38" y="17"/>
                  <a:pt x="38" y="16"/>
                  <a:pt x="38" y="16"/>
                </a:cubicBezTo>
                <a:cubicBezTo>
                  <a:pt x="39" y="16"/>
                  <a:pt x="40" y="16"/>
                  <a:pt x="41" y="16"/>
                </a:cubicBezTo>
                <a:cubicBezTo>
                  <a:pt x="45" y="16"/>
                  <a:pt x="48" y="14"/>
                  <a:pt x="48" y="14"/>
                </a:cubicBezTo>
                <a:cubicBezTo>
                  <a:pt x="52" y="14"/>
                  <a:pt x="52" y="21"/>
                  <a:pt x="52" y="23"/>
                </a:cubicBezTo>
                <a:cubicBezTo>
                  <a:pt x="52" y="26"/>
                  <a:pt x="49" y="28"/>
                  <a:pt x="46" y="28"/>
                </a:cubicBezTo>
                <a:close/>
              </a:path>
            </a:pathLst>
          </a:custGeom>
          <a:solidFill>
            <a:srgbClr val="545D79"/>
          </a:solidFill>
          <a:ln>
            <a:noFill/>
          </a:ln>
        </p:spPr>
        <p:txBody>
          <a:bodyPr anchor="ctr"/>
          <a:lstStyle/>
          <a:p>
            <a:pPr algn="ctr"/>
            <a:endParaRPr/>
          </a:p>
        </p:txBody>
      </p:sp>
      <p:grpSp>
        <p:nvGrpSpPr>
          <p:cNvPr id="70" name="Group 44">
            <a:extLst>
              <a:ext uri="{FF2B5EF4-FFF2-40B4-BE49-F238E27FC236}">
                <a16:creationId xmlns:a16="http://schemas.microsoft.com/office/drawing/2014/main" id="{FB607D44-0CED-4675-9C8B-B23BA47577A0}"/>
              </a:ext>
            </a:extLst>
          </p:cNvPr>
          <p:cNvGrpSpPr/>
          <p:nvPr/>
        </p:nvGrpSpPr>
        <p:grpSpPr>
          <a:xfrm>
            <a:off x="9733617" y="3750427"/>
            <a:ext cx="575260" cy="501164"/>
            <a:chOff x="4400550" y="1949450"/>
            <a:chExt cx="3389313" cy="2952750"/>
          </a:xfrm>
          <a:solidFill>
            <a:srgbClr val="3FB793"/>
          </a:solidFill>
        </p:grpSpPr>
        <p:sp>
          <p:nvSpPr>
            <p:cNvPr id="71" name="ïṧḷïḓê-Freeform: Shape 45">
              <a:extLst>
                <a:ext uri="{FF2B5EF4-FFF2-40B4-BE49-F238E27FC236}">
                  <a16:creationId xmlns:a16="http://schemas.microsoft.com/office/drawing/2014/main" id="{7B460F7E-995D-45BF-8CB9-124F9DA37075}"/>
                </a:ext>
              </a:extLst>
            </p:cNvPr>
            <p:cNvSpPr/>
            <p:nvPr/>
          </p:nvSpPr>
          <p:spPr bwMode="auto">
            <a:xfrm>
              <a:off x="4400550" y="1949450"/>
              <a:ext cx="2254250" cy="866775"/>
            </a:xfrm>
            <a:custGeom>
              <a:gdLst>
                <a:gd name="T0" fmla="*/ 1531 w 2840"/>
                <a:gd name="T1" fmla="*/ 1 h 1091"/>
                <a:gd name="T2" fmla="*/ 1745 w 2840"/>
                <a:gd name="T3" fmla="*/ 14 h 1091"/>
                <a:gd name="T4" fmla="*/ 1948 w 2840"/>
                <a:gd name="T5" fmla="*/ 39 h 1091"/>
                <a:gd name="T6" fmla="*/ 2136 w 2840"/>
                <a:gd name="T7" fmla="*/ 74 h 1091"/>
                <a:gd name="T8" fmla="*/ 2308 w 2840"/>
                <a:gd name="T9" fmla="*/ 119 h 1091"/>
                <a:gd name="T10" fmla="*/ 2460 w 2840"/>
                <a:gd name="T11" fmla="*/ 173 h 1091"/>
                <a:gd name="T12" fmla="*/ 2590 w 2840"/>
                <a:gd name="T13" fmla="*/ 235 h 1091"/>
                <a:gd name="T14" fmla="*/ 2695 w 2840"/>
                <a:gd name="T15" fmla="*/ 305 h 1091"/>
                <a:gd name="T16" fmla="*/ 2774 w 2840"/>
                <a:gd name="T17" fmla="*/ 380 h 1091"/>
                <a:gd name="T18" fmla="*/ 2823 w 2840"/>
                <a:gd name="T19" fmla="*/ 461 h 1091"/>
                <a:gd name="T20" fmla="*/ 2840 w 2840"/>
                <a:gd name="T21" fmla="*/ 545 h 1091"/>
                <a:gd name="T22" fmla="*/ 2823 w 2840"/>
                <a:gd name="T23" fmla="*/ 629 h 1091"/>
                <a:gd name="T24" fmla="*/ 2774 w 2840"/>
                <a:gd name="T25" fmla="*/ 711 h 1091"/>
                <a:gd name="T26" fmla="*/ 2695 w 2840"/>
                <a:gd name="T27" fmla="*/ 786 h 1091"/>
                <a:gd name="T28" fmla="*/ 2590 w 2840"/>
                <a:gd name="T29" fmla="*/ 854 h 1091"/>
                <a:gd name="T30" fmla="*/ 2460 w 2840"/>
                <a:gd name="T31" fmla="*/ 916 h 1091"/>
                <a:gd name="T32" fmla="*/ 2308 w 2840"/>
                <a:gd name="T33" fmla="*/ 971 h 1091"/>
                <a:gd name="T34" fmla="*/ 2136 w 2840"/>
                <a:gd name="T35" fmla="*/ 1016 h 1091"/>
                <a:gd name="T36" fmla="*/ 1948 w 2840"/>
                <a:gd name="T37" fmla="*/ 1052 h 1091"/>
                <a:gd name="T38" fmla="*/ 1745 w 2840"/>
                <a:gd name="T39" fmla="*/ 1077 h 1091"/>
                <a:gd name="T40" fmla="*/ 1531 w 2840"/>
                <a:gd name="T41" fmla="*/ 1089 h 1091"/>
                <a:gd name="T42" fmla="*/ 1309 w 2840"/>
                <a:gd name="T43" fmla="*/ 1089 h 1091"/>
                <a:gd name="T44" fmla="*/ 1094 w 2840"/>
                <a:gd name="T45" fmla="*/ 1077 h 1091"/>
                <a:gd name="T46" fmla="*/ 892 w 2840"/>
                <a:gd name="T47" fmla="*/ 1052 h 1091"/>
                <a:gd name="T48" fmla="*/ 703 w 2840"/>
                <a:gd name="T49" fmla="*/ 1016 h 1091"/>
                <a:gd name="T50" fmla="*/ 532 w 2840"/>
                <a:gd name="T51" fmla="*/ 971 h 1091"/>
                <a:gd name="T52" fmla="*/ 379 w 2840"/>
                <a:gd name="T53" fmla="*/ 916 h 1091"/>
                <a:gd name="T54" fmla="*/ 250 w 2840"/>
                <a:gd name="T55" fmla="*/ 854 h 1091"/>
                <a:gd name="T56" fmla="*/ 144 w 2840"/>
                <a:gd name="T57" fmla="*/ 786 h 1091"/>
                <a:gd name="T58" fmla="*/ 66 w 2840"/>
                <a:gd name="T59" fmla="*/ 711 h 1091"/>
                <a:gd name="T60" fmla="*/ 17 w 2840"/>
                <a:gd name="T61" fmla="*/ 629 h 1091"/>
                <a:gd name="T62" fmla="*/ 0 w 2840"/>
                <a:gd name="T63" fmla="*/ 545 h 1091"/>
                <a:gd name="T64" fmla="*/ 17 w 2840"/>
                <a:gd name="T65" fmla="*/ 461 h 1091"/>
                <a:gd name="T66" fmla="*/ 66 w 2840"/>
                <a:gd name="T67" fmla="*/ 380 h 1091"/>
                <a:gd name="T68" fmla="*/ 144 w 2840"/>
                <a:gd name="T69" fmla="*/ 305 h 1091"/>
                <a:gd name="T70" fmla="*/ 250 w 2840"/>
                <a:gd name="T71" fmla="*/ 235 h 1091"/>
                <a:gd name="T72" fmla="*/ 379 w 2840"/>
                <a:gd name="T73" fmla="*/ 173 h 1091"/>
                <a:gd name="T74" fmla="*/ 532 w 2840"/>
                <a:gd name="T75" fmla="*/ 119 h 1091"/>
                <a:gd name="T76" fmla="*/ 703 w 2840"/>
                <a:gd name="T77" fmla="*/ 74 h 1091"/>
                <a:gd name="T78" fmla="*/ 892 w 2840"/>
                <a:gd name="T79" fmla="*/ 39 h 1091"/>
                <a:gd name="T80" fmla="*/ 1094 w 2840"/>
                <a:gd name="T81" fmla="*/ 14 h 1091"/>
                <a:gd name="T82" fmla="*/ 1309 w 2840"/>
                <a:gd name="T83" fmla="*/ 1 h 1091"/>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40" h="1091">
                  <a:moveTo>
                    <a:pt x="1420" y="0"/>
                  </a:moveTo>
                  <a:lnTo>
                    <a:pt x="1531" y="1"/>
                  </a:lnTo>
                  <a:lnTo>
                    <a:pt x="1639" y="6"/>
                  </a:lnTo>
                  <a:lnTo>
                    <a:pt x="1745" y="14"/>
                  </a:lnTo>
                  <a:lnTo>
                    <a:pt x="1849" y="24"/>
                  </a:lnTo>
                  <a:lnTo>
                    <a:pt x="1948" y="39"/>
                  </a:lnTo>
                  <a:lnTo>
                    <a:pt x="2044" y="55"/>
                  </a:lnTo>
                  <a:lnTo>
                    <a:pt x="2136" y="74"/>
                  </a:lnTo>
                  <a:lnTo>
                    <a:pt x="2224" y="96"/>
                  </a:lnTo>
                  <a:lnTo>
                    <a:pt x="2308" y="119"/>
                  </a:lnTo>
                  <a:lnTo>
                    <a:pt x="2386" y="146"/>
                  </a:lnTo>
                  <a:lnTo>
                    <a:pt x="2460" y="173"/>
                  </a:lnTo>
                  <a:lnTo>
                    <a:pt x="2528" y="204"/>
                  </a:lnTo>
                  <a:lnTo>
                    <a:pt x="2590" y="235"/>
                  </a:lnTo>
                  <a:lnTo>
                    <a:pt x="2646" y="270"/>
                  </a:lnTo>
                  <a:lnTo>
                    <a:pt x="2695" y="305"/>
                  </a:lnTo>
                  <a:lnTo>
                    <a:pt x="2738" y="342"/>
                  </a:lnTo>
                  <a:lnTo>
                    <a:pt x="2774" y="380"/>
                  </a:lnTo>
                  <a:lnTo>
                    <a:pt x="2803" y="421"/>
                  </a:lnTo>
                  <a:lnTo>
                    <a:pt x="2823" y="461"/>
                  </a:lnTo>
                  <a:lnTo>
                    <a:pt x="2835" y="502"/>
                  </a:lnTo>
                  <a:lnTo>
                    <a:pt x="2840" y="545"/>
                  </a:lnTo>
                  <a:lnTo>
                    <a:pt x="2835" y="588"/>
                  </a:lnTo>
                  <a:lnTo>
                    <a:pt x="2823" y="629"/>
                  </a:lnTo>
                  <a:lnTo>
                    <a:pt x="2803" y="670"/>
                  </a:lnTo>
                  <a:lnTo>
                    <a:pt x="2774" y="711"/>
                  </a:lnTo>
                  <a:lnTo>
                    <a:pt x="2738" y="748"/>
                  </a:lnTo>
                  <a:lnTo>
                    <a:pt x="2695" y="786"/>
                  </a:lnTo>
                  <a:lnTo>
                    <a:pt x="2646" y="821"/>
                  </a:lnTo>
                  <a:lnTo>
                    <a:pt x="2590" y="854"/>
                  </a:lnTo>
                  <a:lnTo>
                    <a:pt x="2528" y="887"/>
                  </a:lnTo>
                  <a:lnTo>
                    <a:pt x="2460" y="916"/>
                  </a:lnTo>
                  <a:lnTo>
                    <a:pt x="2386" y="945"/>
                  </a:lnTo>
                  <a:lnTo>
                    <a:pt x="2308" y="971"/>
                  </a:lnTo>
                  <a:lnTo>
                    <a:pt x="2224" y="995"/>
                  </a:lnTo>
                  <a:lnTo>
                    <a:pt x="2136" y="1016"/>
                  </a:lnTo>
                  <a:lnTo>
                    <a:pt x="2044" y="1035"/>
                  </a:lnTo>
                  <a:lnTo>
                    <a:pt x="1948" y="1052"/>
                  </a:lnTo>
                  <a:lnTo>
                    <a:pt x="1849" y="1065"/>
                  </a:lnTo>
                  <a:lnTo>
                    <a:pt x="1745" y="1077"/>
                  </a:lnTo>
                  <a:lnTo>
                    <a:pt x="1639" y="1085"/>
                  </a:lnTo>
                  <a:lnTo>
                    <a:pt x="1531" y="1089"/>
                  </a:lnTo>
                  <a:lnTo>
                    <a:pt x="1420" y="1091"/>
                  </a:lnTo>
                  <a:lnTo>
                    <a:pt x="1309" y="1089"/>
                  </a:lnTo>
                  <a:lnTo>
                    <a:pt x="1200" y="1085"/>
                  </a:lnTo>
                  <a:lnTo>
                    <a:pt x="1094" y="1077"/>
                  </a:lnTo>
                  <a:lnTo>
                    <a:pt x="992" y="1065"/>
                  </a:lnTo>
                  <a:lnTo>
                    <a:pt x="892" y="1052"/>
                  </a:lnTo>
                  <a:lnTo>
                    <a:pt x="795" y="1035"/>
                  </a:lnTo>
                  <a:lnTo>
                    <a:pt x="703" y="1016"/>
                  </a:lnTo>
                  <a:lnTo>
                    <a:pt x="615" y="995"/>
                  </a:lnTo>
                  <a:lnTo>
                    <a:pt x="532" y="971"/>
                  </a:lnTo>
                  <a:lnTo>
                    <a:pt x="453" y="945"/>
                  </a:lnTo>
                  <a:lnTo>
                    <a:pt x="379" y="916"/>
                  </a:lnTo>
                  <a:lnTo>
                    <a:pt x="312" y="887"/>
                  </a:lnTo>
                  <a:lnTo>
                    <a:pt x="250" y="854"/>
                  </a:lnTo>
                  <a:lnTo>
                    <a:pt x="194" y="821"/>
                  </a:lnTo>
                  <a:lnTo>
                    <a:pt x="144" y="786"/>
                  </a:lnTo>
                  <a:lnTo>
                    <a:pt x="101" y="748"/>
                  </a:lnTo>
                  <a:lnTo>
                    <a:pt x="66" y="711"/>
                  </a:lnTo>
                  <a:lnTo>
                    <a:pt x="38" y="670"/>
                  </a:lnTo>
                  <a:lnTo>
                    <a:pt x="17" y="629"/>
                  </a:lnTo>
                  <a:lnTo>
                    <a:pt x="4" y="588"/>
                  </a:lnTo>
                  <a:lnTo>
                    <a:pt x="0" y="545"/>
                  </a:lnTo>
                  <a:lnTo>
                    <a:pt x="4" y="502"/>
                  </a:lnTo>
                  <a:lnTo>
                    <a:pt x="17" y="461"/>
                  </a:lnTo>
                  <a:lnTo>
                    <a:pt x="38" y="421"/>
                  </a:lnTo>
                  <a:lnTo>
                    <a:pt x="66" y="380"/>
                  </a:lnTo>
                  <a:lnTo>
                    <a:pt x="101" y="342"/>
                  </a:lnTo>
                  <a:lnTo>
                    <a:pt x="144" y="305"/>
                  </a:lnTo>
                  <a:lnTo>
                    <a:pt x="194" y="270"/>
                  </a:lnTo>
                  <a:lnTo>
                    <a:pt x="250" y="235"/>
                  </a:lnTo>
                  <a:lnTo>
                    <a:pt x="312" y="204"/>
                  </a:lnTo>
                  <a:lnTo>
                    <a:pt x="379" y="173"/>
                  </a:lnTo>
                  <a:lnTo>
                    <a:pt x="453" y="146"/>
                  </a:lnTo>
                  <a:lnTo>
                    <a:pt x="532" y="119"/>
                  </a:lnTo>
                  <a:lnTo>
                    <a:pt x="615" y="96"/>
                  </a:lnTo>
                  <a:lnTo>
                    <a:pt x="703" y="74"/>
                  </a:lnTo>
                  <a:lnTo>
                    <a:pt x="795" y="55"/>
                  </a:lnTo>
                  <a:lnTo>
                    <a:pt x="892" y="39"/>
                  </a:lnTo>
                  <a:lnTo>
                    <a:pt x="992" y="24"/>
                  </a:lnTo>
                  <a:lnTo>
                    <a:pt x="1094" y="14"/>
                  </a:lnTo>
                  <a:lnTo>
                    <a:pt x="1200" y="6"/>
                  </a:lnTo>
                  <a:lnTo>
                    <a:pt x="1309" y="1"/>
                  </a:lnTo>
                  <a:lnTo>
                    <a:pt x="1420" y="0"/>
                  </a:lnTo>
                  <a:close/>
                </a:path>
              </a:pathLst>
            </a:custGeom>
            <a:grpFill/>
            <a:ln w="0">
              <a:noFill/>
              <a:prstDash val="solid"/>
              <a:round/>
            </a:ln>
          </p:spPr>
          <p:txBody>
            <a:bodyPr anchor="ctr"/>
            <a:lstStyle/>
            <a:p>
              <a:pPr algn="ctr"/>
              <a:endParaRPr/>
            </a:p>
          </p:txBody>
        </p:sp>
        <p:sp>
          <p:nvSpPr>
            <p:cNvPr id="72" name="ïṧḷïḓê-Freeform: Shape 46">
              <a:extLst>
                <a:ext uri="{FF2B5EF4-FFF2-40B4-BE49-F238E27FC236}">
                  <a16:creationId xmlns:a16="http://schemas.microsoft.com/office/drawing/2014/main" id="{821BC8C9-ECDD-438D-AB72-7F276C8B3098}"/>
                </a:ext>
              </a:extLst>
            </p:cNvPr>
            <p:cNvSpPr/>
            <p:nvPr/>
          </p:nvSpPr>
          <p:spPr bwMode="auto">
            <a:xfrm>
              <a:off x="4400550" y="2689225"/>
              <a:ext cx="2254250" cy="554038"/>
            </a:xfrm>
            <a:custGeom>
              <a:gdLst>
                <a:gd name="T0" fmla="*/ 78 w 2840"/>
                <a:gd name="T1" fmla="*/ 4 h 699"/>
                <a:gd name="T2" fmla="*/ 179 w 2840"/>
                <a:gd name="T3" fmla="*/ 70 h 699"/>
                <a:gd name="T4" fmla="*/ 296 w 2840"/>
                <a:gd name="T5" fmla="*/ 127 h 699"/>
                <a:gd name="T6" fmla="*/ 463 w 2840"/>
                <a:gd name="T7" fmla="*/ 190 h 699"/>
                <a:gd name="T8" fmla="*/ 677 w 2840"/>
                <a:gd name="T9" fmla="*/ 247 h 699"/>
                <a:gd name="T10" fmla="*/ 911 w 2840"/>
                <a:gd name="T11" fmla="*/ 290 h 699"/>
                <a:gd name="T12" fmla="*/ 1160 w 2840"/>
                <a:gd name="T13" fmla="*/ 316 h 699"/>
                <a:gd name="T14" fmla="*/ 1420 w 2840"/>
                <a:gd name="T15" fmla="*/ 325 h 699"/>
                <a:gd name="T16" fmla="*/ 1680 w 2840"/>
                <a:gd name="T17" fmla="*/ 316 h 699"/>
                <a:gd name="T18" fmla="*/ 1929 w 2840"/>
                <a:gd name="T19" fmla="*/ 290 h 699"/>
                <a:gd name="T20" fmla="*/ 2163 w 2840"/>
                <a:gd name="T21" fmla="*/ 247 h 699"/>
                <a:gd name="T22" fmla="*/ 2377 w 2840"/>
                <a:gd name="T23" fmla="*/ 190 h 699"/>
                <a:gd name="T24" fmla="*/ 2531 w 2840"/>
                <a:gd name="T25" fmla="*/ 133 h 699"/>
                <a:gd name="T26" fmla="*/ 2628 w 2840"/>
                <a:gd name="T27" fmla="*/ 89 h 699"/>
                <a:gd name="T28" fmla="*/ 2709 w 2840"/>
                <a:gd name="T29" fmla="*/ 41 h 699"/>
                <a:gd name="T30" fmla="*/ 2761 w 2840"/>
                <a:gd name="T31" fmla="*/ 6 h 699"/>
                <a:gd name="T32" fmla="*/ 2779 w 2840"/>
                <a:gd name="T33" fmla="*/ 5 h 699"/>
                <a:gd name="T34" fmla="*/ 2791 w 2840"/>
                <a:gd name="T35" fmla="*/ 12 h 699"/>
                <a:gd name="T36" fmla="*/ 2814 w 2840"/>
                <a:gd name="T37" fmla="*/ 49 h 699"/>
                <a:gd name="T38" fmla="*/ 2836 w 2840"/>
                <a:gd name="T39" fmla="*/ 118 h 699"/>
                <a:gd name="T40" fmla="*/ 2835 w 2840"/>
                <a:gd name="T41" fmla="*/ 195 h 699"/>
                <a:gd name="T42" fmla="*/ 2803 w 2840"/>
                <a:gd name="T43" fmla="*/ 278 h 699"/>
                <a:gd name="T44" fmla="*/ 2738 w 2840"/>
                <a:gd name="T45" fmla="*/ 356 h 699"/>
                <a:gd name="T46" fmla="*/ 2646 w 2840"/>
                <a:gd name="T47" fmla="*/ 428 h 699"/>
                <a:gd name="T48" fmla="*/ 2528 w 2840"/>
                <a:gd name="T49" fmla="*/ 494 h 699"/>
                <a:gd name="T50" fmla="*/ 2386 w 2840"/>
                <a:gd name="T51" fmla="*/ 553 h 699"/>
                <a:gd name="T52" fmla="*/ 2224 w 2840"/>
                <a:gd name="T53" fmla="*/ 602 h 699"/>
                <a:gd name="T54" fmla="*/ 2044 w 2840"/>
                <a:gd name="T55" fmla="*/ 643 h 699"/>
                <a:gd name="T56" fmla="*/ 1849 w 2840"/>
                <a:gd name="T57" fmla="*/ 673 h 699"/>
                <a:gd name="T58" fmla="*/ 1639 w 2840"/>
                <a:gd name="T59" fmla="*/ 692 h 699"/>
                <a:gd name="T60" fmla="*/ 1420 w 2840"/>
                <a:gd name="T61" fmla="*/ 699 h 699"/>
                <a:gd name="T62" fmla="*/ 1200 w 2840"/>
                <a:gd name="T63" fmla="*/ 692 h 699"/>
                <a:gd name="T64" fmla="*/ 992 w 2840"/>
                <a:gd name="T65" fmla="*/ 673 h 699"/>
                <a:gd name="T66" fmla="*/ 795 w 2840"/>
                <a:gd name="T67" fmla="*/ 643 h 699"/>
                <a:gd name="T68" fmla="*/ 615 w 2840"/>
                <a:gd name="T69" fmla="*/ 602 h 699"/>
                <a:gd name="T70" fmla="*/ 453 w 2840"/>
                <a:gd name="T71" fmla="*/ 553 h 699"/>
                <a:gd name="T72" fmla="*/ 312 w 2840"/>
                <a:gd name="T73" fmla="*/ 494 h 699"/>
                <a:gd name="T74" fmla="*/ 194 w 2840"/>
                <a:gd name="T75" fmla="*/ 428 h 699"/>
                <a:gd name="T76" fmla="*/ 101 w 2840"/>
                <a:gd name="T77" fmla="*/ 356 h 699"/>
                <a:gd name="T78" fmla="*/ 38 w 2840"/>
                <a:gd name="T79" fmla="*/ 278 h 699"/>
                <a:gd name="T80" fmla="*/ 4 w 2840"/>
                <a:gd name="T81" fmla="*/ 195 h 699"/>
                <a:gd name="T82" fmla="*/ 3 w 2840"/>
                <a:gd name="T83" fmla="*/ 118 h 699"/>
                <a:gd name="T84" fmla="*/ 25 w 2840"/>
                <a:gd name="T85" fmla="*/ 50 h 699"/>
                <a:gd name="T86" fmla="*/ 48 w 2840"/>
                <a:gd name="T87" fmla="*/ 12 h 699"/>
                <a:gd name="T88" fmla="*/ 61 w 2840"/>
                <a:gd name="T89" fmla="*/ 1 h 699"/>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840" h="699">
                  <a:moveTo>
                    <a:pt x="69" y="0"/>
                  </a:moveTo>
                  <a:lnTo>
                    <a:pt x="78" y="4"/>
                  </a:lnTo>
                  <a:lnTo>
                    <a:pt x="127" y="39"/>
                  </a:lnTo>
                  <a:lnTo>
                    <a:pt x="179" y="70"/>
                  </a:lnTo>
                  <a:lnTo>
                    <a:pt x="234" y="100"/>
                  </a:lnTo>
                  <a:lnTo>
                    <a:pt x="296" y="127"/>
                  </a:lnTo>
                  <a:lnTo>
                    <a:pt x="365" y="155"/>
                  </a:lnTo>
                  <a:lnTo>
                    <a:pt x="463" y="190"/>
                  </a:lnTo>
                  <a:lnTo>
                    <a:pt x="567" y="220"/>
                  </a:lnTo>
                  <a:lnTo>
                    <a:pt x="677" y="247"/>
                  </a:lnTo>
                  <a:lnTo>
                    <a:pt x="792" y="270"/>
                  </a:lnTo>
                  <a:lnTo>
                    <a:pt x="911" y="290"/>
                  </a:lnTo>
                  <a:lnTo>
                    <a:pt x="1033" y="304"/>
                  </a:lnTo>
                  <a:lnTo>
                    <a:pt x="1160" y="316"/>
                  </a:lnTo>
                  <a:lnTo>
                    <a:pt x="1289" y="322"/>
                  </a:lnTo>
                  <a:lnTo>
                    <a:pt x="1420" y="325"/>
                  </a:lnTo>
                  <a:lnTo>
                    <a:pt x="1551" y="322"/>
                  </a:lnTo>
                  <a:lnTo>
                    <a:pt x="1680" y="316"/>
                  </a:lnTo>
                  <a:lnTo>
                    <a:pt x="1806" y="304"/>
                  </a:lnTo>
                  <a:lnTo>
                    <a:pt x="1929" y="290"/>
                  </a:lnTo>
                  <a:lnTo>
                    <a:pt x="2048" y="270"/>
                  </a:lnTo>
                  <a:lnTo>
                    <a:pt x="2163" y="247"/>
                  </a:lnTo>
                  <a:lnTo>
                    <a:pt x="2272" y="220"/>
                  </a:lnTo>
                  <a:lnTo>
                    <a:pt x="2377" y="190"/>
                  </a:lnTo>
                  <a:lnTo>
                    <a:pt x="2474" y="155"/>
                  </a:lnTo>
                  <a:lnTo>
                    <a:pt x="2531" y="133"/>
                  </a:lnTo>
                  <a:lnTo>
                    <a:pt x="2581" y="111"/>
                  </a:lnTo>
                  <a:lnTo>
                    <a:pt x="2628" y="89"/>
                  </a:lnTo>
                  <a:lnTo>
                    <a:pt x="2669" y="66"/>
                  </a:lnTo>
                  <a:lnTo>
                    <a:pt x="2709" y="41"/>
                  </a:lnTo>
                  <a:lnTo>
                    <a:pt x="2748" y="13"/>
                  </a:lnTo>
                  <a:lnTo>
                    <a:pt x="2761" y="6"/>
                  </a:lnTo>
                  <a:lnTo>
                    <a:pt x="2770" y="4"/>
                  </a:lnTo>
                  <a:lnTo>
                    <a:pt x="2779" y="5"/>
                  </a:lnTo>
                  <a:lnTo>
                    <a:pt x="2786" y="8"/>
                  </a:lnTo>
                  <a:lnTo>
                    <a:pt x="2791" y="12"/>
                  </a:lnTo>
                  <a:lnTo>
                    <a:pt x="2795" y="17"/>
                  </a:lnTo>
                  <a:lnTo>
                    <a:pt x="2814" y="49"/>
                  </a:lnTo>
                  <a:lnTo>
                    <a:pt x="2829" y="83"/>
                  </a:lnTo>
                  <a:lnTo>
                    <a:pt x="2836" y="118"/>
                  </a:lnTo>
                  <a:lnTo>
                    <a:pt x="2840" y="153"/>
                  </a:lnTo>
                  <a:lnTo>
                    <a:pt x="2835" y="195"/>
                  </a:lnTo>
                  <a:lnTo>
                    <a:pt x="2823" y="237"/>
                  </a:lnTo>
                  <a:lnTo>
                    <a:pt x="2803" y="278"/>
                  </a:lnTo>
                  <a:lnTo>
                    <a:pt x="2774" y="317"/>
                  </a:lnTo>
                  <a:lnTo>
                    <a:pt x="2738" y="356"/>
                  </a:lnTo>
                  <a:lnTo>
                    <a:pt x="2695" y="393"/>
                  </a:lnTo>
                  <a:lnTo>
                    <a:pt x="2646" y="428"/>
                  </a:lnTo>
                  <a:lnTo>
                    <a:pt x="2590" y="462"/>
                  </a:lnTo>
                  <a:lnTo>
                    <a:pt x="2528" y="494"/>
                  </a:lnTo>
                  <a:lnTo>
                    <a:pt x="2460" y="524"/>
                  </a:lnTo>
                  <a:lnTo>
                    <a:pt x="2386" y="553"/>
                  </a:lnTo>
                  <a:lnTo>
                    <a:pt x="2308" y="579"/>
                  </a:lnTo>
                  <a:lnTo>
                    <a:pt x="2224" y="602"/>
                  </a:lnTo>
                  <a:lnTo>
                    <a:pt x="2136" y="624"/>
                  </a:lnTo>
                  <a:lnTo>
                    <a:pt x="2044" y="643"/>
                  </a:lnTo>
                  <a:lnTo>
                    <a:pt x="1948" y="659"/>
                  </a:lnTo>
                  <a:lnTo>
                    <a:pt x="1849" y="673"/>
                  </a:lnTo>
                  <a:lnTo>
                    <a:pt x="1745" y="683"/>
                  </a:lnTo>
                  <a:lnTo>
                    <a:pt x="1639" y="692"/>
                  </a:lnTo>
                  <a:lnTo>
                    <a:pt x="1531" y="696"/>
                  </a:lnTo>
                  <a:lnTo>
                    <a:pt x="1420" y="699"/>
                  </a:lnTo>
                  <a:lnTo>
                    <a:pt x="1309" y="696"/>
                  </a:lnTo>
                  <a:lnTo>
                    <a:pt x="1200" y="692"/>
                  </a:lnTo>
                  <a:lnTo>
                    <a:pt x="1094" y="683"/>
                  </a:lnTo>
                  <a:lnTo>
                    <a:pt x="992" y="673"/>
                  </a:lnTo>
                  <a:lnTo>
                    <a:pt x="892" y="659"/>
                  </a:lnTo>
                  <a:lnTo>
                    <a:pt x="795" y="643"/>
                  </a:lnTo>
                  <a:lnTo>
                    <a:pt x="703" y="624"/>
                  </a:lnTo>
                  <a:lnTo>
                    <a:pt x="615" y="602"/>
                  </a:lnTo>
                  <a:lnTo>
                    <a:pt x="532" y="579"/>
                  </a:lnTo>
                  <a:lnTo>
                    <a:pt x="453" y="553"/>
                  </a:lnTo>
                  <a:lnTo>
                    <a:pt x="379" y="524"/>
                  </a:lnTo>
                  <a:lnTo>
                    <a:pt x="312" y="494"/>
                  </a:lnTo>
                  <a:lnTo>
                    <a:pt x="250" y="462"/>
                  </a:lnTo>
                  <a:lnTo>
                    <a:pt x="194" y="428"/>
                  </a:lnTo>
                  <a:lnTo>
                    <a:pt x="144" y="393"/>
                  </a:lnTo>
                  <a:lnTo>
                    <a:pt x="101" y="356"/>
                  </a:lnTo>
                  <a:lnTo>
                    <a:pt x="66" y="317"/>
                  </a:lnTo>
                  <a:lnTo>
                    <a:pt x="38" y="278"/>
                  </a:lnTo>
                  <a:lnTo>
                    <a:pt x="17" y="237"/>
                  </a:lnTo>
                  <a:lnTo>
                    <a:pt x="4" y="195"/>
                  </a:lnTo>
                  <a:lnTo>
                    <a:pt x="0" y="153"/>
                  </a:lnTo>
                  <a:lnTo>
                    <a:pt x="3" y="118"/>
                  </a:lnTo>
                  <a:lnTo>
                    <a:pt x="12" y="84"/>
                  </a:lnTo>
                  <a:lnTo>
                    <a:pt x="25" y="50"/>
                  </a:lnTo>
                  <a:lnTo>
                    <a:pt x="44" y="17"/>
                  </a:lnTo>
                  <a:lnTo>
                    <a:pt x="48" y="12"/>
                  </a:lnTo>
                  <a:lnTo>
                    <a:pt x="54" y="5"/>
                  </a:lnTo>
                  <a:lnTo>
                    <a:pt x="61" y="1"/>
                  </a:lnTo>
                  <a:lnTo>
                    <a:pt x="69" y="0"/>
                  </a:lnTo>
                  <a:close/>
                </a:path>
              </a:pathLst>
            </a:custGeom>
            <a:grpFill/>
            <a:ln w="0">
              <a:noFill/>
              <a:prstDash val="solid"/>
              <a:round/>
            </a:ln>
          </p:spPr>
          <p:txBody>
            <a:bodyPr anchor="ctr"/>
            <a:lstStyle/>
            <a:p>
              <a:pPr algn="ctr"/>
              <a:endParaRPr/>
            </a:p>
          </p:txBody>
        </p:sp>
        <p:sp>
          <p:nvSpPr>
            <p:cNvPr id="73" name="ïṧḷïḓê-Freeform: Shape 47">
              <a:extLst>
                <a:ext uri="{FF2B5EF4-FFF2-40B4-BE49-F238E27FC236}">
                  <a16:creationId xmlns:a16="http://schemas.microsoft.com/office/drawing/2014/main" id="{9BF3D31B-E3FF-473C-8AEC-F12BCD42D935}"/>
                </a:ext>
              </a:extLst>
            </p:cNvPr>
            <p:cNvSpPr/>
            <p:nvPr/>
          </p:nvSpPr>
          <p:spPr bwMode="auto">
            <a:xfrm>
              <a:off x="4400550" y="3983038"/>
              <a:ext cx="1557338" cy="546100"/>
            </a:xfrm>
            <a:custGeom>
              <a:gdLst>
                <a:gd name="T0" fmla="*/ 95 w 1963"/>
                <a:gd name="T1" fmla="*/ 5 h 687"/>
                <a:gd name="T2" fmla="*/ 162 w 1963"/>
                <a:gd name="T3" fmla="*/ 50 h 687"/>
                <a:gd name="T4" fmla="*/ 233 w 1963"/>
                <a:gd name="T5" fmla="*/ 89 h 687"/>
                <a:gd name="T6" fmla="*/ 316 w 1963"/>
                <a:gd name="T7" fmla="*/ 125 h 687"/>
                <a:gd name="T8" fmla="*/ 463 w 1963"/>
                <a:gd name="T9" fmla="*/ 178 h 687"/>
                <a:gd name="T10" fmla="*/ 677 w 1963"/>
                <a:gd name="T11" fmla="*/ 237 h 687"/>
                <a:gd name="T12" fmla="*/ 911 w 1963"/>
                <a:gd name="T13" fmla="*/ 279 h 687"/>
                <a:gd name="T14" fmla="*/ 1160 w 1963"/>
                <a:gd name="T15" fmla="*/ 304 h 687"/>
                <a:gd name="T16" fmla="*/ 1420 w 1963"/>
                <a:gd name="T17" fmla="*/ 313 h 687"/>
                <a:gd name="T18" fmla="*/ 1617 w 1963"/>
                <a:gd name="T19" fmla="*/ 309 h 687"/>
                <a:gd name="T20" fmla="*/ 1808 w 1963"/>
                <a:gd name="T21" fmla="*/ 296 h 687"/>
                <a:gd name="T22" fmla="*/ 1816 w 1963"/>
                <a:gd name="T23" fmla="*/ 296 h 687"/>
                <a:gd name="T24" fmla="*/ 1821 w 1963"/>
                <a:gd name="T25" fmla="*/ 300 h 687"/>
                <a:gd name="T26" fmla="*/ 1823 w 1963"/>
                <a:gd name="T27" fmla="*/ 305 h 687"/>
                <a:gd name="T28" fmla="*/ 1824 w 1963"/>
                <a:gd name="T29" fmla="*/ 309 h 687"/>
                <a:gd name="T30" fmla="*/ 1854 w 1963"/>
                <a:gd name="T31" fmla="*/ 426 h 687"/>
                <a:gd name="T32" fmla="*/ 1903 w 1963"/>
                <a:gd name="T33" fmla="*/ 538 h 687"/>
                <a:gd name="T34" fmla="*/ 1959 w 1963"/>
                <a:gd name="T35" fmla="*/ 637 h 687"/>
                <a:gd name="T36" fmla="*/ 1963 w 1963"/>
                <a:gd name="T37" fmla="*/ 647 h 687"/>
                <a:gd name="T38" fmla="*/ 1952 w 1963"/>
                <a:gd name="T39" fmla="*/ 657 h 687"/>
                <a:gd name="T40" fmla="*/ 1811 w 1963"/>
                <a:gd name="T41" fmla="*/ 673 h 687"/>
                <a:gd name="T42" fmla="*/ 1653 w 1963"/>
                <a:gd name="T43" fmla="*/ 682 h 687"/>
                <a:gd name="T44" fmla="*/ 1495 w 1963"/>
                <a:gd name="T45" fmla="*/ 687 h 687"/>
                <a:gd name="T46" fmla="*/ 1309 w 1963"/>
                <a:gd name="T47" fmla="*/ 686 h 687"/>
                <a:gd name="T48" fmla="*/ 1094 w 1963"/>
                <a:gd name="T49" fmla="*/ 673 h 687"/>
                <a:gd name="T50" fmla="*/ 892 w 1963"/>
                <a:gd name="T51" fmla="*/ 648 h 687"/>
                <a:gd name="T52" fmla="*/ 703 w 1963"/>
                <a:gd name="T53" fmla="*/ 613 h 687"/>
                <a:gd name="T54" fmla="*/ 532 w 1963"/>
                <a:gd name="T55" fmla="*/ 568 h 687"/>
                <a:gd name="T56" fmla="*/ 379 w 1963"/>
                <a:gd name="T57" fmla="*/ 514 h 687"/>
                <a:gd name="T58" fmla="*/ 250 w 1963"/>
                <a:gd name="T59" fmla="*/ 452 h 687"/>
                <a:gd name="T60" fmla="*/ 144 w 1963"/>
                <a:gd name="T61" fmla="*/ 382 h 687"/>
                <a:gd name="T62" fmla="*/ 66 w 1963"/>
                <a:gd name="T63" fmla="*/ 307 h 687"/>
                <a:gd name="T64" fmla="*/ 17 w 1963"/>
                <a:gd name="T65" fmla="*/ 226 h 687"/>
                <a:gd name="T66" fmla="*/ 0 w 1963"/>
                <a:gd name="T67" fmla="*/ 142 h 687"/>
                <a:gd name="T68" fmla="*/ 16 w 1963"/>
                <a:gd name="T69" fmla="*/ 59 h 687"/>
                <a:gd name="T70" fmla="*/ 43 w 1963"/>
                <a:gd name="T71" fmla="*/ 11 h 687"/>
                <a:gd name="T72" fmla="*/ 66 w 1963"/>
                <a:gd name="T73" fmla="*/ 0 h 687"/>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963" h="687">
                  <a:moveTo>
                    <a:pt x="80" y="0"/>
                  </a:moveTo>
                  <a:lnTo>
                    <a:pt x="95" y="5"/>
                  </a:lnTo>
                  <a:lnTo>
                    <a:pt x="128" y="30"/>
                  </a:lnTo>
                  <a:lnTo>
                    <a:pt x="162" y="50"/>
                  </a:lnTo>
                  <a:lnTo>
                    <a:pt x="197" y="71"/>
                  </a:lnTo>
                  <a:lnTo>
                    <a:pt x="233" y="89"/>
                  </a:lnTo>
                  <a:lnTo>
                    <a:pt x="273" y="107"/>
                  </a:lnTo>
                  <a:lnTo>
                    <a:pt x="316" y="125"/>
                  </a:lnTo>
                  <a:lnTo>
                    <a:pt x="365" y="145"/>
                  </a:lnTo>
                  <a:lnTo>
                    <a:pt x="463" y="178"/>
                  </a:lnTo>
                  <a:lnTo>
                    <a:pt x="567" y="210"/>
                  </a:lnTo>
                  <a:lnTo>
                    <a:pt x="677" y="237"/>
                  </a:lnTo>
                  <a:lnTo>
                    <a:pt x="792" y="260"/>
                  </a:lnTo>
                  <a:lnTo>
                    <a:pt x="911" y="279"/>
                  </a:lnTo>
                  <a:lnTo>
                    <a:pt x="1033" y="294"/>
                  </a:lnTo>
                  <a:lnTo>
                    <a:pt x="1160" y="304"/>
                  </a:lnTo>
                  <a:lnTo>
                    <a:pt x="1289" y="312"/>
                  </a:lnTo>
                  <a:lnTo>
                    <a:pt x="1420" y="313"/>
                  </a:lnTo>
                  <a:lnTo>
                    <a:pt x="1517" y="312"/>
                  </a:lnTo>
                  <a:lnTo>
                    <a:pt x="1617" y="309"/>
                  </a:lnTo>
                  <a:lnTo>
                    <a:pt x="1714" y="304"/>
                  </a:lnTo>
                  <a:lnTo>
                    <a:pt x="1808" y="296"/>
                  </a:lnTo>
                  <a:lnTo>
                    <a:pt x="1812" y="296"/>
                  </a:lnTo>
                  <a:lnTo>
                    <a:pt x="1816" y="296"/>
                  </a:lnTo>
                  <a:lnTo>
                    <a:pt x="1819" y="299"/>
                  </a:lnTo>
                  <a:lnTo>
                    <a:pt x="1821" y="300"/>
                  </a:lnTo>
                  <a:lnTo>
                    <a:pt x="1823" y="303"/>
                  </a:lnTo>
                  <a:lnTo>
                    <a:pt x="1823" y="305"/>
                  </a:lnTo>
                  <a:lnTo>
                    <a:pt x="1824" y="308"/>
                  </a:lnTo>
                  <a:lnTo>
                    <a:pt x="1824" y="309"/>
                  </a:lnTo>
                  <a:lnTo>
                    <a:pt x="1836" y="367"/>
                  </a:lnTo>
                  <a:lnTo>
                    <a:pt x="1854" y="426"/>
                  </a:lnTo>
                  <a:lnTo>
                    <a:pt x="1877" y="484"/>
                  </a:lnTo>
                  <a:lnTo>
                    <a:pt x="1903" y="538"/>
                  </a:lnTo>
                  <a:lnTo>
                    <a:pt x="1930" y="590"/>
                  </a:lnTo>
                  <a:lnTo>
                    <a:pt x="1959" y="637"/>
                  </a:lnTo>
                  <a:lnTo>
                    <a:pt x="1961" y="642"/>
                  </a:lnTo>
                  <a:lnTo>
                    <a:pt x="1963" y="647"/>
                  </a:lnTo>
                  <a:lnTo>
                    <a:pt x="1960" y="654"/>
                  </a:lnTo>
                  <a:lnTo>
                    <a:pt x="1952" y="657"/>
                  </a:lnTo>
                  <a:lnTo>
                    <a:pt x="1885" y="665"/>
                  </a:lnTo>
                  <a:lnTo>
                    <a:pt x="1811" y="673"/>
                  </a:lnTo>
                  <a:lnTo>
                    <a:pt x="1733" y="678"/>
                  </a:lnTo>
                  <a:lnTo>
                    <a:pt x="1653" y="682"/>
                  </a:lnTo>
                  <a:lnTo>
                    <a:pt x="1573" y="686"/>
                  </a:lnTo>
                  <a:lnTo>
                    <a:pt x="1495" y="687"/>
                  </a:lnTo>
                  <a:lnTo>
                    <a:pt x="1420" y="687"/>
                  </a:lnTo>
                  <a:lnTo>
                    <a:pt x="1309" y="686"/>
                  </a:lnTo>
                  <a:lnTo>
                    <a:pt x="1200" y="681"/>
                  </a:lnTo>
                  <a:lnTo>
                    <a:pt x="1094" y="673"/>
                  </a:lnTo>
                  <a:lnTo>
                    <a:pt x="992" y="663"/>
                  </a:lnTo>
                  <a:lnTo>
                    <a:pt x="892" y="648"/>
                  </a:lnTo>
                  <a:lnTo>
                    <a:pt x="795" y="633"/>
                  </a:lnTo>
                  <a:lnTo>
                    <a:pt x="703" y="613"/>
                  </a:lnTo>
                  <a:lnTo>
                    <a:pt x="615" y="591"/>
                  </a:lnTo>
                  <a:lnTo>
                    <a:pt x="532" y="568"/>
                  </a:lnTo>
                  <a:lnTo>
                    <a:pt x="453" y="542"/>
                  </a:lnTo>
                  <a:lnTo>
                    <a:pt x="379" y="514"/>
                  </a:lnTo>
                  <a:lnTo>
                    <a:pt x="312" y="484"/>
                  </a:lnTo>
                  <a:lnTo>
                    <a:pt x="250" y="452"/>
                  </a:lnTo>
                  <a:lnTo>
                    <a:pt x="194" y="418"/>
                  </a:lnTo>
                  <a:lnTo>
                    <a:pt x="144" y="382"/>
                  </a:lnTo>
                  <a:lnTo>
                    <a:pt x="101" y="345"/>
                  </a:lnTo>
                  <a:lnTo>
                    <a:pt x="66" y="307"/>
                  </a:lnTo>
                  <a:lnTo>
                    <a:pt x="38" y="268"/>
                  </a:lnTo>
                  <a:lnTo>
                    <a:pt x="17" y="226"/>
                  </a:lnTo>
                  <a:lnTo>
                    <a:pt x="4" y="185"/>
                  </a:lnTo>
                  <a:lnTo>
                    <a:pt x="0" y="142"/>
                  </a:lnTo>
                  <a:lnTo>
                    <a:pt x="4" y="101"/>
                  </a:lnTo>
                  <a:lnTo>
                    <a:pt x="16" y="59"/>
                  </a:lnTo>
                  <a:lnTo>
                    <a:pt x="36" y="19"/>
                  </a:lnTo>
                  <a:lnTo>
                    <a:pt x="43" y="11"/>
                  </a:lnTo>
                  <a:lnTo>
                    <a:pt x="53" y="5"/>
                  </a:lnTo>
                  <a:lnTo>
                    <a:pt x="66" y="0"/>
                  </a:lnTo>
                  <a:lnTo>
                    <a:pt x="80" y="0"/>
                  </a:lnTo>
                  <a:close/>
                </a:path>
              </a:pathLst>
            </a:custGeom>
            <a:grpFill/>
            <a:ln w="0">
              <a:noFill/>
              <a:prstDash val="solid"/>
              <a:round/>
            </a:ln>
          </p:spPr>
          <p:txBody>
            <a:bodyPr anchor="ctr"/>
            <a:lstStyle/>
            <a:p>
              <a:pPr algn="ctr"/>
              <a:endParaRPr/>
            </a:p>
          </p:txBody>
        </p:sp>
        <p:sp>
          <p:nvSpPr>
            <p:cNvPr id="74" name="ïṧḷïḓê-Freeform: Shape 48">
              <a:extLst>
                <a:ext uri="{FF2B5EF4-FFF2-40B4-BE49-F238E27FC236}">
                  <a16:creationId xmlns:a16="http://schemas.microsoft.com/office/drawing/2014/main" id="{DF13CDC4-FF07-44E4-B491-B97ABFFD1C02}"/>
                </a:ext>
              </a:extLst>
            </p:cNvPr>
            <p:cNvSpPr/>
            <p:nvPr/>
          </p:nvSpPr>
          <p:spPr bwMode="auto">
            <a:xfrm>
              <a:off x="4400550" y="3551238"/>
              <a:ext cx="1455738" cy="549275"/>
            </a:xfrm>
            <a:custGeom>
              <a:gdLst>
                <a:gd name="T0" fmla="*/ 84 w 1833"/>
                <a:gd name="T1" fmla="*/ 3 h 691"/>
                <a:gd name="T2" fmla="*/ 132 w 1833"/>
                <a:gd name="T3" fmla="*/ 36 h 691"/>
                <a:gd name="T4" fmla="*/ 198 w 1833"/>
                <a:gd name="T5" fmla="*/ 76 h 691"/>
                <a:gd name="T6" fmla="*/ 273 w 1833"/>
                <a:gd name="T7" fmla="*/ 111 h 691"/>
                <a:gd name="T8" fmla="*/ 365 w 1833"/>
                <a:gd name="T9" fmla="*/ 149 h 691"/>
                <a:gd name="T10" fmla="*/ 567 w 1833"/>
                <a:gd name="T11" fmla="*/ 214 h 691"/>
                <a:gd name="T12" fmla="*/ 792 w 1833"/>
                <a:gd name="T13" fmla="*/ 264 h 691"/>
                <a:gd name="T14" fmla="*/ 1033 w 1833"/>
                <a:gd name="T15" fmla="*/ 298 h 691"/>
                <a:gd name="T16" fmla="*/ 1289 w 1833"/>
                <a:gd name="T17" fmla="*/ 316 h 691"/>
                <a:gd name="T18" fmla="*/ 1503 w 1833"/>
                <a:gd name="T19" fmla="*/ 317 h 691"/>
                <a:gd name="T20" fmla="*/ 1660 w 1833"/>
                <a:gd name="T21" fmla="*/ 311 h 691"/>
                <a:gd name="T22" fmla="*/ 1815 w 1833"/>
                <a:gd name="T23" fmla="*/ 297 h 691"/>
                <a:gd name="T24" fmla="*/ 1832 w 1833"/>
                <a:gd name="T25" fmla="*/ 302 h 691"/>
                <a:gd name="T26" fmla="*/ 1833 w 1833"/>
                <a:gd name="T27" fmla="*/ 316 h 691"/>
                <a:gd name="T28" fmla="*/ 1829 w 1833"/>
                <a:gd name="T29" fmla="*/ 330 h 691"/>
                <a:gd name="T30" fmla="*/ 1797 w 1833"/>
                <a:gd name="T31" fmla="*/ 488 h 691"/>
                <a:gd name="T32" fmla="*/ 1785 w 1833"/>
                <a:gd name="T33" fmla="*/ 653 h 691"/>
                <a:gd name="T34" fmla="*/ 1784 w 1833"/>
                <a:gd name="T35" fmla="*/ 663 h 691"/>
                <a:gd name="T36" fmla="*/ 1774 w 1833"/>
                <a:gd name="T37" fmla="*/ 673 h 691"/>
                <a:gd name="T38" fmla="*/ 1727 w 1833"/>
                <a:gd name="T39" fmla="*/ 680 h 691"/>
                <a:gd name="T40" fmla="*/ 1647 w 1833"/>
                <a:gd name="T41" fmla="*/ 686 h 691"/>
                <a:gd name="T42" fmla="*/ 1546 w 1833"/>
                <a:gd name="T43" fmla="*/ 690 h 691"/>
                <a:gd name="T44" fmla="*/ 1420 w 1833"/>
                <a:gd name="T45" fmla="*/ 691 h 691"/>
                <a:gd name="T46" fmla="*/ 1200 w 1833"/>
                <a:gd name="T47" fmla="*/ 685 h 691"/>
                <a:gd name="T48" fmla="*/ 992 w 1833"/>
                <a:gd name="T49" fmla="*/ 667 h 691"/>
                <a:gd name="T50" fmla="*/ 795 w 1833"/>
                <a:gd name="T51" fmla="*/ 637 h 691"/>
                <a:gd name="T52" fmla="*/ 615 w 1833"/>
                <a:gd name="T53" fmla="*/ 596 h 691"/>
                <a:gd name="T54" fmla="*/ 453 w 1833"/>
                <a:gd name="T55" fmla="*/ 546 h 691"/>
                <a:gd name="T56" fmla="*/ 312 w 1833"/>
                <a:gd name="T57" fmla="*/ 488 h 691"/>
                <a:gd name="T58" fmla="*/ 194 w 1833"/>
                <a:gd name="T59" fmla="*/ 422 h 691"/>
                <a:gd name="T60" fmla="*/ 101 w 1833"/>
                <a:gd name="T61" fmla="*/ 350 h 691"/>
                <a:gd name="T62" fmla="*/ 38 w 1833"/>
                <a:gd name="T63" fmla="*/ 272 h 691"/>
                <a:gd name="T64" fmla="*/ 4 w 1833"/>
                <a:gd name="T65" fmla="*/ 189 h 691"/>
                <a:gd name="T66" fmla="*/ 4 w 1833"/>
                <a:gd name="T67" fmla="*/ 105 h 691"/>
                <a:gd name="T68" fmla="*/ 36 w 1833"/>
                <a:gd name="T69" fmla="*/ 25 h 691"/>
                <a:gd name="T70" fmla="*/ 45 w 1833"/>
                <a:gd name="T71" fmla="*/ 12 h 691"/>
                <a:gd name="T72" fmla="*/ 61 w 1833"/>
                <a:gd name="T73" fmla="*/ 1 h 691"/>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832" h="691">
                  <a:moveTo>
                    <a:pt x="71" y="0"/>
                  </a:moveTo>
                  <a:lnTo>
                    <a:pt x="84" y="3"/>
                  </a:lnTo>
                  <a:lnTo>
                    <a:pt x="98" y="12"/>
                  </a:lnTo>
                  <a:lnTo>
                    <a:pt x="132" y="36"/>
                  </a:lnTo>
                  <a:lnTo>
                    <a:pt x="164" y="57"/>
                  </a:lnTo>
                  <a:lnTo>
                    <a:pt x="198" y="76"/>
                  </a:lnTo>
                  <a:lnTo>
                    <a:pt x="234" y="95"/>
                  </a:lnTo>
                  <a:lnTo>
                    <a:pt x="273" y="111"/>
                  </a:lnTo>
                  <a:lnTo>
                    <a:pt x="317" y="130"/>
                  </a:lnTo>
                  <a:lnTo>
                    <a:pt x="365" y="149"/>
                  </a:lnTo>
                  <a:lnTo>
                    <a:pt x="463" y="183"/>
                  </a:lnTo>
                  <a:lnTo>
                    <a:pt x="567" y="214"/>
                  </a:lnTo>
                  <a:lnTo>
                    <a:pt x="677" y="241"/>
                  </a:lnTo>
                  <a:lnTo>
                    <a:pt x="792" y="264"/>
                  </a:lnTo>
                  <a:lnTo>
                    <a:pt x="911" y="284"/>
                  </a:lnTo>
                  <a:lnTo>
                    <a:pt x="1033" y="298"/>
                  </a:lnTo>
                  <a:lnTo>
                    <a:pt x="1160" y="309"/>
                  </a:lnTo>
                  <a:lnTo>
                    <a:pt x="1289" y="316"/>
                  </a:lnTo>
                  <a:lnTo>
                    <a:pt x="1420" y="317"/>
                  </a:lnTo>
                  <a:lnTo>
                    <a:pt x="1503" y="317"/>
                  </a:lnTo>
                  <a:lnTo>
                    <a:pt x="1582" y="315"/>
                  </a:lnTo>
                  <a:lnTo>
                    <a:pt x="1660" y="311"/>
                  </a:lnTo>
                  <a:lnTo>
                    <a:pt x="1736" y="306"/>
                  </a:lnTo>
                  <a:lnTo>
                    <a:pt x="1815" y="297"/>
                  </a:lnTo>
                  <a:lnTo>
                    <a:pt x="1825" y="298"/>
                  </a:lnTo>
                  <a:lnTo>
                    <a:pt x="1832" y="302"/>
                  </a:lnTo>
                  <a:lnTo>
                    <a:pt x="1833" y="308"/>
                  </a:lnTo>
                  <a:lnTo>
                    <a:pt x="1833" y="316"/>
                  </a:lnTo>
                  <a:lnTo>
                    <a:pt x="1830" y="324"/>
                  </a:lnTo>
                  <a:lnTo>
                    <a:pt x="1829" y="330"/>
                  </a:lnTo>
                  <a:lnTo>
                    <a:pt x="1810" y="408"/>
                  </a:lnTo>
                  <a:lnTo>
                    <a:pt x="1797" y="488"/>
                  </a:lnTo>
                  <a:lnTo>
                    <a:pt x="1789" y="570"/>
                  </a:lnTo>
                  <a:lnTo>
                    <a:pt x="1785" y="653"/>
                  </a:lnTo>
                  <a:lnTo>
                    <a:pt x="1785" y="656"/>
                  </a:lnTo>
                  <a:lnTo>
                    <a:pt x="1784" y="663"/>
                  </a:lnTo>
                  <a:lnTo>
                    <a:pt x="1780" y="668"/>
                  </a:lnTo>
                  <a:lnTo>
                    <a:pt x="1774" y="673"/>
                  </a:lnTo>
                  <a:lnTo>
                    <a:pt x="1763" y="676"/>
                  </a:lnTo>
                  <a:lnTo>
                    <a:pt x="1727" y="680"/>
                  </a:lnTo>
                  <a:lnTo>
                    <a:pt x="1688" y="682"/>
                  </a:lnTo>
                  <a:lnTo>
                    <a:pt x="1647" y="686"/>
                  </a:lnTo>
                  <a:lnTo>
                    <a:pt x="1599" y="689"/>
                  </a:lnTo>
                  <a:lnTo>
                    <a:pt x="1546" y="690"/>
                  </a:lnTo>
                  <a:lnTo>
                    <a:pt x="1486" y="691"/>
                  </a:lnTo>
                  <a:lnTo>
                    <a:pt x="1420" y="691"/>
                  </a:lnTo>
                  <a:lnTo>
                    <a:pt x="1309" y="690"/>
                  </a:lnTo>
                  <a:lnTo>
                    <a:pt x="1200" y="685"/>
                  </a:lnTo>
                  <a:lnTo>
                    <a:pt x="1094" y="677"/>
                  </a:lnTo>
                  <a:lnTo>
                    <a:pt x="992" y="667"/>
                  </a:lnTo>
                  <a:lnTo>
                    <a:pt x="892" y="653"/>
                  </a:lnTo>
                  <a:lnTo>
                    <a:pt x="795" y="637"/>
                  </a:lnTo>
                  <a:lnTo>
                    <a:pt x="703" y="618"/>
                  </a:lnTo>
                  <a:lnTo>
                    <a:pt x="615" y="596"/>
                  </a:lnTo>
                  <a:lnTo>
                    <a:pt x="532" y="572"/>
                  </a:lnTo>
                  <a:lnTo>
                    <a:pt x="453" y="546"/>
                  </a:lnTo>
                  <a:lnTo>
                    <a:pt x="379" y="518"/>
                  </a:lnTo>
                  <a:lnTo>
                    <a:pt x="312" y="488"/>
                  </a:lnTo>
                  <a:lnTo>
                    <a:pt x="250" y="456"/>
                  </a:lnTo>
                  <a:lnTo>
                    <a:pt x="194" y="422"/>
                  </a:lnTo>
                  <a:lnTo>
                    <a:pt x="144" y="386"/>
                  </a:lnTo>
                  <a:lnTo>
                    <a:pt x="101" y="350"/>
                  </a:lnTo>
                  <a:lnTo>
                    <a:pt x="66" y="311"/>
                  </a:lnTo>
                  <a:lnTo>
                    <a:pt x="38" y="272"/>
                  </a:lnTo>
                  <a:lnTo>
                    <a:pt x="17" y="230"/>
                  </a:lnTo>
                  <a:lnTo>
                    <a:pt x="4" y="189"/>
                  </a:lnTo>
                  <a:lnTo>
                    <a:pt x="0" y="146"/>
                  </a:lnTo>
                  <a:lnTo>
                    <a:pt x="4" y="105"/>
                  </a:lnTo>
                  <a:lnTo>
                    <a:pt x="16" y="63"/>
                  </a:lnTo>
                  <a:lnTo>
                    <a:pt x="36" y="25"/>
                  </a:lnTo>
                  <a:lnTo>
                    <a:pt x="40" y="18"/>
                  </a:lnTo>
                  <a:lnTo>
                    <a:pt x="45" y="12"/>
                  </a:lnTo>
                  <a:lnTo>
                    <a:pt x="52" y="5"/>
                  </a:lnTo>
                  <a:lnTo>
                    <a:pt x="61" y="1"/>
                  </a:lnTo>
                  <a:lnTo>
                    <a:pt x="71" y="0"/>
                  </a:lnTo>
                  <a:close/>
                </a:path>
              </a:pathLst>
            </a:custGeom>
            <a:grpFill/>
            <a:ln w="0">
              <a:noFill/>
              <a:prstDash val="solid"/>
              <a:round/>
            </a:ln>
          </p:spPr>
          <p:txBody>
            <a:bodyPr anchor="ctr"/>
            <a:lstStyle/>
            <a:p>
              <a:pPr algn="ctr"/>
              <a:endParaRPr/>
            </a:p>
          </p:txBody>
        </p:sp>
        <p:sp>
          <p:nvSpPr>
            <p:cNvPr id="75" name="ïṧḷïḓê-Freeform: Shape 49">
              <a:extLst>
                <a:ext uri="{FF2B5EF4-FFF2-40B4-BE49-F238E27FC236}">
                  <a16:creationId xmlns:a16="http://schemas.microsoft.com/office/drawing/2014/main" id="{152FEBE1-333F-4565-87AA-A8CD58C0941F}"/>
                </a:ext>
              </a:extLst>
            </p:cNvPr>
            <p:cNvSpPr/>
            <p:nvPr/>
          </p:nvSpPr>
          <p:spPr bwMode="auto">
            <a:xfrm>
              <a:off x="4400550" y="3119438"/>
              <a:ext cx="1754188" cy="552450"/>
            </a:xfrm>
            <a:custGeom>
              <a:gdLst>
                <a:gd name="T0" fmla="*/ 75 w 2210"/>
                <a:gd name="T1" fmla="*/ 2 h 697"/>
                <a:gd name="T2" fmla="*/ 127 w 2210"/>
                <a:gd name="T3" fmla="*/ 37 h 697"/>
                <a:gd name="T4" fmla="*/ 211 w 2210"/>
                <a:gd name="T5" fmla="*/ 86 h 697"/>
                <a:gd name="T6" fmla="*/ 308 w 2210"/>
                <a:gd name="T7" fmla="*/ 130 h 697"/>
                <a:gd name="T8" fmla="*/ 463 w 2210"/>
                <a:gd name="T9" fmla="*/ 188 h 697"/>
                <a:gd name="T10" fmla="*/ 677 w 2210"/>
                <a:gd name="T11" fmla="*/ 245 h 697"/>
                <a:gd name="T12" fmla="*/ 911 w 2210"/>
                <a:gd name="T13" fmla="*/ 288 h 697"/>
                <a:gd name="T14" fmla="*/ 1160 w 2210"/>
                <a:gd name="T15" fmla="*/ 314 h 697"/>
                <a:gd name="T16" fmla="*/ 1420 w 2210"/>
                <a:gd name="T17" fmla="*/ 321 h 697"/>
                <a:gd name="T18" fmla="*/ 1658 w 2210"/>
                <a:gd name="T19" fmla="*/ 318 h 697"/>
                <a:gd name="T20" fmla="*/ 1877 w 2210"/>
                <a:gd name="T21" fmla="*/ 299 h 697"/>
                <a:gd name="T22" fmla="*/ 2086 w 2210"/>
                <a:gd name="T23" fmla="*/ 266 h 697"/>
                <a:gd name="T24" fmla="*/ 2201 w 2210"/>
                <a:gd name="T25" fmla="*/ 242 h 697"/>
                <a:gd name="T26" fmla="*/ 2210 w 2210"/>
                <a:gd name="T27" fmla="*/ 248 h 697"/>
                <a:gd name="T28" fmla="*/ 2207 w 2210"/>
                <a:gd name="T29" fmla="*/ 259 h 697"/>
                <a:gd name="T30" fmla="*/ 2197 w 2210"/>
                <a:gd name="T31" fmla="*/ 271 h 697"/>
                <a:gd name="T32" fmla="*/ 2185 w 2210"/>
                <a:gd name="T33" fmla="*/ 281 h 697"/>
                <a:gd name="T34" fmla="*/ 2078 w 2210"/>
                <a:gd name="T35" fmla="*/ 389 h 697"/>
                <a:gd name="T36" fmla="*/ 1986 w 2210"/>
                <a:gd name="T37" fmla="*/ 504 h 697"/>
                <a:gd name="T38" fmla="*/ 1911 w 2210"/>
                <a:gd name="T39" fmla="*/ 635 h 697"/>
                <a:gd name="T40" fmla="*/ 1902 w 2210"/>
                <a:gd name="T41" fmla="*/ 649 h 697"/>
                <a:gd name="T42" fmla="*/ 1881 w 2210"/>
                <a:gd name="T43" fmla="*/ 664 h 697"/>
                <a:gd name="T44" fmla="*/ 1792 w 2210"/>
                <a:gd name="T45" fmla="*/ 677 h 697"/>
                <a:gd name="T46" fmla="*/ 1649 w 2210"/>
                <a:gd name="T47" fmla="*/ 690 h 697"/>
                <a:gd name="T48" fmla="*/ 1500 w 2210"/>
                <a:gd name="T49" fmla="*/ 696 h 697"/>
                <a:gd name="T50" fmla="*/ 1309 w 2210"/>
                <a:gd name="T51" fmla="*/ 694 h 697"/>
                <a:gd name="T52" fmla="*/ 1094 w 2210"/>
                <a:gd name="T53" fmla="*/ 681 h 697"/>
                <a:gd name="T54" fmla="*/ 892 w 2210"/>
                <a:gd name="T55" fmla="*/ 657 h 697"/>
                <a:gd name="T56" fmla="*/ 703 w 2210"/>
                <a:gd name="T57" fmla="*/ 622 h 697"/>
                <a:gd name="T58" fmla="*/ 532 w 2210"/>
                <a:gd name="T59" fmla="*/ 576 h 697"/>
                <a:gd name="T60" fmla="*/ 379 w 2210"/>
                <a:gd name="T61" fmla="*/ 522 h 697"/>
                <a:gd name="T62" fmla="*/ 250 w 2210"/>
                <a:gd name="T63" fmla="*/ 460 h 697"/>
                <a:gd name="T64" fmla="*/ 144 w 2210"/>
                <a:gd name="T65" fmla="*/ 390 h 697"/>
                <a:gd name="T66" fmla="*/ 66 w 2210"/>
                <a:gd name="T67" fmla="*/ 315 h 697"/>
                <a:gd name="T68" fmla="*/ 17 w 2210"/>
                <a:gd name="T69" fmla="*/ 235 h 697"/>
                <a:gd name="T70" fmla="*/ 0 w 2210"/>
                <a:gd name="T71" fmla="*/ 150 h 697"/>
                <a:gd name="T72" fmla="*/ 10 w 2210"/>
                <a:gd name="T73" fmla="*/ 83 h 697"/>
                <a:gd name="T74" fmla="*/ 41 w 2210"/>
                <a:gd name="T75" fmla="*/ 20 h 697"/>
                <a:gd name="T76" fmla="*/ 50 w 2210"/>
                <a:gd name="T77" fmla="*/ 8 h 697"/>
                <a:gd name="T78" fmla="*/ 65 w 2210"/>
                <a:gd name="T79" fmla="*/ 0 h 697"/>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210" h="697">
                  <a:moveTo>
                    <a:pt x="65" y="0"/>
                  </a:moveTo>
                  <a:lnTo>
                    <a:pt x="75" y="2"/>
                  </a:lnTo>
                  <a:lnTo>
                    <a:pt x="88" y="8"/>
                  </a:lnTo>
                  <a:lnTo>
                    <a:pt x="127" y="37"/>
                  </a:lnTo>
                  <a:lnTo>
                    <a:pt x="168" y="62"/>
                  </a:lnTo>
                  <a:lnTo>
                    <a:pt x="211" y="86"/>
                  </a:lnTo>
                  <a:lnTo>
                    <a:pt x="256" y="108"/>
                  </a:lnTo>
                  <a:lnTo>
                    <a:pt x="308" y="130"/>
                  </a:lnTo>
                  <a:lnTo>
                    <a:pt x="365" y="153"/>
                  </a:lnTo>
                  <a:lnTo>
                    <a:pt x="463" y="188"/>
                  </a:lnTo>
                  <a:lnTo>
                    <a:pt x="567" y="218"/>
                  </a:lnTo>
                  <a:lnTo>
                    <a:pt x="677" y="245"/>
                  </a:lnTo>
                  <a:lnTo>
                    <a:pt x="792" y="268"/>
                  </a:lnTo>
                  <a:lnTo>
                    <a:pt x="911" y="288"/>
                  </a:lnTo>
                  <a:lnTo>
                    <a:pt x="1033" y="302"/>
                  </a:lnTo>
                  <a:lnTo>
                    <a:pt x="1160" y="314"/>
                  </a:lnTo>
                  <a:lnTo>
                    <a:pt x="1289" y="320"/>
                  </a:lnTo>
                  <a:lnTo>
                    <a:pt x="1420" y="321"/>
                  </a:lnTo>
                  <a:lnTo>
                    <a:pt x="1542" y="321"/>
                  </a:lnTo>
                  <a:lnTo>
                    <a:pt x="1658" y="318"/>
                  </a:lnTo>
                  <a:lnTo>
                    <a:pt x="1770" y="310"/>
                  </a:lnTo>
                  <a:lnTo>
                    <a:pt x="1877" y="299"/>
                  </a:lnTo>
                  <a:lnTo>
                    <a:pt x="1982" y="285"/>
                  </a:lnTo>
                  <a:lnTo>
                    <a:pt x="2086" y="266"/>
                  </a:lnTo>
                  <a:lnTo>
                    <a:pt x="2188" y="242"/>
                  </a:lnTo>
                  <a:lnTo>
                    <a:pt x="2201" y="242"/>
                  </a:lnTo>
                  <a:lnTo>
                    <a:pt x="2207" y="244"/>
                  </a:lnTo>
                  <a:lnTo>
                    <a:pt x="2210" y="248"/>
                  </a:lnTo>
                  <a:lnTo>
                    <a:pt x="2210" y="253"/>
                  </a:lnTo>
                  <a:lnTo>
                    <a:pt x="2207" y="259"/>
                  </a:lnTo>
                  <a:lnTo>
                    <a:pt x="2202" y="264"/>
                  </a:lnTo>
                  <a:lnTo>
                    <a:pt x="2197" y="271"/>
                  </a:lnTo>
                  <a:lnTo>
                    <a:pt x="2190" y="277"/>
                  </a:lnTo>
                  <a:lnTo>
                    <a:pt x="2185" y="281"/>
                  </a:lnTo>
                  <a:lnTo>
                    <a:pt x="2130" y="334"/>
                  </a:lnTo>
                  <a:lnTo>
                    <a:pt x="2078" y="389"/>
                  </a:lnTo>
                  <a:lnTo>
                    <a:pt x="2030" y="444"/>
                  </a:lnTo>
                  <a:lnTo>
                    <a:pt x="1986" y="504"/>
                  </a:lnTo>
                  <a:lnTo>
                    <a:pt x="1946" y="567"/>
                  </a:lnTo>
                  <a:lnTo>
                    <a:pt x="1911" y="635"/>
                  </a:lnTo>
                  <a:lnTo>
                    <a:pt x="1907" y="641"/>
                  </a:lnTo>
                  <a:lnTo>
                    <a:pt x="1902" y="649"/>
                  </a:lnTo>
                  <a:lnTo>
                    <a:pt x="1893" y="658"/>
                  </a:lnTo>
                  <a:lnTo>
                    <a:pt x="1881" y="664"/>
                  </a:lnTo>
                  <a:lnTo>
                    <a:pt x="1864" y="668"/>
                  </a:lnTo>
                  <a:lnTo>
                    <a:pt x="1792" y="677"/>
                  </a:lnTo>
                  <a:lnTo>
                    <a:pt x="1720" y="685"/>
                  </a:lnTo>
                  <a:lnTo>
                    <a:pt x="1649" y="690"/>
                  </a:lnTo>
                  <a:lnTo>
                    <a:pt x="1577" y="694"/>
                  </a:lnTo>
                  <a:lnTo>
                    <a:pt x="1500" y="696"/>
                  </a:lnTo>
                  <a:lnTo>
                    <a:pt x="1420" y="697"/>
                  </a:lnTo>
                  <a:lnTo>
                    <a:pt x="1309" y="694"/>
                  </a:lnTo>
                  <a:lnTo>
                    <a:pt x="1200" y="690"/>
                  </a:lnTo>
                  <a:lnTo>
                    <a:pt x="1094" y="681"/>
                  </a:lnTo>
                  <a:lnTo>
                    <a:pt x="992" y="671"/>
                  </a:lnTo>
                  <a:lnTo>
                    <a:pt x="892" y="657"/>
                  </a:lnTo>
                  <a:lnTo>
                    <a:pt x="795" y="641"/>
                  </a:lnTo>
                  <a:lnTo>
                    <a:pt x="703" y="622"/>
                  </a:lnTo>
                  <a:lnTo>
                    <a:pt x="615" y="600"/>
                  </a:lnTo>
                  <a:lnTo>
                    <a:pt x="532" y="576"/>
                  </a:lnTo>
                  <a:lnTo>
                    <a:pt x="453" y="551"/>
                  </a:lnTo>
                  <a:lnTo>
                    <a:pt x="379" y="522"/>
                  </a:lnTo>
                  <a:lnTo>
                    <a:pt x="312" y="492"/>
                  </a:lnTo>
                  <a:lnTo>
                    <a:pt x="250" y="460"/>
                  </a:lnTo>
                  <a:lnTo>
                    <a:pt x="194" y="426"/>
                  </a:lnTo>
                  <a:lnTo>
                    <a:pt x="144" y="390"/>
                  </a:lnTo>
                  <a:lnTo>
                    <a:pt x="101" y="354"/>
                  </a:lnTo>
                  <a:lnTo>
                    <a:pt x="66" y="315"/>
                  </a:lnTo>
                  <a:lnTo>
                    <a:pt x="38" y="276"/>
                  </a:lnTo>
                  <a:lnTo>
                    <a:pt x="17" y="235"/>
                  </a:lnTo>
                  <a:lnTo>
                    <a:pt x="4" y="193"/>
                  </a:lnTo>
                  <a:lnTo>
                    <a:pt x="0" y="150"/>
                  </a:lnTo>
                  <a:lnTo>
                    <a:pt x="3" y="117"/>
                  </a:lnTo>
                  <a:lnTo>
                    <a:pt x="10" y="83"/>
                  </a:lnTo>
                  <a:lnTo>
                    <a:pt x="23" y="51"/>
                  </a:lnTo>
                  <a:lnTo>
                    <a:pt x="41" y="20"/>
                  </a:lnTo>
                  <a:lnTo>
                    <a:pt x="45" y="13"/>
                  </a:lnTo>
                  <a:lnTo>
                    <a:pt x="50" y="8"/>
                  </a:lnTo>
                  <a:lnTo>
                    <a:pt x="57" y="3"/>
                  </a:lnTo>
                  <a:lnTo>
                    <a:pt x="65" y="0"/>
                  </a:lnTo>
                  <a:close/>
                </a:path>
              </a:pathLst>
            </a:custGeom>
            <a:grpFill/>
            <a:ln w="0">
              <a:noFill/>
              <a:prstDash val="solid"/>
              <a:round/>
            </a:ln>
          </p:spPr>
          <p:txBody>
            <a:bodyPr anchor="ctr"/>
            <a:lstStyle/>
            <a:p>
              <a:pPr algn="ctr"/>
              <a:endParaRPr/>
            </a:p>
          </p:txBody>
        </p:sp>
        <p:sp>
          <p:nvSpPr>
            <p:cNvPr id="76" name="ïṧḷïḓê-Freeform: Shape 50">
              <a:extLst>
                <a:ext uri="{FF2B5EF4-FFF2-40B4-BE49-F238E27FC236}">
                  <a16:creationId xmlns:a16="http://schemas.microsoft.com/office/drawing/2014/main" id="{57C6B11C-838D-472F-8C69-74D775803B93}"/>
                </a:ext>
              </a:extLst>
            </p:cNvPr>
            <p:cNvSpPr/>
            <p:nvPr/>
          </p:nvSpPr>
          <p:spPr bwMode="auto">
            <a:xfrm>
              <a:off x="6689725" y="3567113"/>
              <a:ext cx="454025" cy="925513"/>
            </a:xfrm>
            <a:custGeom>
              <a:gdLst>
                <a:gd name="T0" fmla="*/ 328 w 571"/>
                <a:gd name="T1" fmla="*/ 4 h 1167"/>
                <a:gd name="T2" fmla="*/ 356 w 571"/>
                <a:gd name="T3" fmla="*/ 46 h 1167"/>
                <a:gd name="T4" fmla="*/ 359 w 571"/>
                <a:gd name="T5" fmla="*/ 135 h 1167"/>
                <a:gd name="T6" fmla="*/ 363 w 571"/>
                <a:gd name="T7" fmla="*/ 138 h 1167"/>
                <a:gd name="T8" fmla="*/ 378 w 571"/>
                <a:gd name="T9" fmla="*/ 140 h 1167"/>
                <a:gd name="T10" fmla="*/ 431 w 571"/>
                <a:gd name="T11" fmla="*/ 152 h 1167"/>
                <a:gd name="T12" fmla="*/ 496 w 571"/>
                <a:gd name="T13" fmla="*/ 170 h 1167"/>
                <a:gd name="T14" fmla="*/ 534 w 571"/>
                <a:gd name="T15" fmla="*/ 195 h 1167"/>
                <a:gd name="T16" fmla="*/ 512 w 571"/>
                <a:gd name="T17" fmla="*/ 280 h 1167"/>
                <a:gd name="T18" fmla="*/ 471 w 571"/>
                <a:gd name="T19" fmla="*/ 309 h 1167"/>
                <a:gd name="T20" fmla="*/ 447 w 571"/>
                <a:gd name="T21" fmla="*/ 301 h 1167"/>
                <a:gd name="T22" fmla="*/ 407 w 571"/>
                <a:gd name="T23" fmla="*/ 287 h 1167"/>
                <a:gd name="T24" fmla="*/ 333 w 571"/>
                <a:gd name="T25" fmla="*/ 271 h 1167"/>
                <a:gd name="T26" fmla="*/ 250 w 571"/>
                <a:gd name="T27" fmla="*/ 278 h 1167"/>
                <a:gd name="T28" fmla="*/ 200 w 571"/>
                <a:gd name="T29" fmla="*/ 307 h 1167"/>
                <a:gd name="T30" fmla="*/ 179 w 571"/>
                <a:gd name="T31" fmla="*/ 350 h 1167"/>
                <a:gd name="T32" fmla="*/ 185 w 571"/>
                <a:gd name="T33" fmla="*/ 402 h 1167"/>
                <a:gd name="T34" fmla="*/ 233 w 571"/>
                <a:gd name="T35" fmla="*/ 448 h 1167"/>
                <a:gd name="T36" fmla="*/ 338 w 571"/>
                <a:gd name="T37" fmla="*/ 499 h 1167"/>
                <a:gd name="T38" fmla="*/ 471 w 571"/>
                <a:gd name="T39" fmla="*/ 570 h 1167"/>
                <a:gd name="T40" fmla="*/ 547 w 571"/>
                <a:gd name="T41" fmla="*/ 658 h 1167"/>
                <a:gd name="T42" fmla="*/ 571 w 571"/>
                <a:gd name="T43" fmla="*/ 769 h 1167"/>
                <a:gd name="T44" fmla="*/ 545 w 571"/>
                <a:gd name="T45" fmla="*/ 882 h 1167"/>
                <a:gd name="T46" fmla="*/ 471 w 571"/>
                <a:gd name="T47" fmla="*/ 969 h 1167"/>
                <a:gd name="T48" fmla="*/ 356 w 571"/>
                <a:gd name="T49" fmla="*/ 1019 h 1167"/>
                <a:gd name="T50" fmla="*/ 351 w 571"/>
                <a:gd name="T51" fmla="*/ 1021 h 1167"/>
                <a:gd name="T52" fmla="*/ 348 w 571"/>
                <a:gd name="T53" fmla="*/ 1030 h 1167"/>
                <a:gd name="T54" fmla="*/ 334 w 571"/>
                <a:gd name="T55" fmla="*/ 1154 h 1167"/>
                <a:gd name="T56" fmla="*/ 259 w 571"/>
                <a:gd name="T57" fmla="*/ 1167 h 1167"/>
                <a:gd name="T58" fmla="*/ 216 w 571"/>
                <a:gd name="T59" fmla="*/ 1140 h 1167"/>
                <a:gd name="T60" fmla="*/ 213 w 571"/>
                <a:gd name="T61" fmla="*/ 1031 h 1167"/>
                <a:gd name="T62" fmla="*/ 207 w 571"/>
                <a:gd name="T63" fmla="*/ 1026 h 1167"/>
                <a:gd name="T64" fmla="*/ 198 w 571"/>
                <a:gd name="T65" fmla="*/ 1023 h 1167"/>
                <a:gd name="T66" fmla="*/ 145 w 571"/>
                <a:gd name="T67" fmla="*/ 1013 h 1167"/>
                <a:gd name="T68" fmla="*/ 69 w 571"/>
                <a:gd name="T69" fmla="*/ 993 h 1167"/>
                <a:gd name="T70" fmla="*/ 12 w 571"/>
                <a:gd name="T71" fmla="*/ 966 h 1167"/>
                <a:gd name="T72" fmla="*/ 3 w 571"/>
                <a:gd name="T73" fmla="*/ 926 h 1167"/>
                <a:gd name="T74" fmla="*/ 40 w 571"/>
                <a:gd name="T75" fmla="*/ 847 h 1167"/>
                <a:gd name="T76" fmla="*/ 73 w 571"/>
                <a:gd name="T77" fmla="*/ 839 h 1167"/>
                <a:gd name="T78" fmla="*/ 88 w 571"/>
                <a:gd name="T79" fmla="*/ 846 h 1167"/>
                <a:gd name="T80" fmla="*/ 126 w 571"/>
                <a:gd name="T81" fmla="*/ 860 h 1167"/>
                <a:gd name="T82" fmla="*/ 188 w 571"/>
                <a:gd name="T83" fmla="*/ 881 h 1167"/>
                <a:gd name="T84" fmla="*/ 257 w 571"/>
                <a:gd name="T85" fmla="*/ 890 h 1167"/>
                <a:gd name="T86" fmla="*/ 350 w 571"/>
                <a:gd name="T87" fmla="*/ 868 h 1167"/>
                <a:gd name="T88" fmla="*/ 398 w 571"/>
                <a:gd name="T89" fmla="*/ 806 h 1167"/>
                <a:gd name="T90" fmla="*/ 387 w 571"/>
                <a:gd name="T91" fmla="*/ 725 h 1167"/>
                <a:gd name="T92" fmla="*/ 303 w 571"/>
                <a:gd name="T93" fmla="*/ 659 h 1167"/>
                <a:gd name="T94" fmla="*/ 188 w 571"/>
                <a:gd name="T95" fmla="*/ 610 h 1167"/>
                <a:gd name="T96" fmla="*/ 99 w 571"/>
                <a:gd name="T97" fmla="*/ 556 h 1167"/>
                <a:gd name="T98" fmla="*/ 34 w 571"/>
                <a:gd name="T99" fmla="*/ 482 h 1167"/>
                <a:gd name="T100" fmla="*/ 9 w 571"/>
                <a:gd name="T101" fmla="*/ 381 h 1167"/>
                <a:gd name="T102" fmla="*/ 40 w 571"/>
                <a:gd name="T103" fmla="*/ 263 h 1167"/>
                <a:gd name="T104" fmla="*/ 128 w 571"/>
                <a:gd name="T105" fmla="*/ 178 h 1167"/>
                <a:gd name="T106" fmla="*/ 214 w 571"/>
                <a:gd name="T107" fmla="*/ 144 h 1167"/>
                <a:gd name="T108" fmla="*/ 220 w 571"/>
                <a:gd name="T109" fmla="*/ 139 h 1167"/>
                <a:gd name="T110" fmla="*/ 223 w 571"/>
                <a:gd name="T111" fmla="*/ 46 h 1167"/>
                <a:gd name="T112" fmla="*/ 251 w 571"/>
                <a:gd name="T113" fmla="*/ 4 h 1167"/>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71" h="1167">
                  <a:moveTo>
                    <a:pt x="270" y="0"/>
                  </a:moveTo>
                  <a:lnTo>
                    <a:pt x="310" y="0"/>
                  </a:lnTo>
                  <a:lnTo>
                    <a:pt x="328" y="4"/>
                  </a:lnTo>
                  <a:lnTo>
                    <a:pt x="343" y="13"/>
                  </a:lnTo>
                  <a:lnTo>
                    <a:pt x="354" y="28"/>
                  </a:lnTo>
                  <a:lnTo>
                    <a:pt x="356" y="46"/>
                  </a:lnTo>
                  <a:lnTo>
                    <a:pt x="358" y="130"/>
                  </a:lnTo>
                  <a:lnTo>
                    <a:pt x="358" y="133"/>
                  </a:lnTo>
                  <a:lnTo>
                    <a:pt x="359" y="135"/>
                  </a:lnTo>
                  <a:lnTo>
                    <a:pt x="360" y="136"/>
                  </a:lnTo>
                  <a:lnTo>
                    <a:pt x="361" y="136"/>
                  </a:lnTo>
                  <a:lnTo>
                    <a:pt x="363" y="138"/>
                  </a:lnTo>
                  <a:lnTo>
                    <a:pt x="364" y="138"/>
                  </a:lnTo>
                  <a:lnTo>
                    <a:pt x="368" y="139"/>
                  </a:lnTo>
                  <a:lnTo>
                    <a:pt x="378" y="140"/>
                  </a:lnTo>
                  <a:lnTo>
                    <a:pt x="392" y="143"/>
                  </a:lnTo>
                  <a:lnTo>
                    <a:pt x="411" y="147"/>
                  </a:lnTo>
                  <a:lnTo>
                    <a:pt x="431" y="152"/>
                  </a:lnTo>
                  <a:lnTo>
                    <a:pt x="453" y="157"/>
                  </a:lnTo>
                  <a:lnTo>
                    <a:pt x="475" y="164"/>
                  </a:lnTo>
                  <a:lnTo>
                    <a:pt x="496" y="170"/>
                  </a:lnTo>
                  <a:lnTo>
                    <a:pt x="514" y="177"/>
                  </a:lnTo>
                  <a:lnTo>
                    <a:pt x="526" y="184"/>
                  </a:lnTo>
                  <a:lnTo>
                    <a:pt x="534" y="195"/>
                  </a:lnTo>
                  <a:lnTo>
                    <a:pt x="536" y="208"/>
                  </a:lnTo>
                  <a:lnTo>
                    <a:pt x="534" y="223"/>
                  </a:lnTo>
                  <a:lnTo>
                    <a:pt x="512" y="280"/>
                  </a:lnTo>
                  <a:lnTo>
                    <a:pt x="503" y="296"/>
                  </a:lnTo>
                  <a:lnTo>
                    <a:pt x="488" y="305"/>
                  </a:lnTo>
                  <a:lnTo>
                    <a:pt x="471" y="309"/>
                  </a:lnTo>
                  <a:lnTo>
                    <a:pt x="460" y="307"/>
                  </a:lnTo>
                  <a:lnTo>
                    <a:pt x="449" y="303"/>
                  </a:lnTo>
                  <a:lnTo>
                    <a:pt x="447" y="301"/>
                  </a:lnTo>
                  <a:lnTo>
                    <a:pt x="438" y="298"/>
                  </a:lnTo>
                  <a:lnTo>
                    <a:pt x="425" y="293"/>
                  </a:lnTo>
                  <a:lnTo>
                    <a:pt x="407" y="287"/>
                  </a:lnTo>
                  <a:lnTo>
                    <a:pt x="386" y="280"/>
                  </a:lnTo>
                  <a:lnTo>
                    <a:pt x="361" y="275"/>
                  </a:lnTo>
                  <a:lnTo>
                    <a:pt x="333" y="271"/>
                  </a:lnTo>
                  <a:lnTo>
                    <a:pt x="303" y="270"/>
                  </a:lnTo>
                  <a:lnTo>
                    <a:pt x="275" y="272"/>
                  </a:lnTo>
                  <a:lnTo>
                    <a:pt x="250" y="278"/>
                  </a:lnTo>
                  <a:lnTo>
                    <a:pt x="229" y="285"/>
                  </a:lnTo>
                  <a:lnTo>
                    <a:pt x="213" y="296"/>
                  </a:lnTo>
                  <a:lnTo>
                    <a:pt x="200" y="307"/>
                  </a:lnTo>
                  <a:lnTo>
                    <a:pt x="189" y="320"/>
                  </a:lnTo>
                  <a:lnTo>
                    <a:pt x="183" y="334"/>
                  </a:lnTo>
                  <a:lnTo>
                    <a:pt x="179" y="350"/>
                  </a:lnTo>
                  <a:lnTo>
                    <a:pt x="178" y="364"/>
                  </a:lnTo>
                  <a:lnTo>
                    <a:pt x="180" y="384"/>
                  </a:lnTo>
                  <a:lnTo>
                    <a:pt x="185" y="402"/>
                  </a:lnTo>
                  <a:lnTo>
                    <a:pt x="196" y="417"/>
                  </a:lnTo>
                  <a:lnTo>
                    <a:pt x="211" y="433"/>
                  </a:lnTo>
                  <a:lnTo>
                    <a:pt x="233" y="448"/>
                  </a:lnTo>
                  <a:lnTo>
                    <a:pt x="260" y="464"/>
                  </a:lnTo>
                  <a:lnTo>
                    <a:pt x="295" y="481"/>
                  </a:lnTo>
                  <a:lnTo>
                    <a:pt x="338" y="499"/>
                  </a:lnTo>
                  <a:lnTo>
                    <a:pt x="389" y="521"/>
                  </a:lnTo>
                  <a:lnTo>
                    <a:pt x="433" y="544"/>
                  </a:lnTo>
                  <a:lnTo>
                    <a:pt x="471" y="570"/>
                  </a:lnTo>
                  <a:lnTo>
                    <a:pt x="503" y="597"/>
                  </a:lnTo>
                  <a:lnTo>
                    <a:pt x="527" y="627"/>
                  </a:lnTo>
                  <a:lnTo>
                    <a:pt x="547" y="658"/>
                  </a:lnTo>
                  <a:lnTo>
                    <a:pt x="561" y="693"/>
                  </a:lnTo>
                  <a:lnTo>
                    <a:pt x="569" y="729"/>
                  </a:lnTo>
                  <a:lnTo>
                    <a:pt x="571" y="769"/>
                  </a:lnTo>
                  <a:lnTo>
                    <a:pt x="569" y="810"/>
                  </a:lnTo>
                  <a:lnTo>
                    <a:pt x="559" y="847"/>
                  </a:lnTo>
                  <a:lnTo>
                    <a:pt x="545" y="882"/>
                  </a:lnTo>
                  <a:lnTo>
                    <a:pt x="525" y="914"/>
                  </a:lnTo>
                  <a:lnTo>
                    <a:pt x="500" y="943"/>
                  </a:lnTo>
                  <a:lnTo>
                    <a:pt x="471" y="969"/>
                  </a:lnTo>
                  <a:lnTo>
                    <a:pt x="437" y="990"/>
                  </a:lnTo>
                  <a:lnTo>
                    <a:pt x="399" y="1006"/>
                  </a:lnTo>
                  <a:lnTo>
                    <a:pt x="356" y="1019"/>
                  </a:lnTo>
                  <a:lnTo>
                    <a:pt x="355" y="1019"/>
                  </a:lnTo>
                  <a:lnTo>
                    <a:pt x="354" y="1021"/>
                  </a:lnTo>
                  <a:lnTo>
                    <a:pt x="351" y="1021"/>
                  </a:lnTo>
                  <a:lnTo>
                    <a:pt x="350" y="1023"/>
                  </a:lnTo>
                  <a:lnTo>
                    <a:pt x="348" y="1026"/>
                  </a:lnTo>
                  <a:lnTo>
                    <a:pt x="348" y="1030"/>
                  </a:lnTo>
                  <a:lnTo>
                    <a:pt x="348" y="1122"/>
                  </a:lnTo>
                  <a:lnTo>
                    <a:pt x="345" y="1140"/>
                  </a:lnTo>
                  <a:lnTo>
                    <a:pt x="334" y="1154"/>
                  </a:lnTo>
                  <a:lnTo>
                    <a:pt x="320" y="1163"/>
                  </a:lnTo>
                  <a:lnTo>
                    <a:pt x="302" y="1167"/>
                  </a:lnTo>
                  <a:lnTo>
                    <a:pt x="259" y="1167"/>
                  </a:lnTo>
                  <a:lnTo>
                    <a:pt x="241" y="1163"/>
                  </a:lnTo>
                  <a:lnTo>
                    <a:pt x="227" y="1154"/>
                  </a:lnTo>
                  <a:lnTo>
                    <a:pt x="216" y="1140"/>
                  </a:lnTo>
                  <a:lnTo>
                    <a:pt x="213" y="1122"/>
                  </a:lnTo>
                  <a:lnTo>
                    <a:pt x="213" y="1034"/>
                  </a:lnTo>
                  <a:lnTo>
                    <a:pt x="213" y="1031"/>
                  </a:lnTo>
                  <a:lnTo>
                    <a:pt x="211" y="1028"/>
                  </a:lnTo>
                  <a:lnTo>
                    <a:pt x="209" y="1027"/>
                  </a:lnTo>
                  <a:lnTo>
                    <a:pt x="207" y="1026"/>
                  </a:lnTo>
                  <a:lnTo>
                    <a:pt x="205" y="1025"/>
                  </a:lnTo>
                  <a:lnTo>
                    <a:pt x="203" y="1025"/>
                  </a:lnTo>
                  <a:lnTo>
                    <a:pt x="198" y="1023"/>
                  </a:lnTo>
                  <a:lnTo>
                    <a:pt x="185" y="1022"/>
                  </a:lnTo>
                  <a:lnTo>
                    <a:pt x="169" y="1018"/>
                  </a:lnTo>
                  <a:lnTo>
                    <a:pt x="145" y="1013"/>
                  </a:lnTo>
                  <a:lnTo>
                    <a:pt x="121" y="1008"/>
                  </a:lnTo>
                  <a:lnTo>
                    <a:pt x="95" y="1001"/>
                  </a:lnTo>
                  <a:lnTo>
                    <a:pt x="69" y="993"/>
                  </a:lnTo>
                  <a:lnTo>
                    <a:pt x="44" y="984"/>
                  </a:lnTo>
                  <a:lnTo>
                    <a:pt x="22" y="974"/>
                  </a:lnTo>
                  <a:lnTo>
                    <a:pt x="12" y="966"/>
                  </a:lnTo>
                  <a:lnTo>
                    <a:pt x="4" y="956"/>
                  </a:lnTo>
                  <a:lnTo>
                    <a:pt x="0" y="942"/>
                  </a:lnTo>
                  <a:lnTo>
                    <a:pt x="3" y="926"/>
                  </a:lnTo>
                  <a:lnTo>
                    <a:pt x="25" y="868"/>
                  </a:lnTo>
                  <a:lnTo>
                    <a:pt x="31" y="856"/>
                  </a:lnTo>
                  <a:lnTo>
                    <a:pt x="40" y="847"/>
                  </a:lnTo>
                  <a:lnTo>
                    <a:pt x="52" y="842"/>
                  </a:lnTo>
                  <a:lnTo>
                    <a:pt x="66" y="839"/>
                  </a:lnTo>
                  <a:lnTo>
                    <a:pt x="73" y="839"/>
                  </a:lnTo>
                  <a:lnTo>
                    <a:pt x="79" y="842"/>
                  </a:lnTo>
                  <a:lnTo>
                    <a:pt x="86" y="843"/>
                  </a:lnTo>
                  <a:lnTo>
                    <a:pt x="88" y="846"/>
                  </a:lnTo>
                  <a:lnTo>
                    <a:pt x="97" y="848"/>
                  </a:lnTo>
                  <a:lnTo>
                    <a:pt x="109" y="854"/>
                  </a:lnTo>
                  <a:lnTo>
                    <a:pt x="126" y="860"/>
                  </a:lnTo>
                  <a:lnTo>
                    <a:pt x="144" y="868"/>
                  </a:lnTo>
                  <a:lnTo>
                    <a:pt x="166" y="874"/>
                  </a:lnTo>
                  <a:lnTo>
                    <a:pt x="188" y="881"/>
                  </a:lnTo>
                  <a:lnTo>
                    <a:pt x="211" y="886"/>
                  </a:lnTo>
                  <a:lnTo>
                    <a:pt x="235" y="889"/>
                  </a:lnTo>
                  <a:lnTo>
                    <a:pt x="257" y="890"/>
                  </a:lnTo>
                  <a:lnTo>
                    <a:pt x="292" y="887"/>
                  </a:lnTo>
                  <a:lnTo>
                    <a:pt x="323" y="880"/>
                  </a:lnTo>
                  <a:lnTo>
                    <a:pt x="350" y="868"/>
                  </a:lnTo>
                  <a:lnTo>
                    <a:pt x="372" y="851"/>
                  </a:lnTo>
                  <a:lnTo>
                    <a:pt x="387" y="830"/>
                  </a:lnTo>
                  <a:lnTo>
                    <a:pt x="398" y="806"/>
                  </a:lnTo>
                  <a:lnTo>
                    <a:pt x="402" y="780"/>
                  </a:lnTo>
                  <a:lnTo>
                    <a:pt x="398" y="751"/>
                  </a:lnTo>
                  <a:lnTo>
                    <a:pt x="387" y="725"/>
                  </a:lnTo>
                  <a:lnTo>
                    <a:pt x="368" y="702"/>
                  </a:lnTo>
                  <a:lnTo>
                    <a:pt x="339" y="680"/>
                  </a:lnTo>
                  <a:lnTo>
                    <a:pt x="303" y="659"/>
                  </a:lnTo>
                  <a:lnTo>
                    <a:pt x="257" y="639"/>
                  </a:lnTo>
                  <a:lnTo>
                    <a:pt x="223" y="624"/>
                  </a:lnTo>
                  <a:lnTo>
                    <a:pt x="188" y="610"/>
                  </a:lnTo>
                  <a:lnTo>
                    <a:pt x="157" y="593"/>
                  </a:lnTo>
                  <a:lnTo>
                    <a:pt x="126" y="575"/>
                  </a:lnTo>
                  <a:lnTo>
                    <a:pt x="99" y="556"/>
                  </a:lnTo>
                  <a:lnTo>
                    <a:pt x="73" y="534"/>
                  </a:lnTo>
                  <a:lnTo>
                    <a:pt x="52" y="509"/>
                  </a:lnTo>
                  <a:lnTo>
                    <a:pt x="34" y="482"/>
                  </a:lnTo>
                  <a:lnTo>
                    <a:pt x="21" y="452"/>
                  </a:lnTo>
                  <a:lnTo>
                    <a:pt x="13" y="419"/>
                  </a:lnTo>
                  <a:lnTo>
                    <a:pt x="9" y="381"/>
                  </a:lnTo>
                  <a:lnTo>
                    <a:pt x="13" y="338"/>
                  </a:lnTo>
                  <a:lnTo>
                    <a:pt x="24" y="300"/>
                  </a:lnTo>
                  <a:lnTo>
                    <a:pt x="40" y="263"/>
                  </a:lnTo>
                  <a:lnTo>
                    <a:pt x="65" y="231"/>
                  </a:lnTo>
                  <a:lnTo>
                    <a:pt x="93" y="202"/>
                  </a:lnTo>
                  <a:lnTo>
                    <a:pt x="128" y="178"/>
                  </a:lnTo>
                  <a:lnTo>
                    <a:pt x="169" y="158"/>
                  </a:lnTo>
                  <a:lnTo>
                    <a:pt x="213" y="144"/>
                  </a:lnTo>
                  <a:lnTo>
                    <a:pt x="214" y="144"/>
                  </a:lnTo>
                  <a:lnTo>
                    <a:pt x="216" y="143"/>
                  </a:lnTo>
                  <a:lnTo>
                    <a:pt x="219" y="142"/>
                  </a:lnTo>
                  <a:lnTo>
                    <a:pt x="220" y="139"/>
                  </a:lnTo>
                  <a:lnTo>
                    <a:pt x="222" y="138"/>
                  </a:lnTo>
                  <a:lnTo>
                    <a:pt x="223" y="134"/>
                  </a:lnTo>
                  <a:lnTo>
                    <a:pt x="223" y="46"/>
                  </a:lnTo>
                  <a:lnTo>
                    <a:pt x="227" y="28"/>
                  </a:lnTo>
                  <a:lnTo>
                    <a:pt x="236" y="13"/>
                  </a:lnTo>
                  <a:lnTo>
                    <a:pt x="251" y="4"/>
                  </a:lnTo>
                  <a:lnTo>
                    <a:pt x="270" y="0"/>
                  </a:lnTo>
                  <a:close/>
                </a:path>
              </a:pathLst>
            </a:custGeom>
            <a:grpFill/>
            <a:ln w="0">
              <a:noFill/>
              <a:prstDash val="solid"/>
              <a:round/>
            </a:ln>
          </p:spPr>
          <p:txBody>
            <a:bodyPr anchor="ctr"/>
            <a:lstStyle/>
            <a:p>
              <a:pPr algn="ctr"/>
              <a:endParaRPr/>
            </a:p>
          </p:txBody>
        </p:sp>
        <p:sp>
          <p:nvSpPr>
            <p:cNvPr id="77" name="ïṧḷïḓê-Freeform: Shape 51">
              <a:extLst>
                <a:ext uri="{FF2B5EF4-FFF2-40B4-BE49-F238E27FC236}">
                  <a16:creationId xmlns:a16="http://schemas.microsoft.com/office/drawing/2014/main" id="{5E9D9A8E-764B-464B-AFDD-36F6671519CF}"/>
                </a:ext>
              </a:extLst>
            </p:cNvPr>
            <p:cNvSpPr/>
            <p:nvPr/>
          </p:nvSpPr>
          <p:spPr bwMode="auto">
            <a:xfrm>
              <a:off x="6043613" y="3155950"/>
              <a:ext cx="1746250" cy="1746250"/>
            </a:xfrm>
            <a:custGeom>
              <a:gdLst>
                <a:gd name="T0" fmla="*/ 939 w 2199"/>
                <a:gd name="T1" fmla="*/ 271 h 2199"/>
                <a:gd name="T2" fmla="*/ 718 w 2199"/>
                <a:gd name="T3" fmla="*/ 346 h 2199"/>
                <a:gd name="T4" fmla="*/ 529 w 2199"/>
                <a:gd name="T5" fmla="*/ 476 h 2199"/>
                <a:gd name="T6" fmla="*/ 383 w 2199"/>
                <a:gd name="T7" fmla="*/ 651 h 2199"/>
                <a:gd name="T8" fmla="*/ 289 w 2199"/>
                <a:gd name="T9" fmla="*/ 862 h 2199"/>
                <a:gd name="T10" fmla="*/ 255 w 2199"/>
                <a:gd name="T11" fmla="*/ 1099 h 2199"/>
                <a:gd name="T12" fmla="*/ 289 w 2199"/>
                <a:gd name="T13" fmla="*/ 1337 h 2199"/>
                <a:gd name="T14" fmla="*/ 383 w 2199"/>
                <a:gd name="T15" fmla="*/ 1548 h 2199"/>
                <a:gd name="T16" fmla="*/ 529 w 2199"/>
                <a:gd name="T17" fmla="*/ 1723 h 2199"/>
                <a:gd name="T18" fmla="*/ 718 w 2199"/>
                <a:gd name="T19" fmla="*/ 1854 h 2199"/>
                <a:gd name="T20" fmla="*/ 939 w 2199"/>
                <a:gd name="T21" fmla="*/ 1929 h 2199"/>
                <a:gd name="T22" fmla="*/ 1181 w 2199"/>
                <a:gd name="T23" fmla="*/ 1941 h 2199"/>
                <a:gd name="T24" fmla="*/ 1411 w 2199"/>
                <a:gd name="T25" fmla="*/ 1885 h 2199"/>
                <a:gd name="T26" fmla="*/ 1610 w 2199"/>
                <a:gd name="T27" fmla="*/ 1772 h 2199"/>
                <a:gd name="T28" fmla="*/ 1772 w 2199"/>
                <a:gd name="T29" fmla="*/ 1610 h 2199"/>
                <a:gd name="T30" fmla="*/ 1885 w 2199"/>
                <a:gd name="T31" fmla="*/ 1411 h 2199"/>
                <a:gd name="T32" fmla="*/ 1941 w 2199"/>
                <a:gd name="T33" fmla="*/ 1181 h 2199"/>
                <a:gd name="T34" fmla="*/ 1929 w 2199"/>
                <a:gd name="T35" fmla="*/ 940 h 2199"/>
                <a:gd name="T36" fmla="*/ 1854 w 2199"/>
                <a:gd name="T37" fmla="*/ 718 h 2199"/>
                <a:gd name="T38" fmla="*/ 1723 w 2199"/>
                <a:gd name="T39" fmla="*/ 529 h 2199"/>
                <a:gd name="T40" fmla="*/ 1548 w 2199"/>
                <a:gd name="T41" fmla="*/ 383 h 2199"/>
                <a:gd name="T42" fmla="*/ 1337 w 2199"/>
                <a:gd name="T43" fmla="*/ 289 h 2199"/>
                <a:gd name="T44" fmla="*/ 1099 w 2199"/>
                <a:gd name="T45" fmla="*/ 255 h 2199"/>
                <a:gd name="T46" fmla="*/ 1287 w 2199"/>
                <a:gd name="T47" fmla="*/ 17 h 2199"/>
                <a:gd name="T48" fmla="*/ 1548 w 2199"/>
                <a:gd name="T49" fmla="*/ 96 h 2199"/>
                <a:gd name="T50" fmla="*/ 1777 w 2199"/>
                <a:gd name="T51" fmla="*/ 234 h 2199"/>
                <a:gd name="T52" fmla="*/ 1965 w 2199"/>
                <a:gd name="T53" fmla="*/ 422 h 2199"/>
                <a:gd name="T54" fmla="*/ 2104 w 2199"/>
                <a:gd name="T55" fmla="*/ 651 h 2199"/>
                <a:gd name="T56" fmla="*/ 2183 w 2199"/>
                <a:gd name="T57" fmla="*/ 913 h 2199"/>
                <a:gd name="T58" fmla="*/ 2196 w 2199"/>
                <a:gd name="T59" fmla="*/ 1195 h 2199"/>
                <a:gd name="T60" fmla="*/ 2137 w 2199"/>
                <a:gd name="T61" fmla="*/ 1464 h 2199"/>
                <a:gd name="T62" fmla="*/ 2017 w 2199"/>
                <a:gd name="T63" fmla="*/ 1705 h 2199"/>
                <a:gd name="T64" fmla="*/ 1845 w 2199"/>
                <a:gd name="T65" fmla="*/ 1908 h 2199"/>
                <a:gd name="T66" fmla="*/ 1629 w 2199"/>
                <a:gd name="T67" fmla="*/ 2064 h 2199"/>
                <a:gd name="T68" fmla="*/ 1377 w 2199"/>
                <a:gd name="T69" fmla="*/ 2163 h 2199"/>
                <a:gd name="T70" fmla="*/ 1099 w 2199"/>
                <a:gd name="T71" fmla="*/ 2199 h 2199"/>
                <a:gd name="T72" fmla="*/ 822 w 2199"/>
                <a:gd name="T73" fmla="*/ 2163 h 2199"/>
                <a:gd name="T74" fmla="*/ 571 w 2199"/>
                <a:gd name="T75" fmla="*/ 2064 h 2199"/>
                <a:gd name="T76" fmla="*/ 355 w 2199"/>
                <a:gd name="T77" fmla="*/ 1908 h 2199"/>
                <a:gd name="T78" fmla="*/ 183 w 2199"/>
                <a:gd name="T79" fmla="*/ 1705 h 2199"/>
                <a:gd name="T80" fmla="*/ 62 w 2199"/>
                <a:gd name="T81" fmla="*/ 1464 h 2199"/>
                <a:gd name="T82" fmla="*/ 4 w 2199"/>
                <a:gd name="T83" fmla="*/ 1195 h 2199"/>
                <a:gd name="T84" fmla="*/ 17 w 2199"/>
                <a:gd name="T85" fmla="*/ 913 h 2199"/>
                <a:gd name="T86" fmla="*/ 96 w 2199"/>
                <a:gd name="T87" fmla="*/ 651 h 2199"/>
                <a:gd name="T88" fmla="*/ 234 w 2199"/>
                <a:gd name="T89" fmla="*/ 422 h 2199"/>
                <a:gd name="T90" fmla="*/ 422 w 2199"/>
                <a:gd name="T91" fmla="*/ 234 h 2199"/>
                <a:gd name="T92" fmla="*/ 651 w 2199"/>
                <a:gd name="T93" fmla="*/ 96 h 2199"/>
                <a:gd name="T94" fmla="*/ 913 w 2199"/>
                <a:gd name="T95" fmla="*/ 17 h 2199"/>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199" h="2199">
                  <a:moveTo>
                    <a:pt x="1099" y="255"/>
                  </a:moveTo>
                  <a:lnTo>
                    <a:pt x="1019" y="259"/>
                  </a:lnTo>
                  <a:lnTo>
                    <a:pt x="939" y="271"/>
                  </a:lnTo>
                  <a:lnTo>
                    <a:pt x="862" y="289"/>
                  </a:lnTo>
                  <a:lnTo>
                    <a:pt x="788" y="315"/>
                  </a:lnTo>
                  <a:lnTo>
                    <a:pt x="718" y="346"/>
                  </a:lnTo>
                  <a:lnTo>
                    <a:pt x="651" y="383"/>
                  </a:lnTo>
                  <a:lnTo>
                    <a:pt x="589" y="427"/>
                  </a:lnTo>
                  <a:lnTo>
                    <a:pt x="529" y="476"/>
                  </a:lnTo>
                  <a:lnTo>
                    <a:pt x="476" y="529"/>
                  </a:lnTo>
                  <a:lnTo>
                    <a:pt x="427" y="589"/>
                  </a:lnTo>
                  <a:lnTo>
                    <a:pt x="383" y="651"/>
                  </a:lnTo>
                  <a:lnTo>
                    <a:pt x="346" y="718"/>
                  </a:lnTo>
                  <a:lnTo>
                    <a:pt x="315" y="788"/>
                  </a:lnTo>
                  <a:lnTo>
                    <a:pt x="289" y="862"/>
                  </a:lnTo>
                  <a:lnTo>
                    <a:pt x="271" y="940"/>
                  </a:lnTo>
                  <a:lnTo>
                    <a:pt x="259" y="1019"/>
                  </a:lnTo>
                  <a:lnTo>
                    <a:pt x="255" y="1099"/>
                  </a:lnTo>
                  <a:lnTo>
                    <a:pt x="259" y="1181"/>
                  </a:lnTo>
                  <a:lnTo>
                    <a:pt x="271" y="1260"/>
                  </a:lnTo>
                  <a:lnTo>
                    <a:pt x="289" y="1337"/>
                  </a:lnTo>
                  <a:lnTo>
                    <a:pt x="315" y="1411"/>
                  </a:lnTo>
                  <a:lnTo>
                    <a:pt x="346" y="1481"/>
                  </a:lnTo>
                  <a:lnTo>
                    <a:pt x="383" y="1548"/>
                  </a:lnTo>
                  <a:lnTo>
                    <a:pt x="427" y="1610"/>
                  </a:lnTo>
                  <a:lnTo>
                    <a:pt x="476" y="1669"/>
                  </a:lnTo>
                  <a:lnTo>
                    <a:pt x="529" y="1723"/>
                  </a:lnTo>
                  <a:lnTo>
                    <a:pt x="589" y="1772"/>
                  </a:lnTo>
                  <a:lnTo>
                    <a:pt x="651" y="1816"/>
                  </a:lnTo>
                  <a:lnTo>
                    <a:pt x="718" y="1854"/>
                  </a:lnTo>
                  <a:lnTo>
                    <a:pt x="788" y="1885"/>
                  </a:lnTo>
                  <a:lnTo>
                    <a:pt x="862" y="1911"/>
                  </a:lnTo>
                  <a:lnTo>
                    <a:pt x="939" y="1929"/>
                  </a:lnTo>
                  <a:lnTo>
                    <a:pt x="1019" y="1941"/>
                  </a:lnTo>
                  <a:lnTo>
                    <a:pt x="1099" y="1944"/>
                  </a:lnTo>
                  <a:lnTo>
                    <a:pt x="1181" y="1941"/>
                  </a:lnTo>
                  <a:lnTo>
                    <a:pt x="1260" y="1929"/>
                  </a:lnTo>
                  <a:lnTo>
                    <a:pt x="1337" y="1911"/>
                  </a:lnTo>
                  <a:lnTo>
                    <a:pt x="1411" y="1885"/>
                  </a:lnTo>
                  <a:lnTo>
                    <a:pt x="1481" y="1854"/>
                  </a:lnTo>
                  <a:lnTo>
                    <a:pt x="1548" y="1816"/>
                  </a:lnTo>
                  <a:lnTo>
                    <a:pt x="1610" y="1772"/>
                  </a:lnTo>
                  <a:lnTo>
                    <a:pt x="1669" y="1723"/>
                  </a:lnTo>
                  <a:lnTo>
                    <a:pt x="1723" y="1669"/>
                  </a:lnTo>
                  <a:lnTo>
                    <a:pt x="1772" y="1610"/>
                  </a:lnTo>
                  <a:lnTo>
                    <a:pt x="1816" y="1548"/>
                  </a:lnTo>
                  <a:lnTo>
                    <a:pt x="1854" y="1481"/>
                  </a:lnTo>
                  <a:lnTo>
                    <a:pt x="1885" y="1411"/>
                  </a:lnTo>
                  <a:lnTo>
                    <a:pt x="1911" y="1337"/>
                  </a:lnTo>
                  <a:lnTo>
                    <a:pt x="1929" y="1260"/>
                  </a:lnTo>
                  <a:lnTo>
                    <a:pt x="1941" y="1181"/>
                  </a:lnTo>
                  <a:lnTo>
                    <a:pt x="1944" y="1099"/>
                  </a:lnTo>
                  <a:lnTo>
                    <a:pt x="1941" y="1019"/>
                  </a:lnTo>
                  <a:lnTo>
                    <a:pt x="1929" y="940"/>
                  </a:lnTo>
                  <a:lnTo>
                    <a:pt x="1911" y="862"/>
                  </a:lnTo>
                  <a:lnTo>
                    <a:pt x="1885" y="788"/>
                  </a:lnTo>
                  <a:lnTo>
                    <a:pt x="1854" y="718"/>
                  </a:lnTo>
                  <a:lnTo>
                    <a:pt x="1816" y="651"/>
                  </a:lnTo>
                  <a:lnTo>
                    <a:pt x="1772" y="589"/>
                  </a:lnTo>
                  <a:lnTo>
                    <a:pt x="1723" y="529"/>
                  </a:lnTo>
                  <a:lnTo>
                    <a:pt x="1669" y="476"/>
                  </a:lnTo>
                  <a:lnTo>
                    <a:pt x="1610" y="427"/>
                  </a:lnTo>
                  <a:lnTo>
                    <a:pt x="1548" y="383"/>
                  </a:lnTo>
                  <a:lnTo>
                    <a:pt x="1481" y="346"/>
                  </a:lnTo>
                  <a:lnTo>
                    <a:pt x="1411" y="315"/>
                  </a:lnTo>
                  <a:lnTo>
                    <a:pt x="1337" y="289"/>
                  </a:lnTo>
                  <a:lnTo>
                    <a:pt x="1260" y="271"/>
                  </a:lnTo>
                  <a:lnTo>
                    <a:pt x="1181" y="259"/>
                  </a:lnTo>
                  <a:lnTo>
                    <a:pt x="1099" y="255"/>
                  </a:lnTo>
                  <a:close/>
                  <a:moveTo>
                    <a:pt x="1099" y="0"/>
                  </a:moveTo>
                  <a:lnTo>
                    <a:pt x="1195" y="4"/>
                  </a:lnTo>
                  <a:lnTo>
                    <a:pt x="1287" y="17"/>
                  </a:lnTo>
                  <a:lnTo>
                    <a:pt x="1377" y="36"/>
                  </a:lnTo>
                  <a:lnTo>
                    <a:pt x="1464" y="62"/>
                  </a:lnTo>
                  <a:lnTo>
                    <a:pt x="1548" y="96"/>
                  </a:lnTo>
                  <a:lnTo>
                    <a:pt x="1629" y="136"/>
                  </a:lnTo>
                  <a:lnTo>
                    <a:pt x="1705" y="182"/>
                  </a:lnTo>
                  <a:lnTo>
                    <a:pt x="1777" y="234"/>
                  </a:lnTo>
                  <a:lnTo>
                    <a:pt x="1845" y="291"/>
                  </a:lnTo>
                  <a:lnTo>
                    <a:pt x="1908" y="355"/>
                  </a:lnTo>
                  <a:lnTo>
                    <a:pt x="1965" y="422"/>
                  </a:lnTo>
                  <a:lnTo>
                    <a:pt x="2017" y="494"/>
                  </a:lnTo>
                  <a:lnTo>
                    <a:pt x="2063" y="571"/>
                  </a:lnTo>
                  <a:lnTo>
                    <a:pt x="2104" y="651"/>
                  </a:lnTo>
                  <a:lnTo>
                    <a:pt x="2137" y="735"/>
                  </a:lnTo>
                  <a:lnTo>
                    <a:pt x="2163" y="822"/>
                  </a:lnTo>
                  <a:lnTo>
                    <a:pt x="2183" y="913"/>
                  </a:lnTo>
                  <a:lnTo>
                    <a:pt x="2196" y="1005"/>
                  </a:lnTo>
                  <a:lnTo>
                    <a:pt x="2199" y="1100"/>
                  </a:lnTo>
                  <a:lnTo>
                    <a:pt x="2196" y="1195"/>
                  </a:lnTo>
                  <a:lnTo>
                    <a:pt x="2183" y="1287"/>
                  </a:lnTo>
                  <a:lnTo>
                    <a:pt x="2163" y="1377"/>
                  </a:lnTo>
                  <a:lnTo>
                    <a:pt x="2137" y="1464"/>
                  </a:lnTo>
                  <a:lnTo>
                    <a:pt x="2104" y="1548"/>
                  </a:lnTo>
                  <a:lnTo>
                    <a:pt x="2063" y="1629"/>
                  </a:lnTo>
                  <a:lnTo>
                    <a:pt x="2017" y="1705"/>
                  </a:lnTo>
                  <a:lnTo>
                    <a:pt x="1965" y="1777"/>
                  </a:lnTo>
                  <a:lnTo>
                    <a:pt x="1908" y="1845"/>
                  </a:lnTo>
                  <a:lnTo>
                    <a:pt x="1845" y="1908"/>
                  </a:lnTo>
                  <a:lnTo>
                    <a:pt x="1777" y="1965"/>
                  </a:lnTo>
                  <a:lnTo>
                    <a:pt x="1705" y="2017"/>
                  </a:lnTo>
                  <a:lnTo>
                    <a:pt x="1629" y="2064"/>
                  </a:lnTo>
                  <a:lnTo>
                    <a:pt x="1548" y="2104"/>
                  </a:lnTo>
                  <a:lnTo>
                    <a:pt x="1464" y="2137"/>
                  </a:lnTo>
                  <a:lnTo>
                    <a:pt x="1377" y="2163"/>
                  </a:lnTo>
                  <a:lnTo>
                    <a:pt x="1287" y="2183"/>
                  </a:lnTo>
                  <a:lnTo>
                    <a:pt x="1195" y="2196"/>
                  </a:lnTo>
                  <a:lnTo>
                    <a:pt x="1099" y="2199"/>
                  </a:lnTo>
                  <a:lnTo>
                    <a:pt x="1005" y="2196"/>
                  </a:lnTo>
                  <a:lnTo>
                    <a:pt x="913" y="2183"/>
                  </a:lnTo>
                  <a:lnTo>
                    <a:pt x="822" y="2163"/>
                  </a:lnTo>
                  <a:lnTo>
                    <a:pt x="735" y="2137"/>
                  </a:lnTo>
                  <a:lnTo>
                    <a:pt x="651" y="2104"/>
                  </a:lnTo>
                  <a:lnTo>
                    <a:pt x="571" y="2064"/>
                  </a:lnTo>
                  <a:lnTo>
                    <a:pt x="494" y="2017"/>
                  </a:lnTo>
                  <a:lnTo>
                    <a:pt x="422" y="1965"/>
                  </a:lnTo>
                  <a:lnTo>
                    <a:pt x="355" y="1908"/>
                  </a:lnTo>
                  <a:lnTo>
                    <a:pt x="291" y="1845"/>
                  </a:lnTo>
                  <a:lnTo>
                    <a:pt x="234" y="1777"/>
                  </a:lnTo>
                  <a:lnTo>
                    <a:pt x="183" y="1705"/>
                  </a:lnTo>
                  <a:lnTo>
                    <a:pt x="136" y="1629"/>
                  </a:lnTo>
                  <a:lnTo>
                    <a:pt x="96" y="1548"/>
                  </a:lnTo>
                  <a:lnTo>
                    <a:pt x="62" y="1464"/>
                  </a:lnTo>
                  <a:lnTo>
                    <a:pt x="36" y="1377"/>
                  </a:lnTo>
                  <a:lnTo>
                    <a:pt x="17" y="1287"/>
                  </a:lnTo>
                  <a:lnTo>
                    <a:pt x="4" y="1195"/>
                  </a:lnTo>
                  <a:lnTo>
                    <a:pt x="0" y="1100"/>
                  </a:lnTo>
                  <a:lnTo>
                    <a:pt x="4" y="1005"/>
                  </a:lnTo>
                  <a:lnTo>
                    <a:pt x="17" y="913"/>
                  </a:lnTo>
                  <a:lnTo>
                    <a:pt x="36" y="822"/>
                  </a:lnTo>
                  <a:lnTo>
                    <a:pt x="62" y="735"/>
                  </a:lnTo>
                  <a:lnTo>
                    <a:pt x="96" y="651"/>
                  </a:lnTo>
                  <a:lnTo>
                    <a:pt x="136" y="571"/>
                  </a:lnTo>
                  <a:lnTo>
                    <a:pt x="183" y="494"/>
                  </a:lnTo>
                  <a:lnTo>
                    <a:pt x="234" y="422"/>
                  </a:lnTo>
                  <a:lnTo>
                    <a:pt x="291" y="355"/>
                  </a:lnTo>
                  <a:lnTo>
                    <a:pt x="355" y="291"/>
                  </a:lnTo>
                  <a:lnTo>
                    <a:pt x="422" y="234"/>
                  </a:lnTo>
                  <a:lnTo>
                    <a:pt x="494" y="182"/>
                  </a:lnTo>
                  <a:lnTo>
                    <a:pt x="571" y="136"/>
                  </a:lnTo>
                  <a:lnTo>
                    <a:pt x="651" y="96"/>
                  </a:lnTo>
                  <a:lnTo>
                    <a:pt x="735" y="62"/>
                  </a:lnTo>
                  <a:lnTo>
                    <a:pt x="822" y="36"/>
                  </a:lnTo>
                  <a:lnTo>
                    <a:pt x="913" y="17"/>
                  </a:lnTo>
                  <a:lnTo>
                    <a:pt x="1005" y="4"/>
                  </a:lnTo>
                  <a:lnTo>
                    <a:pt x="1099" y="0"/>
                  </a:lnTo>
                  <a:close/>
                </a:path>
              </a:pathLst>
            </a:custGeom>
            <a:grpFill/>
            <a:ln w="0">
              <a:noFill/>
              <a:prstDash val="solid"/>
              <a:round/>
            </a:ln>
          </p:spPr>
          <p:txBody>
            <a:bodyPr anchor="ctr"/>
            <a:lstStyle/>
            <a:p>
              <a:pPr algn="ctr"/>
              <a:endParaRPr/>
            </a:p>
          </p:txBody>
        </p:sp>
      </p:grpSp>
      <p:grpSp>
        <p:nvGrpSpPr>
          <p:cNvPr id="78" name="组合 77">
            <a:extLst>
              <a:ext uri="{FF2B5EF4-FFF2-40B4-BE49-F238E27FC236}">
                <a16:creationId xmlns:a16="http://schemas.microsoft.com/office/drawing/2014/main" id="{CC6562CA-BF7F-4625-AD03-F15BA5111F04}"/>
              </a:ext>
            </a:extLst>
          </p:cNvPr>
          <p:cNvGrpSpPr/>
          <p:nvPr/>
        </p:nvGrpSpPr>
        <p:grpSpPr>
          <a:xfrm>
            <a:off x="997095" y="4860334"/>
            <a:ext cx="2585055" cy="1105690"/>
            <a:chOff x="5354322" y="1967781"/>
            <a:chExt cx="2585055" cy="1105690"/>
          </a:xfrm>
        </p:grpSpPr>
        <p:sp>
          <p:nvSpPr>
            <p:cNvPr id="79" name="矩形 78">
              <a:extLst>
                <a:ext uri="{FF2B5EF4-FFF2-40B4-BE49-F238E27FC236}">
                  <a16:creationId xmlns:a16="http://schemas.microsoft.com/office/drawing/2014/main" id="{7DB6050E-46E6-4BAC-A742-E860E53D2C84}"/>
                </a:ext>
              </a:extLst>
            </p:cNvPr>
            <p:cNvSpPr/>
            <p:nvPr/>
          </p:nvSpPr>
          <p:spPr>
            <a:xfrm>
              <a:off x="5354322" y="2332306"/>
              <a:ext cx="2585055" cy="741165"/>
            </a:xfrm>
            <a:prstGeom prst="rect">
              <a:avLst/>
            </a:prstGeom>
          </p:spPr>
          <p:txBody>
            <a:bodyPr wrap="square">
              <a:spAutoFit/>
              <a:scene3d>
                <a:camera prst="orthographicFront"/>
                <a:lightRig rig="threePt" dir="t"/>
              </a:scene3d>
              <a:sp3d contourW="12700"/>
            </a:bodyPr>
            <a:lstStyle/>
            <a:p>
              <a:pPr algn="ctr" defTabSz="1219094">
                <a:lnSpc>
                  <a:spcPct val="120000"/>
                </a:lnSpc>
                <a:spcBef>
                  <a:spcPct val="20000"/>
                </a:spcBef>
                <a:defRPr/>
              </a:pPr>
              <a:r>
                <a:rPr lang="zh-CN" altLang="en-US" sz="1200">
                  <a:solidFill>
                    <a:schemeClr val="tx1">
                      <a:lumMod val="75000"/>
                      <a:lumOff val="25000"/>
                    </a:schemeClr>
                  </a:solidFill>
                  <a:latin typeface="思源黑体旧字形 Normal" panose="020b0400000000000000" pitchFamily="34" charset="-128"/>
                  <a:ea typeface="思源黑体旧字形 Normal" panose="020b0400000000000000" pitchFamily="34" charset="-128"/>
                  <a:cs typeface="+mn-ea"/>
                  <a:sym typeface="+mn-lt"/>
                </a:rPr>
                <a:t>此处添加详细文本描述，建议与标题相关并符合整体语言风格，语言描述尽量简洁生动。</a:t>
              </a:r>
              <a:endParaRPr lang="en-US" altLang="zh-CN" sz="1200">
                <a:solidFill>
                  <a:schemeClr val="bg1">
                    <a:lumMod val="65000"/>
                  </a:schemeClr>
                </a:solidFill>
                <a:latin typeface="Arial" panose="020b0604020202020204" pitchFamily="34" charset="0"/>
                <a:ea typeface="思源黑体旧字形 Normal" panose="020b0400000000000000" pitchFamily="34" charset="-128"/>
                <a:cs typeface="+mn-ea"/>
                <a:sym typeface="Arial" panose="020b0604020202020204" pitchFamily="34" charset="0"/>
              </a:endParaRPr>
            </a:p>
          </p:txBody>
        </p:sp>
        <p:sp>
          <p:nvSpPr>
            <p:cNvPr id="80" name="矩形 79">
              <a:extLst>
                <a:ext uri="{FF2B5EF4-FFF2-40B4-BE49-F238E27FC236}">
                  <a16:creationId xmlns:a16="http://schemas.microsoft.com/office/drawing/2014/main" id="{F65DF13F-6A90-4D5F-907B-A8408E6F4513}"/>
                </a:ext>
              </a:extLst>
            </p:cNvPr>
            <p:cNvSpPr/>
            <p:nvPr/>
          </p:nvSpPr>
          <p:spPr>
            <a:xfrm>
              <a:off x="5604656" y="1967781"/>
              <a:ext cx="2084387" cy="402482"/>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b="1">
                  <a:solidFill>
                    <a:schemeClr val="tx1">
                      <a:lumMod val="75000"/>
                      <a:lumOff val="25000"/>
                    </a:schemeClr>
                  </a:solidFill>
                  <a:latin typeface="思源黑体旧字形 Normal" panose="020b0400000000000000" pitchFamily="34" charset="-128"/>
                  <a:ea typeface="思源黑体旧字形 Normal" panose="020b0400000000000000" pitchFamily="34" charset="-128"/>
                </a:rPr>
                <a:t>工作思路之一</a:t>
              </a:r>
            </a:p>
          </p:txBody>
        </p:sp>
      </p:grpSp>
      <p:grpSp>
        <p:nvGrpSpPr>
          <p:cNvPr id="81" name="组合 80">
            <a:extLst>
              <a:ext uri="{FF2B5EF4-FFF2-40B4-BE49-F238E27FC236}">
                <a16:creationId xmlns:a16="http://schemas.microsoft.com/office/drawing/2014/main" id="{4EED2AB3-6CB0-4B8E-821B-00B1AEAC2C43}"/>
              </a:ext>
            </a:extLst>
          </p:cNvPr>
          <p:cNvGrpSpPr/>
          <p:nvPr/>
        </p:nvGrpSpPr>
        <p:grpSpPr>
          <a:xfrm>
            <a:off x="4822611" y="4860334"/>
            <a:ext cx="2585055" cy="1121655"/>
            <a:chOff x="5354322" y="1967781"/>
            <a:chExt cx="2585055" cy="1121655"/>
          </a:xfrm>
        </p:grpSpPr>
        <p:sp>
          <p:nvSpPr>
            <p:cNvPr id="82" name="矩形 81">
              <a:extLst>
                <a:ext uri="{FF2B5EF4-FFF2-40B4-BE49-F238E27FC236}">
                  <a16:creationId xmlns:a16="http://schemas.microsoft.com/office/drawing/2014/main" id="{3738ED96-9D1B-43B6-A250-16F757AEACBB}"/>
                </a:ext>
              </a:extLst>
            </p:cNvPr>
            <p:cNvSpPr/>
            <p:nvPr/>
          </p:nvSpPr>
          <p:spPr>
            <a:xfrm>
              <a:off x="5354322" y="2332306"/>
              <a:ext cx="2585055" cy="757130"/>
            </a:xfrm>
            <a:prstGeom prst="rect">
              <a:avLst/>
            </a:prstGeom>
          </p:spPr>
          <p:txBody>
            <a:bodyPr wrap="square">
              <a:spAutoFit/>
              <a:scene3d>
                <a:camera prst="orthographicFront"/>
                <a:lightRig rig="threePt" dir="t"/>
              </a:scene3d>
              <a:sp3d contourW="12700"/>
            </a:bodyPr>
            <a:lstStyle/>
            <a:p>
              <a:pPr algn="ctr" defTabSz="1219094">
                <a:lnSpc>
                  <a:spcPct val="120000"/>
                </a:lnSpc>
                <a:spcBef>
                  <a:spcPct val="20000"/>
                </a:spcBef>
                <a:defRPr/>
              </a:pPr>
              <a:r>
                <a:rPr lang="zh-CN" altLang="en-US" sz="1200">
                  <a:solidFill>
                    <a:schemeClr val="tx1">
                      <a:lumMod val="75000"/>
                      <a:lumOff val="25000"/>
                    </a:schemeClr>
                  </a:solidFill>
                  <a:latin typeface="思源黑体旧字形 Normal" panose="020b0400000000000000" pitchFamily="34" charset="-128"/>
                  <a:ea typeface="思源黑体旧字形 Normal" panose="020b0400000000000000" pitchFamily="34" charset="-128"/>
                  <a:cs typeface="+mn-ea"/>
                  <a:sym typeface="+mn-lt"/>
                </a:rPr>
                <a:t>此处添加详细文本描述，建议与标题相关并符合整体语言风格，语言描述尽量简洁生动。</a:t>
              </a:r>
              <a:endParaRPr lang="en-US" altLang="zh-CN" sz="1200">
                <a:solidFill>
                  <a:schemeClr val="bg1">
                    <a:lumMod val="65000"/>
                  </a:schemeClr>
                </a:solidFill>
                <a:latin typeface="Arial" panose="020b0604020202020204" pitchFamily="34" charset="0"/>
                <a:ea typeface="思源黑体旧字形 Normal" panose="020b0400000000000000" pitchFamily="34" charset="-128"/>
                <a:cs typeface="+mn-ea"/>
                <a:sym typeface="Arial" panose="020b0604020202020204" pitchFamily="34" charset="0"/>
              </a:endParaRPr>
            </a:p>
          </p:txBody>
        </p:sp>
        <p:sp>
          <p:nvSpPr>
            <p:cNvPr id="83" name="矩形 82">
              <a:extLst>
                <a:ext uri="{FF2B5EF4-FFF2-40B4-BE49-F238E27FC236}">
                  <a16:creationId xmlns:a16="http://schemas.microsoft.com/office/drawing/2014/main" id="{110F68D9-6845-4426-8AC1-6E31D6DD72E4}"/>
                </a:ext>
              </a:extLst>
            </p:cNvPr>
            <p:cNvSpPr/>
            <p:nvPr/>
          </p:nvSpPr>
          <p:spPr>
            <a:xfrm>
              <a:off x="5604656" y="1967781"/>
              <a:ext cx="2084387" cy="402482"/>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b="1">
                  <a:solidFill>
                    <a:schemeClr val="tx1">
                      <a:lumMod val="75000"/>
                      <a:lumOff val="25000"/>
                    </a:schemeClr>
                  </a:solidFill>
                  <a:latin typeface="思源黑体旧字形 Normal" panose="020b0400000000000000" pitchFamily="34" charset="-128"/>
                  <a:ea typeface="思源黑体旧字形 Normal" panose="020b0400000000000000" pitchFamily="34" charset="-128"/>
                </a:rPr>
                <a:t>工作思路之三</a:t>
              </a:r>
            </a:p>
          </p:txBody>
        </p:sp>
      </p:grpSp>
      <p:grpSp>
        <p:nvGrpSpPr>
          <p:cNvPr id="84" name="组合 83">
            <a:extLst>
              <a:ext uri="{FF2B5EF4-FFF2-40B4-BE49-F238E27FC236}">
                <a16:creationId xmlns:a16="http://schemas.microsoft.com/office/drawing/2014/main" id="{2A5D6C19-5C8C-400C-A5DF-C99C5008C7C9}"/>
              </a:ext>
            </a:extLst>
          </p:cNvPr>
          <p:cNvGrpSpPr/>
          <p:nvPr/>
        </p:nvGrpSpPr>
        <p:grpSpPr>
          <a:xfrm>
            <a:off x="8628465" y="4860334"/>
            <a:ext cx="2585055" cy="1121655"/>
            <a:chOff x="5354322" y="1967781"/>
            <a:chExt cx="2585055" cy="1121655"/>
          </a:xfrm>
        </p:grpSpPr>
        <p:sp>
          <p:nvSpPr>
            <p:cNvPr id="85" name="矩形 84">
              <a:extLst>
                <a:ext uri="{FF2B5EF4-FFF2-40B4-BE49-F238E27FC236}">
                  <a16:creationId xmlns:a16="http://schemas.microsoft.com/office/drawing/2014/main" id="{ED44C4D5-2606-4E08-BC43-7749A615C0CA}"/>
                </a:ext>
              </a:extLst>
            </p:cNvPr>
            <p:cNvSpPr/>
            <p:nvPr/>
          </p:nvSpPr>
          <p:spPr>
            <a:xfrm>
              <a:off x="5354322" y="2332306"/>
              <a:ext cx="2585055" cy="757130"/>
            </a:xfrm>
            <a:prstGeom prst="rect">
              <a:avLst/>
            </a:prstGeom>
          </p:spPr>
          <p:txBody>
            <a:bodyPr wrap="square">
              <a:spAutoFit/>
              <a:scene3d>
                <a:camera prst="orthographicFront"/>
                <a:lightRig rig="threePt" dir="t"/>
              </a:scene3d>
              <a:sp3d contourW="12700"/>
            </a:bodyPr>
            <a:lstStyle/>
            <a:p>
              <a:pPr algn="ctr" defTabSz="1219094">
                <a:lnSpc>
                  <a:spcPct val="120000"/>
                </a:lnSpc>
                <a:spcBef>
                  <a:spcPct val="20000"/>
                </a:spcBef>
                <a:defRPr/>
              </a:pPr>
              <a:r>
                <a:rPr lang="zh-CN" altLang="en-US" sz="1200">
                  <a:solidFill>
                    <a:schemeClr val="tx1">
                      <a:lumMod val="75000"/>
                      <a:lumOff val="25000"/>
                    </a:schemeClr>
                  </a:solidFill>
                  <a:latin typeface="思源黑体旧字形 Normal" panose="020b0400000000000000" pitchFamily="34" charset="-128"/>
                  <a:ea typeface="思源黑体旧字形 Normal" panose="020b0400000000000000" pitchFamily="34" charset="-128"/>
                  <a:cs typeface="+mn-ea"/>
                  <a:sym typeface="+mn-lt"/>
                </a:rPr>
                <a:t>此处添加详细文本描述，建议与标题相关并符合整体语言风格，语言描述尽量简洁生动。</a:t>
              </a:r>
              <a:endParaRPr lang="en-US" altLang="zh-CN" sz="1200">
                <a:solidFill>
                  <a:schemeClr val="bg1">
                    <a:lumMod val="65000"/>
                  </a:schemeClr>
                </a:solidFill>
                <a:latin typeface="Arial" panose="020b0604020202020204" pitchFamily="34" charset="0"/>
                <a:ea typeface="思源黑体旧字形 Normal" panose="020b0400000000000000" pitchFamily="34" charset="-128"/>
                <a:cs typeface="+mn-ea"/>
                <a:sym typeface="Arial" panose="020b0604020202020204" pitchFamily="34" charset="0"/>
              </a:endParaRPr>
            </a:p>
          </p:txBody>
        </p:sp>
        <p:sp>
          <p:nvSpPr>
            <p:cNvPr id="86" name="矩形 85">
              <a:extLst>
                <a:ext uri="{FF2B5EF4-FFF2-40B4-BE49-F238E27FC236}">
                  <a16:creationId xmlns:a16="http://schemas.microsoft.com/office/drawing/2014/main" id="{CF546791-E1CF-40AF-9B4C-F1FB83F5A98A}"/>
                </a:ext>
              </a:extLst>
            </p:cNvPr>
            <p:cNvSpPr/>
            <p:nvPr/>
          </p:nvSpPr>
          <p:spPr>
            <a:xfrm>
              <a:off x="5604656" y="1967781"/>
              <a:ext cx="2084387" cy="402482"/>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b="1">
                  <a:solidFill>
                    <a:schemeClr val="tx1">
                      <a:lumMod val="75000"/>
                      <a:lumOff val="25000"/>
                    </a:schemeClr>
                  </a:solidFill>
                  <a:latin typeface="思源黑体旧字形 Normal" panose="020b0400000000000000" pitchFamily="34" charset="-128"/>
                  <a:ea typeface="思源黑体旧字形 Normal" panose="020b0400000000000000" pitchFamily="34" charset="-128"/>
                </a:rPr>
                <a:t>工作思路之五</a:t>
              </a:r>
            </a:p>
          </p:txBody>
        </p:sp>
      </p:grpSp>
      <p:grpSp>
        <p:nvGrpSpPr>
          <p:cNvPr id="87" name="组合 86">
            <a:extLst>
              <a:ext uri="{FF2B5EF4-FFF2-40B4-BE49-F238E27FC236}">
                <a16:creationId xmlns:a16="http://schemas.microsoft.com/office/drawing/2014/main" id="{7E6131FD-F45D-4778-AA55-2B5C45DED0FE}"/>
              </a:ext>
            </a:extLst>
          </p:cNvPr>
          <p:cNvGrpSpPr/>
          <p:nvPr/>
        </p:nvGrpSpPr>
        <p:grpSpPr>
          <a:xfrm>
            <a:off x="6707220" y="1758749"/>
            <a:ext cx="2585055" cy="1121655"/>
            <a:chOff x="5354322" y="1967781"/>
            <a:chExt cx="2585055" cy="1121655"/>
          </a:xfrm>
        </p:grpSpPr>
        <p:sp>
          <p:nvSpPr>
            <p:cNvPr id="88" name="矩形 87">
              <a:extLst>
                <a:ext uri="{FF2B5EF4-FFF2-40B4-BE49-F238E27FC236}">
                  <a16:creationId xmlns:a16="http://schemas.microsoft.com/office/drawing/2014/main" id="{BC8F280C-247D-477C-90BC-FB0FFB2C17F0}"/>
                </a:ext>
              </a:extLst>
            </p:cNvPr>
            <p:cNvSpPr/>
            <p:nvPr/>
          </p:nvSpPr>
          <p:spPr>
            <a:xfrm>
              <a:off x="5354322" y="2332306"/>
              <a:ext cx="2585055" cy="757130"/>
            </a:xfrm>
            <a:prstGeom prst="rect">
              <a:avLst/>
            </a:prstGeom>
          </p:spPr>
          <p:txBody>
            <a:bodyPr wrap="square">
              <a:spAutoFit/>
              <a:scene3d>
                <a:camera prst="orthographicFront"/>
                <a:lightRig rig="threePt" dir="t"/>
              </a:scene3d>
              <a:sp3d contourW="12700"/>
            </a:bodyPr>
            <a:lstStyle/>
            <a:p>
              <a:pPr algn="ctr" defTabSz="1219094">
                <a:lnSpc>
                  <a:spcPct val="120000"/>
                </a:lnSpc>
                <a:spcBef>
                  <a:spcPct val="20000"/>
                </a:spcBef>
                <a:defRPr/>
              </a:pPr>
              <a:r>
                <a:rPr lang="zh-CN" altLang="en-US" sz="1200">
                  <a:solidFill>
                    <a:schemeClr val="tx1">
                      <a:lumMod val="75000"/>
                      <a:lumOff val="25000"/>
                    </a:schemeClr>
                  </a:solidFill>
                  <a:latin typeface="思源黑体旧字形 Normal" panose="020b0400000000000000" pitchFamily="34" charset="-128"/>
                  <a:ea typeface="思源黑体旧字形 Normal" panose="020b0400000000000000" pitchFamily="34" charset="-128"/>
                  <a:cs typeface="+mn-ea"/>
                  <a:sym typeface="+mn-lt"/>
                </a:rPr>
                <a:t>此处添加详细文本描述，建议与标题相关并符合整体语言风格，语言描述尽量简洁生动。</a:t>
              </a:r>
              <a:endParaRPr lang="en-US" altLang="zh-CN" sz="1200">
                <a:solidFill>
                  <a:schemeClr val="bg1">
                    <a:lumMod val="65000"/>
                  </a:schemeClr>
                </a:solidFill>
                <a:latin typeface="Arial" panose="020b0604020202020204" pitchFamily="34" charset="0"/>
                <a:ea typeface="思源黑体旧字形 Normal" panose="020b0400000000000000" pitchFamily="34" charset="-128"/>
                <a:cs typeface="+mn-ea"/>
                <a:sym typeface="Arial" panose="020b0604020202020204" pitchFamily="34" charset="0"/>
              </a:endParaRPr>
            </a:p>
          </p:txBody>
        </p:sp>
        <p:sp>
          <p:nvSpPr>
            <p:cNvPr id="89" name="矩形 88">
              <a:extLst>
                <a:ext uri="{FF2B5EF4-FFF2-40B4-BE49-F238E27FC236}">
                  <a16:creationId xmlns:a16="http://schemas.microsoft.com/office/drawing/2014/main" id="{57EE1946-444E-448C-854F-CDDF7FBCF372}"/>
                </a:ext>
              </a:extLst>
            </p:cNvPr>
            <p:cNvSpPr/>
            <p:nvPr/>
          </p:nvSpPr>
          <p:spPr>
            <a:xfrm>
              <a:off x="5604656" y="1967781"/>
              <a:ext cx="2084387" cy="402482"/>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b="1">
                  <a:solidFill>
                    <a:schemeClr val="tx1">
                      <a:lumMod val="75000"/>
                      <a:lumOff val="25000"/>
                    </a:schemeClr>
                  </a:solidFill>
                  <a:latin typeface="思源黑体旧字形 Normal" panose="020b0400000000000000" pitchFamily="34" charset="-128"/>
                  <a:ea typeface="思源黑体旧字形 Normal" panose="020b0400000000000000" pitchFamily="34" charset="-128"/>
                </a:rPr>
                <a:t>工作思路之四</a:t>
              </a:r>
            </a:p>
          </p:txBody>
        </p:sp>
      </p:grpSp>
      <p:grpSp>
        <p:nvGrpSpPr>
          <p:cNvPr id="90" name="组合 89">
            <a:extLst>
              <a:ext uri="{FF2B5EF4-FFF2-40B4-BE49-F238E27FC236}">
                <a16:creationId xmlns:a16="http://schemas.microsoft.com/office/drawing/2014/main" id="{B095FB91-E2EA-4C78-A1C1-5F97615AD32E}"/>
              </a:ext>
            </a:extLst>
          </p:cNvPr>
          <p:cNvGrpSpPr/>
          <p:nvPr/>
        </p:nvGrpSpPr>
        <p:grpSpPr>
          <a:xfrm>
            <a:off x="2899012" y="1758749"/>
            <a:ext cx="2585055" cy="1121655"/>
            <a:chOff x="5354322" y="1967781"/>
            <a:chExt cx="2585055" cy="1121655"/>
          </a:xfrm>
        </p:grpSpPr>
        <p:sp>
          <p:nvSpPr>
            <p:cNvPr id="91" name="矩形 90">
              <a:extLst>
                <a:ext uri="{FF2B5EF4-FFF2-40B4-BE49-F238E27FC236}">
                  <a16:creationId xmlns:a16="http://schemas.microsoft.com/office/drawing/2014/main" id="{48476EC1-D772-4507-A9EF-7155FA96DDB8}"/>
                </a:ext>
              </a:extLst>
            </p:cNvPr>
            <p:cNvSpPr/>
            <p:nvPr/>
          </p:nvSpPr>
          <p:spPr>
            <a:xfrm>
              <a:off x="5354322" y="2332306"/>
              <a:ext cx="2585055" cy="757130"/>
            </a:xfrm>
            <a:prstGeom prst="rect">
              <a:avLst/>
            </a:prstGeom>
          </p:spPr>
          <p:txBody>
            <a:bodyPr wrap="square">
              <a:spAutoFit/>
              <a:scene3d>
                <a:camera prst="orthographicFront"/>
                <a:lightRig rig="threePt" dir="t"/>
              </a:scene3d>
              <a:sp3d contourW="12700"/>
            </a:bodyPr>
            <a:lstStyle/>
            <a:p>
              <a:pPr algn="ctr" defTabSz="1219094">
                <a:lnSpc>
                  <a:spcPct val="120000"/>
                </a:lnSpc>
                <a:spcBef>
                  <a:spcPct val="20000"/>
                </a:spcBef>
                <a:defRPr/>
              </a:pPr>
              <a:r>
                <a:rPr lang="zh-CN" altLang="en-US" sz="1200">
                  <a:solidFill>
                    <a:schemeClr val="tx1">
                      <a:lumMod val="75000"/>
                      <a:lumOff val="25000"/>
                    </a:schemeClr>
                  </a:solidFill>
                  <a:latin typeface="思源黑体旧字形 Normal" panose="020b0400000000000000" pitchFamily="34" charset="-128"/>
                  <a:ea typeface="思源黑体旧字形 Normal" panose="020b0400000000000000" pitchFamily="34" charset="-128"/>
                  <a:cs typeface="+mn-ea"/>
                  <a:sym typeface="+mn-lt"/>
                </a:rPr>
                <a:t>此处添加详细文本描述，建议与标题相关并符合整体语言风格，语言描述尽量简洁生动。</a:t>
              </a:r>
              <a:endParaRPr lang="en-US" altLang="zh-CN" sz="1200">
                <a:solidFill>
                  <a:schemeClr val="bg1">
                    <a:lumMod val="65000"/>
                  </a:schemeClr>
                </a:solidFill>
                <a:latin typeface="Arial" panose="020b0604020202020204" pitchFamily="34" charset="0"/>
                <a:ea typeface="思源黑体旧字形 Normal" panose="020b0400000000000000" pitchFamily="34" charset="-128"/>
                <a:cs typeface="+mn-ea"/>
                <a:sym typeface="Arial" panose="020b0604020202020204" pitchFamily="34" charset="0"/>
              </a:endParaRPr>
            </a:p>
          </p:txBody>
        </p:sp>
        <p:sp>
          <p:nvSpPr>
            <p:cNvPr id="92" name="矩形 91">
              <a:extLst>
                <a:ext uri="{FF2B5EF4-FFF2-40B4-BE49-F238E27FC236}">
                  <a16:creationId xmlns:a16="http://schemas.microsoft.com/office/drawing/2014/main" id="{6998ABF0-25A4-493C-BDF3-64A620F33601}"/>
                </a:ext>
              </a:extLst>
            </p:cNvPr>
            <p:cNvSpPr/>
            <p:nvPr/>
          </p:nvSpPr>
          <p:spPr>
            <a:xfrm>
              <a:off x="5604656" y="1967781"/>
              <a:ext cx="2084387" cy="402482"/>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b="1">
                  <a:solidFill>
                    <a:schemeClr val="tx1">
                      <a:lumMod val="75000"/>
                      <a:lumOff val="25000"/>
                    </a:schemeClr>
                  </a:solidFill>
                  <a:latin typeface="思源黑体旧字形 Normal" panose="020b0400000000000000" pitchFamily="34" charset="-128"/>
                  <a:ea typeface="思源黑体旧字形 Normal" panose="020b0400000000000000" pitchFamily="34" charset="-128"/>
                </a:rPr>
                <a:t>工作思路之二</a:t>
              </a:r>
            </a:p>
          </p:txBody>
        </p:sp>
      </p:grpSp>
    </p:spTree>
    <p:extLst>
      <p:ext uri="{BB962C8B-B14F-4D97-AF65-F5344CB8AC3E}">
        <p14:creationId val="2209075462"/>
      </p:ext>
    </p:extLst>
  </p:cSld>
  <p:clrMapOvr>
    <a:masterClrMapping/>
  </p:clrMapOvr>
  <mc:AlternateContent>
    <mc:Choice xmlns:p14="http://schemas.microsoft.com/office/powerpoint/2010/main" Requires="p14">
      <p:transition spd="slow" advClick="0" advTm="0" p14:dur="1600">
        <p14:prism isContent="1" isInverted="1"/>
      </p:transition>
    </mc:Choice>
    <mc:Fallback>
      <p:transition spd="slow" advClick="0" advTm="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49" presetClass="entr" presetSubtype="0" decel="10000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 calcmode="lin" valueType="num">
                                      <p:cBhvr>
                                        <p:cTn id="9" dur="500" fill="hold"/>
                                        <p:tgtEl>
                                          <p:spTgt spid="2"/>
                                        </p:tgtEl>
                                        <p:attrNameLst>
                                          <p:attrName>style.rotation</p:attrName>
                                        </p:attrNameLst>
                                      </p:cBhvr>
                                      <p:tavLst>
                                        <p:tav tm="0">
                                          <p:val>
                                            <p:fltVal val="360"/>
                                          </p:val>
                                        </p:tav>
                                        <p:tav tm="100000">
                                          <p:val>
                                            <p:fltVal val="0"/>
                                          </p:val>
                                        </p:tav>
                                      </p:tavLst>
                                    </p:anim>
                                    <p:animEffect transition="in" filter="fade">
                                      <p:cBhvr>
                                        <p:cTn id="10" dur="500"/>
                                        <p:tgtEl>
                                          <p:spTgt spid="2"/>
                                        </p:tgtEl>
                                      </p:cBhvr>
                                    </p:animEffect>
                                  </p:childTnLst>
                                </p:cTn>
                              </p:par>
                              <p:par>
                                <p:cTn id="11" presetID="41" presetClass="entr" presetSubtype="0" fill="hold" grpId="0" nodeType="withEffect">
                                  <p:stCondLst>
                                    <p:cond delay="0"/>
                                  </p:stCondLst>
                                  <p:iterate type="lt">
                                    <p:tmPct val="10000"/>
                                  </p:iterate>
                                  <p:childTnLst>
                                    <p:set>
                                      <p:cBhvr>
                                        <p:cTn id="12" dur="1" fill="hold">
                                          <p:stCondLst>
                                            <p:cond delay="0"/>
                                          </p:stCondLst>
                                        </p:cTn>
                                        <p:tgtEl>
                                          <p:spTgt spid="5"/>
                                        </p:tgtEl>
                                        <p:attrNameLst>
                                          <p:attrName>style.visibility</p:attrName>
                                        </p:attrNameLst>
                                      </p:cBhvr>
                                      <p:to>
                                        <p:strVal val="visible"/>
                                      </p:to>
                                    </p:set>
                                    <p:anim calcmode="lin" valueType="num">
                                      <p:cBhvr>
                                        <p:cTn id="13" dur="500" fill="hold"/>
                                        <p:tgtEl>
                                          <p:spTgt spid="5"/>
                                        </p:tgtEl>
                                        <p:attrNameLst>
                                          <p:attrName>ppt_x</p:attrName>
                                        </p:attrNameLst>
                                      </p:cBhvr>
                                      <p:tavLst>
                                        <p:tav tm="0">
                                          <p:val>
                                            <p:strVal val="#ppt_x"/>
                                          </p:val>
                                        </p:tav>
                                        <p:tav tm="50000">
                                          <p:val>
                                            <p:strVal val="#ppt_x+.1"/>
                                          </p:val>
                                        </p:tav>
                                        <p:tav tm="100000">
                                          <p:val>
                                            <p:strVal val="#ppt_x"/>
                                          </p:val>
                                        </p:tav>
                                      </p:tavLst>
                                    </p:anim>
                                    <p:anim calcmode="lin" valueType="num">
                                      <p:cBhvr>
                                        <p:cTn id="14" dur="500" fill="hold"/>
                                        <p:tgtEl>
                                          <p:spTgt spid="5"/>
                                        </p:tgtEl>
                                        <p:attrNameLst>
                                          <p:attrName>ppt_y</p:attrName>
                                        </p:attrNameLst>
                                      </p:cBhvr>
                                      <p:tavLst>
                                        <p:tav tm="0">
                                          <p:val>
                                            <p:strVal val="#ppt_y"/>
                                          </p:val>
                                        </p:tav>
                                        <p:tav tm="100000">
                                          <p:val>
                                            <p:strVal val="#ppt_y"/>
                                          </p:val>
                                        </p:tav>
                                      </p:tavLst>
                                    </p:anim>
                                    <p:anim calcmode="lin" valueType="num">
                                      <p:cBhvr>
                                        <p:cTn id="15" dur="500" fill="hold"/>
                                        <p:tgtEl>
                                          <p:spTgt spid="5"/>
                                        </p:tgtEl>
                                        <p:attrNameLst>
                                          <p:attrName>ppt_h</p:attrName>
                                        </p:attrNameLst>
                                      </p:cBhvr>
                                      <p:tavLst>
                                        <p:tav tm="0">
                                          <p:val>
                                            <p:strVal val="#ppt_h/10"/>
                                          </p:val>
                                        </p:tav>
                                        <p:tav tm="50000">
                                          <p:val>
                                            <p:strVal val="#ppt_h+.01"/>
                                          </p:val>
                                        </p:tav>
                                        <p:tav tm="100000">
                                          <p:val>
                                            <p:strVal val="#ppt_h"/>
                                          </p:val>
                                        </p:tav>
                                      </p:tavLst>
                                    </p:anim>
                                    <p:anim calcmode="lin" valueType="num">
                                      <p:cBhvr>
                                        <p:cTn id="16" dur="500" fill="hold"/>
                                        <p:tgtEl>
                                          <p:spTgt spid="5"/>
                                        </p:tgtEl>
                                        <p:attrNameLst>
                                          <p:attrName>ppt_w</p:attrName>
                                        </p:attrNameLst>
                                      </p:cBhvr>
                                      <p:tavLst>
                                        <p:tav tm="0">
                                          <p:val>
                                            <p:strVal val="#ppt_w/10"/>
                                          </p:val>
                                        </p:tav>
                                        <p:tav tm="50000">
                                          <p:val>
                                            <p:strVal val="#ppt_w+.01"/>
                                          </p:val>
                                        </p:tav>
                                        <p:tav tm="100000">
                                          <p:val>
                                            <p:strVal val="#ppt_w"/>
                                          </p:val>
                                        </p:tav>
                                      </p:tavLst>
                                    </p:anim>
                                    <p:animEffect transition="in" filter="fade">
                                      <p:cBhvr>
                                        <p:cTn id="17" dur="500" tmFilter="0,0; .5, 1; 1, 1"/>
                                        <p:tgtEl>
                                          <p:spTgt spid="5"/>
                                        </p:tgtEl>
                                      </p:cBhvr>
                                    </p:animEffect>
                                  </p:childTnLst>
                                </p:cTn>
                              </p:par>
                            </p:childTnLst>
                          </p:cTn>
                        </p:par>
                        <p:par>
                          <p:cTn id="18" fill="hold" nodeType="afterGroup">
                            <p:stCondLst>
                              <p:cond delay="500"/>
                            </p:stCondLst>
                            <p:childTnLst>
                              <p:par>
                                <p:cTn id="19" presetID="42" presetClass="entr" presetSubtype="0" fill="hold" nodeType="afterEffect">
                                  <p:stCondLst>
                                    <p:cond delay="0"/>
                                  </p:stCondLst>
                                  <p:childTnLst>
                                    <p:set>
                                      <p:cBhvr>
                                        <p:cTn id="20" dur="1" fill="hold">
                                          <p:stCondLst>
                                            <p:cond delay="0"/>
                                          </p:stCondLst>
                                        </p:cTn>
                                        <p:tgtEl>
                                          <p:spTgt spid="32"/>
                                        </p:tgtEl>
                                        <p:attrNameLst>
                                          <p:attrName>style.visibility</p:attrName>
                                        </p:attrNameLst>
                                      </p:cBhvr>
                                      <p:to>
                                        <p:strVal val="visible"/>
                                      </p:to>
                                    </p:set>
                                    <p:animEffect transition="in" filter="fade">
                                      <p:cBhvr>
                                        <p:cTn id="21" dur="1000"/>
                                        <p:tgtEl>
                                          <p:spTgt spid="32"/>
                                        </p:tgtEl>
                                      </p:cBhvr>
                                    </p:animEffect>
                                    <p:anim calcmode="lin" valueType="num">
                                      <p:cBhvr>
                                        <p:cTn id="22" dur="1000" fill="hold"/>
                                        <p:tgtEl>
                                          <p:spTgt spid="32"/>
                                        </p:tgtEl>
                                        <p:attrNameLst>
                                          <p:attrName>ppt_x</p:attrName>
                                        </p:attrNameLst>
                                      </p:cBhvr>
                                      <p:tavLst>
                                        <p:tav tm="0">
                                          <p:val>
                                            <p:strVal val="#ppt_x"/>
                                          </p:val>
                                        </p:tav>
                                        <p:tav tm="100000">
                                          <p:val>
                                            <p:strVal val="#ppt_x"/>
                                          </p:val>
                                        </p:tav>
                                      </p:tavLst>
                                    </p:anim>
                                    <p:anim calcmode="lin" valueType="num">
                                      <p:cBhvr>
                                        <p:cTn id="23" dur="1000" fill="hold"/>
                                        <p:tgtEl>
                                          <p:spTgt spid="32"/>
                                        </p:tgtEl>
                                        <p:attrNameLst>
                                          <p:attrName>ppt_y</p:attrName>
                                        </p:attrNameLst>
                                      </p:cBhvr>
                                      <p:tavLst>
                                        <p:tav tm="0">
                                          <p:val>
                                            <p:strVal val="#ppt_y+.1"/>
                                          </p:val>
                                        </p:tav>
                                        <p:tav tm="100000">
                                          <p:val>
                                            <p:strVal val="#ppt_y"/>
                                          </p:val>
                                        </p:tav>
                                      </p:tavLst>
                                    </p:anim>
                                  </p:childTnLst>
                                </p:cTn>
                              </p:par>
                            </p:childTnLst>
                          </p:cTn>
                        </p:par>
                        <p:par>
                          <p:cTn id="24" fill="hold" nodeType="afterGroup">
                            <p:stCondLst>
                              <p:cond delay="1500"/>
                            </p:stCondLst>
                            <p:childTnLst>
                              <p:par>
                                <p:cTn id="25" presetID="53" presetClass="entr" presetSubtype="16" fill="hold" grpId="0" nodeType="afterEffect">
                                  <p:stCondLst>
                                    <p:cond delay="0"/>
                                  </p:stCondLst>
                                  <p:childTnLst>
                                    <p:set>
                                      <p:cBhvr>
                                        <p:cTn id="26" dur="1" fill="hold">
                                          <p:stCondLst>
                                            <p:cond delay="0"/>
                                          </p:stCondLst>
                                        </p:cTn>
                                        <p:tgtEl>
                                          <p:spTgt spid="66"/>
                                        </p:tgtEl>
                                        <p:attrNameLst>
                                          <p:attrName>style.visibility</p:attrName>
                                        </p:attrNameLst>
                                      </p:cBhvr>
                                      <p:to>
                                        <p:strVal val="visible"/>
                                      </p:to>
                                    </p:set>
                                    <p:anim calcmode="lin" valueType="num">
                                      <p:cBhvr>
                                        <p:cTn id="27" dur="500" fill="hold"/>
                                        <p:tgtEl>
                                          <p:spTgt spid="66"/>
                                        </p:tgtEl>
                                        <p:attrNameLst>
                                          <p:attrName>ppt_w</p:attrName>
                                        </p:attrNameLst>
                                      </p:cBhvr>
                                      <p:tavLst>
                                        <p:tav tm="0">
                                          <p:val>
                                            <p:fltVal val="0"/>
                                          </p:val>
                                        </p:tav>
                                        <p:tav tm="100000">
                                          <p:val>
                                            <p:strVal val="#ppt_w"/>
                                          </p:val>
                                        </p:tav>
                                      </p:tavLst>
                                    </p:anim>
                                    <p:anim calcmode="lin" valueType="num">
                                      <p:cBhvr>
                                        <p:cTn id="28" dur="500" fill="hold"/>
                                        <p:tgtEl>
                                          <p:spTgt spid="66"/>
                                        </p:tgtEl>
                                        <p:attrNameLst>
                                          <p:attrName>ppt_h</p:attrName>
                                        </p:attrNameLst>
                                      </p:cBhvr>
                                      <p:tavLst>
                                        <p:tav tm="0">
                                          <p:val>
                                            <p:fltVal val="0"/>
                                          </p:val>
                                        </p:tav>
                                        <p:tav tm="100000">
                                          <p:val>
                                            <p:strVal val="#ppt_h"/>
                                          </p:val>
                                        </p:tav>
                                      </p:tavLst>
                                    </p:anim>
                                    <p:animEffect transition="in" filter="fade">
                                      <p:cBhvr>
                                        <p:cTn id="29" dur="500"/>
                                        <p:tgtEl>
                                          <p:spTgt spid="66"/>
                                        </p:tgtEl>
                                      </p:cBhvr>
                                    </p:animEffect>
                                  </p:childTnLst>
                                </p:cTn>
                              </p:par>
                              <p:par>
                                <p:cTn id="30" presetID="53" presetClass="entr" presetSubtype="16" fill="hold" grpId="0" nodeType="withEffect">
                                  <p:stCondLst>
                                    <p:cond delay="0"/>
                                  </p:stCondLst>
                                  <p:childTnLst>
                                    <p:set>
                                      <p:cBhvr>
                                        <p:cTn id="31" dur="1" fill="hold">
                                          <p:stCondLst>
                                            <p:cond delay="0"/>
                                          </p:stCondLst>
                                        </p:cTn>
                                        <p:tgtEl>
                                          <p:spTgt spid="67"/>
                                        </p:tgtEl>
                                        <p:attrNameLst>
                                          <p:attrName>style.visibility</p:attrName>
                                        </p:attrNameLst>
                                      </p:cBhvr>
                                      <p:to>
                                        <p:strVal val="visible"/>
                                      </p:to>
                                    </p:set>
                                    <p:anim calcmode="lin" valueType="num">
                                      <p:cBhvr>
                                        <p:cTn id="32" dur="500" fill="hold"/>
                                        <p:tgtEl>
                                          <p:spTgt spid="67"/>
                                        </p:tgtEl>
                                        <p:attrNameLst>
                                          <p:attrName>ppt_w</p:attrName>
                                        </p:attrNameLst>
                                      </p:cBhvr>
                                      <p:tavLst>
                                        <p:tav tm="0">
                                          <p:val>
                                            <p:fltVal val="0"/>
                                          </p:val>
                                        </p:tav>
                                        <p:tav tm="100000">
                                          <p:val>
                                            <p:strVal val="#ppt_w"/>
                                          </p:val>
                                        </p:tav>
                                      </p:tavLst>
                                    </p:anim>
                                    <p:anim calcmode="lin" valueType="num">
                                      <p:cBhvr>
                                        <p:cTn id="33" dur="500" fill="hold"/>
                                        <p:tgtEl>
                                          <p:spTgt spid="67"/>
                                        </p:tgtEl>
                                        <p:attrNameLst>
                                          <p:attrName>ppt_h</p:attrName>
                                        </p:attrNameLst>
                                      </p:cBhvr>
                                      <p:tavLst>
                                        <p:tav tm="0">
                                          <p:val>
                                            <p:fltVal val="0"/>
                                          </p:val>
                                        </p:tav>
                                        <p:tav tm="100000">
                                          <p:val>
                                            <p:strVal val="#ppt_h"/>
                                          </p:val>
                                        </p:tav>
                                      </p:tavLst>
                                    </p:anim>
                                    <p:animEffect transition="in" filter="fade">
                                      <p:cBhvr>
                                        <p:cTn id="34" dur="500"/>
                                        <p:tgtEl>
                                          <p:spTgt spid="67"/>
                                        </p:tgtEl>
                                      </p:cBhvr>
                                    </p:animEffect>
                                  </p:childTnLst>
                                </p:cTn>
                              </p:par>
                              <p:par>
                                <p:cTn id="35" presetID="53" presetClass="entr" presetSubtype="16" fill="hold" grpId="0" nodeType="withEffect">
                                  <p:stCondLst>
                                    <p:cond delay="0"/>
                                  </p:stCondLst>
                                  <p:childTnLst>
                                    <p:set>
                                      <p:cBhvr>
                                        <p:cTn id="36" dur="1" fill="hold">
                                          <p:stCondLst>
                                            <p:cond delay="0"/>
                                          </p:stCondLst>
                                        </p:cTn>
                                        <p:tgtEl>
                                          <p:spTgt spid="68"/>
                                        </p:tgtEl>
                                        <p:attrNameLst>
                                          <p:attrName>style.visibility</p:attrName>
                                        </p:attrNameLst>
                                      </p:cBhvr>
                                      <p:to>
                                        <p:strVal val="visible"/>
                                      </p:to>
                                    </p:set>
                                    <p:anim calcmode="lin" valueType="num">
                                      <p:cBhvr>
                                        <p:cTn id="37" dur="500" fill="hold"/>
                                        <p:tgtEl>
                                          <p:spTgt spid="68"/>
                                        </p:tgtEl>
                                        <p:attrNameLst>
                                          <p:attrName>ppt_w</p:attrName>
                                        </p:attrNameLst>
                                      </p:cBhvr>
                                      <p:tavLst>
                                        <p:tav tm="0">
                                          <p:val>
                                            <p:fltVal val="0"/>
                                          </p:val>
                                        </p:tav>
                                        <p:tav tm="100000">
                                          <p:val>
                                            <p:strVal val="#ppt_w"/>
                                          </p:val>
                                        </p:tav>
                                      </p:tavLst>
                                    </p:anim>
                                    <p:anim calcmode="lin" valueType="num">
                                      <p:cBhvr>
                                        <p:cTn id="38" dur="500" fill="hold"/>
                                        <p:tgtEl>
                                          <p:spTgt spid="68"/>
                                        </p:tgtEl>
                                        <p:attrNameLst>
                                          <p:attrName>ppt_h</p:attrName>
                                        </p:attrNameLst>
                                      </p:cBhvr>
                                      <p:tavLst>
                                        <p:tav tm="0">
                                          <p:val>
                                            <p:fltVal val="0"/>
                                          </p:val>
                                        </p:tav>
                                        <p:tav tm="100000">
                                          <p:val>
                                            <p:strVal val="#ppt_h"/>
                                          </p:val>
                                        </p:tav>
                                      </p:tavLst>
                                    </p:anim>
                                    <p:animEffect transition="in" filter="fade">
                                      <p:cBhvr>
                                        <p:cTn id="39" dur="500"/>
                                        <p:tgtEl>
                                          <p:spTgt spid="68"/>
                                        </p:tgtEl>
                                      </p:cBhvr>
                                    </p:animEffect>
                                  </p:childTnLst>
                                </p:cTn>
                              </p:par>
                              <p:par>
                                <p:cTn id="40" presetID="53" presetClass="entr" presetSubtype="16" fill="hold" grpId="0" nodeType="withEffect">
                                  <p:stCondLst>
                                    <p:cond delay="0"/>
                                  </p:stCondLst>
                                  <p:childTnLst>
                                    <p:set>
                                      <p:cBhvr>
                                        <p:cTn id="41" dur="1" fill="hold">
                                          <p:stCondLst>
                                            <p:cond delay="0"/>
                                          </p:stCondLst>
                                        </p:cTn>
                                        <p:tgtEl>
                                          <p:spTgt spid="69"/>
                                        </p:tgtEl>
                                        <p:attrNameLst>
                                          <p:attrName>style.visibility</p:attrName>
                                        </p:attrNameLst>
                                      </p:cBhvr>
                                      <p:to>
                                        <p:strVal val="visible"/>
                                      </p:to>
                                    </p:set>
                                    <p:anim calcmode="lin" valueType="num">
                                      <p:cBhvr>
                                        <p:cTn id="42" dur="500" fill="hold"/>
                                        <p:tgtEl>
                                          <p:spTgt spid="69"/>
                                        </p:tgtEl>
                                        <p:attrNameLst>
                                          <p:attrName>ppt_w</p:attrName>
                                        </p:attrNameLst>
                                      </p:cBhvr>
                                      <p:tavLst>
                                        <p:tav tm="0">
                                          <p:val>
                                            <p:fltVal val="0"/>
                                          </p:val>
                                        </p:tav>
                                        <p:tav tm="100000">
                                          <p:val>
                                            <p:strVal val="#ppt_w"/>
                                          </p:val>
                                        </p:tav>
                                      </p:tavLst>
                                    </p:anim>
                                    <p:anim calcmode="lin" valueType="num">
                                      <p:cBhvr>
                                        <p:cTn id="43" dur="500" fill="hold"/>
                                        <p:tgtEl>
                                          <p:spTgt spid="69"/>
                                        </p:tgtEl>
                                        <p:attrNameLst>
                                          <p:attrName>ppt_h</p:attrName>
                                        </p:attrNameLst>
                                      </p:cBhvr>
                                      <p:tavLst>
                                        <p:tav tm="0">
                                          <p:val>
                                            <p:fltVal val="0"/>
                                          </p:val>
                                        </p:tav>
                                        <p:tav tm="100000">
                                          <p:val>
                                            <p:strVal val="#ppt_h"/>
                                          </p:val>
                                        </p:tav>
                                      </p:tavLst>
                                    </p:anim>
                                    <p:animEffect transition="in" filter="fade">
                                      <p:cBhvr>
                                        <p:cTn id="44" dur="500"/>
                                        <p:tgtEl>
                                          <p:spTgt spid="69"/>
                                        </p:tgtEl>
                                      </p:cBhvr>
                                    </p:animEffect>
                                  </p:childTnLst>
                                </p:cTn>
                              </p:par>
                              <p:par>
                                <p:cTn id="45" presetID="53" presetClass="entr" presetSubtype="16" fill="hold" nodeType="withEffect">
                                  <p:stCondLst>
                                    <p:cond delay="0"/>
                                  </p:stCondLst>
                                  <p:childTnLst>
                                    <p:set>
                                      <p:cBhvr>
                                        <p:cTn id="46" dur="1" fill="hold">
                                          <p:stCondLst>
                                            <p:cond delay="0"/>
                                          </p:stCondLst>
                                        </p:cTn>
                                        <p:tgtEl>
                                          <p:spTgt spid="70"/>
                                        </p:tgtEl>
                                        <p:attrNameLst>
                                          <p:attrName>style.visibility</p:attrName>
                                        </p:attrNameLst>
                                      </p:cBhvr>
                                      <p:to>
                                        <p:strVal val="visible"/>
                                      </p:to>
                                    </p:set>
                                    <p:anim calcmode="lin" valueType="num">
                                      <p:cBhvr>
                                        <p:cTn id="47" dur="500" fill="hold"/>
                                        <p:tgtEl>
                                          <p:spTgt spid="70"/>
                                        </p:tgtEl>
                                        <p:attrNameLst>
                                          <p:attrName>ppt_w</p:attrName>
                                        </p:attrNameLst>
                                      </p:cBhvr>
                                      <p:tavLst>
                                        <p:tav tm="0">
                                          <p:val>
                                            <p:fltVal val="0"/>
                                          </p:val>
                                        </p:tav>
                                        <p:tav tm="100000">
                                          <p:val>
                                            <p:strVal val="#ppt_w"/>
                                          </p:val>
                                        </p:tav>
                                      </p:tavLst>
                                    </p:anim>
                                    <p:anim calcmode="lin" valueType="num">
                                      <p:cBhvr>
                                        <p:cTn id="48" dur="500" fill="hold"/>
                                        <p:tgtEl>
                                          <p:spTgt spid="70"/>
                                        </p:tgtEl>
                                        <p:attrNameLst>
                                          <p:attrName>ppt_h</p:attrName>
                                        </p:attrNameLst>
                                      </p:cBhvr>
                                      <p:tavLst>
                                        <p:tav tm="0">
                                          <p:val>
                                            <p:fltVal val="0"/>
                                          </p:val>
                                        </p:tav>
                                        <p:tav tm="100000">
                                          <p:val>
                                            <p:strVal val="#ppt_h"/>
                                          </p:val>
                                        </p:tav>
                                      </p:tavLst>
                                    </p:anim>
                                    <p:animEffect transition="in" filter="fade">
                                      <p:cBhvr>
                                        <p:cTn id="49" dur="500"/>
                                        <p:tgtEl>
                                          <p:spTgt spid="70"/>
                                        </p:tgtEl>
                                      </p:cBhvr>
                                    </p:animEffect>
                                  </p:childTnLst>
                                </p:cTn>
                              </p:par>
                            </p:childTnLst>
                          </p:cTn>
                        </p:par>
                        <p:par>
                          <p:cTn id="50" fill="hold" nodeType="afterGroup">
                            <p:stCondLst>
                              <p:cond delay="2000"/>
                            </p:stCondLst>
                            <p:childTnLst>
                              <p:par>
                                <p:cTn id="51" presetID="2" presetClass="entr" presetSubtype="4" fill="hold" nodeType="afterEffect">
                                  <p:stCondLst>
                                    <p:cond delay="0"/>
                                  </p:stCondLst>
                                  <p:childTnLst>
                                    <p:set>
                                      <p:cBhvr>
                                        <p:cTn id="52" dur="1" fill="hold">
                                          <p:stCondLst>
                                            <p:cond delay="0"/>
                                          </p:stCondLst>
                                        </p:cTn>
                                        <p:tgtEl>
                                          <p:spTgt spid="78"/>
                                        </p:tgtEl>
                                        <p:attrNameLst>
                                          <p:attrName>style.visibility</p:attrName>
                                        </p:attrNameLst>
                                      </p:cBhvr>
                                      <p:to>
                                        <p:strVal val="visible"/>
                                      </p:to>
                                    </p:set>
                                    <p:anim calcmode="lin" valueType="num">
                                      <p:cBhvr additive="base">
                                        <p:cTn id="53" dur="500" fill="hold"/>
                                        <p:tgtEl>
                                          <p:spTgt spid="78"/>
                                        </p:tgtEl>
                                        <p:attrNameLst>
                                          <p:attrName>ppt_x</p:attrName>
                                        </p:attrNameLst>
                                      </p:cBhvr>
                                      <p:tavLst>
                                        <p:tav tm="0">
                                          <p:val>
                                            <p:strVal val="#ppt_x"/>
                                          </p:val>
                                        </p:tav>
                                        <p:tav tm="100000">
                                          <p:val>
                                            <p:strVal val="#ppt_x"/>
                                          </p:val>
                                        </p:tav>
                                      </p:tavLst>
                                    </p:anim>
                                    <p:anim calcmode="lin" valueType="num">
                                      <p:cBhvr additive="base">
                                        <p:cTn id="54" dur="500" fill="hold"/>
                                        <p:tgtEl>
                                          <p:spTgt spid="78"/>
                                        </p:tgtEl>
                                        <p:attrNameLst>
                                          <p:attrName>ppt_y</p:attrName>
                                        </p:attrNameLst>
                                      </p:cBhvr>
                                      <p:tavLst>
                                        <p:tav tm="0">
                                          <p:val>
                                            <p:strVal val="1+#ppt_h/2"/>
                                          </p:val>
                                        </p:tav>
                                        <p:tav tm="100000">
                                          <p:val>
                                            <p:strVal val="#ppt_y"/>
                                          </p:val>
                                        </p:tav>
                                      </p:tavLst>
                                    </p:anim>
                                  </p:childTnLst>
                                </p:cTn>
                              </p:par>
                              <p:par>
                                <p:cTn id="55" presetID="2" presetClass="entr" presetSubtype="4" fill="hold" nodeType="withEffect">
                                  <p:stCondLst>
                                    <p:cond delay="0"/>
                                  </p:stCondLst>
                                  <p:childTnLst>
                                    <p:set>
                                      <p:cBhvr>
                                        <p:cTn id="56" dur="1" fill="hold">
                                          <p:stCondLst>
                                            <p:cond delay="0"/>
                                          </p:stCondLst>
                                        </p:cTn>
                                        <p:tgtEl>
                                          <p:spTgt spid="81"/>
                                        </p:tgtEl>
                                        <p:attrNameLst>
                                          <p:attrName>style.visibility</p:attrName>
                                        </p:attrNameLst>
                                      </p:cBhvr>
                                      <p:to>
                                        <p:strVal val="visible"/>
                                      </p:to>
                                    </p:set>
                                    <p:anim calcmode="lin" valueType="num">
                                      <p:cBhvr additive="base">
                                        <p:cTn id="57" dur="500" fill="hold"/>
                                        <p:tgtEl>
                                          <p:spTgt spid="81"/>
                                        </p:tgtEl>
                                        <p:attrNameLst>
                                          <p:attrName>ppt_x</p:attrName>
                                        </p:attrNameLst>
                                      </p:cBhvr>
                                      <p:tavLst>
                                        <p:tav tm="0">
                                          <p:val>
                                            <p:strVal val="#ppt_x"/>
                                          </p:val>
                                        </p:tav>
                                        <p:tav tm="100000">
                                          <p:val>
                                            <p:strVal val="#ppt_x"/>
                                          </p:val>
                                        </p:tav>
                                      </p:tavLst>
                                    </p:anim>
                                    <p:anim calcmode="lin" valueType="num">
                                      <p:cBhvr additive="base">
                                        <p:cTn id="58" dur="500" fill="hold"/>
                                        <p:tgtEl>
                                          <p:spTgt spid="81"/>
                                        </p:tgtEl>
                                        <p:attrNameLst>
                                          <p:attrName>ppt_y</p:attrName>
                                        </p:attrNameLst>
                                      </p:cBhvr>
                                      <p:tavLst>
                                        <p:tav tm="0">
                                          <p:val>
                                            <p:strVal val="1+#ppt_h/2"/>
                                          </p:val>
                                        </p:tav>
                                        <p:tav tm="100000">
                                          <p:val>
                                            <p:strVal val="#ppt_y"/>
                                          </p:val>
                                        </p:tav>
                                      </p:tavLst>
                                    </p:anim>
                                  </p:childTnLst>
                                </p:cTn>
                              </p:par>
                              <p:par>
                                <p:cTn id="59" presetID="2" presetClass="entr" presetSubtype="4" fill="hold" nodeType="withEffect">
                                  <p:stCondLst>
                                    <p:cond delay="0"/>
                                  </p:stCondLst>
                                  <p:childTnLst>
                                    <p:set>
                                      <p:cBhvr>
                                        <p:cTn id="60" dur="1" fill="hold">
                                          <p:stCondLst>
                                            <p:cond delay="0"/>
                                          </p:stCondLst>
                                        </p:cTn>
                                        <p:tgtEl>
                                          <p:spTgt spid="84"/>
                                        </p:tgtEl>
                                        <p:attrNameLst>
                                          <p:attrName>style.visibility</p:attrName>
                                        </p:attrNameLst>
                                      </p:cBhvr>
                                      <p:to>
                                        <p:strVal val="visible"/>
                                      </p:to>
                                    </p:set>
                                    <p:anim calcmode="lin" valueType="num">
                                      <p:cBhvr additive="base">
                                        <p:cTn id="61" dur="500" fill="hold"/>
                                        <p:tgtEl>
                                          <p:spTgt spid="84"/>
                                        </p:tgtEl>
                                        <p:attrNameLst>
                                          <p:attrName>ppt_x</p:attrName>
                                        </p:attrNameLst>
                                      </p:cBhvr>
                                      <p:tavLst>
                                        <p:tav tm="0">
                                          <p:val>
                                            <p:strVal val="#ppt_x"/>
                                          </p:val>
                                        </p:tav>
                                        <p:tav tm="100000">
                                          <p:val>
                                            <p:strVal val="#ppt_x"/>
                                          </p:val>
                                        </p:tav>
                                      </p:tavLst>
                                    </p:anim>
                                    <p:anim calcmode="lin" valueType="num">
                                      <p:cBhvr additive="base">
                                        <p:cTn id="62" dur="500" fill="hold"/>
                                        <p:tgtEl>
                                          <p:spTgt spid="84"/>
                                        </p:tgtEl>
                                        <p:attrNameLst>
                                          <p:attrName>ppt_y</p:attrName>
                                        </p:attrNameLst>
                                      </p:cBhvr>
                                      <p:tavLst>
                                        <p:tav tm="0">
                                          <p:val>
                                            <p:strVal val="1+#ppt_h/2"/>
                                          </p:val>
                                        </p:tav>
                                        <p:tav tm="100000">
                                          <p:val>
                                            <p:strVal val="#ppt_y"/>
                                          </p:val>
                                        </p:tav>
                                      </p:tavLst>
                                    </p:anim>
                                  </p:childTnLst>
                                </p:cTn>
                              </p:par>
                              <p:par>
                                <p:cTn id="63" presetID="2" presetClass="entr" presetSubtype="1" fill="hold" nodeType="withEffect">
                                  <p:stCondLst>
                                    <p:cond delay="0"/>
                                  </p:stCondLst>
                                  <p:childTnLst>
                                    <p:set>
                                      <p:cBhvr>
                                        <p:cTn id="64" dur="1" fill="hold">
                                          <p:stCondLst>
                                            <p:cond delay="0"/>
                                          </p:stCondLst>
                                        </p:cTn>
                                        <p:tgtEl>
                                          <p:spTgt spid="87"/>
                                        </p:tgtEl>
                                        <p:attrNameLst>
                                          <p:attrName>style.visibility</p:attrName>
                                        </p:attrNameLst>
                                      </p:cBhvr>
                                      <p:to>
                                        <p:strVal val="visible"/>
                                      </p:to>
                                    </p:set>
                                    <p:anim calcmode="lin" valueType="num">
                                      <p:cBhvr additive="base">
                                        <p:cTn id="65" dur="500" fill="hold"/>
                                        <p:tgtEl>
                                          <p:spTgt spid="87"/>
                                        </p:tgtEl>
                                        <p:attrNameLst>
                                          <p:attrName>ppt_x</p:attrName>
                                        </p:attrNameLst>
                                      </p:cBhvr>
                                      <p:tavLst>
                                        <p:tav tm="0">
                                          <p:val>
                                            <p:strVal val="#ppt_x"/>
                                          </p:val>
                                        </p:tav>
                                        <p:tav tm="100000">
                                          <p:val>
                                            <p:strVal val="#ppt_x"/>
                                          </p:val>
                                        </p:tav>
                                      </p:tavLst>
                                    </p:anim>
                                    <p:anim calcmode="lin" valueType="num">
                                      <p:cBhvr additive="base">
                                        <p:cTn id="66" dur="500" fill="hold"/>
                                        <p:tgtEl>
                                          <p:spTgt spid="87"/>
                                        </p:tgtEl>
                                        <p:attrNameLst>
                                          <p:attrName>ppt_y</p:attrName>
                                        </p:attrNameLst>
                                      </p:cBhvr>
                                      <p:tavLst>
                                        <p:tav tm="0">
                                          <p:val>
                                            <p:strVal val="0-#ppt_h/2"/>
                                          </p:val>
                                        </p:tav>
                                        <p:tav tm="100000">
                                          <p:val>
                                            <p:strVal val="#ppt_y"/>
                                          </p:val>
                                        </p:tav>
                                      </p:tavLst>
                                    </p:anim>
                                  </p:childTnLst>
                                </p:cTn>
                              </p:par>
                              <p:par>
                                <p:cTn id="67" presetID="2" presetClass="entr" presetSubtype="1" fill="hold" nodeType="withEffect">
                                  <p:stCondLst>
                                    <p:cond delay="0"/>
                                  </p:stCondLst>
                                  <p:childTnLst>
                                    <p:set>
                                      <p:cBhvr>
                                        <p:cTn id="68" dur="1" fill="hold">
                                          <p:stCondLst>
                                            <p:cond delay="0"/>
                                          </p:stCondLst>
                                        </p:cTn>
                                        <p:tgtEl>
                                          <p:spTgt spid="90"/>
                                        </p:tgtEl>
                                        <p:attrNameLst>
                                          <p:attrName>style.visibility</p:attrName>
                                        </p:attrNameLst>
                                      </p:cBhvr>
                                      <p:to>
                                        <p:strVal val="visible"/>
                                      </p:to>
                                    </p:set>
                                    <p:anim calcmode="lin" valueType="num">
                                      <p:cBhvr additive="base">
                                        <p:cTn id="69" dur="500" fill="hold"/>
                                        <p:tgtEl>
                                          <p:spTgt spid="90"/>
                                        </p:tgtEl>
                                        <p:attrNameLst>
                                          <p:attrName>ppt_x</p:attrName>
                                        </p:attrNameLst>
                                      </p:cBhvr>
                                      <p:tavLst>
                                        <p:tav tm="0">
                                          <p:val>
                                            <p:strVal val="#ppt_x"/>
                                          </p:val>
                                        </p:tav>
                                        <p:tav tm="100000">
                                          <p:val>
                                            <p:strVal val="#ppt_x"/>
                                          </p:val>
                                        </p:tav>
                                      </p:tavLst>
                                    </p:anim>
                                    <p:anim calcmode="lin" valueType="num">
                                      <p:cBhvr additive="base">
                                        <p:cTn id="70" dur="500" fill="hold"/>
                                        <p:tgtEl>
                                          <p:spTgt spid="90"/>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6" grpId="0" animBg="1"/>
      <p:bldP spid="67" grpId="0" animBg="1"/>
      <p:bldP spid="68" grpId="0" animBg="1"/>
      <p:bldP spid="69" grpId="0" animBg="1"/>
    </p:bldLst>
  </p:timing>
</p:sld>
</file>

<file path=ppt/slides/slide27.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grpSp>
        <p:nvGrpSpPr>
          <p:cNvPr id="2" name="组合 1"/>
          <p:cNvGrpSpPr/>
          <p:nvPr/>
        </p:nvGrpSpPr>
        <p:grpSpPr>
          <a:xfrm>
            <a:off x="327153" y="318911"/>
            <a:ext cx="529037" cy="529037"/>
            <a:chOff x="327153" y="318911"/>
            <a:chExt cx="529037" cy="529037"/>
          </a:xfrm>
        </p:grpSpPr>
        <p:sp>
          <p:nvSpPr>
            <p:cNvPr id="3" name="圆角矩形 2"/>
            <p:cNvSpPr/>
            <p:nvPr/>
          </p:nvSpPr>
          <p:spPr>
            <a:xfrm rot="18926424">
              <a:off x="327153" y="318911"/>
              <a:ext cx="529037" cy="529037"/>
            </a:xfrm>
            <a:prstGeom prst="roundRect">
              <a:avLst/>
            </a:prstGeom>
            <a:solidFill>
              <a:srgbClr val="545D79"/>
            </a:solidFill>
            <a:ln>
              <a:noFill/>
            </a:ln>
            <a:effectLst>
              <a:outerShdw blurRad="63500" algn="ctr" rotWithShape="0">
                <a:prstClr val="black">
                  <a:alpha val="40000"/>
                </a:prstClr>
              </a:outerShdw>
            </a:effectLst>
          </p:spPr>
          <p:txBody>
            <a:bodyPr vert="horz" wrap="square" lIns="91440" tIns="45720" rIns="91440" bIns="45720" numCol="1" anchor="ctr" anchorCtr="0" compatLnSpc="1">
              <a:prstTxWarp prst="textNoShape">
                <a:avLst/>
              </a:prstTxWarp>
            </a:bodyPr>
            <a:lstStyle/>
            <a:p>
              <a:pPr algn="ctr"/>
              <a:endParaRPr lang="zh-CN" altLang="en-US" sz="4800">
                <a:solidFill>
                  <a:prstClr val="white"/>
                </a:solidFill>
                <a:latin typeface="思源黑体旧字形 Normal" panose="020b0400000000000000" pitchFamily="34" charset="-128"/>
                <a:ea typeface="思源黑体旧字形 Normal" panose="020b0400000000000000" pitchFamily="34" charset="-128"/>
              </a:endParaRPr>
            </a:p>
          </p:txBody>
        </p:sp>
        <p:sp>
          <p:nvSpPr>
            <p:cNvPr id="4" name="MH_Other_2"/>
            <p:cNvSpPr/>
            <p:nvPr>
              <p:custDataLst>
                <p:tags r:id="rId3"/>
              </p:custDataLst>
            </p:nvPr>
          </p:nvSpPr>
          <p:spPr bwMode="auto">
            <a:xfrm>
              <a:off x="440450" y="441196"/>
              <a:ext cx="302442" cy="284465"/>
            </a:xfrm>
            <a:custGeom>
              <a:gdLst>
                <a:gd name="T0" fmla="*/ 373604 w 1361803"/>
                <a:gd name="T1" fmla="*/ 882437 h 1281345"/>
                <a:gd name="T2" fmla="*/ 476200 w 1361803"/>
                <a:gd name="T3" fmla="*/ 923828 h 1281345"/>
                <a:gd name="T4" fmla="*/ 554139 w 1361803"/>
                <a:gd name="T5" fmla="*/ 940808 h 1281345"/>
                <a:gd name="T6" fmla="*/ 528484 w 1361803"/>
                <a:gd name="T7" fmla="*/ 1017215 h 1281345"/>
                <a:gd name="T8" fmla="*/ 460417 w 1361803"/>
                <a:gd name="T9" fmla="*/ 1039501 h 1281345"/>
                <a:gd name="T10" fmla="*/ 352881 w 1361803"/>
                <a:gd name="T11" fmla="*/ 976886 h 1281345"/>
                <a:gd name="T12" fmla="*/ 286785 w 1361803"/>
                <a:gd name="T13" fmla="*/ 1049049 h 1281345"/>
                <a:gd name="T14" fmla="*/ 312434 w 1361803"/>
                <a:gd name="T15" fmla="*/ 885625 h 1281345"/>
                <a:gd name="T16" fmla="*/ 274750 w 1361803"/>
                <a:gd name="T17" fmla="*/ 686240 h 1281345"/>
                <a:gd name="T18" fmla="*/ 665920 w 1361803"/>
                <a:gd name="T19" fmla="*/ 686240 h 1281345"/>
                <a:gd name="T20" fmla="*/ 633318 w 1361803"/>
                <a:gd name="T21" fmla="*/ 771039 h 1281345"/>
                <a:gd name="T22" fmla="*/ 270797 w 1361803"/>
                <a:gd name="T23" fmla="*/ 776338 h 1281345"/>
                <a:gd name="T24" fmla="*/ 255979 w 1361803"/>
                <a:gd name="T25" fmla="*/ 705323 h 1281345"/>
                <a:gd name="T26" fmla="*/ 278558 w 1361803"/>
                <a:gd name="T27" fmla="*/ 503808 h 1281345"/>
                <a:gd name="T28" fmla="*/ 746925 w 1361803"/>
                <a:gd name="T29" fmla="*/ 503808 h 1281345"/>
                <a:gd name="T30" fmla="*/ 766688 w 1361803"/>
                <a:gd name="T31" fmla="*/ 555844 h 1281345"/>
                <a:gd name="T32" fmla="*/ 279544 w 1361803"/>
                <a:gd name="T33" fmla="*/ 593008 h 1281345"/>
                <a:gd name="T34" fmla="*/ 256813 w 1361803"/>
                <a:gd name="T35" fmla="*/ 527172 h 1281345"/>
                <a:gd name="T36" fmla="*/ 944591 w 1361803"/>
                <a:gd name="T37" fmla="*/ 452716 h 1281345"/>
                <a:gd name="T38" fmla="*/ 1023588 w 1361803"/>
                <a:gd name="T39" fmla="*/ 643756 h 1281345"/>
                <a:gd name="T40" fmla="*/ 636495 w 1361803"/>
                <a:gd name="T41" fmla="*/ 1040700 h 1281345"/>
                <a:gd name="T42" fmla="*/ 601932 w 1361803"/>
                <a:gd name="T43" fmla="*/ 1010980 h 1281345"/>
                <a:gd name="T44" fmla="*/ 940644 w 1361803"/>
                <a:gd name="T45" fmla="*/ 460140 h 1281345"/>
                <a:gd name="T46" fmla="*/ 1339566 w 1361803"/>
                <a:gd name="T47" fmla="*/ 322482 h 1281345"/>
                <a:gd name="T48" fmla="*/ 1356355 w 1361803"/>
                <a:gd name="T49" fmla="*/ 373372 h 1281345"/>
                <a:gd name="T50" fmla="*/ 1136163 w 1361803"/>
                <a:gd name="T51" fmla="*/ 663855 h 1281345"/>
                <a:gd name="T52" fmla="*/ 1082839 w 1361803"/>
                <a:gd name="T53" fmla="*/ 676580 h 1281345"/>
                <a:gd name="T54" fmla="*/ 1123322 w 1361803"/>
                <a:gd name="T55" fmla="*/ 596008 h 1281345"/>
                <a:gd name="T56" fmla="*/ 1312908 w 1361803"/>
                <a:gd name="T57" fmla="*/ 334145 h 1281345"/>
                <a:gd name="T58" fmla="*/ 526769 w 1361803"/>
                <a:gd name="T59" fmla="*/ 229043 h 1281345"/>
                <a:gd name="T60" fmla="*/ 766688 w 1361803"/>
                <a:gd name="T61" fmla="*/ 244970 h 1281345"/>
                <a:gd name="T62" fmla="*/ 749907 w 1361803"/>
                <a:gd name="T63" fmla="*/ 318243 h 1281345"/>
                <a:gd name="T64" fmla="*/ 529735 w 1361803"/>
                <a:gd name="T65" fmla="*/ 318243 h 1281345"/>
                <a:gd name="T66" fmla="*/ 511959 w 1361803"/>
                <a:gd name="T67" fmla="*/ 246034 h 1281345"/>
                <a:gd name="T68" fmla="*/ 1245419 w 1361803"/>
                <a:gd name="T69" fmla="*/ 137724 h 1281345"/>
                <a:gd name="T70" fmla="*/ 1309122 w 1361803"/>
                <a:gd name="T71" fmla="*/ 239622 h 1281345"/>
                <a:gd name="T72" fmla="*/ 1116528 w 1361803"/>
                <a:gd name="T73" fmla="*/ 531150 h 1281345"/>
                <a:gd name="T74" fmla="*/ 998003 w 1361803"/>
                <a:gd name="T75" fmla="*/ 384860 h 1281345"/>
                <a:gd name="T76" fmla="*/ 1207394 w 1361803"/>
                <a:gd name="T77" fmla="*/ 148457 h 1281345"/>
                <a:gd name="T78" fmla="*/ 327005 w 1361803"/>
                <a:gd name="T79" fmla="*/ 0 h 1281345"/>
                <a:gd name="T80" fmla="*/ 1023501 w 1361803"/>
                <a:gd name="T81" fmla="*/ 136834 h 1281345"/>
                <a:gd name="T82" fmla="*/ 1015602 w 1361803"/>
                <a:gd name="T83" fmla="*/ 237608 h 1281345"/>
                <a:gd name="T84" fmla="*/ 909891 w 1361803"/>
                <a:gd name="T85" fmla="*/ 379745 h 1281345"/>
                <a:gd name="T86" fmla="*/ 897047 w 1361803"/>
                <a:gd name="T87" fmla="*/ 313980 h 1281345"/>
                <a:gd name="T88" fmla="*/ 872348 w 1361803"/>
                <a:gd name="T89" fmla="*/ 135772 h 1281345"/>
                <a:gd name="T90" fmla="*/ 382329 w 1361803"/>
                <a:gd name="T91" fmla="*/ 135772 h 1281345"/>
                <a:gd name="T92" fmla="*/ 382329 w 1361803"/>
                <a:gd name="T93" fmla="*/ 313980 h 1281345"/>
                <a:gd name="T94" fmla="*/ 143255 w 1361803"/>
                <a:gd name="T95" fmla="*/ 409444 h 1281345"/>
                <a:gd name="T96" fmla="*/ 126454 w 1361803"/>
                <a:gd name="T97" fmla="*/ 428538 h 1281345"/>
                <a:gd name="T98" fmla="*/ 151153 w 1361803"/>
                <a:gd name="T99" fmla="*/ 1143476 h 1281345"/>
                <a:gd name="T100" fmla="*/ 897047 w 1361803"/>
                <a:gd name="T101" fmla="*/ 1115897 h 1281345"/>
                <a:gd name="T102" fmla="*/ 902973 w 1361803"/>
                <a:gd name="T103" fmla="*/ 902690 h 1281345"/>
                <a:gd name="T104" fmla="*/ 1022515 w 1361803"/>
                <a:gd name="T105" fmla="*/ 767972 h 1281345"/>
                <a:gd name="T106" fmla="*/ 1023501 w 1361803"/>
                <a:gd name="T107" fmla="*/ 1133931 h 1281345"/>
                <a:gd name="T108" fmla="*/ 131394 w 1361803"/>
                <a:gd name="T109" fmla="*/ 1279248 h 1281345"/>
                <a:gd name="T110" fmla="*/ 0 w 1361803"/>
                <a:gd name="T111" fmla="*/ 335193 h 1281345"/>
                <a:gd name="T112" fmla="*/ 261801 w 1361803"/>
                <a:gd name="T113" fmla="*/ 28642 h 1281345"/>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1361803" h="1281345">
                  <a:moveTo>
                    <a:pt x="340187" y="867542"/>
                  </a:moveTo>
                  <a:cubicBezTo>
                    <a:pt x="351512" y="867144"/>
                    <a:pt x="363575" y="872724"/>
                    <a:pt x="372930" y="883885"/>
                  </a:cubicBezTo>
                  <a:cubicBezTo>
                    <a:pt x="394595" y="907270"/>
                    <a:pt x="415275" y="931718"/>
                    <a:pt x="436940" y="957229"/>
                  </a:cubicBezTo>
                  <a:cubicBezTo>
                    <a:pt x="449742" y="946599"/>
                    <a:pt x="462543" y="935970"/>
                    <a:pt x="475345" y="925340"/>
                  </a:cubicBezTo>
                  <a:cubicBezTo>
                    <a:pt x="492086" y="911522"/>
                    <a:pt x="506857" y="910459"/>
                    <a:pt x="525568" y="923214"/>
                  </a:cubicBezTo>
                  <a:cubicBezTo>
                    <a:pt x="535415" y="929592"/>
                    <a:pt x="544278" y="935970"/>
                    <a:pt x="553141" y="942347"/>
                  </a:cubicBezTo>
                  <a:cubicBezTo>
                    <a:pt x="545263" y="967858"/>
                    <a:pt x="538370" y="993369"/>
                    <a:pt x="530492" y="1018880"/>
                  </a:cubicBezTo>
                  <a:cubicBezTo>
                    <a:pt x="528522" y="1018880"/>
                    <a:pt x="528522" y="1018880"/>
                    <a:pt x="527537" y="1018880"/>
                  </a:cubicBezTo>
                  <a:cubicBezTo>
                    <a:pt x="509812" y="1000810"/>
                    <a:pt x="494056" y="1007187"/>
                    <a:pt x="479284" y="1024195"/>
                  </a:cubicBezTo>
                  <a:cubicBezTo>
                    <a:pt x="473376" y="1030572"/>
                    <a:pt x="466482" y="1035887"/>
                    <a:pt x="459589" y="1041202"/>
                  </a:cubicBezTo>
                  <a:cubicBezTo>
                    <a:pt x="438909" y="1058209"/>
                    <a:pt x="420199" y="1056083"/>
                    <a:pt x="402473" y="1035887"/>
                  </a:cubicBezTo>
                  <a:cubicBezTo>
                    <a:pt x="385732" y="1017817"/>
                    <a:pt x="369976" y="998684"/>
                    <a:pt x="352251" y="978488"/>
                  </a:cubicBezTo>
                  <a:cubicBezTo>
                    <a:pt x="343388" y="995495"/>
                    <a:pt x="335510" y="1012502"/>
                    <a:pt x="327632" y="1028446"/>
                  </a:cubicBezTo>
                  <a:cubicBezTo>
                    <a:pt x="318769" y="1046517"/>
                    <a:pt x="303013" y="1053957"/>
                    <a:pt x="286272" y="1050768"/>
                  </a:cubicBezTo>
                  <a:cubicBezTo>
                    <a:pt x="262638" y="1046517"/>
                    <a:pt x="248851" y="1019943"/>
                    <a:pt x="259683" y="995495"/>
                  </a:cubicBezTo>
                  <a:cubicBezTo>
                    <a:pt x="276424" y="959355"/>
                    <a:pt x="293165" y="922151"/>
                    <a:pt x="311876" y="887074"/>
                  </a:cubicBezTo>
                  <a:cubicBezTo>
                    <a:pt x="318276" y="874318"/>
                    <a:pt x="328863" y="867941"/>
                    <a:pt x="340187" y="867542"/>
                  </a:cubicBezTo>
                  <a:close/>
                  <a:moveTo>
                    <a:pt x="274255" y="687365"/>
                  </a:moveTo>
                  <a:cubicBezTo>
                    <a:pt x="330459" y="687365"/>
                    <a:pt x="386662" y="687365"/>
                    <a:pt x="442866" y="687365"/>
                  </a:cubicBezTo>
                  <a:cubicBezTo>
                    <a:pt x="516819" y="687365"/>
                    <a:pt x="590771" y="687365"/>
                    <a:pt x="664723" y="687365"/>
                  </a:cubicBezTo>
                  <a:cubicBezTo>
                    <a:pt x="670640" y="687365"/>
                    <a:pt x="675570" y="687365"/>
                    <a:pt x="684444" y="687365"/>
                  </a:cubicBezTo>
                  <a:cubicBezTo>
                    <a:pt x="666695" y="718154"/>
                    <a:pt x="649933" y="745757"/>
                    <a:pt x="632184" y="772299"/>
                  </a:cubicBezTo>
                  <a:cubicBezTo>
                    <a:pt x="630212" y="775484"/>
                    <a:pt x="625282" y="776545"/>
                    <a:pt x="621338" y="776545"/>
                  </a:cubicBezTo>
                  <a:cubicBezTo>
                    <a:pt x="504000" y="777607"/>
                    <a:pt x="387648" y="776545"/>
                    <a:pt x="270311" y="777607"/>
                  </a:cubicBezTo>
                  <a:cubicBezTo>
                    <a:pt x="259464" y="777607"/>
                    <a:pt x="255520" y="772299"/>
                    <a:pt x="256506" y="760620"/>
                  </a:cubicBezTo>
                  <a:cubicBezTo>
                    <a:pt x="256506" y="742572"/>
                    <a:pt x="256506" y="724524"/>
                    <a:pt x="255520" y="706475"/>
                  </a:cubicBezTo>
                  <a:cubicBezTo>
                    <a:pt x="255520" y="691612"/>
                    <a:pt x="261436" y="687365"/>
                    <a:pt x="274255" y="687365"/>
                  </a:cubicBezTo>
                  <a:close/>
                  <a:moveTo>
                    <a:pt x="278054" y="504636"/>
                  </a:moveTo>
                  <a:cubicBezTo>
                    <a:pt x="354989" y="504636"/>
                    <a:pt x="432911" y="504636"/>
                    <a:pt x="509846" y="504636"/>
                  </a:cubicBezTo>
                  <a:cubicBezTo>
                    <a:pt x="588754" y="504636"/>
                    <a:pt x="666676" y="504636"/>
                    <a:pt x="745584" y="504636"/>
                  </a:cubicBezTo>
                  <a:cubicBezTo>
                    <a:pt x="764325" y="504636"/>
                    <a:pt x="765311" y="505700"/>
                    <a:pt x="765311" y="524845"/>
                  </a:cubicBezTo>
                  <a:cubicBezTo>
                    <a:pt x="765311" y="535481"/>
                    <a:pt x="765311" y="546117"/>
                    <a:pt x="765311" y="556753"/>
                  </a:cubicBezTo>
                  <a:cubicBezTo>
                    <a:pt x="765311" y="580153"/>
                    <a:pt x="752489" y="593980"/>
                    <a:pt x="730789" y="593980"/>
                  </a:cubicBezTo>
                  <a:cubicBezTo>
                    <a:pt x="580863" y="593980"/>
                    <a:pt x="429952" y="593980"/>
                    <a:pt x="279040" y="593980"/>
                  </a:cubicBezTo>
                  <a:cubicBezTo>
                    <a:pt x="256354" y="593980"/>
                    <a:pt x="256354" y="592917"/>
                    <a:pt x="256354" y="569517"/>
                  </a:cubicBezTo>
                  <a:cubicBezTo>
                    <a:pt x="256354" y="555690"/>
                    <a:pt x="256354" y="541863"/>
                    <a:pt x="256354" y="528036"/>
                  </a:cubicBezTo>
                  <a:cubicBezTo>
                    <a:pt x="256354" y="504636"/>
                    <a:pt x="256354" y="504636"/>
                    <a:pt x="278054" y="504636"/>
                  </a:cubicBezTo>
                  <a:close/>
                  <a:moveTo>
                    <a:pt x="942895" y="453454"/>
                  </a:moveTo>
                  <a:cubicBezTo>
                    <a:pt x="989224" y="494914"/>
                    <a:pt x="1033581" y="534249"/>
                    <a:pt x="1077938" y="574646"/>
                  </a:cubicBezTo>
                  <a:cubicBezTo>
                    <a:pt x="1059210" y="599097"/>
                    <a:pt x="1040481" y="622484"/>
                    <a:pt x="1021752" y="644809"/>
                  </a:cubicBezTo>
                  <a:cubicBezTo>
                    <a:pt x="928109" y="760685"/>
                    <a:pt x="831509" y="874435"/>
                    <a:pt x="722095" y="974365"/>
                  </a:cubicBezTo>
                  <a:cubicBezTo>
                    <a:pt x="695481" y="999879"/>
                    <a:pt x="664923" y="1021141"/>
                    <a:pt x="635352" y="1042403"/>
                  </a:cubicBezTo>
                  <a:cubicBezTo>
                    <a:pt x="626481" y="1048781"/>
                    <a:pt x="613666" y="1046655"/>
                    <a:pt x="601838" y="1048781"/>
                  </a:cubicBezTo>
                  <a:cubicBezTo>
                    <a:pt x="601838" y="1037087"/>
                    <a:pt x="596909" y="1023267"/>
                    <a:pt x="600852" y="1012636"/>
                  </a:cubicBezTo>
                  <a:cubicBezTo>
                    <a:pt x="619581" y="969050"/>
                    <a:pt x="637323" y="924400"/>
                    <a:pt x="659995" y="882940"/>
                  </a:cubicBezTo>
                  <a:cubicBezTo>
                    <a:pt x="741809" y="734108"/>
                    <a:pt x="838409" y="595907"/>
                    <a:pt x="938952" y="460896"/>
                  </a:cubicBezTo>
                  <a:cubicBezTo>
                    <a:pt x="939938" y="458770"/>
                    <a:pt x="940924" y="456643"/>
                    <a:pt x="942895" y="453454"/>
                  </a:cubicBezTo>
                  <a:close/>
                  <a:moveTo>
                    <a:pt x="1337162" y="323013"/>
                  </a:moveTo>
                  <a:cubicBezTo>
                    <a:pt x="1348990" y="326198"/>
                    <a:pt x="1361803" y="343189"/>
                    <a:pt x="1361803" y="358055"/>
                  </a:cubicBezTo>
                  <a:cubicBezTo>
                    <a:pt x="1359832" y="361241"/>
                    <a:pt x="1357861" y="367612"/>
                    <a:pt x="1353918" y="373984"/>
                  </a:cubicBezTo>
                  <a:cubicBezTo>
                    <a:pt x="1300693" y="447255"/>
                    <a:pt x="1247469" y="521588"/>
                    <a:pt x="1194244" y="594859"/>
                  </a:cubicBezTo>
                  <a:cubicBezTo>
                    <a:pt x="1175517" y="619282"/>
                    <a:pt x="1154818" y="642644"/>
                    <a:pt x="1134120" y="664944"/>
                  </a:cubicBezTo>
                  <a:cubicBezTo>
                    <a:pt x="1125249" y="673439"/>
                    <a:pt x="1113421" y="678749"/>
                    <a:pt x="1101594" y="682996"/>
                  </a:cubicBezTo>
                  <a:cubicBezTo>
                    <a:pt x="1095680" y="685120"/>
                    <a:pt x="1083852" y="682996"/>
                    <a:pt x="1080895" y="677687"/>
                  </a:cubicBezTo>
                  <a:cubicBezTo>
                    <a:pt x="1077938" y="671315"/>
                    <a:pt x="1077938" y="658573"/>
                    <a:pt x="1080895" y="652201"/>
                  </a:cubicBezTo>
                  <a:cubicBezTo>
                    <a:pt x="1092723" y="633087"/>
                    <a:pt x="1107507" y="615035"/>
                    <a:pt x="1121306" y="596983"/>
                  </a:cubicBezTo>
                  <a:cubicBezTo>
                    <a:pt x="1175517" y="522650"/>
                    <a:pt x="1229727" y="449379"/>
                    <a:pt x="1284923" y="375046"/>
                  </a:cubicBezTo>
                  <a:cubicBezTo>
                    <a:pt x="1293794" y="362303"/>
                    <a:pt x="1302665" y="348498"/>
                    <a:pt x="1310550" y="334694"/>
                  </a:cubicBezTo>
                  <a:cubicBezTo>
                    <a:pt x="1317449" y="324075"/>
                    <a:pt x="1325334" y="318765"/>
                    <a:pt x="1337162" y="323013"/>
                  </a:cubicBezTo>
                  <a:close/>
                  <a:moveTo>
                    <a:pt x="525824" y="229421"/>
                  </a:moveTo>
                  <a:cubicBezTo>
                    <a:pt x="600725" y="229421"/>
                    <a:pt x="675627" y="229421"/>
                    <a:pt x="750528" y="229421"/>
                  </a:cubicBezTo>
                  <a:cubicBezTo>
                    <a:pt x="761369" y="229421"/>
                    <a:pt x="765311" y="233676"/>
                    <a:pt x="765311" y="245375"/>
                  </a:cubicBezTo>
                  <a:cubicBezTo>
                    <a:pt x="764326" y="264521"/>
                    <a:pt x="764326" y="282602"/>
                    <a:pt x="765311" y="301747"/>
                  </a:cubicBezTo>
                  <a:cubicBezTo>
                    <a:pt x="765311" y="314511"/>
                    <a:pt x="760383" y="318765"/>
                    <a:pt x="748557" y="318765"/>
                  </a:cubicBezTo>
                  <a:cubicBezTo>
                    <a:pt x="711106" y="318765"/>
                    <a:pt x="674641" y="318765"/>
                    <a:pt x="638176" y="318765"/>
                  </a:cubicBezTo>
                  <a:cubicBezTo>
                    <a:pt x="601711" y="318765"/>
                    <a:pt x="565246" y="317702"/>
                    <a:pt x="528781" y="318765"/>
                  </a:cubicBezTo>
                  <a:cubicBezTo>
                    <a:pt x="515969" y="318765"/>
                    <a:pt x="511041" y="313447"/>
                    <a:pt x="511041" y="299620"/>
                  </a:cubicBezTo>
                  <a:cubicBezTo>
                    <a:pt x="512027" y="282602"/>
                    <a:pt x="512027" y="264521"/>
                    <a:pt x="511041" y="246439"/>
                  </a:cubicBezTo>
                  <a:cubicBezTo>
                    <a:pt x="511041" y="234739"/>
                    <a:pt x="514983" y="229421"/>
                    <a:pt x="525824" y="229421"/>
                  </a:cubicBezTo>
                  <a:close/>
                  <a:moveTo>
                    <a:pt x="1243182" y="137949"/>
                  </a:moveTo>
                  <a:cubicBezTo>
                    <a:pt x="1255260" y="139675"/>
                    <a:pt x="1267337" y="146577"/>
                    <a:pt x="1281140" y="158257"/>
                  </a:cubicBezTo>
                  <a:cubicBezTo>
                    <a:pt x="1308745" y="183741"/>
                    <a:pt x="1317618" y="208163"/>
                    <a:pt x="1306773" y="240018"/>
                  </a:cubicBezTo>
                  <a:cubicBezTo>
                    <a:pt x="1300858" y="257008"/>
                    <a:pt x="1294942" y="275059"/>
                    <a:pt x="1285083" y="289925"/>
                  </a:cubicBezTo>
                  <a:cubicBezTo>
                    <a:pt x="1228886" y="370624"/>
                    <a:pt x="1171704" y="450262"/>
                    <a:pt x="1114521" y="532023"/>
                  </a:cubicBezTo>
                  <a:cubicBezTo>
                    <a:pt x="1066212" y="489550"/>
                    <a:pt x="1022832" y="450262"/>
                    <a:pt x="977480" y="410974"/>
                  </a:cubicBezTo>
                  <a:cubicBezTo>
                    <a:pt x="984381" y="401417"/>
                    <a:pt x="990297" y="392923"/>
                    <a:pt x="996212" y="385490"/>
                  </a:cubicBezTo>
                  <a:cubicBezTo>
                    <a:pt x="1050437" y="319656"/>
                    <a:pt x="1103676" y="252760"/>
                    <a:pt x="1157901" y="187988"/>
                  </a:cubicBezTo>
                  <a:cubicBezTo>
                    <a:pt x="1170718" y="172061"/>
                    <a:pt x="1188464" y="159319"/>
                    <a:pt x="1205225" y="148700"/>
                  </a:cubicBezTo>
                  <a:cubicBezTo>
                    <a:pt x="1219027" y="139675"/>
                    <a:pt x="1231105" y="136224"/>
                    <a:pt x="1243182" y="137949"/>
                  </a:cubicBezTo>
                  <a:close/>
                  <a:moveTo>
                    <a:pt x="326420" y="0"/>
                  </a:moveTo>
                  <a:cubicBezTo>
                    <a:pt x="513791" y="0"/>
                    <a:pt x="702148" y="0"/>
                    <a:pt x="889519" y="0"/>
                  </a:cubicBezTo>
                  <a:cubicBezTo>
                    <a:pt x="964468" y="1063"/>
                    <a:pt x="1018707" y="56311"/>
                    <a:pt x="1021665" y="137059"/>
                  </a:cubicBezTo>
                  <a:cubicBezTo>
                    <a:pt x="1021665" y="164684"/>
                    <a:pt x="1021665" y="191246"/>
                    <a:pt x="1020679" y="218870"/>
                  </a:cubicBezTo>
                  <a:cubicBezTo>
                    <a:pt x="1020679" y="225245"/>
                    <a:pt x="1017721" y="232682"/>
                    <a:pt x="1013776" y="237995"/>
                  </a:cubicBezTo>
                  <a:cubicBezTo>
                    <a:pt x="985177" y="275181"/>
                    <a:pt x="956578" y="311305"/>
                    <a:pt x="928966" y="348492"/>
                  </a:cubicBezTo>
                  <a:cubicBezTo>
                    <a:pt x="921077" y="358054"/>
                    <a:pt x="915160" y="369741"/>
                    <a:pt x="908256" y="380366"/>
                  </a:cubicBezTo>
                  <a:cubicBezTo>
                    <a:pt x="905298" y="384616"/>
                    <a:pt x="901353" y="387804"/>
                    <a:pt x="895436" y="395241"/>
                  </a:cubicBezTo>
                  <a:cubicBezTo>
                    <a:pt x="895436" y="365492"/>
                    <a:pt x="895436" y="339992"/>
                    <a:pt x="895436" y="314493"/>
                  </a:cubicBezTo>
                  <a:cubicBezTo>
                    <a:pt x="895436" y="263494"/>
                    <a:pt x="895436" y="212495"/>
                    <a:pt x="895436" y="161496"/>
                  </a:cubicBezTo>
                  <a:cubicBezTo>
                    <a:pt x="895436" y="139184"/>
                    <a:pt x="892478" y="135997"/>
                    <a:pt x="870782" y="135997"/>
                  </a:cubicBezTo>
                  <a:cubicBezTo>
                    <a:pt x="713982" y="135997"/>
                    <a:pt x="557182" y="135997"/>
                    <a:pt x="399396" y="135997"/>
                  </a:cubicBezTo>
                  <a:cubicBezTo>
                    <a:pt x="394465" y="135997"/>
                    <a:pt x="388548" y="135997"/>
                    <a:pt x="381645" y="135997"/>
                  </a:cubicBezTo>
                  <a:cubicBezTo>
                    <a:pt x="381645" y="145559"/>
                    <a:pt x="381645" y="152997"/>
                    <a:pt x="381645" y="159371"/>
                  </a:cubicBezTo>
                  <a:cubicBezTo>
                    <a:pt x="381645" y="211433"/>
                    <a:pt x="381645" y="262431"/>
                    <a:pt x="381645" y="314493"/>
                  </a:cubicBezTo>
                  <a:cubicBezTo>
                    <a:pt x="380659" y="373991"/>
                    <a:pt x="346143" y="410116"/>
                    <a:pt x="290918" y="410116"/>
                  </a:cubicBezTo>
                  <a:cubicBezTo>
                    <a:pt x="241610" y="410116"/>
                    <a:pt x="192302" y="410116"/>
                    <a:pt x="142994" y="410116"/>
                  </a:cubicBezTo>
                  <a:cubicBezTo>
                    <a:pt x="138063" y="410116"/>
                    <a:pt x="133132" y="410116"/>
                    <a:pt x="126229" y="410116"/>
                  </a:cubicBezTo>
                  <a:cubicBezTo>
                    <a:pt x="126229" y="418615"/>
                    <a:pt x="126229" y="423928"/>
                    <a:pt x="126229" y="429240"/>
                  </a:cubicBezTo>
                  <a:cubicBezTo>
                    <a:pt x="126229" y="658735"/>
                    <a:pt x="126229" y="888229"/>
                    <a:pt x="126229" y="1117724"/>
                  </a:cubicBezTo>
                  <a:cubicBezTo>
                    <a:pt x="126229" y="1143223"/>
                    <a:pt x="128201" y="1145348"/>
                    <a:pt x="150883" y="1145348"/>
                  </a:cubicBezTo>
                  <a:cubicBezTo>
                    <a:pt x="390521" y="1145348"/>
                    <a:pt x="630158" y="1145348"/>
                    <a:pt x="869796" y="1145348"/>
                  </a:cubicBezTo>
                  <a:cubicBezTo>
                    <a:pt x="893464" y="1145348"/>
                    <a:pt x="895436" y="1143223"/>
                    <a:pt x="895436" y="1117724"/>
                  </a:cubicBezTo>
                  <a:cubicBezTo>
                    <a:pt x="895436" y="1052913"/>
                    <a:pt x="895436" y="988102"/>
                    <a:pt x="895436" y="923291"/>
                  </a:cubicBezTo>
                  <a:cubicBezTo>
                    <a:pt x="895436" y="916916"/>
                    <a:pt x="897409" y="908416"/>
                    <a:pt x="901353" y="904166"/>
                  </a:cubicBezTo>
                  <a:cubicBezTo>
                    <a:pt x="938827" y="860605"/>
                    <a:pt x="976302" y="818106"/>
                    <a:pt x="1013776" y="774545"/>
                  </a:cubicBezTo>
                  <a:cubicBezTo>
                    <a:pt x="1015748" y="773482"/>
                    <a:pt x="1016734" y="772420"/>
                    <a:pt x="1020679" y="769232"/>
                  </a:cubicBezTo>
                  <a:cubicBezTo>
                    <a:pt x="1020679" y="775607"/>
                    <a:pt x="1021665" y="779857"/>
                    <a:pt x="1021665" y="784107"/>
                  </a:cubicBezTo>
                  <a:cubicBezTo>
                    <a:pt x="1021665" y="902042"/>
                    <a:pt x="1021665" y="1018914"/>
                    <a:pt x="1021665" y="1135786"/>
                  </a:cubicBezTo>
                  <a:cubicBezTo>
                    <a:pt x="1020679" y="1222909"/>
                    <a:pt x="967426" y="1281345"/>
                    <a:pt x="886561" y="1281345"/>
                  </a:cubicBezTo>
                  <a:cubicBezTo>
                    <a:pt x="634103" y="1281345"/>
                    <a:pt x="382631" y="1281345"/>
                    <a:pt x="131160" y="1281345"/>
                  </a:cubicBezTo>
                  <a:cubicBezTo>
                    <a:pt x="55225" y="1281345"/>
                    <a:pt x="0" y="1221847"/>
                    <a:pt x="0" y="1140036"/>
                  </a:cubicBezTo>
                  <a:cubicBezTo>
                    <a:pt x="0" y="872292"/>
                    <a:pt x="0" y="603486"/>
                    <a:pt x="0" y="335742"/>
                  </a:cubicBezTo>
                  <a:cubicBezTo>
                    <a:pt x="0" y="315555"/>
                    <a:pt x="5917" y="298556"/>
                    <a:pt x="18737" y="283681"/>
                  </a:cubicBezTo>
                  <a:cubicBezTo>
                    <a:pt x="99603" y="198683"/>
                    <a:pt x="180468" y="113685"/>
                    <a:pt x="261333" y="28687"/>
                  </a:cubicBezTo>
                  <a:cubicBezTo>
                    <a:pt x="279084" y="9562"/>
                    <a:pt x="300780" y="0"/>
                    <a:pt x="32642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5" name="文本框 4"/>
          <p:cNvSpPr txBox="1"/>
          <p:nvPr/>
        </p:nvSpPr>
        <p:spPr>
          <a:xfrm>
            <a:off x="974526" y="321818"/>
            <a:ext cx="1620957" cy="523220"/>
          </a:xfrm>
          <a:prstGeom prst="rect">
            <a:avLst/>
          </a:prstGeom>
          <a:noFill/>
        </p:spPr>
        <p:txBody>
          <a:bodyPr wrap="none" rtlCol="0">
            <a:spAutoFit/>
          </a:bodyPr>
          <a:lstStyle/>
          <a:p>
            <a:r>
              <a:rPr lang="zh-CN" altLang="en-US" sz="2800" b="1">
                <a:solidFill>
                  <a:srgbClr val="3FB793"/>
                </a:solidFill>
                <a:latin typeface="思源黑体旧字形 Normal" panose="020b0400000000000000" pitchFamily="34" charset="-128"/>
                <a:ea typeface="思源黑体旧字形 Normal" panose="020b0400000000000000" pitchFamily="34" charset="-128"/>
              </a:rPr>
              <a:t>工作思路</a:t>
            </a:r>
          </a:p>
        </p:txBody>
      </p:sp>
      <p:sp>
        <p:nvSpPr>
          <p:cNvPr id="41" name="íślíḋè-任意多边形: 形状 5">
            <a:extLst>
              <a:ext uri="{FF2B5EF4-FFF2-40B4-BE49-F238E27FC236}">
                <a16:creationId xmlns:a16="http://schemas.microsoft.com/office/drawing/2014/main" id="{1D4A6CB8-2180-4C69-910D-8258DAC89AF1}"/>
              </a:ext>
            </a:extLst>
          </p:cNvPr>
          <p:cNvSpPr/>
          <p:nvPr/>
        </p:nvSpPr>
        <p:spPr bwMode="auto">
          <a:xfrm>
            <a:off x="2313939" y="2437466"/>
            <a:ext cx="1771972" cy="2178962"/>
          </a:xfrm>
          <a:custGeom>
            <a:gdLst>
              <a:gd name="T0" fmla="*/ 0 w 476"/>
              <a:gd name="T1" fmla="*/ 414 h 587"/>
              <a:gd name="T2" fmla="*/ 34 w 476"/>
              <a:gd name="T3" fmla="*/ 473 h 587"/>
              <a:gd name="T4" fmla="*/ 221 w 476"/>
              <a:gd name="T5" fmla="*/ 581 h 587"/>
              <a:gd name="T6" fmla="*/ 255 w 476"/>
              <a:gd name="T7" fmla="*/ 581 h 587"/>
              <a:gd name="T8" fmla="*/ 442 w 476"/>
              <a:gd name="T9" fmla="*/ 473 h 587"/>
              <a:gd name="T10" fmla="*/ 476 w 476"/>
              <a:gd name="T11" fmla="*/ 414 h 587"/>
              <a:gd name="T12" fmla="*/ 476 w 476"/>
              <a:gd name="T13" fmla="*/ 23 h 587"/>
              <a:gd name="T14" fmla="*/ 465 w 476"/>
              <a:gd name="T15" fmla="*/ 4 h 587"/>
              <a:gd name="T16" fmla="*/ 442 w 476"/>
              <a:gd name="T17" fmla="*/ 4 h 587"/>
              <a:gd name="T18" fmla="*/ 255 w 476"/>
              <a:gd name="T19" fmla="*/ 112 h 587"/>
              <a:gd name="T20" fmla="*/ 221 w 476"/>
              <a:gd name="T21" fmla="*/ 112 h 587"/>
              <a:gd name="T22" fmla="*/ 34 w 476"/>
              <a:gd name="T23" fmla="*/ 4 h 587"/>
              <a:gd name="T24" fmla="*/ 11 w 476"/>
              <a:gd name="T25" fmla="*/ 4 h 587"/>
              <a:gd name="T26" fmla="*/ 0 w 476"/>
              <a:gd name="T27" fmla="*/ 23 h 587"/>
              <a:gd name="T28" fmla="*/ 0 w 476"/>
              <a:gd name="T29" fmla="*/ 414 h 587"/>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76" h="587">
                <a:moveTo>
                  <a:pt x="0" y="414"/>
                </a:moveTo>
                <a:cubicBezTo>
                  <a:pt x="0" y="438"/>
                  <a:pt x="13" y="461"/>
                  <a:pt x="34" y="473"/>
                </a:cubicBezTo>
                <a:cubicBezTo>
                  <a:pt x="221" y="581"/>
                  <a:pt x="221" y="581"/>
                  <a:pt x="221" y="581"/>
                </a:cubicBezTo>
                <a:cubicBezTo>
                  <a:pt x="232" y="587"/>
                  <a:pt x="245" y="587"/>
                  <a:pt x="255" y="581"/>
                </a:cubicBezTo>
                <a:cubicBezTo>
                  <a:pt x="442" y="473"/>
                  <a:pt x="442" y="473"/>
                  <a:pt x="442" y="473"/>
                </a:cubicBezTo>
                <a:cubicBezTo>
                  <a:pt x="463" y="461"/>
                  <a:pt x="476" y="438"/>
                  <a:pt x="476" y="414"/>
                </a:cubicBezTo>
                <a:cubicBezTo>
                  <a:pt x="476" y="23"/>
                  <a:pt x="476" y="23"/>
                  <a:pt x="476" y="23"/>
                </a:cubicBezTo>
                <a:cubicBezTo>
                  <a:pt x="476" y="15"/>
                  <a:pt x="472" y="8"/>
                  <a:pt x="465" y="4"/>
                </a:cubicBezTo>
                <a:cubicBezTo>
                  <a:pt x="458" y="0"/>
                  <a:pt x="449" y="0"/>
                  <a:pt x="442" y="4"/>
                </a:cubicBezTo>
                <a:cubicBezTo>
                  <a:pt x="255" y="112"/>
                  <a:pt x="255" y="112"/>
                  <a:pt x="255" y="112"/>
                </a:cubicBezTo>
                <a:cubicBezTo>
                  <a:pt x="245" y="118"/>
                  <a:pt x="232" y="118"/>
                  <a:pt x="221" y="112"/>
                </a:cubicBezTo>
                <a:cubicBezTo>
                  <a:pt x="34" y="4"/>
                  <a:pt x="34" y="4"/>
                  <a:pt x="34" y="4"/>
                </a:cubicBezTo>
                <a:cubicBezTo>
                  <a:pt x="27" y="0"/>
                  <a:pt x="18" y="0"/>
                  <a:pt x="11" y="4"/>
                </a:cubicBezTo>
                <a:cubicBezTo>
                  <a:pt x="4" y="8"/>
                  <a:pt x="0" y="15"/>
                  <a:pt x="0" y="23"/>
                </a:cubicBezTo>
                <a:lnTo>
                  <a:pt x="0" y="414"/>
                </a:lnTo>
                <a:close/>
              </a:path>
            </a:pathLst>
          </a:custGeom>
          <a:solidFill>
            <a:schemeClr val="tx2">
              <a:lumMod val="20000"/>
              <a:lumOff val="80000"/>
            </a:schemeClr>
          </a:solidFill>
          <a:ln>
            <a:noFill/>
          </a:ln>
        </p:spPr>
        <p:style>
          <a:lnRef idx="1">
            <a:schemeClr val="accent6"/>
          </a:lnRef>
          <a:fillRef idx="3">
            <a:schemeClr val="accent6"/>
          </a:fillRef>
          <a:effectRef idx="2">
            <a:schemeClr val="accent6"/>
          </a:effectRef>
          <a:fontRef idx="minor">
            <a:schemeClr val="lt1"/>
          </a:fontRef>
        </p:style>
        <p:txBody>
          <a:bodyPr anchor="ctr"/>
          <a:lstStyle/>
          <a:p>
            <a:pPr algn="ctr"/>
            <a:endParaRPr b="1">
              <a:latin typeface="Century Gothic" panose="020b0502020202020204" pitchFamily="34" charset="0"/>
            </a:endParaRPr>
          </a:p>
        </p:txBody>
      </p:sp>
      <p:sp>
        <p:nvSpPr>
          <p:cNvPr id="42" name="íślíḋè-任意多边形: 形状 6">
            <a:extLst>
              <a:ext uri="{FF2B5EF4-FFF2-40B4-BE49-F238E27FC236}">
                <a16:creationId xmlns:a16="http://schemas.microsoft.com/office/drawing/2014/main" id="{711930EF-42C2-46FC-BD05-017F7DBFEDF5}"/>
              </a:ext>
            </a:extLst>
          </p:cNvPr>
          <p:cNvSpPr/>
          <p:nvPr/>
        </p:nvSpPr>
        <p:spPr bwMode="auto">
          <a:xfrm>
            <a:off x="2313939" y="2310673"/>
            <a:ext cx="1771972" cy="2178962"/>
          </a:xfrm>
          <a:custGeom>
            <a:gdLst>
              <a:gd name="T0" fmla="*/ 0 w 476"/>
              <a:gd name="T1" fmla="*/ 414 h 587"/>
              <a:gd name="T2" fmla="*/ 34 w 476"/>
              <a:gd name="T3" fmla="*/ 473 h 587"/>
              <a:gd name="T4" fmla="*/ 221 w 476"/>
              <a:gd name="T5" fmla="*/ 581 h 587"/>
              <a:gd name="T6" fmla="*/ 255 w 476"/>
              <a:gd name="T7" fmla="*/ 581 h 587"/>
              <a:gd name="T8" fmla="*/ 442 w 476"/>
              <a:gd name="T9" fmla="*/ 473 h 587"/>
              <a:gd name="T10" fmla="*/ 476 w 476"/>
              <a:gd name="T11" fmla="*/ 414 h 587"/>
              <a:gd name="T12" fmla="*/ 476 w 476"/>
              <a:gd name="T13" fmla="*/ 23 h 587"/>
              <a:gd name="T14" fmla="*/ 465 w 476"/>
              <a:gd name="T15" fmla="*/ 4 h 587"/>
              <a:gd name="T16" fmla="*/ 442 w 476"/>
              <a:gd name="T17" fmla="*/ 4 h 587"/>
              <a:gd name="T18" fmla="*/ 255 w 476"/>
              <a:gd name="T19" fmla="*/ 112 h 587"/>
              <a:gd name="T20" fmla="*/ 221 w 476"/>
              <a:gd name="T21" fmla="*/ 112 h 587"/>
              <a:gd name="T22" fmla="*/ 34 w 476"/>
              <a:gd name="T23" fmla="*/ 4 h 587"/>
              <a:gd name="T24" fmla="*/ 11 w 476"/>
              <a:gd name="T25" fmla="*/ 4 h 587"/>
              <a:gd name="T26" fmla="*/ 0 w 476"/>
              <a:gd name="T27" fmla="*/ 23 h 587"/>
              <a:gd name="T28" fmla="*/ 0 w 476"/>
              <a:gd name="T29" fmla="*/ 414 h 587"/>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76" h="587">
                <a:moveTo>
                  <a:pt x="0" y="414"/>
                </a:moveTo>
                <a:cubicBezTo>
                  <a:pt x="0" y="438"/>
                  <a:pt x="13" y="461"/>
                  <a:pt x="34" y="473"/>
                </a:cubicBezTo>
                <a:cubicBezTo>
                  <a:pt x="221" y="581"/>
                  <a:pt x="221" y="581"/>
                  <a:pt x="221" y="581"/>
                </a:cubicBezTo>
                <a:cubicBezTo>
                  <a:pt x="232" y="587"/>
                  <a:pt x="245" y="587"/>
                  <a:pt x="255" y="581"/>
                </a:cubicBezTo>
                <a:cubicBezTo>
                  <a:pt x="442" y="473"/>
                  <a:pt x="442" y="473"/>
                  <a:pt x="442" y="473"/>
                </a:cubicBezTo>
                <a:cubicBezTo>
                  <a:pt x="463" y="461"/>
                  <a:pt x="476" y="438"/>
                  <a:pt x="476" y="414"/>
                </a:cubicBezTo>
                <a:cubicBezTo>
                  <a:pt x="476" y="23"/>
                  <a:pt x="476" y="23"/>
                  <a:pt x="476" y="23"/>
                </a:cubicBezTo>
                <a:cubicBezTo>
                  <a:pt x="476" y="15"/>
                  <a:pt x="472" y="8"/>
                  <a:pt x="465" y="4"/>
                </a:cubicBezTo>
                <a:cubicBezTo>
                  <a:pt x="458" y="0"/>
                  <a:pt x="449" y="0"/>
                  <a:pt x="442" y="4"/>
                </a:cubicBezTo>
                <a:cubicBezTo>
                  <a:pt x="255" y="112"/>
                  <a:pt x="255" y="112"/>
                  <a:pt x="255" y="112"/>
                </a:cubicBezTo>
                <a:cubicBezTo>
                  <a:pt x="245" y="118"/>
                  <a:pt x="232" y="118"/>
                  <a:pt x="221" y="112"/>
                </a:cubicBezTo>
                <a:cubicBezTo>
                  <a:pt x="34" y="4"/>
                  <a:pt x="34" y="4"/>
                  <a:pt x="34" y="4"/>
                </a:cubicBezTo>
                <a:cubicBezTo>
                  <a:pt x="27" y="0"/>
                  <a:pt x="18" y="0"/>
                  <a:pt x="11" y="4"/>
                </a:cubicBezTo>
                <a:cubicBezTo>
                  <a:pt x="4" y="8"/>
                  <a:pt x="0" y="15"/>
                  <a:pt x="0" y="23"/>
                </a:cubicBezTo>
                <a:lnTo>
                  <a:pt x="0" y="414"/>
                </a:lnTo>
                <a:close/>
              </a:path>
            </a:pathLst>
          </a:custGeom>
          <a:solidFill>
            <a:srgbClr val="545D79"/>
          </a:solidFill>
          <a:ln>
            <a:noFill/>
          </a:ln>
          <a:effectLst>
            <a:outerShdw blurRad="63500" algn="ctr" rotWithShape="0">
              <a:prstClr val="black">
                <a:alpha val="40000"/>
              </a:prstClr>
            </a:outerShdw>
          </a:effectLst>
        </p:spPr>
        <p:txBody>
          <a:bodyPr vert="horz" wrap="square" lIns="91440" tIns="45720" rIns="91440" bIns="45720" numCol="1" anchor="ctr" anchorCtr="0" compatLnSpc="1">
            <a:prstTxWarp prst="textNoShape">
              <a:avLst/>
            </a:prstTxWarp>
          </a:bodyPr>
          <a:lstStyle/>
          <a:p>
            <a:pPr algn="ctr"/>
            <a:endParaRPr sz="4800">
              <a:solidFill>
                <a:prstClr val="white"/>
              </a:solidFill>
              <a:latin typeface="思源黑体旧字形 Normal" panose="020b0400000000000000" pitchFamily="34" charset="-128"/>
              <a:ea typeface="思源黑体旧字形 Normal" panose="020b0400000000000000" pitchFamily="34" charset="-128"/>
            </a:endParaRPr>
          </a:p>
        </p:txBody>
      </p:sp>
      <p:sp>
        <p:nvSpPr>
          <p:cNvPr id="43" name="íślíḋè-任意多边形: 形状 3">
            <a:extLst>
              <a:ext uri="{FF2B5EF4-FFF2-40B4-BE49-F238E27FC236}">
                <a16:creationId xmlns:a16="http://schemas.microsoft.com/office/drawing/2014/main" id="{7A8657E0-1DD5-4B64-957D-83F538211AF9}"/>
              </a:ext>
            </a:extLst>
          </p:cNvPr>
          <p:cNvSpPr/>
          <p:nvPr/>
        </p:nvSpPr>
        <p:spPr>
          <a:xfrm>
            <a:off x="2979812" y="3042089"/>
            <a:ext cx="440226" cy="440224"/>
          </a:xfrm>
          <a:custGeom>
            <a:cxnLst>
              <a:cxn ang="0">
                <a:pos x="wd2" y="hd2"/>
              </a:cxn>
              <a:cxn ang="5400000">
                <a:pos x="wd2" y="hd2"/>
              </a:cxn>
              <a:cxn ang="10800000">
                <a:pos x="wd2" y="hd2"/>
              </a:cxn>
              <a:cxn ang="16200000">
                <a:pos x="wd2" y="hd2"/>
              </a:cxn>
            </a:cxnLst>
            <a:rect l="0" t="0" r="r" b="b"/>
            <a:pathLst>
              <a:path w="21600" h="21600" extrusionOk="0">
                <a:moveTo>
                  <a:pt x="19595" y="9980"/>
                </a:moveTo>
                <a:cubicBezTo>
                  <a:pt x="19587" y="9894"/>
                  <a:pt x="19575" y="9811"/>
                  <a:pt x="19565" y="9726"/>
                </a:cubicBezTo>
                <a:cubicBezTo>
                  <a:pt x="19542" y="9539"/>
                  <a:pt x="19514" y="9355"/>
                  <a:pt x="19480" y="9172"/>
                </a:cubicBezTo>
                <a:cubicBezTo>
                  <a:pt x="19463" y="9078"/>
                  <a:pt x="19444" y="8986"/>
                  <a:pt x="19424" y="8893"/>
                </a:cubicBezTo>
                <a:cubicBezTo>
                  <a:pt x="19384" y="8712"/>
                  <a:pt x="19337" y="8533"/>
                  <a:pt x="19286" y="8356"/>
                </a:cubicBezTo>
                <a:cubicBezTo>
                  <a:pt x="19263" y="8276"/>
                  <a:pt x="19244" y="8195"/>
                  <a:pt x="19218" y="8116"/>
                </a:cubicBezTo>
                <a:cubicBezTo>
                  <a:pt x="19143" y="7879"/>
                  <a:pt x="19057" y="7646"/>
                  <a:pt x="18963" y="7418"/>
                </a:cubicBezTo>
                <a:cubicBezTo>
                  <a:pt x="18923" y="7321"/>
                  <a:pt x="18876" y="7229"/>
                  <a:pt x="18833" y="7134"/>
                </a:cubicBezTo>
                <a:cubicBezTo>
                  <a:pt x="18771" y="6999"/>
                  <a:pt x="18708" y="6865"/>
                  <a:pt x="18640" y="6734"/>
                </a:cubicBezTo>
                <a:cubicBezTo>
                  <a:pt x="18580" y="6618"/>
                  <a:pt x="18516" y="6504"/>
                  <a:pt x="18450" y="6391"/>
                </a:cubicBezTo>
                <a:cubicBezTo>
                  <a:pt x="18392" y="6291"/>
                  <a:pt x="18331" y="6192"/>
                  <a:pt x="18269" y="6094"/>
                </a:cubicBezTo>
                <a:cubicBezTo>
                  <a:pt x="18192" y="5971"/>
                  <a:pt x="18114" y="5849"/>
                  <a:pt x="18031" y="5731"/>
                </a:cubicBezTo>
                <a:cubicBezTo>
                  <a:pt x="17986" y="5667"/>
                  <a:pt x="17936" y="5605"/>
                  <a:pt x="17889" y="5541"/>
                </a:cubicBezTo>
                <a:cubicBezTo>
                  <a:pt x="17544" y="5080"/>
                  <a:pt x="17159" y="4651"/>
                  <a:pt x="16732" y="4265"/>
                </a:cubicBezTo>
                <a:cubicBezTo>
                  <a:pt x="16705" y="4241"/>
                  <a:pt x="16679" y="4216"/>
                  <a:pt x="16652" y="4192"/>
                </a:cubicBezTo>
                <a:cubicBezTo>
                  <a:pt x="16499" y="4058"/>
                  <a:pt x="16343" y="3927"/>
                  <a:pt x="16181" y="3803"/>
                </a:cubicBezTo>
                <a:cubicBezTo>
                  <a:pt x="16173" y="3796"/>
                  <a:pt x="16165" y="3790"/>
                  <a:pt x="16156" y="3784"/>
                </a:cubicBezTo>
                <a:cubicBezTo>
                  <a:pt x="15459" y="3252"/>
                  <a:pt x="14680" y="2821"/>
                  <a:pt x="13842" y="2513"/>
                </a:cubicBezTo>
                <a:cubicBezTo>
                  <a:pt x="13592" y="2912"/>
                  <a:pt x="13337" y="3420"/>
                  <a:pt x="13040" y="3590"/>
                </a:cubicBezTo>
                <a:cubicBezTo>
                  <a:pt x="12610" y="3835"/>
                  <a:pt x="12641" y="4817"/>
                  <a:pt x="13469" y="4725"/>
                </a:cubicBezTo>
                <a:cubicBezTo>
                  <a:pt x="13469" y="4725"/>
                  <a:pt x="13224" y="4970"/>
                  <a:pt x="13469" y="5860"/>
                </a:cubicBezTo>
                <a:cubicBezTo>
                  <a:pt x="13715" y="6750"/>
                  <a:pt x="14126" y="6943"/>
                  <a:pt x="15341" y="6443"/>
                </a:cubicBezTo>
                <a:cubicBezTo>
                  <a:pt x="15862" y="6228"/>
                  <a:pt x="16258" y="6340"/>
                  <a:pt x="16200" y="6873"/>
                </a:cubicBezTo>
                <a:cubicBezTo>
                  <a:pt x="16077" y="8008"/>
                  <a:pt x="15202" y="7960"/>
                  <a:pt x="15862" y="9788"/>
                </a:cubicBezTo>
                <a:cubicBezTo>
                  <a:pt x="16261" y="10892"/>
                  <a:pt x="17243" y="11322"/>
                  <a:pt x="17611" y="12181"/>
                </a:cubicBezTo>
                <a:cubicBezTo>
                  <a:pt x="17814" y="12653"/>
                  <a:pt x="18591" y="13088"/>
                  <a:pt x="19250" y="13384"/>
                </a:cubicBezTo>
                <a:cubicBezTo>
                  <a:pt x="19321" y="13153"/>
                  <a:pt x="19380" y="12917"/>
                  <a:pt x="19432" y="12677"/>
                </a:cubicBezTo>
                <a:cubicBezTo>
                  <a:pt x="19452" y="12587"/>
                  <a:pt x="19467" y="12494"/>
                  <a:pt x="19484" y="12402"/>
                </a:cubicBezTo>
                <a:cubicBezTo>
                  <a:pt x="19517" y="12224"/>
                  <a:pt x="19545" y="12044"/>
                  <a:pt x="19566" y="11862"/>
                </a:cubicBezTo>
                <a:cubicBezTo>
                  <a:pt x="19576" y="11776"/>
                  <a:pt x="19588" y="11691"/>
                  <a:pt x="19596" y="11604"/>
                </a:cubicBezTo>
                <a:cubicBezTo>
                  <a:pt x="19620" y="11340"/>
                  <a:pt x="19636" y="11072"/>
                  <a:pt x="19636" y="10800"/>
                </a:cubicBezTo>
                <a:cubicBezTo>
                  <a:pt x="19636" y="10523"/>
                  <a:pt x="19620" y="10250"/>
                  <a:pt x="19595" y="9980"/>
                </a:cubicBezTo>
                <a:moveTo>
                  <a:pt x="10800" y="20618"/>
                </a:moveTo>
                <a:cubicBezTo>
                  <a:pt x="5377" y="20618"/>
                  <a:pt x="982" y="16223"/>
                  <a:pt x="982" y="10800"/>
                </a:cubicBezTo>
                <a:cubicBezTo>
                  <a:pt x="982" y="5377"/>
                  <a:pt x="5377" y="982"/>
                  <a:pt x="10800" y="982"/>
                </a:cubicBezTo>
                <a:cubicBezTo>
                  <a:pt x="16222" y="982"/>
                  <a:pt x="20618" y="5377"/>
                  <a:pt x="20618" y="10800"/>
                </a:cubicBezTo>
                <a:cubicBezTo>
                  <a:pt x="20618" y="16223"/>
                  <a:pt x="16222" y="20618"/>
                  <a:pt x="10800" y="20618"/>
                </a:cubicBezTo>
                <a:moveTo>
                  <a:pt x="10800" y="0"/>
                </a:moveTo>
                <a:cubicBezTo>
                  <a:pt x="4835" y="0"/>
                  <a:pt x="0" y="4836"/>
                  <a:pt x="0" y="10800"/>
                </a:cubicBezTo>
                <a:cubicBezTo>
                  <a:pt x="0" y="16765"/>
                  <a:pt x="4835" y="21600"/>
                  <a:pt x="10800" y="21600"/>
                </a:cubicBezTo>
                <a:cubicBezTo>
                  <a:pt x="16764" y="21600"/>
                  <a:pt x="21600" y="16765"/>
                  <a:pt x="21600" y="10800"/>
                </a:cubicBezTo>
                <a:cubicBezTo>
                  <a:pt x="21600" y="4836"/>
                  <a:pt x="16764" y="0"/>
                  <a:pt x="10800" y="0"/>
                </a:cubicBezTo>
                <a:moveTo>
                  <a:pt x="8407" y="9726"/>
                </a:moveTo>
                <a:cubicBezTo>
                  <a:pt x="8468" y="9020"/>
                  <a:pt x="9603" y="8284"/>
                  <a:pt x="10370" y="7947"/>
                </a:cubicBezTo>
                <a:cubicBezTo>
                  <a:pt x="11137" y="7609"/>
                  <a:pt x="11843" y="7486"/>
                  <a:pt x="11751" y="6903"/>
                </a:cubicBezTo>
                <a:cubicBezTo>
                  <a:pt x="11659" y="6320"/>
                  <a:pt x="11444" y="5891"/>
                  <a:pt x="10248" y="5891"/>
                </a:cubicBezTo>
                <a:cubicBezTo>
                  <a:pt x="9051" y="5891"/>
                  <a:pt x="9573" y="7486"/>
                  <a:pt x="8591" y="6535"/>
                </a:cubicBezTo>
                <a:cubicBezTo>
                  <a:pt x="7609" y="5584"/>
                  <a:pt x="8805" y="5830"/>
                  <a:pt x="9296" y="5615"/>
                </a:cubicBezTo>
                <a:cubicBezTo>
                  <a:pt x="9787" y="5400"/>
                  <a:pt x="10278" y="4510"/>
                  <a:pt x="9419" y="4449"/>
                </a:cubicBezTo>
                <a:cubicBezTo>
                  <a:pt x="8560" y="4388"/>
                  <a:pt x="8744" y="4817"/>
                  <a:pt x="8069" y="4572"/>
                </a:cubicBezTo>
                <a:cubicBezTo>
                  <a:pt x="7394" y="4326"/>
                  <a:pt x="7087" y="5431"/>
                  <a:pt x="6658" y="5277"/>
                </a:cubicBezTo>
                <a:cubicBezTo>
                  <a:pt x="6373" y="5176"/>
                  <a:pt x="5613" y="4605"/>
                  <a:pt x="5110" y="4044"/>
                </a:cubicBezTo>
                <a:cubicBezTo>
                  <a:pt x="4094" y="4900"/>
                  <a:pt x="3277" y="5982"/>
                  <a:pt x="2729" y="7212"/>
                </a:cubicBezTo>
                <a:cubicBezTo>
                  <a:pt x="2875" y="8862"/>
                  <a:pt x="3774" y="9726"/>
                  <a:pt x="3774" y="9726"/>
                </a:cubicBezTo>
                <a:cubicBezTo>
                  <a:pt x="3774" y="9726"/>
                  <a:pt x="4234" y="10800"/>
                  <a:pt x="6995" y="12119"/>
                </a:cubicBezTo>
                <a:cubicBezTo>
                  <a:pt x="6995" y="12119"/>
                  <a:pt x="7517" y="12150"/>
                  <a:pt x="6903" y="11536"/>
                </a:cubicBezTo>
                <a:cubicBezTo>
                  <a:pt x="6290" y="10923"/>
                  <a:pt x="5615" y="10156"/>
                  <a:pt x="6382" y="9757"/>
                </a:cubicBezTo>
                <a:cubicBezTo>
                  <a:pt x="7149" y="9358"/>
                  <a:pt x="7364" y="9389"/>
                  <a:pt x="7548" y="10125"/>
                </a:cubicBezTo>
                <a:cubicBezTo>
                  <a:pt x="7732" y="10861"/>
                  <a:pt x="8345" y="10432"/>
                  <a:pt x="8407" y="9726"/>
                </a:cubicBezTo>
                <a:moveTo>
                  <a:pt x="16246" y="12871"/>
                </a:moveTo>
                <a:cubicBezTo>
                  <a:pt x="15893" y="13086"/>
                  <a:pt x="15908" y="13561"/>
                  <a:pt x="16200" y="13822"/>
                </a:cubicBezTo>
                <a:cubicBezTo>
                  <a:pt x="16491" y="14083"/>
                  <a:pt x="17074" y="14420"/>
                  <a:pt x="17258" y="13822"/>
                </a:cubicBezTo>
                <a:cubicBezTo>
                  <a:pt x="17442" y="13224"/>
                  <a:pt x="16599" y="12656"/>
                  <a:pt x="16246" y="12871"/>
                </a:cubicBezTo>
                <a:moveTo>
                  <a:pt x="12027" y="12948"/>
                </a:moveTo>
                <a:cubicBezTo>
                  <a:pt x="10984" y="12058"/>
                  <a:pt x="11107" y="11659"/>
                  <a:pt x="9787" y="11659"/>
                </a:cubicBezTo>
                <a:cubicBezTo>
                  <a:pt x="8468" y="11659"/>
                  <a:pt x="7640" y="11966"/>
                  <a:pt x="7977" y="13807"/>
                </a:cubicBezTo>
                <a:cubicBezTo>
                  <a:pt x="8315" y="15648"/>
                  <a:pt x="9296" y="14819"/>
                  <a:pt x="9205" y="16231"/>
                </a:cubicBezTo>
                <a:cubicBezTo>
                  <a:pt x="9112" y="17642"/>
                  <a:pt x="9450" y="17949"/>
                  <a:pt x="9665" y="18286"/>
                </a:cubicBezTo>
                <a:cubicBezTo>
                  <a:pt x="9880" y="18624"/>
                  <a:pt x="10524" y="19606"/>
                  <a:pt x="10769" y="18225"/>
                </a:cubicBezTo>
                <a:cubicBezTo>
                  <a:pt x="11015" y="16844"/>
                  <a:pt x="11475" y="16077"/>
                  <a:pt x="11996" y="15402"/>
                </a:cubicBezTo>
                <a:cubicBezTo>
                  <a:pt x="12518" y="14727"/>
                  <a:pt x="13070" y="13837"/>
                  <a:pt x="12027" y="12948"/>
                </a:cubicBezTo>
              </a:path>
            </a:pathLst>
          </a:custGeom>
          <a:solidFill>
            <a:schemeClr val="bg1"/>
          </a:solidFill>
          <a:ln w="12700">
            <a:miter lim="400000"/>
          </a:ln>
        </p:spPr>
        <p:txBody>
          <a:bodyPr anchor="ctr"/>
          <a:lstStyle/>
          <a:p>
            <a:pPr algn="ctr"/>
            <a:endParaRPr b="1">
              <a:latin typeface="Century Gothic" panose="020b0502020202020204" pitchFamily="34" charset="0"/>
            </a:endParaRPr>
          </a:p>
        </p:txBody>
      </p:sp>
      <p:sp>
        <p:nvSpPr>
          <p:cNvPr id="44" name="íślíḋè-文本框 4">
            <a:extLst>
              <a:ext uri="{FF2B5EF4-FFF2-40B4-BE49-F238E27FC236}">
                <a16:creationId xmlns:a16="http://schemas.microsoft.com/office/drawing/2014/main" id="{81060C36-0FD7-484A-B700-4DC88A5B3C1E}"/>
              </a:ext>
            </a:extLst>
          </p:cNvPr>
          <p:cNvSpPr txBox="1"/>
          <p:nvPr/>
        </p:nvSpPr>
        <p:spPr>
          <a:xfrm>
            <a:off x="2916531" y="3487285"/>
            <a:ext cx="601612" cy="809482"/>
          </a:xfrm>
          <a:prstGeom prst="rect">
            <a:avLst/>
          </a:prstGeom>
          <a:noFill/>
        </p:spPr>
        <p:txBody>
          <a:bodyPr wrap="none">
            <a:normAutofit/>
          </a:bodyPr>
          <a:lstStyle/>
          <a:p>
            <a:pPr algn="ctr"/>
            <a:r>
              <a:rPr lang="en-US" sz="4000" b="1">
                <a:solidFill>
                  <a:schemeClr val="bg1"/>
                </a:solidFill>
                <a:latin typeface="Century Gothic" panose="020b0502020202020204" pitchFamily="34" charset="0"/>
                <a:ea typeface="思源黑体旧字形 Normal" panose="020b0400000000000000" pitchFamily="34" charset="-128"/>
              </a:rPr>
              <a:t>01</a:t>
            </a:r>
          </a:p>
        </p:txBody>
      </p:sp>
      <p:sp>
        <p:nvSpPr>
          <p:cNvPr id="45" name="íślíḋè-任意多边形: 形状 11">
            <a:extLst>
              <a:ext uri="{FF2B5EF4-FFF2-40B4-BE49-F238E27FC236}">
                <a16:creationId xmlns:a16="http://schemas.microsoft.com/office/drawing/2014/main" id="{AD175B88-4525-47B0-BC1C-C85FBB11D8B2}"/>
              </a:ext>
            </a:extLst>
          </p:cNvPr>
          <p:cNvSpPr/>
          <p:nvPr/>
        </p:nvSpPr>
        <p:spPr bwMode="auto">
          <a:xfrm>
            <a:off x="4228574" y="2460871"/>
            <a:ext cx="1771972" cy="2178962"/>
          </a:xfrm>
          <a:custGeom>
            <a:gdLst>
              <a:gd name="T0" fmla="*/ 0 w 476"/>
              <a:gd name="T1" fmla="*/ 414 h 587"/>
              <a:gd name="T2" fmla="*/ 34 w 476"/>
              <a:gd name="T3" fmla="*/ 473 h 587"/>
              <a:gd name="T4" fmla="*/ 221 w 476"/>
              <a:gd name="T5" fmla="*/ 581 h 587"/>
              <a:gd name="T6" fmla="*/ 255 w 476"/>
              <a:gd name="T7" fmla="*/ 581 h 587"/>
              <a:gd name="T8" fmla="*/ 442 w 476"/>
              <a:gd name="T9" fmla="*/ 473 h 587"/>
              <a:gd name="T10" fmla="*/ 476 w 476"/>
              <a:gd name="T11" fmla="*/ 414 h 587"/>
              <a:gd name="T12" fmla="*/ 476 w 476"/>
              <a:gd name="T13" fmla="*/ 23 h 587"/>
              <a:gd name="T14" fmla="*/ 465 w 476"/>
              <a:gd name="T15" fmla="*/ 4 h 587"/>
              <a:gd name="T16" fmla="*/ 442 w 476"/>
              <a:gd name="T17" fmla="*/ 4 h 587"/>
              <a:gd name="T18" fmla="*/ 255 w 476"/>
              <a:gd name="T19" fmla="*/ 112 h 587"/>
              <a:gd name="T20" fmla="*/ 221 w 476"/>
              <a:gd name="T21" fmla="*/ 112 h 587"/>
              <a:gd name="T22" fmla="*/ 34 w 476"/>
              <a:gd name="T23" fmla="*/ 4 h 587"/>
              <a:gd name="T24" fmla="*/ 11 w 476"/>
              <a:gd name="T25" fmla="*/ 4 h 587"/>
              <a:gd name="T26" fmla="*/ 0 w 476"/>
              <a:gd name="T27" fmla="*/ 23 h 587"/>
              <a:gd name="T28" fmla="*/ 0 w 476"/>
              <a:gd name="T29" fmla="*/ 414 h 587"/>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76" h="587">
                <a:moveTo>
                  <a:pt x="0" y="414"/>
                </a:moveTo>
                <a:cubicBezTo>
                  <a:pt x="0" y="438"/>
                  <a:pt x="13" y="461"/>
                  <a:pt x="34" y="473"/>
                </a:cubicBezTo>
                <a:cubicBezTo>
                  <a:pt x="221" y="581"/>
                  <a:pt x="221" y="581"/>
                  <a:pt x="221" y="581"/>
                </a:cubicBezTo>
                <a:cubicBezTo>
                  <a:pt x="232" y="587"/>
                  <a:pt x="245" y="587"/>
                  <a:pt x="255" y="581"/>
                </a:cubicBezTo>
                <a:cubicBezTo>
                  <a:pt x="442" y="473"/>
                  <a:pt x="442" y="473"/>
                  <a:pt x="442" y="473"/>
                </a:cubicBezTo>
                <a:cubicBezTo>
                  <a:pt x="463" y="461"/>
                  <a:pt x="476" y="438"/>
                  <a:pt x="476" y="414"/>
                </a:cubicBezTo>
                <a:cubicBezTo>
                  <a:pt x="476" y="23"/>
                  <a:pt x="476" y="23"/>
                  <a:pt x="476" y="23"/>
                </a:cubicBezTo>
                <a:cubicBezTo>
                  <a:pt x="476" y="15"/>
                  <a:pt x="472" y="8"/>
                  <a:pt x="465" y="4"/>
                </a:cubicBezTo>
                <a:cubicBezTo>
                  <a:pt x="458" y="0"/>
                  <a:pt x="449" y="0"/>
                  <a:pt x="442" y="4"/>
                </a:cubicBezTo>
                <a:cubicBezTo>
                  <a:pt x="255" y="112"/>
                  <a:pt x="255" y="112"/>
                  <a:pt x="255" y="112"/>
                </a:cubicBezTo>
                <a:cubicBezTo>
                  <a:pt x="245" y="118"/>
                  <a:pt x="232" y="118"/>
                  <a:pt x="221" y="112"/>
                </a:cubicBezTo>
                <a:cubicBezTo>
                  <a:pt x="34" y="4"/>
                  <a:pt x="34" y="4"/>
                  <a:pt x="34" y="4"/>
                </a:cubicBezTo>
                <a:cubicBezTo>
                  <a:pt x="27" y="0"/>
                  <a:pt x="18" y="0"/>
                  <a:pt x="11" y="4"/>
                </a:cubicBezTo>
                <a:cubicBezTo>
                  <a:pt x="4" y="8"/>
                  <a:pt x="0" y="15"/>
                  <a:pt x="0" y="23"/>
                </a:cubicBezTo>
                <a:lnTo>
                  <a:pt x="0" y="414"/>
                </a:lnTo>
                <a:close/>
              </a:path>
            </a:pathLst>
          </a:custGeom>
          <a:solidFill>
            <a:schemeClr val="tx2">
              <a:lumMod val="20000"/>
              <a:lumOff val="80000"/>
            </a:schemeClr>
          </a:solidFill>
          <a:ln>
            <a:noFill/>
          </a:ln>
        </p:spPr>
        <p:style>
          <a:lnRef idx="1">
            <a:schemeClr val="accent6"/>
          </a:lnRef>
          <a:fillRef idx="3">
            <a:schemeClr val="accent6"/>
          </a:fillRef>
          <a:effectRef idx="2">
            <a:schemeClr val="accent6"/>
          </a:effectRef>
          <a:fontRef idx="minor">
            <a:schemeClr val="lt1"/>
          </a:fontRef>
        </p:style>
        <p:txBody>
          <a:bodyPr anchor="ctr"/>
          <a:lstStyle/>
          <a:p>
            <a:pPr algn="ctr"/>
            <a:endParaRPr b="1">
              <a:latin typeface="Century Gothic" panose="020b0502020202020204" pitchFamily="34" charset="0"/>
            </a:endParaRPr>
          </a:p>
        </p:txBody>
      </p:sp>
      <p:sp>
        <p:nvSpPr>
          <p:cNvPr id="46" name="íślíḋè-任意多边形: 形状 12">
            <a:extLst>
              <a:ext uri="{FF2B5EF4-FFF2-40B4-BE49-F238E27FC236}">
                <a16:creationId xmlns:a16="http://schemas.microsoft.com/office/drawing/2014/main" id="{8785D119-ECFF-4CF5-98C0-E1C71375A75C}"/>
              </a:ext>
            </a:extLst>
          </p:cNvPr>
          <p:cNvSpPr/>
          <p:nvPr/>
        </p:nvSpPr>
        <p:spPr bwMode="auto">
          <a:xfrm>
            <a:off x="4228574" y="2334077"/>
            <a:ext cx="1771972" cy="2178962"/>
          </a:xfrm>
          <a:custGeom>
            <a:gdLst>
              <a:gd name="T0" fmla="*/ 0 w 476"/>
              <a:gd name="T1" fmla="*/ 414 h 587"/>
              <a:gd name="T2" fmla="*/ 34 w 476"/>
              <a:gd name="T3" fmla="*/ 473 h 587"/>
              <a:gd name="T4" fmla="*/ 221 w 476"/>
              <a:gd name="T5" fmla="*/ 581 h 587"/>
              <a:gd name="T6" fmla="*/ 255 w 476"/>
              <a:gd name="T7" fmla="*/ 581 h 587"/>
              <a:gd name="T8" fmla="*/ 442 w 476"/>
              <a:gd name="T9" fmla="*/ 473 h 587"/>
              <a:gd name="T10" fmla="*/ 476 w 476"/>
              <a:gd name="T11" fmla="*/ 414 h 587"/>
              <a:gd name="T12" fmla="*/ 476 w 476"/>
              <a:gd name="T13" fmla="*/ 23 h 587"/>
              <a:gd name="T14" fmla="*/ 465 w 476"/>
              <a:gd name="T15" fmla="*/ 4 h 587"/>
              <a:gd name="T16" fmla="*/ 442 w 476"/>
              <a:gd name="T17" fmla="*/ 4 h 587"/>
              <a:gd name="T18" fmla="*/ 255 w 476"/>
              <a:gd name="T19" fmla="*/ 112 h 587"/>
              <a:gd name="T20" fmla="*/ 221 w 476"/>
              <a:gd name="T21" fmla="*/ 112 h 587"/>
              <a:gd name="T22" fmla="*/ 34 w 476"/>
              <a:gd name="T23" fmla="*/ 4 h 587"/>
              <a:gd name="T24" fmla="*/ 11 w 476"/>
              <a:gd name="T25" fmla="*/ 4 h 587"/>
              <a:gd name="T26" fmla="*/ 0 w 476"/>
              <a:gd name="T27" fmla="*/ 23 h 587"/>
              <a:gd name="T28" fmla="*/ 0 w 476"/>
              <a:gd name="T29" fmla="*/ 414 h 587"/>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76" h="587">
                <a:moveTo>
                  <a:pt x="0" y="414"/>
                </a:moveTo>
                <a:cubicBezTo>
                  <a:pt x="0" y="438"/>
                  <a:pt x="13" y="461"/>
                  <a:pt x="34" y="473"/>
                </a:cubicBezTo>
                <a:cubicBezTo>
                  <a:pt x="221" y="581"/>
                  <a:pt x="221" y="581"/>
                  <a:pt x="221" y="581"/>
                </a:cubicBezTo>
                <a:cubicBezTo>
                  <a:pt x="232" y="587"/>
                  <a:pt x="245" y="587"/>
                  <a:pt x="255" y="581"/>
                </a:cubicBezTo>
                <a:cubicBezTo>
                  <a:pt x="442" y="473"/>
                  <a:pt x="442" y="473"/>
                  <a:pt x="442" y="473"/>
                </a:cubicBezTo>
                <a:cubicBezTo>
                  <a:pt x="463" y="461"/>
                  <a:pt x="476" y="438"/>
                  <a:pt x="476" y="414"/>
                </a:cubicBezTo>
                <a:cubicBezTo>
                  <a:pt x="476" y="23"/>
                  <a:pt x="476" y="23"/>
                  <a:pt x="476" y="23"/>
                </a:cubicBezTo>
                <a:cubicBezTo>
                  <a:pt x="476" y="15"/>
                  <a:pt x="472" y="8"/>
                  <a:pt x="465" y="4"/>
                </a:cubicBezTo>
                <a:cubicBezTo>
                  <a:pt x="458" y="0"/>
                  <a:pt x="449" y="0"/>
                  <a:pt x="442" y="4"/>
                </a:cubicBezTo>
                <a:cubicBezTo>
                  <a:pt x="255" y="112"/>
                  <a:pt x="255" y="112"/>
                  <a:pt x="255" y="112"/>
                </a:cubicBezTo>
                <a:cubicBezTo>
                  <a:pt x="245" y="118"/>
                  <a:pt x="232" y="118"/>
                  <a:pt x="221" y="112"/>
                </a:cubicBezTo>
                <a:cubicBezTo>
                  <a:pt x="34" y="4"/>
                  <a:pt x="34" y="4"/>
                  <a:pt x="34" y="4"/>
                </a:cubicBezTo>
                <a:cubicBezTo>
                  <a:pt x="27" y="0"/>
                  <a:pt x="18" y="0"/>
                  <a:pt x="11" y="4"/>
                </a:cubicBezTo>
                <a:cubicBezTo>
                  <a:pt x="4" y="8"/>
                  <a:pt x="0" y="15"/>
                  <a:pt x="0" y="23"/>
                </a:cubicBezTo>
                <a:lnTo>
                  <a:pt x="0" y="414"/>
                </a:lnTo>
                <a:close/>
              </a:path>
            </a:pathLst>
          </a:custGeom>
          <a:solidFill>
            <a:srgbClr val="3FB793"/>
          </a:solidFill>
          <a:ln>
            <a:noFill/>
          </a:ln>
          <a:effectLst>
            <a:outerShdw blurRad="63500" algn="ctr" rotWithShape="0">
              <a:prstClr val="black">
                <a:alpha val="40000"/>
              </a:prstClr>
            </a:outerShdw>
          </a:effectLst>
        </p:spPr>
        <p:txBody>
          <a:bodyPr vert="horz" wrap="square" lIns="91440" tIns="45720" rIns="91440" bIns="45720" numCol="1" anchor="ctr" anchorCtr="0" compatLnSpc="1">
            <a:prstTxWarp prst="textNoShape">
              <a:avLst/>
            </a:prstTxWarp>
          </a:bodyPr>
          <a:lstStyle/>
          <a:p>
            <a:pPr algn="ctr"/>
            <a:endParaRPr sz="4800">
              <a:solidFill>
                <a:prstClr val="white"/>
              </a:solidFill>
              <a:latin typeface="思源黑体旧字形 Normal" panose="020b0400000000000000" pitchFamily="34" charset="-128"/>
              <a:ea typeface="思源黑体旧字形 Normal" panose="020b0400000000000000" pitchFamily="34" charset="-128"/>
            </a:endParaRPr>
          </a:p>
        </p:txBody>
      </p:sp>
      <p:sp>
        <p:nvSpPr>
          <p:cNvPr id="47" name="íślíḋè-文本框 9">
            <a:extLst>
              <a:ext uri="{FF2B5EF4-FFF2-40B4-BE49-F238E27FC236}">
                <a16:creationId xmlns:a16="http://schemas.microsoft.com/office/drawing/2014/main" id="{7C15FB73-D563-470A-BB46-B523FF028E35}"/>
              </a:ext>
            </a:extLst>
          </p:cNvPr>
          <p:cNvSpPr txBox="1"/>
          <p:nvPr/>
        </p:nvSpPr>
        <p:spPr>
          <a:xfrm>
            <a:off x="4839063" y="3487285"/>
            <a:ext cx="601612" cy="809482"/>
          </a:xfrm>
          <a:prstGeom prst="rect">
            <a:avLst/>
          </a:prstGeom>
          <a:noFill/>
        </p:spPr>
        <p:txBody>
          <a:bodyPr wrap="none">
            <a:normAutofit/>
          </a:bodyPr>
          <a:lstStyle/>
          <a:p>
            <a:pPr algn="ctr"/>
            <a:r>
              <a:rPr lang="en-US" sz="4000" b="1">
                <a:solidFill>
                  <a:schemeClr val="bg1"/>
                </a:solidFill>
                <a:latin typeface="Century Gothic" panose="020b0502020202020204" pitchFamily="34" charset="0"/>
                <a:ea typeface="思源黑体旧字形 Normal" panose="020b0400000000000000" pitchFamily="34" charset="-128"/>
              </a:rPr>
              <a:t>02</a:t>
            </a:r>
          </a:p>
        </p:txBody>
      </p:sp>
      <p:sp>
        <p:nvSpPr>
          <p:cNvPr id="48" name="íślíḋè-任意多边形: 形状 10">
            <a:extLst>
              <a:ext uri="{FF2B5EF4-FFF2-40B4-BE49-F238E27FC236}">
                <a16:creationId xmlns:a16="http://schemas.microsoft.com/office/drawing/2014/main" id="{83FE57AA-D977-4B78-B461-45EFB178FB75}"/>
              </a:ext>
            </a:extLst>
          </p:cNvPr>
          <p:cNvSpPr/>
          <p:nvPr/>
        </p:nvSpPr>
        <p:spPr>
          <a:xfrm>
            <a:off x="4910442" y="3048116"/>
            <a:ext cx="440226" cy="440224"/>
          </a:xfrm>
          <a:custGeom>
            <a:cxnLst>
              <a:cxn ang="0">
                <a:pos x="wd2" y="hd2"/>
              </a:cxn>
              <a:cxn ang="5400000">
                <a:pos x="wd2" y="hd2"/>
              </a:cxn>
              <a:cxn ang="10800000">
                <a:pos x="wd2" y="hd2"/>
              </a:cxn>
              <a:cxn ang="16200000">
                <a:pos x="wd2" y="hd2"/>
              </a:cxn>
            </a:cxnLst>
            <a:rect l="0" t="0" r="r" b="b"/>
            <a:pathLst>
              <a:path w="21600" h="21600" extrusionOk="0">
                <a:moveTo>
                  <a:pt x="10800" y="20618"/>
                </a:moveTo>
                <a:cubicBezTo>
                  <a:pt x="5377" y="20618"/>
                  <a:pt x="982" y="16223"/>
                  <a:pt x="982" y="10800"/>
                </a:cubicBezTo>
                <a:cubicBezTo>
                  <a:pt x="982" y="5377"/>
                  <a:pt x="5377" y="982"/>
                  <a:pt x="10800" y="982"/>
                </a:cubicBezTo>
                <a:cubicBezTo>
                  <a:pt x="16223" y="982"/>
                  <a:pt x="20618" y="5377"/>
                  <a:pt x="20618" y="10800"/>
                </a:cubicBezTo>
                <a:cubicBezTo>
                  <a:pt x="20618" y="16223"/>
                  <a:pt x="16223" y="20618"/>
                  <a:pt x="10800" y="20618"/>
                </a:cubicBezTo>
                <a:moveTo>
                  <a:pt x="10800" y="0"/>
                </a:moveTo>
                <a:cubicBezTo>
                  <a:pt x="4836" y="0"/>
                  <a:pt x="0" y="4836"/>
                  <a:pt x="0" y="10800"/>
                </a:cubicBezTo>
                <a:cubicBezTo>
                  <a:pt x="0" y="16765"/>
                  <a:pt x="4836" y="21600"/>
                  <a:pt x="10800" y="21600"/>
                </a:cubicBezTo>
                <a:cubicBezTo>
                  <a:pt x="16764" y="21600"/>
                  <a:pt x="21600" y="16765"/>
                  <a:pt x="21600" y="10800"/>
                </a:cubicBezTo>
                <a:cubicBezTo>
                  <a:pt x="21600" y="4836"/>
                  <a:pt x="16764" y="0"/>
                  <a:pt x="10800" y="0"/>
                </a:cubicBezTo>
                <a:moveTo>
                  <a:pt x="11949" y="13580"/>
                </a:moveTo>
                <a:cubicBezTo>
                  <a:pt x="11701" y="13784"/>
                  <a:pt x="11474" y="13901"/>
                  <a:pt x="11085" y="13931"/>
                </a:cubicBezTo>
                <a:lnTo>
                  <a:pt x="11085" y="11339"/>
                </a:lnTo>
                <a:cubicBezTo>
                  <a:pt x="11251" y="11383"/>
                  <a:pt x="11321" y="11435"/>
                  <a:pt x="11479" y="11494"/>
                </a:cubicBezTo>
                <a:cubicBezTo>
                  <a:pt x="11638" y="11554"/>
                  <a:pt x="11780" y="11632"/>
                  <a:pt x="11906" y="11728"/>
                </a:cubicBezTo>
                <a:cubicBezTo>
                  <a:pt x="12032" y="11824"/>
                  <a:pt x="12133" y="11943"/>
                  <a:pt x="12208" y="12084"/>
                </a:cubicBezTo>
                <a:cubicBezTo>
                  <a:pt x="12284" y="12225"/>
                  <a:pt x="12322" y="12399"/>
                  <a:pt x="12322" y="12607"/>
                </a:cubicBezTo>
                <a:cubicBezTo>
                  <a:pt x="12322" y="13052"/>
                  <a:pt x="12198" y="13376"/>
                  <a:pt x="11949" y="13580"/>
                </a:cubicBezTo>
                <a:moveTo>
                  <a:pt x="10437" y="9837"/>
                </a:moveTo>
                <a:cubicBezTo>
                  <a:pt x="10286" y="9800"/>
                  <a:pt x="10228" y="9753"/>
                  <a:pt x="10081" y="9698"/>
                </a:cubicBezTo>
                <a:cubicBezTo>
                  <a:pt x="9933" y="9642"/>
                  <a:pt x="9803" y="9570"/>
                  <a:pt x="9692" y="9481"/>
                </a:cubicBezTo>
                <a:cubicBezTo>
                  <a:pt x="9581" y="9392"/>
                  <a:pt x="9489" y="9285"/>
                  <a:pt x="9417" y="9159"/>
                </a:cubicBezTo>
                <a:cubicBezTo>
                  <a:pt x="9345" y="9032"/>
                  <a:pt x="9309" y="8880"/>
                  <a:pt x="9309" y="8702"/>
                </a:cubicBezTo>
                <a:cubicBezTo>
                  <a:pt x="9309" y="8309"/>
                  <a:pt x="9415" y="8030"/>
                  <a:pt x="9627" y="7862"/>
                </a:cubicBezTo>
                <a:cubicBezTo>
                  <a:pt x="9839" y="7696"/>
                  <a:pt x="10048" y="7612"/>
                  <a:pt x="10437" y="7612"/>
                </a:cubicBezTo>
                <a:cubicBezTo>
                  <a:pt x="10437" y="7612"/>
                  <a:pt x="10437" y="9837"/>
                  <a:pt x="10437" y="9837"/>
                </a:cubicBezTo>
                <a:close/>
                <a:moveTo>
                  <a:pt x="12765" y="10727"/>
                </a:moveTo>
                <a:cubicBezTo>
                  <a:pt x="12527" y="10542"/>
                  <a:pt x="12253" y="10390"/>
                  <a:pt x="11944" y="10271"/>
                </a:cubicBezTo>
                <a:cubicBezTo>
                  <a:pt x="11634" y="10153"/>
                  <a:pt x="11410" y="10049"/>
                  <a:pt x="11085" y="9959"/>
                </a:cubicBezTo>
                <a:lnTo>
                  <a:pt x="11085" y="7612"/>
                </a:lnTo>
                <a:cubicBezTo>
                  <a:pt x="11474" y="7612"/>
                  <a:pt x="11665" y="7713"/>
                  <a:pt x="11841" y="7913"/>
                </a:cubicBezTo>
                <a:cubicBezTo>
                  <a:pt x="12017" y="8113"/>
                  <a:pt x="12113" y="8402"/>
                  <a:pt x="12127" y="8781"/>
                </a:cubicBezTo>
                <a:lnTo>
                  <a:pt x="13359" y="8781"/>
                </a:lnTo>
                <a:cubicBezTo>
                  <a:pt x="13359" y="8417"/>
                  <a:pt x="13295" y="8098"/>
                  <a:pt x="13170" y="7824"/>
                </a:cubicBezTo>
                <a:cubicBezTo>
                  <a:pt x="13043" y="7550"/>
                  <a:pt x="12875" y="7323"/>
                  <a:pt x="12662" y="7145"/>
                </a:cubicBezTo>
                <a:cubicBezTo>
                  <a:pt x="12449" y="6967"/>
                  <a:pt x="12200" y="6833"/>
                  <a:pt x="11911" y="6744"/>
                </a:cubicBezTo>
                <a:cubicBezTo>
                  <a:pt x="11623" y="6656"/>
                  <a:pt x="11410" y="6611"/>
                  <a:pt x="11085" y="6611"/>
                </a:cubicBezTo>
                <a:lnTo>
                  <a:pt x="11085" y="5881"/>
                </a:lnTo>
                <a:lnTo>
                  <a:pt x="10437" y="5881"/>
                </a:lnTo>
                <a:lnTo>
                  <a:pt x="10437" y="6611"/>
                </a:lnTo>
                <a:cubicBezTo>
                  <a:pt x="10113" y="6611"/>
                  <a:pt x="9895" y="6659"/>
                  <a:pt x="9600" y="6756"/>
                </a:cubicBezTo>
                <a:cubicBezTo>
                  <a:pt x="9305" y="6852"/>
                  <a:pt x="9044" y="6991"/>
                  <a:pt x="8817" y="7173"/>
                </a:cubicBezTo>
                <a:cubicBezTo>
                  <a:pt x="8590" y="7355"/>
                  <a:pt x="8410" y="7581"/>
                  <a:pt x="8277" y="7852"/>
                </a:cubicBezTo>
                <a:cubicBezTo>
                  <a:pt x="8144" y="8122"/>
                  <a:pt x="8077" y="8436"/>
                  <a:pt x="8077" y="8791"/>
                </a:cubicBezTo>
                <a:cubicBezTo>
                  <a:pt x="8077" y="9199"/>
                  <a:pt x="8150" y="9541"/>
                  <a:pt x="8293" y="9815"/>
                </a:cubicBezTo>
                <a:cubicBezTo>
                  <a:pt x="8438" y="10089"/>
                  <a:pt x="8626" y="10317"/>
                  <a:pt x="8860" y="10499"/>
                </a:cubicBezTo>
                <a:cubicBezTo>
                  <a:pt x="9094" y="10681"/>
                  <a:pt x="9357" y="10829"/>
                  <a:pt x="9649" y="10944"/>
                </a:cubicBezTo>
                <a:cubicBezTo>
                  <a:pt x="9940" y="11059"/>
                  <a:pt x="10142" y="11157"/>
                  <a:pt x="10437" y="11239"/>
                </a:cubicBezTo>
                <a:lnTo>
                  <a:pt x="10437" y="13931"/>
                </a:lnTo>
                <a:cubicBezTo>
                  <a:pt x="9940" y="13916"/>
                  <a:pt x="9676" y="13768"/>
                  <a:pt x="9460" y="13486"/>
                </a:cubicBezTo>
                <a:cubicBezTo>
                  <a:pt x="9244" y="13204"/>
                  <a:pt x="9139" y="12818"/>
                  <a:pt x="9147" y="12329"/>
                </a:cubicBezTo>
                <a:lnTo>
                  <a:pt x="7915" y="12329"/>
                </a:lnTo>
                <a:cubicBezTo>
                  <a:pt x="7908" y="12744"/>
                  <a:pt x="7967" y="13111"/>
                  <a:pt x="8094" y="13430"/>
                </a:cubicBezTo>
                <a:cubicBezTo>
                  <a:pt x="8220" y="13749"/>
                  <a:pt x="8397" y="14018"/>
                  <a:pt x="8628" y="14236"/>
                </a:cubicBezTo>
                <a:cubicBezTo>
                  <a:pt x="8858" y="14455"/>
                  <a:pt x="9136" y="14624"/>
                  <a:pt x="9460" y="14743"/>
                </a:cubicBezTo>
                <a:cubicBezTo>
                  <a:pt x="9784" y="14861"/>
                  <a:pt x="10048" y="14924"/>
                  <a:pt x="10437" y="14932"/>
                </a:cubicBezTo>
                <a:lnTo>
                  <a:pt x="10437" y="15692"/>
                </a:lnTo>
                <a:lnTo>
                  <a:pt x="11085" y="15692"/>
                </a:lnTo>
                <a:lnTo>
                  <a:pt x="11085" y="14932"/>
                </a:lnTo>
                <a:cubicBezTo>
                  <a:pt x="11446" y="14917"/>
                  <a:pt x="11688" y="14856"/>
                  <a:pt x="11998" y="14748"/>
                </a:cubicBezTo>
                <a:cubicBezTo>
                  <a:pt x="12307" y="14641"/>
                  <a:pt x="12578" y="14485"/>
                  <a:pt x="12808" y="14281"/>
                </a:cubicBezTo>
                <a:cubicBezTo>
                  <a:pt x="13038" y="14077"/>
                  <a:pt x="13220" y="13821"/>
                  <a:pt x="13353" y="13513"/>
                </a:cubicBezTo>
                <a:cubicBezTo>
                  <a:pt x="13486" y="13206"/>
                  <a:pt x="13553" y="12844"/>
                  <a:pt x="13553" y="12429"/>
                </a:cubicBezTo>
                <a:cubicBezTo>
                  <a:pt x="13553" y="12028"/>
                  <a:pt x="13481" y="11691"/>
                  <a:pt x="13337" y="11417"/>
                </a:cubicBezTo>
                <a:cubicBezTo>
                  <a:pt x="13193" y="11142"/>
                  <a:pt x="13002" y="10912"/>
                  <a:pt x="12765" y="10727"/>
                </a:cubicBezTo>
              </a:path>
            </a:pathLst>
          </a:custGeom>
          <a:solidFill>
            <a:schemeClr val="bg1"/>
          </a:solidFill>
          <a:ln w="12700">
            <a:miter lim="400000"/>
          </a:ln>
        </p:spPr>
        <p:txBody>
          <a:bodyPr anchor="ctr"/>
          <a:lstStyle/>
          <a:p>
            <a:pPr algn="ctr"/>
            <a:endParaRPr b="1">
              <a:latin typeface="Century Gothic" panose="020b0502020202020204" pitchFamily="34" charset="0"/>
            </a:endParaRPr>
          </a:p>
        </p:txBody>
      </p:sp>
      <p:sp>
        <p:nvSpPr>
          <p:cNvPr id="49" name="íślíḋè-任意多边形: 形状 17">
            <a:extLst>
              <a:ext uri="{FF2B5EF4-FFF2-40B4-BE49-F238E27FC236}">
                <a16:creationId xmlns:a16="http://schemas.microsoft.com/office/drawing/2014/main" id="{80975EF2-7163-4E81-8B4F-7AD0766ADDB5}"/>
              </a:ext>
            </a:extLst>
          </p:cNvPr>
          <p:cNvSpPr/>
          <p:nvPr/>
        </p:nvSpPr>
        <p:spPr bwMode="auto">
          <a:xfrm>
            <a:off x="6175110" y="2466313"/>
            <a:ext cx="1771972" cy="2178962"/>
          </a:xfrm>
          <a:custGeom>
            <a:gdLst>
              <a:gd name="T0" fmla="*/ 0 w 476"/>
              <a:gd name="T1" fmla="*/ 414 h 587"/>
              <a:gd name="T2" fmla="*/ 34 w 476"/>
              <a:gd name="T3" fmla="*/ 473 h 587"/>
              <a:gd name="T4" fmla="*/ 221 w 476"/>
              <a:gd name="T5" fmla="*/ 581 h 587"/>
              <a:gd name="T6" fmla="*/ 255 w 476"/>
              <a:gd name="T7" fmla="*/ 581 h 587"/>
              <a:gd name="T8" fmla="*/ 442 w 476"/>
              <a:gd name="T9" fmla="*/ 473 h 587"/>
              <a:gd name="T10" fmla="*/ 476 w 476"/>
              <a:gd name="T11" fmla="*/ 414 h 587"/>
              <a:gd name="T12" fmla="*/ 476 w 476"/>
              <a:gd name="T13" fmla="*/ 23 h 587"/>
              <a:gd name="T14" fmla="*/ 465 w 476"/>
              <a:gd name="T15" fmla="*/ 4 h 587"/>
              <a:gd name="T16" fmla="*/ 442 w 476"/>
              <a:gd name="T17" fmla="*/ 4 h 587"/>
              <a:gd name="T18" fmla="*/ 255 w 476"/>
              <a:gd name="T19" fmla="*/ 112 h 587"/>
              <a:gd name="T20" fmla="*/ 221 w 476"/>
              <a:gd name="T21" fmla="*/ 112 h 587"/>
              <a:gd name="T22" fmla="*/ 34 w 476"/>
              <a:gd name="T23" fmla="*/ 4 h 587"/>
              <a:gd name="T24" fmla="*/ 11 w 476"/>
              <a:gd name="T25" fmla="*/ 4 h 587"/>
              <a:gd name="T26" fmla="*/ 0 w 476"/>
              <a:gd name="T27" fmla="*/ 23 h 587"/>
              <a:gd name="T28" fmla="*/ 0 w 476"/>
              <a:gd name="T29" fmla="*/ 414 h 587"/>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76" h="587">
                <a:moveTo>
                  <a:pt x="0" y="414"/>
                </a:moveTo>
                <a:cubicBezTo>
                  <a:pt x="0" y="438"/>
                  <a:pt x="13" y="461"/>
                  <a:pt x="34" y="473"/>
                </a:cubicBezTo>
                <a:cubicBezTo>
                  <a:pt x="221" y="581"/>
                  <a:pt x="221" y="581"/>
                  <a:pt x="221" y="581"/>
                </a:cubicBezTo>
                <a:cubicBezTo>
                  <a:pt x="232" y="587"/>
                  <a:pt x="245" y="587"/>
                  <a:pt x="255" y="581"/>
                </a:cubicBezTo>
                <a:cubicBezTo>
                  <a:pt x="442" y="473"/>
                  <a:pt x="442" y="473"/>
                  <a:pt x="442" y="473"/>
                </a:cubicBezTo>
                <a:cubicBezTo>
                  <a:pt x="463" y="461"/>
                  <a:pt x="476" y="438"/>
                  <a:pt x="476" y="414"/>
                </a:cubicBezTo>
                <a:cubicBezTo>
                  <a:pt x="476" y="23"/>
                  <a:pt x="476" y="23"/>
                  <a:pt x="476" y="23"/>
                </a:cubicBezTo>
                <a:cubicBezTo>
                  <a:pt x="476" y="15"/>
                  <a:pt x="472" y="8"/>
                  <a:pt x="465" y="4"/>
                </a:cubicBezTo>
                <a:cubicBezTo>
                  <a:pt x="458" y="0"/>
                  <a:pt x="449" y="0"/>
                  <a:pt x="442" y="4"/>
                </a:cubicBezTo>
                <a:cubicBezTo>
                  <a:pt x="255" y="112"/>
                  <a:pt x="255" y="112"/>
                  <a:pt x="255" y="112"/>
                </a:cubicBezTo>
                <a:cubicBezTo>
                  <a:pt x="245" y="118"/>
                  <a:pt x="232" y="118"/>
                  <a:pt x="221" y="112"/>
                </a:cubicBezTo>
                <a:cubicBezTo>
                  <a:pt x="34" y="4"/>
                  <a:pt x="34" y="4"/>
                  <a:pt x="34" y="4"/>
                </a:cubicBezTo>
                <a:cubicBezTo>
                  <a:pt x="27" y="0"/>
                  <a:pt x="18" y="0"/>
                  <a:pt x="11" y="4"/>
                </a:cubicBezTo>
                <a:cubicBezTo>
                  <a:pt x="4" y="8"/>
                  <a:pt x="0" y="15"/>
                  <a:pt x="0" y="23"/>
                </a:cubicBezTo>
                <a:lnTo>
                  <a:pt x="0" y="414"/>
                </a:lnTo>
                <a:close/>
              </a:path>
            </a:pathLst>
          </a:custGeom>
          <a:solidFill>
            <a:schemeClr val="tx2">
              <a:lumMod val="20000"/>
              <a:lumOff val="80000"/>
            </a:schemeClr>
          </a:solidFill>
          <a:ln>
            <a:noFill/>
          </a:ln>
        </p:spPr>
        <p:style>
          <a:lnRef idx="1">
            <a:schemeClr val="accent6"/>
          </a:lnRef>
          <a:fillRef idx="3">
            <a:schemeClr val="accent6"/>
          </a:fillRef>
          <a:effectRef idx="2">
            <a:schemeClr val="accent6"/>
          </a:effectRef>
          <a:fontRef idx="minor">
            <a:schemeClr val="lt1"/>
          </a:fontRef>
        </p:style>
        <p:txBody>
          <a:bodyPr anchor="ctr"/>
          <a:lstStyle/>
          <a:p>
            <a:pPr algn="ctr"/>
            <a:endParaRPr b="1">
              <a:latin typeface="Century Gothic" panose="020b0502020202020204" pitchFamily="34" charset="0"/>
            </a:endParaRPr>
          </a:p>
        </p:txBody>
      </p:sp>
      <p:sp>
        <p:nvSpPr>
          <p:cNvPr id="50" name="íślíḋè-任意多边形: 形状 18">
            <a:extLst>
              <a:ext uri="{FF2B5EF4-FFF2-40B4-BE49-F238E27FC236}">
                <a16:creationId xmlns:a16="http://schemas.microsoft.com/office/drawing/2014/main" id="{4FFC6E70-F658-4A64-860C-2F79F7F271B2}"/>
              </a:ext>
            </a:extLst>
          </p:cNvPr>
          <p:cNvSpPr/>
          <p:nvPr/>
        </p:nvSpPr>
        <p:spPr bwMode="auto">
          <a:xfrm>
            <a:off x="6175110" y="2339519"/>
            <a:ext cx="1771972" cy="2178962"/>
          </a:xfrm>
          <a:custGeom>
            <a:gdLst>
              <a:gd name="T0" fmla="*/ 0 w 476"/>
              <a:gd name="T1" fmla="*/ 414 h 587"/>
              <a:gd name="T2" fmla="*/ 34 w 476"/>
              <a:gd name="T3" fmla="*/ 473 h 587"/>
              <a:gd name="T4" fmla="*/ 221 w 476"/>
              <a:gd name="T5" fmla="*/ 581 h 587"/>
              <a:gd name="T6" fmla="*/ 255 w 476"/>
              <a:gd name="T7" fmla="*/ 581 h 587"/>
              <a:gd name="T8" fmla="*/ 442 w 476"/>
              <a:gd name="T9" fmla="*/ 473 h 587"/>
              <a:gd name="T10" fmla="*/ 476 w 476"/>
              <a:gd name="T11" fmla="*/ 414 h 587"/>
              <a:gd name="T12" fmla="*/ 476 w 476"/>
              <a:gd name="T13" fmla="*/ 23 h 587"/>
              <a:gd name="T14" fmla="*/ 465 w 476"/>
              <a:gd name="T15" fmla="*/ 4 h 587"/>
              <a:gd name="T16" fmla="*/ 442 w 476"/>
              <a:gd name="T17" fmla="*/ 4 h 587"/>
              <a:gd name="T18" fmla="*/ 255 w 476"/>
              <a:gd name="T19" fmla="*/ 112 h 587"/>
              <a:gd name="T20" fmla="*/ 221 w 476"/>
              <a:gd name="T21" fmla="*/ 112 h 587"/>
              <a:gd name="T22" fmla="*/ 34 w 476"/>
              <a:gd name="T23" fmla="*/ 4 h 587"/>
              <a:gd name="T24" fmla="*/ 11 w 476"/>
              <a:gd name="T25" fmla="*/ 4 h 587"/>
              <a:gd name="T26" fmla="*/ 0 w 476"/>
              <a:gd name="T27" fmla="*/ 23 h 587"/>
              <a:gd name="T28" fmla="*/ 0 w 476"/>
              <a:gd name="T29" fmla="*/ 414 h 587"/>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76" h="587">
                <a:moveTo>
                  <a:pt x="0" y="414"/>
                </a:moveTo>
                <a:cubicBezTo>
                  <a:pt x="0" y="438"/>
                  <a:pt x="13" y="461"/>
                  <a:pt x="34" y="473"/>
                </a:cubicBezTo>
                <a:cubicBezTo>
                  <a:pt x="221" y="581"/>
                  <a:pt x="221" y="581"/>
                  <a:pt x="221" y="581"/>
                </a:cubicBezTo>
                <a:cubicBezTo>
                  <a:pt x="232" y="587"/>
                  <a:pt x="245" y="587"/>
                  <a:pt x="255" y="581"/>
                </a:cubicBezTo>
                <a:cubicBezTo>
                  <a:pt x="442" y="473"/>
                  <a:pt x="442" y="473"/>
                  <a:pt x="442" y="473"/>
                </a:cubicBezTo>
                <a:cubicBezTo>
                  <a:pt x="463" y="461"/>
                  <a:pt x="476" y="438"/>
                  <a:pt x="476" y="414"/>
                </a:cubicBezTo>
                <a:cubicBezTo>
                  <a:pt x="476" y="23"/>
                  <a:pt x="476" y="23"/>
                  <a:pt x="476" y="23"/>
                </a:cubicBezTo>
                <a:cubicBezTo>
                  <a:pt x="476" y="15"/>
                  <a:pt x="472" y="8"/>
                  <a:pt x="465" y="4"/>
                </a:cubicBezTo>
                <a:cubicBezTo>
                  <a:pt x="458" y="0"/>
                  <a:pt x="449" y="0"/>
                  <a:pt x="442" y="4"/>
                </a:cubicBezTo>
                <a:cubicBezTo>
                  <a:pt x="255" y="112"/>
                  <a:pt x="255" y="112"/>
                  <a:pt x="255" y="112"/>
                </a:cubicBezTo>
                <a:cubicBezTo>
                  <a:pt x="245" y="118"/>
                  <a:pt x="232" y="118"/>
                  <a:pt x="221" y="112"/>
                </a:cubicBezTo>
                <a:cubicBezTo>
                  <a:pt x="34" y="4"/>
                  <a:pt x="34" y="4"/>
                  <a:pt x="34" y="4"/>
                </a:cubicBezTo>
                <a:cubicBezTo>
                  <a:pt x="27" y="0"/>
                  <a:pt x="18" y="0"/>
                  <a:pt x="11" y="4"/>
                </a:cubicBezTo>
                <a:cubicBezTo>
                  <a:pt x="4" y="8"/>
                  <a:pt x="0" y="15"/>
                  <a:pt x="0" y="23"/>
                </a:cubicBezTo>
                <a:lnTo>
                  <a:pt x="0" y="414"/>
                </a:lnTo>
                <a:close/>
              </a:path>
            </a:pathLst>
          </a:custGeom>
          <a:solidFill>
            <a:srgbClr val="545D79"/>
          </a:solidFill>
          <a:ln>
            <a:noFill/>
          </a:ln>
          <a:effectLst>
            <a:outerShdw blurRad="63500" algn="ctr" rotWithShape="0">
              <a:prstClr val="black">
                <a:alpha val="40000"/>
              </a:prstClr>
            </a:outerShdw>
          </a:effectLst>
        </p:spPr>
        <p:txBody>
          <a:bodyPr vert="horz" wrap="square" lIns="91440" tIns="45720" rIns="91440" bIns="45720" numCol="1" anchor="ctr" anchorCtr="0" compatLnSpc="1">
            <a:prstTxWarp prst="textNoShape">
              <a:avLst/>
            </a:prstTxWarp>
          </a:bodyPr>
          <a:lstStyle/>
          <a:p>
            <a:pPr algn="ctr"/>
            <a:endParaRPr sz="4800">
              <a:solidFill>
                <a:prstClr val="white"/>
              </a:solidFill>
              <a:latin typeface="思源黑体旧字形 Normal" panose="020b0400000000000000" pitchFamily="34" charset="-128"/>
              <a:ea typeface="思源黑体旧字形 Normal" panose="020b0400000000000000" pitchFamily="34" charset="-128"/>
            </a:endParaRPr>
          </a:p>
        </p:txBody>
      </p:sp>
      <p:sp>
        <p:nvSpPr>
          <p:cNvPr id="51" name="íślíḋè-文本框 15">
            <a:extLst>
              <a:ext uri="{FF2B5EF4-FFF2-40B4-BE49-F238E27FC236}">
                <a16:creationId xmlns:a16="http://schemas.microsoft.com/office/drawing/2014/main" id="{F5DB018E-863F-4C22-8C88-7ED23473C99C}"/>
              </a:ext>
            </a:extLst>
          </p:cNvPr>
          <p:cNvSpPr txBox="1"/>
          <p:nvPr/>
        </p:nvSpPr>
        <p:spPr>
          <a:xfrm>
            <a:off x="6780511" y="3487285"/>
            <a:ext cx="601612" cy="809482"/>
          </a:xfrm>
          <a:prstGeom prst="rect">
            <a:avLst/>
          </a:prstGeom>
          <a:noFill/>
        </p:spPr>
        <p:txBody>
          <a:bodyPr wrap="none">
            <a:normAutofit/>
          </a:bodyPr>
          <a:lstStyle/>
          <a:p>
            <a:pPr algn="ctr"/>
            <a:r>
              <a:rPr lang="en-US" sz="4000" b="1">
                <a:solidFill>
                  <a:schemeClr val="bg1"/>
                </a:solidFill>
                <a:latin typeface="Century Gothic" panose="020b0502020202020204" pitchFamily="34" charset="0"/>
                <a:ea typeface="思源黑体旧字形 Normal" panose="020b0400000000000000" pitchFamily="34" charset="-128"/>
              </a:rPr>
              <a:t>03</a:t>
            </a:r>
          </a:p>
        </p:txBody>
      </p:sp>
      <p:sp>
        <p:nvSpPr>
          <p:cNvPr id="52" name="íślíḋè-任意多边形: 形状 16">
            <a:extLst>
              <a:ext uri="{FF2B5EF4-FFF2-40B4-BE49-F238E27FC236}">
                <a16:creationId xmlns:a16="http://schemas.microsoft.com/office/drawing/2014/main" id="{9D4A7CCA-7D7E-48E8-AB58-F064A4B6CCAB}"/>
              </a:ext>
            </a:extLst>
          </p:cNvPr>
          <p:cNvSpPr/>
          <p:nvPr/>
        </p:nvSpPr>
        <p:spPr>
          <a:xfrm>
            <a:off x="6862659" y="3048116"/>
            <a:ext cx="400206" cy="440224"/>
          </a:xfrm>
          <a:custGeom>
            <a:cxnLst>
              <a:cxn ang="0">
                <a:pos x="wd2" y="hd2"/>
              </a:cxn>
              <a:cxn ang="5400000">
                <a:pos x="wd2" y="hd2"/>
              </a:cxn>
              <a:cxn ang="10800000">
                <a:pos x="wd2" y="hd2"/>
              </a:cxn>
              <a:cxn ang="16200000">
                <a:pos x="wd2" y="hd2"/>
              </a:cxn>
            </a:cxnLst>
            <a:rect l="0" t="0" r="r" b="b"/>
            <a:pathLst>
              <a:path w="21600" h="21600" extrusionOk="0">
                <a:moveTo>
                  <a:pt x="14244" y="12617"/>
                </a:moveTo>
                <a:cubicBezTo>
                  <a:pt x="14459" y="12872"/>
                  <a:pt x="14634" y="13163"/>
                  <a:pt x="14771" y="13485"/>
                </a:cubicBezTo>
                <a:cubicBezTo>
                  <a:pt x="16295" y="12407"/>
                  <a:pt x="17280" y="10728"/>
                  <a:pt x="17280" y="8836"/>
                </a:cubicBezTo>
                <a:cubicBezTo>
                  <a:pt x="17280" y="5583"/>
                  <a:pt x="14379" y="2945"/>
                  <a:pt x="10800" y="2945"/>
                </a:cubicBezTo>
                <a:cubicBezTo>
                  <a:pt x="7221" y="2945"/>
                  <a:pt x="4320" y="5583"/>
                  <a:pt x="4320" y="8836"/>
                </a:cubicBezTo>
                <a:cubicBezTo>
                  <a:pt x="4320" y="10714"/>
                  <a:pt x="5289" y="12382"/>
                  <a:pt x="6794" y="13461"/>
                </a:cubicBezTo>
                <a:cubicBezTo>
                  <a:pt x="6928" y="13135"/>
                  <a:pt x="7106" y="12845"/>
                  <a:pt x="7323" y="12590"/>
                </a:cubicBezTo>
                <a:cubicBezTo>
                  <a:pt x="6148" y="11689"/>
                  <a:pt x="5400" y="10343"/>
                  <a:pt x="5400" y="8836"/>
                </a:cubicBezTo>
                <a:cubicBezTo>
                  <a:pt x="5400" y="6125"/>
                  <a:pt x="7818" y="3927"/>
                  <a:pt x="10800" y="3927"/>
                </a:cubicBezTo>
                <a:cubicBezTo>
                  <a:pt x="13782" y="3927"/>
                  <a:pt x="16200" y="6125"/>
                  <a:pt x="16200" y="8836"/>
                </a:cubicBezTo>
                <a:cubicBezTo>
                  <a:pt x="16200" y="10358"/>
                  <a:pt x="15439" y="11717"/>
                  <a:pt x="14244" y="12617"/>
                </a:cubicBezTo>
                <a:moveTo>
                  <a:pt x="10800" y="0"/>
                </a:moveTo>
                <a:cubicBezTo>
                  <a:pt x="4836" y="0"/>
                  <a:pt x="0" y="4396"/>
                  <a:pt x="0" y="9818"/>
                </a:cubicBezTo>
                <a:cubicBezTo>
                  <a:pt x="0" y="14007"/>
                  <a:pt x="2891" y="17573"/>
                  <a:pt x="6953" y="18983"/>
                </a:cubicBezTo>
                <a:cubicBezTo>
                  <a:pt x="6874" y="18609"/>
                  <a:pt x="6803" y="18223"/>
                  <a:pt x="6741" y="17840"/>
                </a:cubicBezTo>
                <a:cubicBezTo>
                  <a:pt x="3402" y="16441"/>
                  <a:pt x="1080" y="13379"/>
                  <a:pt x="1080" y="9818"/>
                </a:cubicBezTo>
                <a:cubicBezTo>
                  <a:pt x="1080" y="4938"/>
                  <a:pt x="5432" y="982"/>
                  <a:pt x="10800" y="982"/>
                </a:cubicBezTo>
                <a:cubicBezTo>
                  <a:pt x="16168" y="982"/>
                  <a:pt x="20520" y="4938"/>
                  <a:pt x="20520" y="9818"/>
                </a:cubicBezTo>
                <a:cubicBezTo>
                  <a:pt x="20520" y="13374"/>
                  <a:pt x="18204" y="16431"/>
                  <a:pt x="14874" y="17833"/>
                </a:cubicBezTo>
                <a:cubicBezTo>
                  <a:pt x="14812" y="18216"/>
                  <a:pt x="14740" y="18603"/>
                  <a:pt x="14660" y="18979"/>
                </a:cubicBezTo>
                <a:cubicBezTo>
                  <a:pt x="18716" y="17565"/>
                  <a:pt x="21600" y="14002"/>
                  <a:pt x="21600" y="9818"/>
                </a:cubicBezTo>
                <a:cubicBezTo>
                  <a:pt x="21600" y="4396"/>
                  <a:pt x="16765" y="0"/>
                  <a:pt x="10800" y="0"/>
                </a:cubicBezTo>
                <a:moveTo>
                  <a:pt x="10800" y="7364"/>
                </a:moveTo>
                <a:cubicBezTo>
                  <a:pt x="11695" y="7364"/>
                  <a:pt x="12420" y="8023"/>
                  <a:pt x="12420" y="8836"/>
                </a:cubicBezTo>
                <a:cubicBezTo>
                  <a:pt x="12420" y="9649"/>
                  <a:pt x="11695" y="10309"/>
                  <a:pt x="10800" y="10309"/>
                </a:cubicBezTo>
                <a:cubicBezTo>
                  <a:pt x="9905" y="10309"/>
                  <a:pt x="9180" y="9649"/>
                  <a:pt x="9180" y="8836"/>
                </a:cubicBezTo>
                <a:cubicBezTo>
                  <a:pt x="9180" y="8023"/>
                  <a:pt x="9905" y="7364"/>
                  <a:pt x="10800" y="7364"/>
                </a:cubicBezTo>
                <a:moveTo>
                  <a:pt x="10800" y="11291"/>
                </a:moveTo>
                <a:cubicBezTo>
                  <a:pt x="12292" y="11291"/>
                  <a:pt x="13500" y="10192"/>
                  <a:pt x="13500" y="8836"/>
                </a:cubicBezTo>
                <a:cubicBezTo>
                  <a:pt x="13500" y="7481"/>
                  <a:pt x="12292" y="6382"/>
                  <a:pt x="10800" y="6382"/>
                </a:cubicBezTo>
                <a:cubicBezTo>
                  <a:pt x="9309" y="6382"/>
                  <a:pt x="8100" y="7481"/>
                  <a:pt x="8100" y="8836"/>
                </a:cubicBezTo>
                <a:cubicBezTo>
                  <a:pt x="8100" y="10192"/>
                  <a:pt x="9309" y="11291"/>
                  <a:pt x="10800" y="11291"/>
                </a:cubicBezTo>
                <a:moveTo>
                  <a:pt x="11994" y="20179"/>
                </a:moveTo>
                <a:cubicBezTo>
                  <a:pt x="11855" y="20433"/>
                  <a:pt x="11737" y="20560"/>
                  <a:pt x="11673" y="20618"/>
                </a:cubicBezTo>
                <a:lnTo>
                  <a:pt x="9927" y="20618"/>
                </a:lnTo>
                <a:cubicBezTo>
                  <a:pt x="9862" y="20560"/>
                  <a:pt x="9745" y="20433"/>
                  <a:pt x="9606" y="20179"/>
                </a:cubicBezTo>
                <a:cubicBezTo>
                  <a:pt x="9182" y="19408"/>
                  <a:pt x="8640" y="16626"/>
                  <a:pt x="8640" y="15218"/>
                </a:cubicBezTo>
                <a:cubicBezTo>
                  <a:pt x="8640" y="13768"/>
                  <a:pt x="9205" y="13255"/>
                  <a:pt x="10800" y="13255"/>
                </a:cubicBezTo>
                <a:cubicBezTo>
                  <a:pt x="12395" y="13255"/>
                  <a:pt x="12960" y="13768"/>
                  <a:pt x="12960" y="15218"/>
                </a:cubicBezTo>
                <a:cubicBezTo>
                  <a:pt x="12960" y="16626"/>
                  <a:pt x="12418" y="19408"/>
                  <a:pt x="11994" y="20179"/>
                </a:cubicBezTo>
                <a:moveTo>
                  <a:pt x="10800" y="12273"/>
                </a:moveTo>
                <a:cubicBezTo>
                  <a:pt x="8100" y="12273"/>
                  <a:pt x="7560" y="13745"/>
                  <a:pt x="7560" y="15218"/>
                </a:cubicBezTo>
                <a:cubicBezTo>
                  <a:pt x="7560" y="16691"/>
                  <a:pt x="8100" y="19636"/>
                  <a:pt x="8640" y="20618"/>
                </a:cubicBezTo>
                <a:cubicBezTo>
                  <a:pt x="9180" y="21600"/>
                  <a:pt x="9720" y="21600"/>
                  <a:pt x="9720" y="21600"/>
                </a:cubicBezTo>
                <a:lnTo>
                  <a:pt x="11880" y="21600"/>
                </a:lnTo>
                <a:cubicBezTo>
                  <a:pt x="11880" y="21600"/>
                  <a:pt x="12420" y="21600"/>
                  <a:pt x="12960" y="20618"/>
                </a:cubicBezTo>
                <a:cubicBezTo>
                  <a:pt x="13500" y="19636"/>
                  <a:pt x="14040" y="16691"/>
                  <a:pt x="14040" y="15218"/>
                </a:cubicBezTo>
                <a:cubicBezTo>
                  <a:pt x="14040" y="13745"/>
                  <a:pt x="13500" y="12273"/>
                  <a:pt x="10800" y="12273"/>
                </a:cubicBezTo>
              </a:path>
            </a:pathLst>
          </a:custGeom>
          <a:solidFill>
            <a:schemeClr val="bg1"/>
          </a:solidFill>
          <a:ln w="12700">
            <a:miter lim="400000"/>
          </a:ln>
        </p:spPr>
        <p:txBody>
          <a:bodyPr anchor="ctr"/>
          <a:lstStyle/>
          <a:p>
            <a:pPr algn="ctr"/>
            <a:endParaRPr b="1">
              <a:latin typeface="Century Gothic" panose="020b0502020202020204" pitchFamily="34" charset="0"/>
            </a:endParaRPr>
          </a:p>
        </p:txBody>
      </p:sp>
      <p:sp>
        <p:nvSpPr>
          <p:cNvPr id="53" name="íślíḋè-任意多边形: 形状 23">
            <a:extLst>
              <a:ext uri="{FF2B5EF4-FFF2-40B4-BE49-F238E27FC236}">
                <a16:creationId xmlns:a16="http://schemas.microsoft.com/office/drawing/2014/main" id="{2A0859C4-1BE8-4B72-A81C-A17A277BD996}"/>
              </a:ext>
            </a:extLst>
          </p:cNvPr>
          <p:cNvSpPr/>
          <p:nvPr/>
        </p:nvSpPr>
        <p:spPr bwMode="auto">
          <a:xfrm>
            <a:off x="8097306" y="2460871"/>
            <a:ext cx="1771972" cy="2178962"/>
          </a:xfrm>
          <a:custGeom>
            <a:gdLst>
              <a:gd name="T0" fmla="*/ 0 w 476"/>
              <a:gd name="T1" fmla="*/ 414 h 587"/>
              <a:gd name="T2" fmla="*/ 34 w 476"/>
              <a:gd name="T3" fmla="*/ 473 h 587"/>
              <a:gd name="T4" fmla="*/ 221 w 476"/>
              <a:gd name="T5" fmla="*/ 581 h 587"/>
              <a:gd name="T6" fmla="*/ 255 w 476"/>
              <a:gd name="T7" fmla="*/ 581 h 587"/>
              <a:gd name="T8" fmla="*/ 442 w 476"/>
              <a:gd name="T9" fmla="*/ 473 h 587"/>
              <a:gd name="T10" fmla="*/ 476 w 476"/>
              <a:gd name="T11" fmla="*/ 414 h 587"/>
              <a:gd name="T12" fmla="*/ 476 w 476"/>
              <a:gd name="T13" fmla="*/ 23 h 587"/>
              <a:gd name="T14" fmla="*/ 465 w 476"/>
              <a:gd name="T15" fmla="*/ 4 h 587"/>
              <a:gd name="T16" fmla="*/ 442 w 476"/>
              <a:gd name="T17" fmla="*/ 4 h 587"/>
              <a:gd name="T18" fmla="*/ 255 w 476"/>
              <a:gd name="T19" fmla="*/ 112 h 587"/>
              <a:gd name="T20" fmla="*/ 221 w 476"/>
              <a:gd name="T21" fmla="*/ 112 h 587"/>
              <a:gd name="T22" fmla="*/ 34 w 476"/>
              <a:gd name="T23" fmla="*/ 4 h 587"/>
              <a:gd name="T24" fmla="*/ 11 w 476"/>
              <a:gd name="T25" fmla="*/ 4 h 587"/>
              <a:gd name="T26" fmla="*/ 0 w 476"/>
              <a:gd name="T27" fmla="*/ 23 h 587"/>
              <a:gd name="T28" fmla="*/ 0 w 476"/>
              <a:gd name="T29" fmla="*/ 414 h 587"/>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76" h="587">
                <a:moveTo>
                  <a:pt x="0" y="414"/>
                </a:moveTo>
                <a:cubicBezTo>
                  <a:pt x="0" y="438"/>
                  <a:pt x="13" y="461"/>
                  <a:pt x="34" y="473"/>
                </a:cubicBezTo>
                <a:cubicBezTo>
                  <a:pt x="221" y="581"/>
                  <a:pt x="221" y="581"/>
                  <a:pt x="221" y="581"/>
                </a:cubicBezTo>
                <a:cubicBezTo>
                  <a:pt x="232" y="587"/>
                  <a:pt x="245" y="587"/>
                  <a:pt x="255" y="581"/>
                </a:cubicBezTo>
                <a:cubicBezTo>
                  <a:pt x="442" y="473"/>
                  <a:pt x="442" y="473"/>
                  <a:pt x="442" y="473"/>
                </a:cubicBezTo>
                <a:cubicBezTo>
                  <a:pt x="463" y="461"/>
                  <a:pt x="476" y="438"/>
                  <a:pt x="476" y="414"/>
                </a:cubicBezTo>
                <a:cubicBezTo>
                  <a:pt x="476" y="23"/>
                  <a:pt x="476" y="23"/>
                  <a:pt x="476" y="23"/>
                </a:cubicBezTo>
                <a:cubicBezTo>
                  <a:pt x="476" y="15"/>
                  <a:pt x="472" y="8"/>
                  <a:pt x="465" y="4"/>
                </a:cubicBezTo>
                <a:cubicBezTo>
                  <a:pt x="458" y="0"/>
                  <a:pt x="449" y="0"/>
                  <a:pt x="442" y="4"/>
                </a:cubicBezTo>
                <a:cubicBezTo>
                  <a:pt x="255" y="112"/>
                  <a:pt x="255" y="112"/>
                  <a:pt x="255" y="112"/>
                </a:cubicBezTo>
                <a:cubicBezTo>
                  <a:pt x="245" y="118"/>
                  <a:pt x="232" y="118"/>
                  <a:pt x="221" y="112"/>
                </a:cubicBezTo>
                <a:cubicBezTo>
                  <a:pt x="34" y="4"/>
                  <a:pt x="34" y="4"/>
                  <a:pt x="34" y="4"/>
                </a:cubicBezTo>
                <a:cubicBezTo>
                  <a:pt x="27" y="0"/>
                  <a:pt x="18" y="0"/>
                  <a:pt x="11" y="4"/>
                </a:cubicBezTo>
                <a:cubicBezTo>
                  <a:pt x="4" y="8"/>
                  <a:pt x="0" y="15"/>
                  <a:pt x="0" y="23"/>
                </a:cubicBezTo>
                <a:lnTo>
                  <a:pt x="0" y="414"/>
                </a:lnTo>
                <a:close/>
              </a:path>
            </a:pathLst>
          </a:custGeom>
          <a:solidFill>
            <a:schemeClr val="tx2">
              <a:lumMod val="20000"/>
              <a:lumOff val="80000"/>
            </a:schemeClr>
          </a:solidFill>
          <a:ln>
            <a:noFill/>
          </a:ln>
        </p:spPr>
        <p:style>
          <a:lnRef idx="1">
            <a:schemeClr val="accent6"/>
          </a:lnRef>
          <a:fillRef idx="3">
            <a:schemeClr val="accent6"/>
          </a:fillRef>
          <a:effectRef idx="2">
            <a:schemeClr val="accent6"/>
          </a:effectRef>
          <a:fontRef idx="minor">
            <a:schemeClr val="lt1"/>
          </a:fontRef>
        </p:style>
        <p:txBody>
          <a:bodyPr anchor="ctr"/>
          <a:lstStyle/>
          <a:p>
            <a:pPr algn="ctr"/>
            <a:endParaRPr b="1">
              <a:latin typeface="Century Gothic" panose="020b0502020202020204" pitchFamily="34" charset="0"/>
            </a:endParaRPr>
          </a:p>
        </p:txBody>
      </p:sp>
      <p:sp>
        <p:nvSpPr>
          <p:cNvPr id="54" name="íślíḋè-任意多边形: 形状 24">
            <a:extLst>
              <a:ext uri="{FF2B5EF4-FFF2-40B4-BE49-F238E27FC236}">
                <a16:creationId xmlns:a16="http://schemas.microsoft.com/office/drawing/2014/main" id="{06DEFBC9-4EDE-4F68-BB35-121A1FC85702}"/>
              </a:ext>
            </a:extLst>
          </p:cNvPr>
          <p:cNvSpPr/>
          <p:nvPr/>
        </p:nvSpPr>
        <p:spPr bwMode="auto">
          <a:xfrm>
            <a:off x="8097306" y="2334077"/>
            <a:ext cx="1771972" cy="2178962"/>
          </a:xfrm>
          <a:custGeom>
            <a:gdLst>
              <a:gd name="T0" fmla="*/ 0 w 476"/>
              <a:gd name="T1" fmla="*/ 414 h 587"/>
              <a:gd name="T2" fmla="*/ 34 w 476"/>
              <a:gd name="T3" fmla="*/ 473 h 587"/>
              <a:gd name="T4" fmla="*/ 221 w 476"/>
              <a:gd name="T5" fmla="*/ 581 h 587"/>
              <a:gd name="T6" fmla="*/ 255 w 476"/>
              <a:gd name="T7" fmla="*/ 581 h 587"/>
              <a:gd name="T8" fmla="*/ 442 w 476"/>
              <a:gd name="T9" fmla="*/ 473 h 587"/>
              <a:gd name="T10" fmla="*/ 476 w 476"/>
              <a:gd name="T11" fmla="*/ 414 h 587"/>
              <a:gd name="T12" fmla="*/ 476 w 476"/>
              <a:gd name="T13" fmla="*/ 23 h 587"/>
              <a:gd name="T14" fmla="*/ 465 w 476"/>
              <a:gd name="T15" fmla="*/ 4 h 587"/>
              <a:gd name="T16" fmla="*/ 442 w 476"/>
              <a:gd name="T17" fmla="*/ 4 h 587"/>
              <a:gd name="T18" fmla="*/ 255 w 476"/>
              <a:gd name="T19" fmla="*/ 112 h 587"/>
              <a:gd name="T20" fmla="*/ 221 w 476"/>
              <a:gd name="T21" fmla="*/ 112 h 587"/>
              <a:gd name="T22" fmla="*/ 34 w 476"/>
              <a:gd name="T23" fmla="*/ 4 h 587"/>
              <a:gd name="T24" fmla="*/ 11 w 476"/>
              <a:gd name="T25" fmla="*/ 4 h 587"/>
              <a:gd name="T26" fmla="*/ 0 w 476"/>
              <a:gd name="T27" fmla="*/ 23 h 587"/>
              <a:gd name="T28" fmla="*/ 0 w 476"/>
              <a:gd name="T29" fmla="*/ 414 h 587"/>
            </a:gd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76" h="587">
                <a:moveTo>
                  <a:pt x="0" y="414"/>
                </a:moveTo>
                <a:cubicBezTo>
                  <a:pt x="0" y="438"/>
                  <a:pt x="13" y="461"/>
                  <a:pt x="34" y="473"/>
                </a:cubicBezTo>
                <a:cubicBezTo>
                  <a:pt x="221" y="581"/>
                  <a:pt x="221" y="581"/>
                  <a:pt x="221" y="581"/>
                </a:cubicBezTo>
                <a:cubicBezTo>
                  <a:pt x="232" y="587"/>
                  <a:pt x="245" y="587"/>
                  <a:pt x="255" y="581"/>
                </a:cubicBezTo>
                <a:cubicBezTo>
                  <a:pt x="442" y="473"/>
                  <a:pt x="442" y="473"/>
                  <a:pt x="442" y="473"/>
                </a:cubicBezTo>
                <a:cubicBezTo>
                  <a:pt x="463" y="461"/>
                  <a:pt x="476" y="438"/>
                  <a:pt x="476" y="414"/>
                </a:cubicBezTo>
                <a:cubicBezTo>
                  <a:pt x="476" y="23"/>
                  <a:pt x="476" y="23"/>
                  <a:pt x="476" y="23"/>
                </a:cubicBezTo>
                <a:cubicBezTo>
                  <a:pt x="476" y="15"/>
                  <a:pt x="472" y="8"/>
                  <a:pt x="465" y="4"/>
                </a:cubicBezTo>
                <a:cubicBezTo>
                  <a:pt x="458" y="0"/>
                  <a:pt x="449" y="0"/>
                  <a:pt x="442" y="4"/>
                </a:cubicBezTo>
                <a:cubicBezTo>
                  <a:pt x="255" y="112"/>
                  <a:pt x="255" y="112"/>
                  <a:pt x="255" y="112"/>
                </a:cubicBezTo>
                <a:cubicBezTo>
                  <a:pt x="245" y="118"/>
                  <a:pt x="232" y="118"/>
                  <a:pt x="221" y="112"/>
                </a:cubicBezTo>
                <a:cubicBezTo>
                  <a:pt x="34" y="4"/>
                  <a:pt x="34" y="4"/>
                  <a:pt x="34" y="4"/>
                </a:cubicBezTo>
                <a:cubicBezTo>
                  <a:pt x="27" y="0"/>
                  <a:pt x="18" y="0"/>
                  <a:pt x="11" y="4"/>
                </a:cubicBezTo>
                <a:cubicBezTo>
                  <a:pt x="4" y="8"/>
                  <a:pt x="0" y="15"/>
                  <a:pt x="0" y="23"/>
                </a:cubicBezTo>
                <a:lnTo>
                  <a:pt x="0" y="414"/>
                </a:lnTo>
                <a:close/>
              </a:path>
            </a:pathLst>
          </a:custGeom>
          <a:solidFill>
            <a:srgbClr val="3FB793"/>
          </a:solidFill>
          <a:ln>
            <a:noFill/>
          </a:ln>
          <a:effectLst>
            <a:outerShdw blurRad="63500" algn="ctr" rotWithShape="0">
              <a:prstClr val="black">
                <a:alpha val="40000"/>
              </a:prstClr>
            </a:outerShdw>
          </a:effectLst>
        </p:spPr>
        <p:txBody>
          <a:bodyPr vert="horz" wrap="square" lIns="91440" tIns="45720" rIns="91440" bIns="45720" numCol="1" anchor="ctr" anchorCtr="0" compatLnSpc="1">
            <a:prstTxWarp prst="textNoShape">
              <a:avLst/>
            </a:prstTxWarp>
          </a:bodyPr>
          <a:lstStyle/>
          <a:p>
            <a:pPr algn="ctr"/>
            <a:endParaRPr sz="4800">
              <a:solidFill>
                <a:prstClr val="white"/>
              </a:solidFill>
              <a:latin typeface="思源黑体旧字形 Normal" panose="020b0400000000000000" pitchFamily="34" charset="-128"/>
              <a:ea typeface="思源黑体旧字形 Normal" panose="020b0400000000000000" pitchFamily="34" charset="-128"/>
            </a:endParaRPr>
          </a:p>
        </p:txBody>
      </p:sp>
      <p:sp>
        <p:nvSpPr>
          <p:cNvPr id="55" name="íślíḋè-文本框 21">
            <a:extLst>
              <a:ext uri="{FF2B5EF4-FFF2-40B4-BE49-F238E27FC236}">
                <a16:creationId xmlns:a16="http://schemas.microsoft.com/office/drawing/2014/main" id="{FCBE0337-EF48-43BE-A9E4-F6302879F64D}"/>
              </a:ext>
            </a:extLst>
          </p:cNvPr>
          <p:cNvSpPr txBox="1"/>
          <p:nvPr/>
        </p:nvSpPr>
        <p:spPr>
          <a:xfrm>
            <a:off x="8721878" y="3482029"/>
            <a:ext cx="581449" cy="809482"/>
          </a:xfrm>
          <a:prstGeom prst="rect">
            <a:avLst/>
          </a:prstGeom>
          <a:noFill/>
        </p:spPr>
        <p:txBody>
          <a:bodyPr wrap="none">
            <a:normAutofit/>
          </a:bodyPr>
          <a:lstStyle/>
          <a:p>
            <a:pPr algn="ctr"/>
            <a:r>
              <a:rPr lang="en-US" sz="4000" b="1">
                <a:solidFill>
                  <a:schemeClr val="bg1"/>
                </a:solidFill>
                <a:latin typeface="Century Gothic" panose="020b0502020202020204" pitchFamily="34" charset="0"/>
                <a:ea typeface="思源黑体旧字形 Normal" panose="020b0400000000000000" pitchFamily="34" charset="-128"/>
              </a:rPr>
              <a:t>04</a:t>
            </a:r>
          </a:p>
        </p:txBody>
      </p:sp>
      <p:sp>
        <p:nvSpPr>
          <p:cNvPr id="56" name="íślíḋè-任意多边形: 形状 22">
            <a:extLst>
              <a:ext uri="{FF2B5EF4-FFF2-40B4-BE49-F238E27FC236}">
                <a16:creationId xmlns:a16="http://schemas.microsoft.com/office/drawing/2014/main" id="{20193CD1-353A-4C44-80C4-F39F3D5D2992}"/>
              </a:ext>
            </a:extLst>
          </p:cNvPr>
          <p:cNvSpPr/>
          <p:nvPr/>
        </p:nvSpPr>
        <p:spPr>
          <a:xfrm>
            <a:off x="8791338" y="3042210"/>
            <a:ext cx="440226" cy="440224"/>
          </a:xfrm>
          <a:custGeom>
            <a:cxnLst>
              <a:cxn ang="0">
                <a:pos x="wd2" y="hd2"/>
              </a:cxn>
              <a:cxn ang="5400000">
                <a:pos x="wd2" y="hd2"/>
              </a:cxn>
              <a:cxn ang="10800000">
                <a:pos x="wd2" y="hd2"/>
              </a:cxn>
              <a:cxn ang="16200000">
                <a:pos x="wd2" y="hd2"/>
              </a:cxn>
            </a:cxnLst>
            <a:rect l="0" t="0" r="r" b="b"/>
            <a:pathLst>
              <a:path w="21600" h="21600" extrusionOk="0">
                <a:moveTo>
                  <a:pt x="20618" y="12012"/>
                </a:moveTo>
                <a:cubicBezTo>
                  <a:pt x="20614" y="12014"/>
                  <a:pt x="20611" y="12016"/>
                  <a:pt x="20607" y="12016"/>
                </a:cubicBezTo>
                <a:lnTo>
                  <a:pt x="19602" y="12268"/>
                </a:lnTo>
                <a:cubicBezTo>
                  <a:pt x="19256" y="12354"/>
                  <a:pt x="18984" y="12622"/>
                  <a:pt x="18892" y="12966"/>
                </a:cubicBezTo>
                <a:cubicBezTo>
                  <a:pt x="18703" y="13672"/>
                  <a:pt x="18421" y="14352"/>
                  <a:pt x="18053" y="14986"/>
                </a:cubicBezTo>
                <a:cubicBezTo>
                  <a:pt x="17873" y="15295"/>
                  <a:pt x="17876" y="15677"/>
                  <a:pt x="18060" y="15984"/>
                </a:cubicBezTo>
                <a:lnTo>
                  <a:pt x="18601" y="16885"/>
                </a:lnTo>
                <a:lnTo>
                  <a:pt x="16886" y="18600"/>
                </a:lnTo>
                <a:cubicBezTo>
                  <a:pt x="16882" y="18598"/>
                  <a:pt x="16878" y="18597"/>
                  <a:pt x="16875" y="18595"/>
                </a:cubicBezTo>
                <a:lnTo>
                  <a:pt x="15978" y="18057"/>
                </a:lnTo>
                <a:cubicBezTo>
                  <a:pt x="15822" y="17964"/>
                  <a:pt x="15648" y="17917"/>
                  <a:pt x="15473" y="17917"/>
                </a:cubicBezTo>
                <a:cubicBezTo>
                  <a:pt x="15304" y="17917"/>
                  <a:pt x="15134" y="17961"/>
                  <a:pt x="14982" y="18049"/>
                </a:cubicBezTo>
                <a:cubicBezTo>
                  <a:pt x="14348" y="18415"/>
                  <a:pt x="13671" y="18696"/>
                  <a:pt x="12968" y="18884"/>
                </a:cubicBezTo>
                <a:cubicBezTo>
                  <a:pt x="12624" y="18976"/>
                  <a:pt x="12356" y="19248"/>
                  <a:pt x="12269" y="19594"/>
                </a:cubicBezTo>
                <a:lnTo>
                  <a:pt x="12016" y="20607"/>
                </a:lnTo>
                <a:cubicBezTo>
                  <a:pt x="12015" y="20611"/>
                  <a:pt x="12014" y="20614"/>
                  <a:pt x="12012" y="20619"/>
                </a:cubicBezTo>
                <a:lnTo>
                  <a:pt x="9587" y="20619"/>
                </a:lnTo>
                <a:lnTo>
                  <a:pt x="9331" y="19594"/>
                </a:lnTo>
                <a:cubicBezTo>
                  <a:pt x="9244" y="19248"/>
                  <a:pt x="8976" y="18976"/>
                  <a:pt x="8632" y="18884"/>
                </a:cubicBezTo>
                <a:cubicBezTo>
                  <a:pt x="7929" y="18696"/>
                  <a:pt x="7252" y="18415"/>
                  <a:pt x="6617" y="18049"/>
                </a:cubicBezTo>
                <a:cubicBezTo>
                  <a:pt x="6465" y="17961"/>
                  <a:pt x="6296" y="17917"/>
                  <a:pt x="6127" y="17917"/>
                </a:cubicBezTo>
                <a:cubicBezTo>
                  <a:pt x="5951" y="17917"/>
                  <a:pt x="5777" y="17964"/>
                  <a:pt x="5621" y="18057"/>
                </a:cubicBezTo>
                <a:lnTo>
                  <a:pt x="4725" y="18595"/>
                </a:lnTo>
                <a:cubicBezTo>
                  <a:pt x="4722" y="18597"/>
                  <a:pt x="4718" y="18598"/>
                  <a:pt x="4714" y="18600"/>
                </a:cubicBezTo>
                <a:lnTo>
                  <a:pt x="3000" y="16885"/>
                </a:lnTo>
                <a:lnTo>
                  <a:pt x="3540" y="15984"/>
                </a:lnTo>
                <a:cubicBezTo>
                  <a:pt x="3724" y="15677"/>
                  <a:pt x="3727" y="15295"/>
                  <a:pt x="3548" y="14986"/>
                </a:cubicBezTo>
                <a:cubicBezTo>
                  <a:pt x="3179" y="14351"/>
                  <a:pt x="2897" y="13672"/>
                  <a:pt x="2708" y="12966"/>
                </a:cubicBezTo>
                <a:cubicBezTo>
                  <a:pt x="2616" y="12622"/>
                  <a:pt x="2343" y="12354"/>
                  <a:pt x="1998" y="12268"/>
                </a:cubicBezTo>
                <a:lnTo>
                  <a:pt x="993" y="12016"/>
                </a:lnTo>
                <a:cubicBezTo>
                  <a:pt x="989" y="12016"/>
                  <a:pt x="986" y="12014"/>
                  <a:pt x="982" y="12012"/>
                </a:cubicBezTo>
                <a:lnTo>
                  <a:pt x="982" y="9587"/>
                </a:lnTo>
                <a:lnTo>
                  <a:pt x="1998" y="9333"/>
                </a:lnTo>
                <a:cubicBezTo>
                  <a:pt x="2343" y="9246"/>
                  <a:pt x="2616" y="8979"/>
                  <a:pt x="2708" y="8634"/>
                </a:cubicBezTo>
                <a:cubicBezTo>
                  <a:pt x="2897" y="7929"/>
                  <a:pt x="3179" y="7249"/>
                  <a:pt x="3548" y="6615"/>
                </a:cubicBezTo>
                <a:cubicBezTo>
                  <a:pt x="3727" y="6305"/>
                  <a:pt x="3724" y="5923"/>
                  <a:pt x="3540" y="5617"/>
                </a:cubicBezTo>
                <a:lnTo>
                  <a:pt x="3005" y="4725"/>
                </a:lnTo>
                <a:cubicBezTo>
                  <a:pt x="3004" y="4722"/>
                  <a:pt x="3002" y="4719"/>
                  <a:pt x="3000" y="4715"/>
                </a:cubicBezTo>
                <a:lnTo>
                  <a:pt x="4715" y="3000"/>
                </a:lnTo>
                <a:lnTo>
                  <a:pt x="5621" y="3543"/>
                </a:lnTo>
                <a:cubicBezTo>
                  <a:pt x="5777" y="3637"/>
                  <a:pt x="5951" y="3683"/>
                  <a:pt x="6127" y="3683"/>
                </a:cubicBezTo>
                <a:cubicBezTo>
                  <a:pt x="6296" y="3683"/>
                  <a:pt x="6465" y="3639"/>
                  <a:pt x="6618" y="3552"/>
                </a:cubicBezTo>
                <a:cubicBezTo>
                  <a:pt x="7251" y="3185"/>
                  <a:pt x="7929" y="2904"/>
                  <a:pt x="8632" y="2717"/>
                </a:cubicBezTo>
                <a:cubicBezTo>
                  <a:pt x="8976" y="2624"/>
                  <a:pt x="9244" y="2352"/>
                  <a:pt x="9331" y="2006"/>
                </a:cubicBezTo>
                <a:lnTo>
                  <a:pt x="9587" y="982"/>
                </a:lnTo>
                <a:lnTo>
                  <a:pt x="12012" y="982"/>
                </a:lnTo>
                <a:cubicBezTo>
                  <a:pt x="12014" y="986"/>
                  <a:pt x="12015" y="989"/>
                  <a:pt x="12016" y="993"/>
                </a:cubicBezTo>
                <a:lnTo>
                  <a:pt x="12269" y="2006"/>
                </a:lnTo>
                <a:cubicBezTo>
                  <a:pt x="12356" y="2352"/>
                  <a:pt x="12624" y="2624"/>
                  <a:pt x="12968" y="2717"/>
                </a:cubicBezTo>
                <a:cubicBezTo>
                  <a:pt x="13671" y="2904"/>
                  <a:pt x="14348" y="3185"/>
                  <a:pt x="14982" y="3552"/>
                </a:cubicBezTo>
                <a:cubicBezTo>
                  <a:pt x="15134" y="3639"/>
                  <a:pt x="15304" y="3683"/>
                  <a:pt x="15473" y="3683"/>
                </a:cubicBezTo>
                <a:cubicBezTo>
                  <a:pt x="15648" y="3683"/>
                  <a:pt x="15822" y="3637"/>
                  <a:pt x="15978" y="3543"/>
                </a:cubicBezTo>
                <a:lnTo>
                  <a:pt x="16884" y="3000"/>
                </a:lnTo>
                <a:lnTo>
                  <a:pt x="18600" y="4715"/>
                </a:lnTo>
                <a:cubicBezTo>
                  <a:pt x="18598" y="4719"/>
                  <a:pt x="18597" y="4722"/>
                  <a:pt x="18595" y="4725"/>
                </a:cubicBezTo>
                <a:lnTo>
                  <a:pt x="18060" y="5616"/>
                </a:lnTo>
                <a:cubicBezTo>
                  <a:pt x="17876" y="5923"/>
                  <a:pt x="17873" y="6305"/>
                  <a:pt x="18053" y="6615"/>
                </a:cubicBezTo>
                <a:cubicBezTo>
                  <a:pt x="18421" y="7249"/>
                  <a:pt x="18703" y="7928"/>
                  <a:pt x="18892" y="8634"/>
                </a:cubicBezTo>
                <a:cubicBezTo>
                  <a:pt x="18984" y="8979"/>
                  <a:pt x="19256" y="9246"/>
                  <a:pt x="19602" y="9333"/>
                </a:cubicBezTo>
                <a:lnTo>
                  <a:pt x="20618" y="9587"/>
                </a:lnTo>
                <a:cubicBezTo>
                  <a:pt x="20618" y="9587"/>
                  <a:pt x="20618" y="12012"/>
                  <a:pt x="20618" y="12012"/>
                </a:cubicBezTo>
                <a:close/>
                <a:moveTo>
                  <a:pt x="20880" y="8641"/>
                </a:moveTo>
                <a:lnTo>
                  <a:pt x="19841" y="8380"/>
                </a:lnTo>
                <a:cubicBezTo>
                  <a:pt x="19626" y="7580"/>
                  <a:pt x="19308" y="6822"/>
                  <a:pt x="18902" y="6122"/>
                </a:cubicBezTo>
                <a:lnTo>
                  <a:pt x="19455" y="5200"/>
                </a:lnTo>
                <a:cubicBezTo>
                  <a:pt x="19625" y="4871"/>
                  <a:pt x="19736" y="4463"/>
                  <a:pt x="19455" y="4182"/>
                </a:cubicBezTo>
                <a:lnTo>
                  <a:pt x="17419" y="2145"/>
                </a:lnTo>
                <a:cubicBezTo>
                  <a:pt x="17292" y="2019"/>
                  <a:pt x="17136" y="1968"/>
                  <a:pt x="16975" y="1968"/>
                </a:cubicBezTo>
                <a:cubicBezTo>
                  <a:pt x="16778" y="1968"/>
                  <a:pt x="16572" y="2043"/>
                  <a:pt x="16400" y="2145"/>
                </a:cubicBezTo>
                <a:lnTo>
                  <a:pt x="15473" y="2701"/>
                </a:lnTo>
                <a:cubicBezTo>
                  <a:pt x="14775" y="2298"/>
                  <a:pt x="14020" y="1982"/>
                  <a:pt x="13222" y="1768"/>
                </a:cubicBezTo>
                <a:lnTo>
                  <a:pt x="12960" y="720"/>
                </a:lnTo>
                <a:cubicBezTo>
                  <a:pt x="12848" y="367"/>
                  <a:pt x="12638" y="0"/>
                  <a:pt x="12240" y="0"/>
                </a:cubicBezTo>
                <a:lnTo>
                  <a:pt x="9360" y="0"/>
                </a:lnTo>
                <a:cubicBezTo>
                  <a:pt x="8962" y="0"/>
                  <a:pt x="8730" y="367"/>
                  <a:pt x="8640" y="720"/>
                </a:cubicBezTo>
                <a:lnTo>
                  <a:pt x="8378" y="1768"/>
                </a:lnTo>
                <a:cubicBezTo>
                  <a:pt x="7580" y="1982"/>
                  <a:pt x="6825" y="2298"/>
                  <a:pt x="6127" y="2701"/>
                </a:cubicBezTo>
                <a:lnTo>
                  <a:pt x="5200" y="2145"/>
                </a:lnTo>
                <a:cubicBezTo>
                  <a:pt x="5028" y="2043"/>
                  <a:pt x="4822" y="1968"/>
                  <a:pt x="4625" y="1968"/>
                </a:cubicBezTo>
                <a:cubicBezTo>
                  <a:pt x="4464" y="1968"/>
                  <a:pt x="4308" y="2019"/>
                  <a:pt x="4181" y="2145"/>
                </a:cubicBezTo>
                <a:lnTo>
                  <a:pt x="2145" y="4182"/>
                </a:lnTo>
                <a:cubicBezTo>
                  <a:pt x="1864" y="4463"/>
                  <a:pt x="1975" y="4871"/>
                  <a:pt x="2145" y="5200"/>
                </a:cubicBezTo>
                <a:lnTo>
                  <a:pt x="2698" y="6122"/>
                </a:lnTo>
                <a:cubicBezTo>
                  <a:pt x="2292" y="6822"/>
                  <a:pt x="1973" y="7580"/>
                  <a:pt x="1759" y="8380"/>
                </a:cubicBezTo>
                <a:lnTo>
                  <a:pt x="720" y="8641"/>
                </a:lnTo>
                <a:cubicBezTo>
                  <a:pt x="367" y="8730"/>
                  <a:pt x="0" y="8962"/>
                  <a:pt x="0" y="9361"/>
                </a:cubicBezTo>
                <a:lnTo>
                  <a:pt x="0" y="12240"/>
                </a:lnTo>
                <a:cubicBezTo>
                  <a:pt x="0" y="12638"/>
                  <a:pt x="367" y="12848"/>
                  <a:pt x="720" y="12960"/>
                </a:cubicBezTo>
                <a:lnTo>
                  <a:pt x="1759" y="13220"/>
                </a:lnTo>
                <a:cubicBezTo>
                  <a:pt x="1973" y="14021"/>
                  <a:pt x="2292" y="14778"/>
                  <a:pt x="2698" y="15479"/>
                </a:cubicBezTo>
                <a:lnTo>
                  <a:pt x="2145" y="16400"/>
                </a:lnTo>
                <a:cubicBezTo>
                  <a:pt x="1959" y="16713"/>
                  <a:pt x="1864" y="17137"/>
                  <a:pt x="2145" y="17419"/>
                </a:cubicBezTo>
                <a:lnTo>
                  <a:pt x="4181" y="19455"/>
                </a:lnTo>
                <a:cubicBezTo>
                  <a:pt x="4305" y="19579"/>
                  <a:pt x="4454" y="19627"/>
                  <a:pt x="4610" y="19627"/>
                </a:cubicBezTo>
                <a:cubicBezTo>
                  <a:pt x="4807" y="19627"/>
                  <a:pt x="5016" y="19550"/>
                  <a:pt x="5200" y="19455"/>
                </a:cubicBezTo>
                <a:lnTo>
                  <a:pt x="6127" y="18899"/>
                </a:lnTo>
                <a:cubicBezTo>
                  <a:pt x="6825" y="19302"/>
                  <a:pt x="7580" y="19619"/>
                  <a:pt x="8378" y="19832"/>
                </a:cubicBezTo>
                <a:lnTo>
                  <a:pt x="8640" y="20880"/>
                </a:lnTo>
                <a:cubicBezTo>
                  <a:pt x="8730" y="21233"/>
                  <a:pt x="8962" y="21600"/>
                  <a:pt x="9360" y="21600"/>
                </a:cubicBezTo>
                <a:lnTo>
                  <a:pt x="12240" y="21600"/>
                </a:lnTo>
                <a:cubicBezTo>
                  <a:pt x="12638" y="21600"/>
                  <a:pt x="12848" y="21233"/>
                  <a:pt x="12960" y="20880"/>
                </a:cubicBezTo>
                <a:lnTo>
                  <a:pt x="13222" y="19832"/>
                </a:lnTo>
                <a:cubicBezTo>
                  <a:pt x="14020" y="19619"/>
                  <a:pt x="14775" y="19302"/>
                  <a:pt x="15473" y="18899"/>
                </a:cubicBezTo>
                <a:lnTo>
                  <a:pt x="16400" y="19455"/>
                </a:lnTo>
                <a:cubicBezTo>
                  <a:pt x="16584" y="19550"/>
                  <a:pt x="16793" y="19627"/>
                  <a:pt x="16990" y="19627"/>
                </a:cubicBezTo>
                <a:cubicBezTo>
                  <a:pt x="17146" y="19627"/>
                  <a:pt x="17294" y="19579"/>
                  <a:pt x="17419" y="19455"/>
                </a:cubicBezTo>
                <a:lnTo>
                  <a:pt x="19455" y="17419"/>
                </a:lnTo>
                <a:cubicBezTo>
                  <a:pt x="19736" y="17137"/>
                  <a:pt x="19641" y="16713"/>
                  <a:pt x="19455" y="16400"/>
                </a:cubicBezTo>
                <a:lnTo>
                  <a:pt x="18902" y="15479"/>
                </a:lnTo>
                <a:cubicBezTo>
                  <a:pt x="19308" y="14778"/>
                  <a:pt x="19626" y="14021"/>
                  <a:pt x="19841" y="13220"/>
                </a:cubicBezTo>
                <a:lnTo>
                  <a:pt x="20880" y="12960"/>
                </a:lnTo>
                <a:cubicBezTo>
                  <a:pt x="21233" y="12848"/>
                  <a:pt x="21600" y="12638"/>
                  <a:pt x="21600" y="12240"/>
                </a:cubicBezTo>
                <a:lnTo>
                  <a:pt x="21600" y="9361"/>
                </a:lnTo>
                <a:cubicBezTo>
                  <a:pt x="21600" y="8962"/>
                  <a:pt x="21233" y="8730"/>
                  <a:pt x="20880" y="8641"/>
                </a:cubicBezTo>
                <a:moveTo>
                  <a:pt x="15709" y="10800"/>
                </a:moveTo>
                <a:cubicBezTo>
                  <a:pt x="15709" y="13346"/>
                  <a:pt x="13771" y="15438"/>
                  <a:pt x="11291" y="15685"/>
                </a:cubicBezTo>
                <a:lnTo>
                  <a:pt x="11291" y="12694"/>
                </a:lnTo>
                <a:cubicBezTo>
                  <a:pt x="12137" y="12476"/>
                  <a:pt x="12764" y="11714"/>
                  <a:pt x="12764" y="10800"/>
                </a:cubicBezTo>
                <a:cubicBezTo>
                  <a:pt x="12764" y="10630"/>
                  <a:pt x="12735" y="10468"/>
                  <a:pt x="12694" y="10310"/>
                </a:cubicBezTo>
                <a:lnTo>
                  <a:pt x="15308" y="8857"/>
                </a:lnTo>
                <a:cubicBezTo>
                  <a:pt x="15565" y="9453"/>
                  <a:pt x="15709" y="10110"/>
                  <a:pt x="15709" y="10800"/>
                </a:cubicBezTo>
                <a:moveTo>
                  <a:pt x="9818" y="10800"/>
                </a:moveTo>
                <a:cubicBezTo>
                  <a:pt x="9818" y="10258"/>
                  <a:pt x="10258" y="9818"/>
                  <a:pt x="10800" y="9818"/>
                </a:cubicBezTo>
                <a:cubicBezTo>
                  <a:pt x="11342" y="9818"/>
                  <a:pt x="11782" y="10258"/>
                  <a:pt x="11782" y="10800"/>
                </a:cubicBezTo>
                <a:cubicBezTo>
                  <a:pt x="11782" y="11342"/>
                  <a:pt x="11342" y="11782"/>
                  <a:pt x="10800" y="11782"/>
                </a:cubicBezTo>
                <a:cubicBezTo>
                  <a:pt x="10258" y="11782"/>
                  <a:pt x="9818" y="11342"/>
                  <a:pt x="9818" y="10800"/>
                </a:cubicBezTo>
                <a:moveTo>
                  <a:pt x="10309" y="15685"/>
                </a:moveTo>
                <a:cubicBezTo>
                  <a:pt x="7829" y="15438"/>
                  <a:pt x="5891" y="13346"/>
                  <a:pt x="5891" y="10800"/>
                </a:cubicBezTo>
                <a:cubicBezTo>
                  <a:pt x="5891" y="10110"/>
                  <a:pt x="6035" y="9453"/>
                  <a:pt x="6292" y="8857"/>
                </a:cubicBezTo>
                <a:lnTo>
                  <a:pt x="8906" y="10310"/>
                </a:lnTo>
                <a:cubicBezTo>
                  <a:pt x="8865" y="10468"/>
                  <a:pt x="8836" y="10630"/>
                  <a:pt x="8836" y="10800"/>
                </a:cubicBezTo>
                <a:cubicBezTo>
                  <a:pt x="8836" y="11714"/>
                  <a:pt x="9463" y="12476"/>
                  <a:pt x="10309" y="12694"/>
                </a:cubicBezTo>
                <a:cubicBezTo>
                  <a:pt x="10309" y="12694"/>
                  <a:pt x="10309" y="15685"/>
                  <a:pt x="10309" y="15685"/>
                </a:cubicBezTo>
                <a:close/>
                <a:moveTo>
                  <a:pt x="10800" y="5891"/>
                </a:moveTo>
                <a:cubicBezTo>
                  <a:pt x="12470" y="5891"/>
                  <a:pt x="13942" y="6727"/>
                  <a:pt x="14829" y="8000"/>
                </a:cubicBezTo>
                <a:lnTo>
                  <a:pt x="12220" y="9450"/>
                </a:lnTo>
                <a:cubicBezTo>
                  <a:pt x="11862" y="9074"/>
                  <a:pt x="11360" y="8836"/>
                  <a:pt x="10800" y="8836"/>
                </a:cubicBezTo>
                <a:cubicBezTo>
                  <a:pt x="10240" y="8836"/>
                  <a:pt x="9738" y="9074"/>
                  <a:pt x="9380" y="9450"/>
                </a:cubicBezTo>
                <a:lnTo>
                  <a:pt x="6771" y="8000"/>
                </a:lnTo>
                <a:cubicBezTo>
                  <a:pt x="7658" y="6727"/>
                  <a:pt x="9130" y="5891"/>
                  <a:pt x="10800" y="5891"/>
                </a:cubicBezTo>
                <a:moveTo>
                  <a:pt x="10800" y="4909"/>
                </a:moveTo>
                <a:cubicBezTo>
                  <a:pt x="7547" y="4909"/>
                  <a:pt x="4909" y="7547"/>
                  <a:pt x="4909" y="10800"/>
                </a:cubicBezTo>
                <a:cubicBezTo>
                  <a:pt x="4909" y="14054"/>
                  <a:pt x="7547" y="16691"/>
                  <a:pt x="10800" y="16691"/>
                </a:cubicBezTo>
                <a:cubicBezTo>
                  <a:pt x="14053" y="16691"/>
                  <a:pt x="16691" y="14054"/>
                  <a:pt x="16691" y="10800"/>
                </a:cubicBezTo>
                <a:cubicBezTo>
                  <a:pt x="16691" y="7547"/>
                  <a:pt x="14053" y="4909"/>
                  <a:pt x="10800" y="4909"/>
                </a:cubicBezTo>
              </a:path>
            </a:pathLst>
          </a:custGeom>
          <a:solidFill>
            <a:schemeClr val="bg1"/>
          </a:solidFill>
          <a:ln w="12700">
            <a:miter lim="400000"/>
          </a:ln>
        </p:spPr>
        <p:txBody>
          <a:bodyPr anchor="ctr"/>
          <a:lstStyle/>
          <a:p>
            <a:pPr algn="ctr"/>
            <a:endParaRPr b="1">
              <a:latin typeface="Century Gothic" panose="020b0502020202020204" pitchFamily="34" charset="0"/>
            </a:endParaRPr>
          </a:p>
        </p:txBody>
      </p:sp>
      <p:grpSp>
        <p:nvGrpSpPr>
          <p:cNvPr id="57" name="组合 56">
            <a:extLst>
              <a:ext uri="{FF2B5EF4-FFF2-40B4-BE49-F238E27FC236}">
                <a16:creationId xmlns:a16="http://schemas.microsoft.com/office/drawing/2014/main" id="{87E8A449-8A67-4FE0-AA6F-8476099F3D91}"/>
              </a:ext>
            </a:extLst>
          </p:cNvPr>
          <p:cNvGrpSpPr/>
          <p:nvPr/>
        </p:nvGrpSpPr>
        <p:grpSpPr>
          <a:xfrm>
            <a:off x="2313939" y="4780111"/>
            <a:ext cx="1748782" cy="1132950"/>
            <a:chOff x="8036317" y="3341205"/>
            <a:chExt cx="1748782" cy="1132950"/>
          </a:xfrm>
        </p:grpSpPr>
        <p:sp>
          <p:nvSpPr>
            <p:cNvPr id="58" name="矩形 57">
              <a:extLst>
                <a:ext uri="{FF2B5EF4-FFF2-40B4-BE49-F238E27FC236}">
                  <a16:creationId xmlns:a16="http://schemas.microsoft.com/office/drawing/2014/main" id="{B03A4AC4-31CC-4FE3-AF8C-530808D5A8AD}"/>
                </a:ext>
              </a:extLst>
            </p:cNvPr>
            <p:cNvSpPr/>
            <p:nvPr/>
          </p:nvSpPr>
          <p:spPr>
            <a:xfrm>
              <a:off x="8036317" y="3747033"/>
              <a:ext cx="1748782" cy="727122"/>
            </a:xfrm>
            <a:prstGeom prst="rect">
              <a:avLst/>
            </a:prstGeom>
          </p:spPr>
          <p:txBody>
            <a:bodyPr wrap="square">
              <a:spAutoFit/>
              <a:scene3d>
                <a:camera prst="orthographicFront"/>
                <a:lightRig rig="threePt" dir="t"/>
              </a:scene3d>
              <a:sp3d contourW="12700"/>
            </a:bodyPr>
            <a:lstStyle/>
            <a:p>
              <a:pPr algn="ctr">
                <a:lnSpc>
                  <a:spcPct val="125000"/>
                </a:lnSpc>
              </a:pPr>
              <a:r>
                <a:rPr lang="zh-CN" altLang="en-US" sz="1100">
                  <a:solidFill>
                    <a:schemeClr val="tx1">
                      <a:lumMod val="75000"/>
                      <a:lumOff val="25000"/>
                    </a:schemeClr>
                  </a:solidFill>
                  <a:latin typeface="思源黑体旧字形 Normal" panose="020b0400000000000000" pitchFamily="34" charset="-128"/>
                  <a:ea typeface="思源黑体旧字形 Normal" panose="020b0400000000000000" pitchFamily="34" charset="-128"/>
                </a:rPr>
                <a:t>用户可以在投影上进行演示也可以将演示文稿打印出来制片用户以在投影仪</a:t>
              </a:r>
            </a:p>
          </p:txBody>
        </p:sp>
        <p:sp>
          <p:nvSpPr>
            <p:cNvPr id="59" name="矩形 58">
              <a:extLst>
                <a:ext uri="{FF2B5EF4-FFF2-40B4-BE49-F238E27FC236}">
                  <a16:creationId xmlns:a16="http://schemas.microsoft.com/office/drawing/2014/main" id="{22AD03F2-4E02-4886-ADC1-C8FD3D660746}"/>
                </a:ext>
              </a:extLst>
            </p:cNvPr>
            <p:cNvSpPr/>
            <p:nvPr/>
          </p:nvSpPr>
          <p:spPr>
            <a:xfrm>
              <a:off x="8172197" y="3341205"/>
              <a:ext cx="1477022" cy="402482"/>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b="1">
                  <a:solidFill>
                    <a:schemeClr val="tx1">
                      <a:lumMod val="75000"/>
                      <a:lumOff val="25000"/>
                    </a:schemeClr>
                  </a:solidFill>
                  <a:latin typeface="思源黑体旧字形 Normal" panose="020b0400000000000000" pitchFamily="34" charset="-128"/>
                  <a:ea typeface="思源黑体旧字形 Normal" panose="020b0400000000000000" pitchFamily="34" charset="-128"/>
                </a:rPr>
                <a:t>确定目标</a:t>
              </a:r>
            </a:p>
          </p:txBody>
        </p:sp>
      </p:grpSp>
      <p:grpSp>
        <p:nvGrpSpPr>
          <p:cNvPr id="60" name="组合 59">
            <a:extLst>
              <a:ext uri="{FF2B5EF4-FFF2-40B4-BE49-F238E27FC236}">
                <a16:creationId xmlns:a16="http://schemas.microsoft.com/office/drawing/2014/main" id="{970468CF-D0A0-46AE-9AB4-A20A8E5E27C9}"/>
              </a:ext>
            </a:extLst>
          </p:cNvPr>
          <p:cNvGrpSpPr/>
          <p:nvPr/>
        </p:nvGrpSpPr>
        <p:grpSpPr>
          <a:xfrm>
            <a:off x="4228574" y="4780111"/>
            <a:ext cx="1748782" cy="1132950"/>
            <a:chOff x="8036317" y="3341205"/>
            <a:chExt cx="1748782" cy="1132950"/>
          </a:xfrm>
        </p:grpSpPr>
        <p:sp>
          <p:nvSpPr>
            <p:cNvPr id="93" name="矩形 92">
              <a:extLst>
                <a:ext uri="{FF2B5EF4-FFF2-40B4-BE49-F238E27FC236}">
                  <a16:creationId xmlns:a16="http://schemas.microsoft.com/office/drawing/2014/main" id="{6B0ABA99-3D76-4695-BE88-6DFD305E15DA}"/>
                </a:ext>
              </a:extLst>
            </p:cNvPr>
            <p:cNvSpPr/>
            <p:nvPr/>
          </p:nvSpPr>
          <p:spPr>
            <a:xfrm>
              <a:off x="8036317" y="3747033"/>
              <a:ext cx="1748782" cy="727122"/>
            </a:xfrm>
            <a:prstGeom prst="rect">
              <a:avLst/>
            </a:prstGeom>
          </p:spPr>
          <p:txBody>
            <a:bodyPr wrap="square">
              <a:spAutoFit/>
              <a:scene3d>
                <a:camera prst="orthographicFront"/>
                <a:lightRig rig="threePt" dir="t"/>
              </a:scene3d>
              <a:sp3d contourW="12700"/>
            </a:bodyPr>
            <a:lstStyle/>
            <a:p>
              <a:pPr algn="ctr">
                <a:lnSpc>
                  <a:spcPct val="125000"/>
                </a:lnSpc>
              </a:pPr>
              <a:r>
                <a:rPr lang="zh-CN" altLang="en-US" sz="1100">
                  <a:solidFill>
                    <a:schemeClr val="tx1">
                      <a:lumMod val="75000"/>
                      <a:lumOff val="25000"/>
                    </a:schemeClr>
                  </a:solidFill>
                  <a:latin typeface="思源黑体旧字形 Normal" panose="020b0400000000000000" pitchFamily="34" charset="-128"/>
                  <a:ea typeface="思源黑体旧字形 Normal" panose="020b0400000000000000" pitchFamily="34" charset="-128"/>
                </a:rPr>
                <a:t>用户可以在投影上进行演示也可以将演示文稿打印出来制片用户以在投影仪</a:t>
              </a:r>
            </a:p>
          </p:txBody>
        </p:sp>
        <p:sp>
          <p:nvSpPr>
            <p:cNvPr id="94" name="矩形 93">
              <a:extLst>
                <a:ext uri="{FF2B5EF4-FFF2-40B4-BE49-F238E27FC236}">
                  <a16:creationId xmlns:a16="http://schemas.microsoft.com/office/drawing/2014/main" id="{61B40A92-BD73-4A35-A63A-2AB108875581}"/>
                </a:ext>
              </a:extLst>
            </p:cNvPr>
            <p:cNvSpPr/>
            <p:nvPr/>
          </p:nvSpPr>
          <p:spPr>
            <a:xfrm>
              <a:off x="8172197" y="3341205"/>
              <a:ext cx="1477022" cy="402482"/>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b="1">
                  <a:solidFill>
                    <a:schemeClr val="tx1">
                      <a:lumMod val="75000"/>
                      <a:lumOff val="25000"/>
                    </a:schemeClr>
                  </a:solidFill>
                  <a:latin typeface="思源黑体旧字形 Normal" panose="020b0400000000000000" pitchFamily="34" charset="-128"/>
                  <a:ea typeface="思源黑体旧字形 Normal" panose="020b0400000000000000" pitchFamily="34" charset="-128"/>
                </a:rPr>
                <a:t>完成目标</a:t>
              </a:r>
            </a:p>
          </p:txBody>
        </p:sp>
      </p:grpSp>
      <p:grpSp>
        <p:nvGrpSpPr>
          <p:cNvPr id="95" name="组合 94">
            <a:extLst>
              <a:ext uri="{FF2B5EF4-FFF2-40B4-BE49-F238E27FC236}">
                <a16:creationId xmlns:a16="http://schemas.microsoft.com/office/drawing/2014/main" id="{6E9B1651-8EF9-4B87-8E91-815C8228ABEE}"/>
              </a:ext>
            </a:extLst>
          </p:cNvPr>
          <p:cNvGrpSpPr/>
          <p:nvPr/>
        </p:nvGrpSpPr>
        <p:grpSpPr>
          <a:xfrm>
            <a:off x="6168609" y="4780111"/>
            <a:ext cx="1748782" cy="1132950"/>
            <a:chOff x="8036317" y="3341205"/>
            <a:chExt cx="1748782" cy="1132950"/>
          </a:xfrm>
        </p:grpSpPr>
        <p:sp>
          <p:nvSpPr>
            <p:cNvPr id="96" name="矩形 95">
              <a:extLst>
                <a:ext uri="{FF2B5EF4-FFF2-40B4-BE49-F238E27FC236}">
                  <a16:creationId xmlns:a16="http://schemas.microsoft.com/office/drawing/2014/main" id="{8FAAE666-008E-4787-85DE-519F630E08EC}"/>
                </a:ext>
              </a:extLst>
            </p:cNvPr>
            <p:cNvSpPr/>
            <p:nvPr/>
          </p:nvSpPr>
          <p:spPr>
            <a:xfrm>
              <a:off x="8036317" y="3747033"/>
              <a:ext cx="1748782" cy="727122"/>
            </a:xfrm>
            <a:prstGeom prst="rect">
              <a:avLst/>
            </a:prstGeom>
          </p:spPr>
          <p:txBody>
            <a:bodyPr wrap="square">
              <a:spAutoFit/>
              <a:scene3d>
                <a:camera prst="orthographicFront"/>
                <a:lightRig rig="threePt" dir="t"/>
              </a:scene3d>
              <a:sp3d contourW="12700"/>
            </a:bodyPr>
            <a:lstStyle/>
            <a:p>
              <a:pPr algn="ctr">
                <a:lnSpc>
                  <a:spcPct val="125000"/>
                </a:lnSpc>
              </a:pPr>
              <a:r>
                <a:rPr lang="zh-CN" altLang="en-US" sz="1100">
                  <a:solidFill>
                    <a:schemeClr val="tx1">
                      <a:lumMod val="75000"/>
                      <a:lumOff val="25000"/>
                    </a:schemeClr>
                  </a:solidFill>
                  <a:latin typeface="思源黑体旧字形 Normal" panose="020b0400000000000000" pitchFamily="34" charset="-128"/>
                  <a:ea typeface="思源黑体旧字形 Normal" panose="020b0400000000000000" pitchFamily="34" charset="-128"/>
                </a:rPr>
                <a:t>用户可以在投影上进行演示也可以将演示文稿打印出来制片用户以在投影仪</a:t>
              </a:r>
            </a:p>
          </p:txBody>
        </p:sp>
        <p:sp>
          <p:nvSpPr>
            <p:cNvPr id="97" name="矩形 96">
              <a:extLst>
                <a:ext uri="{FF2B5EF4-FFF2-40B4-BE49-F238E27FC236}">
                  <a16:creationId xmlns:a16="http://schemas.microsoft.com/office/drawing/2014/main" id="{6ADD2A04-7A82-4A3B-A139-19D2AEAC8500}"/>
                </a:ext>
              </a:extLst>
            </p:cNvPr>
            <p:cNvSpPr/>
            <p:nvPr/>
          </p:nvSpPr>
          <p:spPr>
            <a:xfrm>
              <a:off x="8172197" y="3341205"/>
              <a:ext cx="1477022" cy="402482"/>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b="1">
                  <a:solidFill>
                    <a:schemeClr val="tx1">
                      <a:lumMod val="75000"/>
                      <a:lumOff val="25000"/>
                    </a:schemeClr>
                  </a:solidFill>
                  <a:latin typeface="思源黑体旧字形 Normal" panose="020b0400000000000000" pitchFamily="34" charset="-128"/>
                  <a:ea typeface="思源黑体旧字形 Normal" panose="020b0400000000000000" pitchFamily="34" charset="-128"/>
                </a:rPr>
                <a:t>加强技能</a:t>
              </a:r>
            </a:p>
          </p:txBody>
        </p:sp>
      </p:grpSp>
      <p:grpSp>
        <p:nvGrpSpPr>
          <p:cNvPr id="98" name="组合 97">
            <a:extLst>
              <a:ext uri="{FF2B5EF4-FFF2-40B4-BE49-F238E27FC236}">
                <a16:creationId xmlns:a16="http://schemas.microsoft.com/office/drawing/2014/main" id="{E7AA039E-5380-4592-8E8C-2B6392645F7D}"/>
              </a:ext>
            </a:extLst>
          </p:cNvPr>
          <p:cNvGrpSpPr/>
          <p:nvPr/>
        </p:nvGrpSpPr>
        <p:grpSpPr>
          <a:xfrm>
            <a:off x="8095944" y="4780111"/>
            <a:ext cx="1748782" cy="1132950"/>
            <a:chOff x="8036317" y="3341205"/>
            <a:chExt cx="1748782" cy="1132950"/>
          </a:xfrm>
        </p:grpSpPr>
        <p:sp>
          <p:nvSpPr>
            <p:cNvPr id="99" name="矩形 98">
              <a:extLst>
                <a:ext uri="{FF2B5EF4-FFF2-40B4-BE49-F238E27FC236}">
                  <a16:creationId xmlns:a16="http://schemas.microsoft.com/office/drawing/2014/main" id="{07033AE4-554E-446E-BBD7-1F043EE1C32B}"/>
                </a:ext>
              </a:extLst>
            </p:cNvPr>
            <p:cNvSpPr/>
            <p:nvPr/>
          </p:nvSpPr>
          <p:spPr>
            <a:xfrm>
              <a:off x="8036317" y="3747033"/>
              <a:ext cx="1748782" cy="727122"/>
            </a:xfrm>
            <a:prstGeom prst="rect">
              <a:avLst/>
            </a:prstGeom>
          </p:spPr>
          <p:txBody>
            <a:bodyPr wrap="square">
              <a:spAutoFit/>
              <a:scene3d>
                <a:camera prst="orthographicFront"/>
                <a:lightRig rig="threePt" dir="t"/>
              </a:scene3d>
              <a:sp3d contourW="12700"/>
            </a:bodyPr>
            <a:lstStyle/>
            <a:p>
              <a:pPr algn="ctr">
                <a:lnSpc>
                  <a:spcPct val="125000"/>
                </a:lnSpc>
              </a:pPr>
              <a:r>
                <a:rPr lang="zh-CN" altLang="en-US" sz="1100">
                  <a:solidFill>
                    <a:schemeClr val="tx1">
                      <a:lumMod val="75000"/>
                      <a:lumOff val="25000"/>
                    </a:schemeClr>
                  </a:solidFill>
                  <a:latin typeface="思源黑体旧字形 Normal" panose="020b0400000000000000" pitchFamily="34" charset="-128"/>
                  <a:ea typeface="思源黑体旧字形 Normal" panose="020b0400000000000000" pitchFamily="34" charset="-128"/>
                </a:rPr>
                <a:t>用户可以在投影上进行演示也可以将演示文稿打印出来制片用户以在投影仪</a:t>
              </a:r>
            </a:p>
          </p:txBody>
        </p:sp>
        <p:sp>
          <p:nvSpPr>
            <p:cNvPr id="100" name="矩形 99">
              <a:extLst>
                <a:ext uri="{FF2B5EF4-FFF2-40B4-BE49-F238E27FC236}">
                  <a16:creationId xmlns:a16="http://schemas.microsoft.com/office/drawing/2014/main" id="{DA828743-F68A-4256-B820-72CEC7F32D87}"/>
                </a:ext>
              </a:extLst>
            </p:cNvPr>
            <p:cNvSpPr/>
            <p:nvPr/>
          </p:nvSpPr>
          <p:spPr>
            <a:xfrm>
              <a:off x="8172197" y="3341205"/>
              <a:ext cx="1477022" cy="402482"/>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b="1">
                  <a:solidFill>
                    <a:schemeClr val="tx1">
                      <a:lumMod val="75000"/>
                      <a:lumOff val="25000"/>
                    </a:schemeClr>
                  </a:solidFill>
                  <a:latin typeface="思源黑体旧字形 Normal" panose="020b0400000000000000" pitchFamily="34" charset="-128"/>
                  <a:ea typeface="思源黑体旧字形 Normal" panose="020b0400000000000000" pitchFamily="34" charset="-128"/>
                </a:rPr>
                <a:t>超越目标</a:t>
              </a:r>
            </a:p>
          </p:txBody>
        </p:sp>
      </p:grpSp>
    </p:spTree>
    <p:extLst>
      <p:ext uri="{BB962C8B-B14F-4D97-AF65-F5344CB8AC3E}">
        <p14:creationId val="495605335"/>
      </p:ext>
    </p:extLst>
  </p:cSld>
  <p:clrMapOvr>
    <a:masterClrMapping/>
  </p:clrMapOvr>
  <mc:AlternateContent>
    <mc:Choice xmlns:p14="http://schemas.microsoft.com/office/powerpoint/2010/main" Requires="p14">
      <p:transition spd="slow" advClick="0" advTm="0" p14:dur="1600">
        <p14:prism isContent="1" isInverted="1"/>
      </p:transition>
    </mc:Choice>
    <mc:Fallback>
      <p:transition spd="slow" advClick="0" advTm="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49" presetClass="entr" presetSubtype="0" decel="10000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 calcmode="lin" valueType="num">
                                      <p:cBhvr>
                                        <p:cTn id="9" dur="500" fill="hold"/>
                                        <p:tgtEl>
                                          <p:spTgt spid="2"/>
                                        </p:tgtEl>
                                        <p:attrNameLst>
                                          <p:attrName>style.rotation</p:attrName>
                                        </p:attrNameLst>
                                      </p:cBhvr>
                                      <p:tavLst>
                                        <p:tav tm="0">
                                          <p:val>
                                            <p:fltVal val="360"/>
                                          </p:val>
                                        </p:tav>
                                        <p:tav tm="100000">
                                          <p:val>
                                            <p:fltVal val="0"/>
                                          </p:val>
                                        </p:tav>
                                      </p:tavLst>
                                    </p:anim>
                                    <p:animEffect transition="in" filter="fade">
                                      <p:cBhvr>
                                        <p:cTn id="10" dur="500"/>
                                        <p:tgtEl>
                                          <p:spTgt spid="2"/>
                                        </p:tgtEl>
                                      </p:cBhvr>
                                    </p:animEffect>
                                  </p:childTnLst>
                                </p:cTn>
                              </p:par>
                              <p:par>
                                <p:cTn id="11" presetID="41" presetClass="entr" presetSubtype="0" fill="hold" grpId="0" nodeType="withEffect">
                                  <p:stCondLst>
                                    <p:cond delay="0"/>
                                  </p:stCondLst>
                                  <p:iterate type="lt">
                                    <p:tmPct val="10000"/>
                                  </p:iterate>
                                  <p:childTnLst>
                                    <p:set>
                                      <p:cBhvr>
                                        <p:cTn id="12" dur="1" fill="hold">
                                          <p:stCondLst>
                                            <p:cond delay="0"/>
                                          </p:stCondLst>
                                        </p:cTn>
                                        <p:tgtEl>
                                          <p:spTgt spid="5"/>
                                        </p:tgtEl>
                                        <p:attrNameLst>
                                          <p:attrName>style.visibility</p:attrName>
                                        </p:attrNameLst>
                                      </p:cBhvr>
                                      <p:to>
                                        <p:strVal val="visible"/>
                                      </p:to>
                                    </p:set>
                                    <p:anim calcmode="lin" valueType="num">
                                      <p:cBhvr>
                                        <p:cTn id="13" dur="500" fill="hold"/>
                                        <p:tgtEl>
                                          <p:spTgt spid="5"/>
                                        </p:tgtEl>
                                        <p:attrNameLst>
                                          <p:attrName>ppt_x</p:attrName>
                                        </p:attrNameLst>
                                      </p:cBhvr>
                                      <p:tavLst>
                                        <p:tav tm="0">
                                          <p:val>
                                            <p:strVal val="#ppt_x"/>
                                          </p:val>
                                        </p:tav>
                                        <p:tav tm="50000">
                                          <p:val>
                                            <p:strVal val="#ppt_x+.1"/>
                                          </p:val>
                                        </p:tav>
                                        <p:tav tm="100000">
                                          <p:val>
                                            <p:strVal val="#ppt_x"/>
                                          </p:val>
                                        </p:tav>
                                      </p:tavLst>
                                    </p:anim>
                                    <p:anim calcmode="lin" valueType="num">
                                      <p:cBhvr>
                                        <p:cTn id="14" dur="500" fill="hold"/>
                                        <p:tgtEl>
                                          <p:spTgt spid="5"/>
                                        </p:tgtEl>
                                        <p:attrNameLst>
                                          <p:attrName>ppt_y</p:attrName>
                                        </p:attrNameLst>
                                      </p:cBhvr>
                                      <p:tavLst>
                                        <p:tav tm="0">
                                          <p:val>
                                            <p:strVal val="#ppt_y"/>
                                          </p:val>
                                        </p:tav>
                                        <p:tav tm="100000">
                                          <p:val>
                                            <p:strVal val="#ppt_y"/>
                                          </p:val>
                                        </p:tav>
                                      </p:tavLst>
                                    </p:anim>
                                    <p:anim calcmode="lin" valueType="num">
                                      <p:cBhvr>
                                        <p:cTn id="15" dur="500" fill="hold"/>
                                        <p:tgtEl>
                                          <p:spTgt spid="5"/>
                                        </p:tgtEl>
                                        <p:attrNameLst>
                                          <p:attrName>ppt_h</p:attrName>
                                        </p:attrNameLst>
                                      </p:cBhvr>
                                      <p:tavLst>
                                        <p:tav tm="0">
                                          <p:val>
                                            <p:strVal val="#ppt_h/10"/>
                                          </p:val>
                                        </p:tav>
                                        <p:tav tm="50000">
                                          <p:val>
                                            <p:strVal val="#ppt_h+.01"/>
                                          </p:val>
                                        </p:tav>
                                        <p:tav tm="100000">
                                          <p:val>
                                            <p:strVal val="#ppt_h"/>
                                          </p:val>
                                        </p:tav>
                                      </p:tavLst>
                                    </p:anim>
                                    <p:anim calcmode="lin" valueType="num">
                                      <p:cBhvr>
                                        <p:cTn id="16" dur="500" fill="hold"/>
                                        <p:tgtEl>
                                          <p:spTgt spid="5"/>
                                        </p:tgtEl>
                                        <p:attrNameLst>
                                          <p:attrName>ppt_w</p:attrName>
                                        </p:attrNameLst>
                                      </p:cBhvr>
                                      <p:tavLst>
                                        <p:tav tm="0">
                                          <p:val>
                                            <p:strVal val="#ppt_w/10"/>
                                          </p:val>
                                        </p:tav>
                                        <p:tav tm="50000">
                                          <p:val>
                                            <p:strVal val="#ppt_w+.01"/>
                                          </p:val>
                                        </p:tav>
                                        <p:tav tm="100000">
                                          <p:val>
                                            <p:strVal val="#ppt_w"/>
                                          </p:val>
                                        </p:tav>
                                      </p:tavLst>
                                    </p:anim>
                                    <p:animEffect transition="in" filter="fade">
                                      <p:cBhvr>
                                        <p:cTn id="17" dur="500" tmFilter="0,0; .5, 1; 1, 1"/>
                                        <p:tgtEl>
                                          <p:spTgt spid="5"/>
                                        </p:tgtEl>
                                      </p:cBhvr>
                                    </p:animEffect>
                                  </p:childTnLst>
                                </p:cTn>
                              </p:par>
                              <p:par>
                                <p:cTn id="18" presetID="47" presetClass="entr" presetSubtype="0" fill="hold" grpId="0" nodeType="withEffect">
                                  <p:stCondLst>
                                    <p:cond delay="0"/>
                                  </p:stCondLst>
                                  <p:childTnLst>
                                    <p:set>
                                      <p:cBhvr>
                                        <p:cTn id="19" dur="1" fill="hold">
                                          <p:stCondLst>
                                            <p:cond delay="0"/>
                                          </p:stCondLst>
                                        </p:cTn>
                                        <p:tgtEl>
                                          <p:spTgt spid="41"/>
                                        </p:tgtEl>
                                        <p:attrNameLst>
                                          <p:attrName>style.visibility</p:attrName>
                                        </p:attrNameLst>
                                      </p:cBhvr>
                                      <p:to>
                                        <p:strVal val="visible"/>
                                      </p:to>
                                    </p:set>
                                    <p:animEffect transition="in" filter="fade">
                                      <p:cBhvr>
                                        <p:cTn id="20" dur="1000"/>
                                        <p:tgtEl>
                                          <p:spTgt spid="41"/>
                                        </p:tgtEl>
                                      </p:cBhvr>
                                    </p:animEffect>
                                    <p:anim calcmode="lin" valueType="num">
                                      <p:cBhvr>
                                        <p:cTn id="21" dur="1000" fill="hold"/>
                                        <p:tgtEl>
                                          <p:spTgt spid="41"/>
                                        </p:tgtEl>
                                        <p:attrNameLst>
                                          <p:attrName>ppt_x</p:attrName>
                                        </p:attrNameLst>
                                      </p:cBhvr>
                                      <p:tavLst>
                                        <p:tav tm="0">
                                          <p:val>
                                            <p:strVal val="#ppt_x"/>
                                          </p:val>
                                        </p:tav>
                                        <p:tav tm="100000">
                                          <p:val>
                                            <p:strVal val="#ppt_x"/>
                                          </p:val>
                                        </p:tav>
                                      </p:tavLst>
                                    </p:anim>
                                    <p:anim calcmode="lin" valueType="num">
                                      <p:cBhvr>
                                        <p:cTn id="22" dur="1000" fill="hold"/>
                                        <p:tgtEl>
                                          <p:spTgt spid="41"/>
                                        </p:tgtEl>
                                        <p:attrNameLst>
                                          <p:attrName>ppt_y</p:attrName>
                                        </p:attrNameLst>
                                      </p:cBhvr>
                                      <p:tavLst>
                                        <p:tav tm="0">
                                          <p:val>
                                            <p:strVal val="#ppt_y-.1"/>
                                          </p:val>
                                        </p:tav>
                                        <p:tav tm="100000">
                                          <p:val>
                                            <p:strVal val="#ppt_y"/>
                                          </p:val>
                                        </p:tav>
                                      </p:tavLst>
                                    </p:anim>
                                  </p:childTnLst>
                                </p:cTn>
                              </p:par>
                              <p:par>
                                <p:cTn id="23" presetID="47" presetClass="entr" presetSubtype="0" fill="hold" grpId="0" nodeType="withEffect">
                                  <p:stCondLst>
                                    <p:cond delay="0"/>
                                  </p:stCondLst>
                                  <p:childTnLst>
                                    <p:set>
                                      <p:cBhvr>
                                        <p:cTn id="24" dur="1" fill="hold">
                                          <p:stCondLst>
                                            <p:cond delay="0"/>
                                          </p:stCondLst>
                                        </p:cTn>
                                        <p:tgtEl>
                                          <p:spTgt spid="42"/>
                                        </p:tgtEl>
                                        <p:attrNameLst>
                                          <p:attrName>style.visibility</p:attrName>
                                        </p:attrNameLst>
                                      </p:cBhvr>
                                      <p:to>
                                        <p:strVal val="visible"/>
                                      </p:to>
                                    </p:set>
                                    <p:animEffect transition="in" filter="fade">
                                      <p:cBhvr>
                                        <p:cTn id="25" dur="1000"/>
                                        <p:tgtEl>
                                          <p:spTgt spid="42"/>
                                        </p:tgtEl>
                                      </p:cBhvr>
                                    </p:animEffect>
                                    <p:anim calcmode="lin" valueType="num">
                                      <p:cBhvr>
                                        <p:cTn id="26" dur="1000" fill="hold"/>
                                        <p:tgtEl>
                                          <p:spTgt spid="42"/>
                                        </p:tgtEl>
                                        <p:attrNameLst>
                                          <p:attrName>ppt_x</p:attrName>
                                        </p:attrNameLst>
                                      </p:cBhvr>
                                      <p:tavLst>
                                        <p:tav tm="0">
                                          <p:val>
                                            <p:strVal val="#ppt_x"/>
                                          </p:val>
                                        </p:tav>
                                        <p:tav tm="100000">
                                          <p:val>
                                            <p:strVal val="#ppt_x"/>
                                          </p:val>
                                        </p:tav>
                                      </p:tavLst>
                                    </p:anim>
                                    <p:anim calcmode="lin" valueType="num">
                                      <p:cBhvr>
                                        <p:cTn id="27" dur="1000" fill="hold"/>
                                        <p:tgtEl>
                                          <p:spTgt spid="42"/>
                                        </p:tgtEl>
                                        <p:attrNameLst>
                                          <p:attrName>ppt_y</p:attrName>
                                        </p:attrNameLst>
                                      </p:cBhvr>
                                      <p:tavLst>
                                        <p:tav tm="0">
                                          <p:val>
                                            <p:strVal val="#ppt_y-.1"/>
                                          </p:val>
                                        </p:tav>
                                        <p:tav tm="100000">
                                          <p:val>
                                            <p:strVal val="#ppt_y"/>
                                          </p:val>
                                        </p:tav>
                                      </p:tavLst>
                                    </p:anim>
                                  </p:childTnLst>
                                </p:cTn>
                              </p:par>
                              <p:par>
                                <p:cTn id="28" presetID="47" presetClass="entr" presetSubtype="0" fill="hold" grpId="0" nodeType="withEffect">
                                  <p:stCondLst>
                                    <p:cond delay="0"/>
                                  </p:stCondLst>
                                  <p:childTnLst>
                                    <p:set>
                                      <p:cBhvr>
                                        <p:cTn id="29" dur="1" fill="hold">
                                          <p:stCondLst>
                                            <p:cond delay="0"/>
                                          </p:stCondLst>
                                        </p:cTn>
                                        <p:tgtEl>
                                          <p:spTgt spid="43"/>
                                        </p:tgtEl>
                                        <p:attrNameLst>
                                          <p:attrName>style.visibility</p:attrName>
                                        </p:attrNameLst>
                                      </p:cBhvr>
                                      <p:to>
                                        <p:strVal val="visible"/>
                                      </p:to>
                                    </p:set>
                                    <p:animEffect transition="in" filter="fade">
                                      <p:cBhvr>
                                        <p:cTn id="30" dur="1000"/>
                                        <p:tgtEl>
                                          <p:spTgt spid="43"/>
                                        </p:tgtEl>
                                      </p:cBhvr>
                                    </p:animEffect>
                                    <p:anim calcmode="lin" valueType="num">
                                      <p:cBhvr>
                                        <p:cTn id="31" dur="1000" fill="hold"/>
                                        <p:tgtEl>
                                          <p:spTgt spid="43"/>
                                        </p:tgtEl>
                                        <p:attrNameLst>
                                          <p:attrName>ppt_x</p:attrName>
                                        </p:attrNameLst>
                                      </p:cBhvr>
                                      <p:tavLst>
                                        <p:tav tm="0">
                                          <p:val>
                                            <p:strVal val="#ppt_x"/>
                                          </p:val>
                                        </p:tav>
                                        <p:tav tm="100000">
                                          <p:val>
                                            <p:strVal val="#ppt_x"/>
                                          </p:val>
                                        </p:tav>
                                      </p:tavLst>
                                    </p:anim>
                                    <p:anim calcmode="lin" valueType="num">
                                      <p:cBhvr>
                                        <p:cTn id="32" dur="1000" fill="hold"/>
                                        <p:tgtEl>
                                          <p:spTgt spid="43"/>
                                        </p:tgtEl>
                                        <p:attrNameLst>
                                          <p:attrName>ppt_y</p:attrName>
                                        </p:attrNameLst>
                                      </p:cBhvr>
                                      <p:tavLst>
                                        <p:tav tm="0">
                                          <p:val>
                                            <p:strVal val="#ppt_y-.1"/>
                                          </p:val>
                                        </p:tav>
                                        <p:tav tm="100000">
                                          <p:val>
                                            <p:strVal val="#ppt_y"/>
                                          </p:val>
                                        </p:tav>
                                      </p:tavLst>
                                    </p:anim>
                                  </p:childTnLst>
                                </p:cTn>
                              </p:par>
                              <p:par>
                                <p:cTn id="33" presetID="47" presetClass="entr" presetSubtype="0" fill="hold" grpId="0" nodeType="withEffect">
                                  <p:stCondLst>
                                    <p:cond delay="0"/>
                                  </p:stCondLst>
                                  <p:childTnLst>
                                    <p:set>
                                      <p:cBhvr>
                                        <p:cTn id="34" dur="1" fill="hold">
                                          <p:stCondLst>
                                            <p:cond delay="0"/>
                                          </p:stCondLst>
                                        </p:cTn>
                                        <p:tgtEl>
                                          <p:spTgt spid="44"/>
                                        </p:tgtEl>
                                        <p:attrNameLst>
                                          <p:attrName>style.visibility</p:attrName>
                                        </p:attrNameLst>
                                      </p:cBhvr>
                                      <p:to>
                                        <p:strVal val="visible"/>
                                      </p:to>
                                    </p:set>
                                    <p:animEffect transition="in" filter="fade">
                                      <p:cBhvr>
                                        <p:cTn id="35" dur="1000"/>
                                        <p:tgtEl>
                                          <p:spTgt spid="44"/>
                                        </p:tgtEl>
                                      </p:cBhvr>
                                    </p:animEffect>
                                    <p:anim calcmode="lin" valueType="num">
                                      <p:cBhvr>
                                        <p:cTn id="36" dur="1000" fill="hold"/>
                                        <p:tgtEl>
                                          <p:spTgt spid="44"/>
                                        </p:tgtEl>
                                        <p:attrNameLst>
                                          <p:attrName>ppt_x</p:attrName>
                                        </p:attrNameLst>
                                      </p:cBhvr>
                                      <p:tavLst>
                                        <p:tav tm="0">
                                          <p:val>
                                            <p:strVal val="#ppt_x"/>
                                          </p:val>
                                        </p:tav>
                                        <p:tav tm="100000">
                                          <p:val>
                                            <p:strVal val="#ppt_x"/>
                                          </p:val>
                                        </p:tav>
                                      </p:tavLst>
                                    </p:anim>
                                    <p:anim calcmode="lin" valueType="num">
                                      <p:cBhvr>
                                        <p:cTn id="37" dur="1000" fill="hold"/>
                                        <p:tgtEl>
                                          <p:spTgt spid="44"/>
                                        </p:tgtEl>
                                        <p:attrNameLst>
                                          <p:attrName>ppt_y</p:attrName>
                                        </p:attrNameLst>
                                      </p:cBhvr>
                                      <p:tavLst>
                                        <p:tav tm="0">
                                          <p:val>
                                            <p:strVal val="#ppt_y-.1"/>
                                          </p:val>
                                        </p:tav>
                                        <p:tav tm="100000">
                                          <p:val>
                                            <p:strVal val="#ppt_y"/>
                                          </p:val>
                                        </p:tav>
                                      </p:tavLst>
                                    </p:anim>
                                  </p:childTnLst>
                                </p:cTn>
                              </p:par>
                              <p:par>
                                <p:cTn id="38" presetID="47" presetClass="entr" presetSubtype="0" fill="hold" grpId="0" nodeType="withEffect">
                                  <p:stCondLst>
                                    <p:cond delay="0"/>
                                  </p:stCondLst>
                                  <p:childTnLst>
                                    <p:set>
                                      <p:cBhvr>
                                        <p:cTn id="39" dur="1" fill="hold">
                                          <p:stCondLst>
                                            <p:cond delay="0"/>
                                          </p:stCondLst>
                                        </p:cTn>
                                        <p:tgtEl>
                                          <p:spTgt spid="45"/>
                                        </p:tgtEl>
                                        <p:attrNameLst>
                                          <p:attrName>style.visibility</p:attrName>
                                        </p:attrNameLst>
                                      </p:cBhvr>
                                      <p:to>
                                        <p:strVal val="visible"/>
                                      </p:to>
                                    </p:set>
                                    <p:animEffect transition="in" filter="fade">
                                      <p:cBhvr>
                                        <p:cTn id="40" dur="1000"/>
                                        <p:tgtEl>
                                          <p:spTgt spid="45"/>
                                        </p:tgtEl>
                                      </p:cBhvr>
                                    </p:animEffect>
                                    <p:anim calcmode="lin" valueType="num">
                                      <p:cBhvr>
                                        <p:cTn id="41" dur="1000" fill="hold"/>
                                        <p:tgtEl>
                                          <p:spTgt spid="45"/>
                                        </p:tgtEl>
                                        <p:attrNameLst>
                                          <p:attrName>ppt_x</p:attrName>
                                        </p:attrNameLst>
                                      </p:cBhvr>
                                      <p:tavLst>
                                        <p:tav tm="0">
                                          <p:val>
                                            <p:strVal val="#ppt_x"/>
                                          </p:val>
                                        </p:tav>
                                        <p:tav tm="100000">
                                          <p:val>
                                            <p:strVal val="#ppt_x"/>
                                          </p:val>
                                        </p:tav>
                                      </p:tavLst>
                                    </p:anim>
                                    <p:anim calcmode="lin" valueType="num">
                                      <p:cBhvr>
                                        <p:cTn id="42" dur="1000" fill="hold"/>
                                        <p:tgtEl>
                                          <p:spTgt spid="45"/>
                                        </p:tgtEl>
                                        <p:attrNameLst>
                                          <p:attrName>ppt_y</p:attrName>
                                        </p:attrNameLst>
                                      </p:cBhvr>
                                      <p:tavLst>
                                        <p:tav tm="0">
                                          <p:val>
                                            <p:strVal val="#ppt_y-.1"/>
                                          </p:val>
                                        </p:tav>
                                        <p:tav tm="100000">
                                          <p:val>
                                            <p:strVal val="#ppt_y"/>
                                          </p:val>
                                        </p:tav>
                                      </p:tavLst>
                                    </p:anim>
                                  </p:childTnLst>
                                </p:cTn>
                              </p:par>
                              <p:par>
                                <p:cTn id="43" presetID="47" presetClass="entr" presetSubtype="0" fill="hold" grpId="0" nodeType="withEffect">
                                  <p:stCondLst>
                                    <p:cond delay="0"/>
                                  </p:stCondLst>
                                  <p:childTnLst>
                                    <p:set>
                                      <p:cBhvr>
                                        <p:cTn id="44" dur="1" fill="hold">
                                          <p:stCondLst>
                                            <p:cond delay="0"/>
                                          </p:stCondLst>
                                        </p:cTn>
                                        <p:tgtEl>
                                          <p:spTgt spid="46"/>
                                        </p:tgtEl>
                                        <p:attrNameLst>
                                          <p:attrName>style.visibility</p:attrName>
                                        </p:attrNameLst>
                                      </p:cBhvr>
                                      <p:to>
                                        <p:strVal val="visible"/>
                                      </p:to>
                                    </p:set>
                                    <p:animEffect transition="in" filter="fade">
                                      <p:cBhvr>
                                        <p:cTn id="45" dur="1000"/>
                                        <p:tgtEl>
                                          <p:spTgt spid="46"/>
                                        </p:tgtEl>
                                      </p:cBhvr>
                                    </p:animEffect>
                                    <p:anim calcmode="lin" valueType="num">
                                      <p:cBhvr>
                                        <p:cTn id="46" dur="1000" fill="hold"/>
                                        <p:tgtEl>
                                          <p:spTgt spid="46"/>
                                        </p:tgtEl>
                                        <p:attrNameLst>
                                          <p:attrName>ppt_x</p:attrName>
                                        </p:attrNameLst>
                                      </p:cBhvr>
                                      <p:tavLst>
                                        <p:tav tm="0">
                                          <p:val>
                                            <p:strVal val="#ppt_x"/>
                                          </p:val>
                                        </p:tav>
                                        <p:tav tm="100000">
                                          <p:val>
                                            <p:strVal val="#ppt_x"/>
                                          </p:val>
                                        </p:tav>
                                      </p:tavLst>
                                    </p:anim>
                                    <p:anim calcmode="lin" valueType="num">
                                      <p:cBhvr>
                                        <p:cTn id="47" dur="1000" fill="hold"/>
                                        <p:tgtEl>
                                          <p:spTgt spid="46"/>
                                        </p:tgtEl>
                                        <p:attrNameLst>
                                          <p:attrName>ppt_y</p:attrName>
                                        </p:attrNameLst>
                                      </p:cBhvr>
                                      <p:tavLst>
                                        <p:tav tm="0">
                                          <p:val>
                                            <p:strVal val="#ppt_y-.1"/>
                                          </p:val>
                                        </p:tav>
                                        <p:tav tm="100000">
                                          <p:val>
                                            <p:strVal val="#ppt_y"/>
                                          </p:val>
                                        </p:tav>
                                      </p:tavLst>
                                    </p:anim>
                                  </p:childTnLst>
                                </p:cTn>
                              </p:par>
                              <p:par>
                                <p:cTn id="48" presetID="47" presetClass="entr" presetSubtype="0" fill="hold" grpId="0" nodeType="withEffect">
                                  <p:stCondLst>
                                    <p:cond delay="0"/>
                                  </p:stCondLst>
                                  <p:childTnLst>
                                    <p:set>
                                      <p:cBhvr>
                                        <p:cTn id="49" dur="1" fill="hold">
                                          <p:stCondLst>
                                            <p:cond delay="0"/>
                                          </p:stCondLst>
                                        </p:cTn>
                                        <p:tgtEl>
                                          <p:spTgt spid="47"/>
                                        </p:tgtEl>
                                        <p:attrNameLst>
                                          <p:attrName>style.visibility</p:attrName>
                                        </p:attrNameLst>
                                      </p:cBhvr>
                                      <p:to>
                                        <p:strVal val="visible"/>
                                      </p:to>
                                    </p:set>
                                    <p:animEffect transition="in" filter="fade">
                                      <p:cBhvr>
                                        <p:cTn id="50" dur="1000"/>
                                        <p:tgtEl>
                                          <p:spTgt spid="47"/>
                                        </p:tgtEl>
                                      </p:cBhvr>
                                    </p:animEffect>
                                    <p:anim calcmode="lin" valueType="num">
                                      <p:cBhvr>
                                        <p:cTn id="51" dur="1000" fill="hold"/>
                                        <p:tgtEl>
                                          <p:spTgt spid="47"/>
                                        </p:tgtEl>
                                        <p:attrNameLst>
                                          <p:attrName>ppt_x</p:attrName>
                                        </p:attrNameLst>
                                      </p:cBhvr>
                                      <p:tavLst>
                                        <p:tav tm="0">
                                          <p:val>
                                            <p:strVal val="#ppt_x"/>
                                          </p:val>
                                        </p:tav>
                                        <p:tav tm="100000">
                                          <p:val>
                                            <p:strVal val="#ppt_x"/>
                                          </p:val>
                                        </p:tav>
                                      </p:tavLst>
                                    </p:anim>
                                    <p:anim calcmode="lin" valueType="num">
                                      <p:cBhvr>
                                        <p:cTn id="52" dur="1000" fill="hold"/>
                                        <p:tgtEl>
                                          <p:spTgt spid="47"/>
                                        </p:tgtEl>
                                        <p:attrNameLst>
                                          <p:attrName>ppt_y</p:attrName>
                                        </p:attrNameLst>
                                      </p:cBhvr>
                                      <p:tavLst>
                                        <p:tav tm="0">
                                          <p:val>
                                            <p:strVal val="#ppt_y-.1"/>
                                          </p:val>
                                        </p:tav>
                                        <p:tav tm="100000">
                                          <p:val>
                                            <p:strVal val="#ppt_y"/>
                                          </p:val>
                                        </p:tav>
                                      </p:tavLst>
                                    </p:anim>
                                  </p:childTnLst>
                                </p:cTn>
                              </p:par>
                              <p:par>
                                <p:cTn id="53" presetID="47" presetClass="entr" presetSubtype="0" fill="hold" grpId="0" nodeType="withEffect">
                                  <p:stCondLst>
                                    <p:cond delay="0"/>
                                  </p:stCondLst>
                                  <p:childTnLst>
                                    <p:set>
                                      <p:cBhvr>
                                        <p:cTn id="54" dur="1" fill="hold">
                                          <p:stCondLst>
                                            <p:cond delay="0"/>
                                          </p:stCondLst>
                                        </p:cTn>
                                        <p:tgtEl>
                                          <p:spTgt spid="48"/>
                                        </p:tgtEl>
                                        <p:attrNameLst>
                                          <p:attrName>style.visibility</p:attrName>
                                        </p:attrNameLst>
                                      </p:cBhvr>
                                      <p:to>
                                        <p:strVal val="visible"/>
                                      </p:to>
                                    </p:set>
                                    <p:animEffect transition="in" filter="fade">
                                      <p:cBhvr>
                                        <p:cTn id="55" dur="1000"/>
                                        <p:tgtEl>
                                          <p:spTgt spid="48"/>
                                        </p:tgtEl>
                                      </p:cBhvr>
                                    </p:animEffect>
                                    <p:anim calcmode="lin" valueType="num">
                                      <p:cBhvr>
                                        <p:cTn id="56" dur="1000" fill="hold"/>
                                        <p:tgtEl>
                                          <p:spTgt spid="48"/>
                                        </p:tgtEl>
                                        <p:attrNameLst>
                                          <p:attrName>ppt_x</p:attrName>
                                        </p:attrNameLst>
                                      </p:cBhvr>
                                      <p:tavLst>
                                        <p:tav tm="0">
                                          <p:val>
                                            <p:strVal val="#ppt_x"/>
                                          </p:val>
                                        </p:tav>
                                        <p:tav tm="100000">
                                          <p:val>
                                            <p:strVal val="#ppt_x"/>
                                          </p:val>
                                        </p:tav>
                                      </p:tavLst>
                                    </p:anim>
                                    <p:anim calcmode="lin" valueType="num">
                                      <p:cBhvr>
                                        <p:cTn id="57" dur="1000" fill="hold"/>
                                        <p:tgtEl>
                                          <p:spTgt spid="48"/>
                                        </p:tgtEl>
                                        <p:attrNameLst>
                                          <p:attrName>ppt_y</p:attrName>
                                        </p:attrNameLst>
                                      </p:cBhvr>
                                      <p:tavLst>
                                        <p:tav tm="0">
                                          <p:val>
                                            <p:strVal val="#ppt_y-.1"/>
                                          </p:val>
                                        </p:tav>
                                        <p:tav tm="100000">
                                          <p:val>
                                            <p:strVal val="#ppt_y"/>
                                          </p:val>
                                        </p:tav>
                                      </p:tavLst>
                                    </p:anim>
                                  </p:childTnLst>
                                </p:cTn>
                              </p:par>
                              <p:par>
                                <p:cTn id="58" presetID="47" presetClass="entr" presetSubtype="0" fill="hold" grpId="0" nodeType="withEffect">
                                  <p:stCondLst>
                                    <p:cond delay="0"/>
                                  </p:stCondLst>
                                  <p:childTnLst>
                                    <p:set>
                                      <p:cBhvr>
                                        <p:cTn id="59" dur="1" fill="hold">
                                          <p:stCondLst>
                                            <p:cond delay="0"/>
                                          </p:stCondLst>
                                        </p:cTn>
                                        <p:tgtEl>
                                          <p:spTgt spid="49"/>
                                        </p:tgtEl>
                                        <p:attrNameLst>
                                          <p:attrName>style.visibility</p:attrName>
                                        </p:attrNameLst>
                                      </p:cBhvr>
                                      <p:to>
                                        <p:strVal val="visible"/>
                                      </p:to>
                                    </p:set>
                                    <p:animEffect transition="in" filter="fade">
                                      <p:cBhvr>
                                        <p:cTn id="60" dur="1000"/>
                                        <p:tgtEl>
                                          <p:spTgt spid="49"/>
                                        </p:tgtEl>
                                      </p:cBhvr>
                                    </p:animEffect>
                                    <p:anim calcmode="lin" valueType="num">
                                      <p:cBhvr>
                                        <p:cTn id="61" dur="1000" fill="hold"/>
                                        <p:tgtEl>
                                          <p:spTgt spid="49"/>
                                        </p:tgtEl>
                                        <p:attrNameLst>
                                          <p:attrName>ppt_x</p:attrName>
                                        </p:attrNameLst>
                                      </p:cBhvr>
                                      <p:tavLst>
                                        <p:tav tm="0">
                                          <p:val>
                                            <p:strVal val="#ppt_x"/>
                                          </p:val>
                                        </p:tav>
                                        <p:tav tm="100000">
                                          <p:val>
                                            <p:strVal val="#ppt_x"/>
                                          </p:val>
                                        </p:tav>
                                      </p:tavLst>
                                    </p:anim>
                                    <p:anim calcmode="lin" valueType="num">
                                      <p:cBhvr>
                                        <p:cTn id="62" dur="1000" fill="hold"/>
                                        <p:tgtEl>
                                          <p:spTgt spid="49"/>
                                        </p:tgtEl>
                                        <p:attrNameLst>
                                          <p:attrName>ppt_y</p:attrName>
                                        </p:attrNameLst>
                                      </p:cBhvr>
                                      <p:tavLst>
                                        <p:tav tm="0">
                                          <p:val>
                                            <p:strVal val="#ppt_y-.1"/>
                                          </p:val>
                                        </p:tav>
                                        <p:tav tm="100000">
                                          <p:val>
                                            <p:strVal val="#ppt_y"/>
                                          </p:val>
                                        </p:tav>
                                      </p:tavLst>
                                    </p:anim>
                                  </p:childTnLst>
                                </p:cTn>
                              </p:par>
                              <p:par>
                                <p:cTn id="63" presetID="47" presetClass="entr" presetSubtype="0" fill="hold" grpId="0" nodeType="withEffect">
                                  <p:stCondLst>
                                    <p:cond delay="0"/>
                                  </p:stCondLst>
                                  <p:childTnLst>
                                    <p:set>
                                      <p:cBhvr>
                                        <p:cTn id="64" dur="1" fill="hold">
                                          <p:stCondLst>
                                            <p:cond delay="0"/>
                                          </p:stCondLst>
                                        </p:cTn>
                                        <p:tgtEl>
                                          <p:spTgt spid="50"/>
                                        </p:tgtEl>
                                        <p:attrNameLst>
                                          <p:attrName>style.visibility</p:attrName>
                                        </p:attrNameLst>
                                      </p:cBhvr>
                                      <p:to>
                                        <p:strVal val="visible"/>
                                      </p:to>
                                    </p:set>
                                    <p:animEffect transition="in" filter="fade">
                                      <p:cBhvr>
                                        <p:cTn id="65" dur="1000"/>
                                        <p:tgtEl>
                                          <p:spTgt spid="50"/>
                                        </p:tgtEl>
                                      </p:cBhvr>
                                    </p:animEffect>
                                    <p:anim calcmode="lin" valueType="num">
                                      <p:cBhvr>
                                        <p:cTn id="66" dur="1000" fill="hold"/>
                                        <p:tgtEl>
                                          <p:spTgt spid="50"/>
                                        </p:tgtEl>
                                        <p:attrNameLst>
                                          <p:attrName>ppt_x</p:attrName>
                                        </p:attrNameLst>
                                      </p:cBhvr>
                                      <p:tavLst>
                                        <p:tav tm="0">
                                          <p:val>
                                            <p:strVal val="#ppt_x"/>
                                          </p:val>
                                        </p:tav>
                                        <p:tav tm="100000">
                                          <p:val>
                                            <p:strVal val="#ppt_x"/>
                                          </p:val>
                                        </p:tav>
                                      </p:tavLst>
                                    </p:anim>
                                    <p:anim calcmode="lin" valueType="num">
                                      <p:cBhvr>
                                        <p:cTn id="67" dur="1000" fill="hold"/>
                                        <p:tgtEl>
                                          <p:spTgt spid="50"/>
                                        </p:tgtEl>
                                        <p:attrNameLst>
                                          <p:attrName>ppt_y</p:attrName>
                                        </p:attrNameLst>
                                      </p:cBhvr>
                                      <p:tavLst>
                                        <p:tav tm="0">
                                          <p:val>
                                            <p:strVal val="#ppt_y-.1"/>
                                          </p:val>
                                        </p:tav>
                                        <p:tav tm="100000">
                                          <p:val>
                                            <p:strVal val="#ppt_y"/>
                                          </p:val>
                                        </p:tav>
                                      </p:tavLst>
                                    </p:anim>
                                  </p:childTnLst>
                                </p:cTn>
                              </p:par>
                              <p:par>
                                <p:cTn id="68" presetID="47" presetClass="entr" presetSubtype="0" fill="hold" grpId="0" nodeType="withEffect">
                                  <p:stCondLst>
                                    <p:cond delay="0"/>
                                  </p:stCondLst>
                                  <p:childTnLst>
                                    <p:set>
                                      <p:cBhvr>
                                        <p:cTn id="69" dur="1" fill="hold">
                                          <p:stCondLst>
                                            <p:cond delay="0"/>
                                          </p:stCondLst>
                                        </p:cTn>
                                        <p:tgtEl>
                                          <p:spTgt spid="51"/>
                                        </p:tgtEl>
                                        <p:attrNameLst>
                                          <p:attrName>style.visibility</p:attrName>
                                        </p:attrNameLst>
                                      </p:cBhvr>
                                      <p:to>
                                        <p:strVal val="visible"/>
                                      </p:to>
                                    </p:set>
                                    <p:animEffect transition="in" filter="fade">
                                      <p:cBhvr>
                                        <p:cTn id="70" dur="1000"/>
                                        <p:tgtEl>
                                          <p:spTgt spid="51"/>
                                        </p:tgtEl>
                                      </p:cBhvr>
                                    </p:animEffect>
                                    <p:anim calcmode="lin" valueType="num">
                                      <p:cBhvr>
                                        <p:cTn id="71" dur="1000" fill="hold"/>
                                        <p:tgtEl>
                                          <p:spTgt spid="51"/>
                                        </p:tgtEl>
                                        <p:attrNameLst>
                                          <p:attrName>ppt_x</p:attrName>
                                        </p:attrNameLst>
                                      </p:cBhvr>
                                      <p:tavLst>
                                        <p:tav tm="0">
                                          <p:val>
                                            <p:strVal val="#ppt_x"/>
                                          </p:val>
                                        </p:tav>
                                        <p:tav tm="100000">
                                          <p:val>
                                            <p:strVal val="#ppt_x"/>
                                          </p:val>
                                        </p:tav>
                                      </p:tavLst>
                                    </p:anim>
                                    <p:anim calcmode="lin" valueType="num">
                                      <p:cBhvr>
                                        <p:cTn id="72" dur="1000" fill="hold"/>
                                        <p:tgtEl>
                                          <p:spTgt spid="51"/>
                                        </p:tgtEl>
                                        <p:attrNameLst>
                                          <p:attrName>ppt_y</p:attrName>
                                        </p:attrNameLst>
                                      </p:cBhvr>
                                      <p:tavLst>
                                        <p:tav tm="0">
                                          <p:val>
                                            <p:strVal val="#ppt_y-.1"/>
                                          </p:val>
                                        </p:tav>
                                        <p:tav tm="100000">
                                          <p:val>
                                            <p:strVal val="#ppt_y"/>
                                          </p:val>
                                        </p:tav>
                                      </p:tavLst>
                                    </p:anim>
                                  </p:childTnLst>
                                </p:cTn>
                              </p:par>
                              <p:par>
                                <p:cTn id="73" presetID="47" presetClass="entr" presetSubtype="0" fill="hold" grpId="0" nodeType="withEffect">
                                  <p:stCondLst>
                                    <p:cond delay="0"/>
                                  </p:stCondLst>
                                  <p:childTnLst>
                                    <p:set>
                                      <p:cBhvr>
                                        <p:cTn id="74" dur="1" fill="hold">
                                          <p:stCondLst>
                                            <p:cond delay="0"/>
                                          </p:stCondLst>
                                        </p:cTn>
                                        <p:tgtEl>
                                          <p:spTgt spid="52"/>
                                        </p:tgtEl>
                                        <p:attrNameLst>
                                          <p:attrName>style.visibility</p:attrName>
                                        </p:attrNameLst>
                                      </p:cBhvr>
                                      <p:to>
                                        <p:strVal val="visible"/>
                                      </p:to>
                                    </p:set>
                                    <p:animEffect transition="in" filter="fade">
                                      <p:cBhvr>
                                        <p:cTn id="75" dur="1000"/>
                                        <p:tgtEl>
                                          <p:spTgt spid="52"/>
                                        </p:tgtEl>
                                      </p:cBhvr>
                                    </p:animEffect>
                                    <p:anim calcmode="lin" valueType="num">
                                      <p:cBhvr>
                                        <p:cTn id="76" dur="1000" fill="hold"/>
                                        <p:tgtEl>
                                          <p:spTgt spid="52"/>
                                        </p:tgtEl>
                                        <p:attrNameLst>
                                          <p:attrName>ppt_x</p:attrName>
                                        </p:attrNameLst>
                                      </p:cBhvr>
                                      <p:tavLst>
                                        <p:tav tm="0">
                                          <p:val>
                                            <p:strVal val="#ppt_x"/>
                                          </p:val>
                                        </p:tav>
                                        <p:tav tm="100000">
                                          <p:val>
                                            <p:strVal val="#ppt_x"/>
                                          </p:val>
                                        </p:tav>
                                      </p:tavLst>
                                    </p:anim>
                                    <p:anim calcmode="lin" valueType="num">
                                      <p:cBhvr>
                                        <p:cTn id="77" dur="1000" fill="hold"/>
                                        <p:tgtEl>
                                          <p:spTgt spid="52"/>
                                        </p:tgtEl>
                                        <p:attrNameLst>
                                          <p:attrName>ppt_y</p:attrName>
                                        </p:attrNameLst>
                                      </p:cBhvr>
                                      <p:tavLst>
                                        <p:tav tm="0">
                                          <p:val>
                                            <p:strVal val="#ppt_y-.1"/>
                                          </p:val>
                                        </p:tav>
                                        <p:tav tm="100000">
                                          <p:val>
                                            <p:strVal val="#ppt_y"/>
                                          </p:val>
                                        </p:tav>
                                      </p:tavLst>
                                    </p:anim>
                                  </p:childTnLst>
                                </p:cTn>
                              </p:par>
                              <p:par>
                                <p:cTn id="78" presetID="47" presetClass="entr" presetSubtype="0" fill="hold" grpId="0" nodeType="withEffect">
                                  <p:stCondLst>
                                    <p:cond delay="0"/>
                                  </p:stCondLst>
                                  <p:childTnLst>
                                    <p:set>
                                      <p:cBhvr>
                                        <p:cTn id="79" dur="1" fill="hold">
                                          <p:stCondLst>
                                            <p:cond delay="0"/>
                                          </p:stCondLst>
                                        </p:cTn>
                                        <p:tgtEl>
                                          <p:spTgt spid="53"/>
                                        </p:tgtEl>
                                        <p:attrNameLst>
                                          <p:attrName>style.visibility</p:attrName>
                                        </p:attrNameLst>
                                      </p:cBhvr>
                                      <p:to>
                                        <p:strVal val="visible"/>
                                      </p:to>
                                    </p:set>
                                    <p:animEffect transition="in" filter="fade">
                                      <p:cBhvr>
                                        <p:cTn id="80" dur="1000"/>
                                        <p:tgtEl>
                                          <p:spTgt spid="53"/>
                                        </p:tgtEl>
                                      </p:cBhvr>
                                    </p:animEffect>
                                    <p:anim calcmode="lin" valueType="num">
                                      <p:cBhvr>
                                        <p:cTn id="81" dur="1000" fill="hold"/>
                                        <p:tgtEl>
                                          <p:spTgt spid="53"/>
                                        </p:tgtEl>
                                        <p:attrNameLst>
                                          <p:attrName>ppt_x</p:attrName>
                                        </p:attrNameLst>
                                      </p:cBhvr>
                                      <p:tavLst>
                                        <p:tav tm="0">
                                          <p:val>
                                            <p:strVal val="#ppt_x"/>
                                          </p:val>
                                        </p:tav>
                                        <p:tav tm="100000">
                                          <p:val>
                                            <p:strVal val="#ppt_x"/>
                                          </p:val>
                                        </p:tav>
                                      </p:tavLst>
                                    </p:anim>
                                    <p:anim calcmode="lin" valueType="num">
                                      <p:cBhvr>
                                        <p:cTn id="82" dur="1000" fill="hold"/>
                                        <p:tgtEl>
                                          <p:spTgt spid="53"/>
                                        </p:tgtEl>
                                        <p:attrNameLst>
                                          <p:attrName>ppt_y</p:attrName>
                                        </p:attrNameLst>
                                      </p:cBhvr>
                                      <p:tavLst>
                                        <p:tav tm="0">
                                          <p:val>
                                            <p:strVal val="#ppt_y-.1"/>
                                          </p:val>
                                        </p:tav>
                                        <p:tav tm="100000">
                                          <p:val>
                                            <p:strVal val="#ppt_y"/>
                                          </p:val>
                                        </p:tav>
                                      </p:tavLst>
                                    </p:anim>
                                  </p:childTnLst>
                                </p:cTn>
                              </p:par>
                              <p:par>
                                <p:cTn id="83" presetID="47" presetClass="entr" presetSubtype="0" fill="hold" grpId="0" nodeType="withEffect">
                                  <p:stCondLst>
                                    <p:cond delay="0"/>
                                  </p:stCondLst>
                                  <p:childTnLst>
                                    <p:set>
                                      <p:cBhvr>
                                        <p:cTn id="84" dur="1" fill="hold">
                                          <p:stCondLst>
                                            <p:cond delay="0"/>
                                          </p:stCondLst>
                                        </p:cTn>
                                        <p:tgtEl>
                                          <p:spTgt spid="54"/>
                                        </p:tgtEl>
                                        <p:attrNameLst>
                                          <p:attrName>style.visibility</p:attrName>
                                        </p:attrNameLst>
                                      </p:cBhvr>
                                      <p:to>
                                        <p:strVal val="visible"/>
                                      </p:to>
                                    </p:set>
                                    <p:animEffect transition="in" filter="fade">
                                      <p:cBhvr>
                                        <p:cTn id="85" dur="1000"/>
                                        <p:tgtEl>
                                          <p:spTgt spid="54"/>
                                        </p:tgtEl>
                                      </p:cBhvr>
                                    </p:animEffect>
                                    <p:anim calcmode="lin" valueType="num">
                                      <p:cBhvr>
                                        <p:cTn id="86" dur="1000" fill="hold"/>
                                        <p:tgtEl>
                                          <p:spTgt spid="54"/>
                                        </p:tgtEl>
                                        <p:attrNameLst>
                                          <p:attrName>ppt_x</p:attrName>
                                        </p:attrNameLst>
                                      </p:cBhvr>
                                      <p:tavLst>
                                        <p:tav tm="0">
                                          <p:val>
                                            <p:strVal val="#ppt_x"/>
                                          </p:val>
                                        </p:tav>
                                        <p:tav tm="100000">
                                          <p:val>
                                            <p:strVal val="#ppt_x"/>
                                          </p:val>
                                        </p:tav>
                                      </p:tavLst>
                                    </p:anim>
                                    <p:anim calcmode="lin" valueType="num">
                                      <p:cBhvr>
                                        <p:cTn id="87" dur="1000" fill="hold"/>
                                        <p:tgtEl>
                                          <p:spTgt spid="54"/>
                                        </p:tgtEl>
                                        <p:attrNameLst>
                                          <p:attrName>ppt_y</p:attrName>
                                        </p:attrNameLst>
                                      </p:cBhvr>
                                      <p:tavLst>
                                        <p:tav tm="0">
                                          <p:val>
                                            <p:strVal val="#ppt_y-.1"/>
                                          </p:val>
                                        </p:tav>
                                        <p:tav tm="100000">
                                          <p:val>
                                            <p:strVal val="#ppt_y"/>
                                          </p:val>
                                        </p:tav>
                                      </p:tavLst>
                                    </p:anim>
                                  </p:childTnLst>
                                </p:cTn>
                              </p:par>
                              <p:par>
                                <p:cTn id="88" presetID="47" presetClass="entr" presetSubtype="0" fill="hold" grpId="0" nodeType="withEffect">
                                  <p:stCondLst>
                                    <p:cond delay="0"/>
                                  </p:stCondLst>
                                  <p:childTnLst>
                                    <p:set>
                                      <p:cBhvr>
                                        <p:cTn id="89" dur="1" fill="hold">
                                          <p:stCondLst>
                                            <p:cond delay="0"/>
                                          </p:stCondLst>
                                        </p:cTn>
                                        <p:tgtEl>
                                          <p:spTgt spid="55"/>
                                        </p:tgtEl>
                                        <p:attrNameLst>
                                          <p:attrName>style.visibility</p:attrName>
                                        </p:attrNameLst>
                                      </p:cBhvr>
                                      <p:to>
                                        <p:strVal val="visible"/>
                                      </p:to>
                                    </p:set>
                                    <p:animEffect transition="in" filter="fade">
                                      <p:cBhvr>
                                        <p:cTn id="90" dur="1000"/>
                                        <p:tgtEl>
                                          <p:spTgt spid="55"/>
                                        </p:tgtEl>
                                      </p:cBhvr>
                                    </p:animEffect>
                                    <p:anim calcmode="lin" valueType="num">
                                      <p:cBhvr>
                                        <p:cTn id="91" dur="1000" fill="hold"/>
                                        <p:tgtEl>
                                          <p:spTgt spid="55"/>
                                        </p:tgtEl>
                                        <p:attrNameLst>
                                          <p:attrName>ppt_x</p:attrName>
                                        </p:attrNameLst>
                                      </p:cBhvr>
                                      <p:tavLst>
                                        <p:tav tm="0">
                                          <p:val>
                                            <p:strVal val="#ppt_x"/>
                                          </p:val>
                                        </p:tav>
                                        <p:tav tm="100000">
                                          <p:val>
                                            <p:strVal val="#ppt_x"/>
                                          </p:val>
                                        </p:tav>
                                      </p:tavLst>
                                    </p:anim>
                                    <p:anim calcmode="lin" valueType="num">
                                      <p:cBhvr>
                                        <p:cTn id="92" dur="1000" fill="hold"/>
                                        <p:tgtEl>
                                          <p:spTgt spid="55"/>
                                        </p:tgtEl>
                                        <p:attrNameLst>
                                          <p:attrName>ppt_y</p:attrName>
                                        </p:attrNameLst>
                                      </p:cBhvr>
                                      <p:tavLst>
                                        <p:tav tm="0">
                                          <p:val>
                                            <p:strVal val="#ppt_y-.1"/>
                                          </p:val>
                                        </p:tav>
                                        <p:tav tm="100000">
                                          <p:val>
                                            <p:strVal val="#ppt_y"/>
                                          </p:val>
                                        </p:tav>
                                      </p:tavLst>
                                    </p:anim>
                                  </p:childTnLst>
                                </p:cTn>
                              </p:par>
                              <p:par>
                                <p:cTn id="93" presetID="47" presetClass="entr" presetSubtype="0" fill="hold" grpId="0" nodeType="withEffect">
                                  <p:stCondLst>
                                    <p:cond delay="0"/>
                                  </p:stCondLst>
                                  <p:childTnLst>
                                    <p:set>
                                      <p:cBhvr>
                                        <p:cTn id="94" dur="1" fill="hold">
                                          <p:stCondLst>
                                            <p:cond delay="0"/>
                                          </p:stCondLst>
                                        </p:cTn>
                                        <p:tgtEl>
                                          <p:spTgt spid="56"/>
                                        </p:tgtEl>
                                        <p:attrNameLst>
                                          <p:attrName>style.visibility</p:attrName>
                                        </p:attrNameLst>
                                      </p:cBhvr>
                                      <p:to>
                                        <p:strVal val="visible"/>
                                      </p:to>
                                    </p:set>
                                    <p:animEffect transition="in" filter="fade">
                                      <p:cBhvr>
                                        <p:cTn id="95" dur="1000"/>
                                        <p:tgtEl>
                                          <p:spTgt spid="56"/>
                                        </p:tgtEl>
                                      </p:cBhvr>
                                    </p:animEffect>
                                    <p:anim calcmode="lin" valueType="num">
                                      <p:cBhvr>
                                        <p:cTn id="96" dur="1000" fill="hold"/>
                                        <p:tgtEl>
                                          <p:spTgt spid="56"/>
                                        </p:tgtEl>
                                        <p:attrNameLst>
                                          <p:attrName>ppt_x</p:attrName>
                                        </p:attrNameLst>
                                      </p:cBhvr>
                                      <p:tavLst>
                                        <p:tav tm="0">
                                          <p:val>
                                            <p:strVal val="#ppt_x"/>
                                          </p:val>
                                        </p:tav>
                                        <p:tav tm="100000">
                                          <p:val>
                                            <p:strVal val="#ppt_x"/>
                                          </p:val>
                                        </p:tav>
                                      </p:tavLst>
                                    </p:anim>
                                    <p:anim calcmode="lin" valueType="num">
                                      <p:cBhvr>
                                        <p:cTn id="97" dur="1000" fill="hold"/>
                                        <p:tgtEl>
                                          <p:spTgt spid="56"/>
                                        </p:tgtEl>
                                        <p:attrNameLst>
                                          <p:attrName>ppt_y</p:attrName>
                                        </p:attrNameLst>
                                      </p:cBhvr>
                                      <p:tavLst>
                                        <p:tav tm="0">
                                          <p:val>
                                            <p:strVal val="#ppt_y-.1"/>
                                          </p:val>
                                        </p:tav>
                                        <p:tav tm="100000">
                                          <p:val>
                                            <p:strVal val="#ppt_y"/>
                                          </p:val>
                                        </p:tav>
                                      </p:tavLst>
                                    </p:anim>
                                  </p:childTnLst>
                                </p:cTn>
                              </p:par>
                            </p:childTnLst>
                          </p:cTn>
                        </p:par>
                        <p:par>
                          <p:cTn id="98" fill="hold" nodeType="afterGroup">
                            <p:stCondLst>
                              <p:cond delay="1000"/>
                            </p:stCondLst>
                            <p:childTnLst>
                              <p:par>
                                <p:cTn id="99" presetID="53" presetClass="entr" presetSubtype="16" fill="hold" nodeType="afterEffect">
                                  <p:stCondLst>
                                    <p:cond delay="0"/>
                                  </p:stCondLst>
                                  <p:childTnLst>
                                    <p:set>
                                      <p:cBhvr>
                                        <p:cTn id="100" dur="1" fill="hold">
                                          <p:stCondLst>
                                            <p:cond delay="0"/>
                                          </p:stCondLst>
                                        </p:cTn>
                                        <p:tgtEl>
                                          <p:spTgt spid="57"/>
                                        </p:tgtEl>
                                        <p:attrNameLst>
                                          <p:attrName>style.visibility</p:attrName>
                                        </p:attrNameLst>
                                      </p:cBhvr>
                                      <p:to>
                                        <p:strVal val="visible"/>
                                      </p:to>
                                    </p:set>
                                    <p:anim calcmode="lin" valueType="num">
                                      <p:cBhvr>
                                        <p:cTn id="101" dur="500" fill="hold"/>
                                        <p:tgtEl>
                                          <p:spTgt spid="57"/>
                                        </p:tgtEl>
                                        <p:attrNameLst>
                                          <p:attrName>ppt_w</p:attrName>
                                        </p:attrNameLst>
                                      </p:cBhvr>
                                      <p:tavLst>
                                        <p:tav tm="0">
                                          <p:val>
                                            <p:fltVal val="0"/>
                                          </p:val>
                                        </p:tav>
                                        <p:tav tm="100000">
                                          <p:val>
                                            <p:strVal val="#ppt_w"/>
                                          </p:val>
                                        </p:tav>
                                      </p:tavLst>
                                    </p:anim>
                                    <p:anim calcmode="lin" valueType="num">
                                      <p:cBhvr>
                                        <p:cTn id="102" dur="500" fill="hold"/>
                                        <p:tgtEl>
                                          <p:spTgt spid="57"/>
                                        </p:tgtEl>
                                        <p:attrNameLst>
                                          <p:attrName>ppt_h</p:attrName>
                                        </p:attrNameLst>
                                      </p:cBhvr>
                                      <p:tavLst>
                                        <p:tav tm="0">
                                          <p:val>
                                            <p:fltVal val="0"/>
                                          </p:val>
                                        </p:tav>
                                        <p:tav tm="100000">
                                          <p:val>
                                            <p:strVal val="#ppt_h"/>
                                          </p:val>
                                        </p:tav>
                                      </p:tavLst>
                                    </p:anim>
                                    <p:animEffect transition="in" filter="fade">
                                      <p:cBhvr>
                                        <p:cTn id="103" dur="500"/>
                                        <p:tgtEl>
                                          <p:spTgt spid="57"/>
                                        </p:tgtEl>
                                      </p:cBhvr>
                                    </p:animEffect>
                                  </p:childTnLst>
                                </p:cTn>
                              </p:par>
                            </p:childTnLst>
                          </p:cTn>
                        </p:par>
                        <p:par>
                          <p:cTn id="104" fill="hold" nodeType="afterGroup">
                            <p:stCondLst>
                              <p:cond delay="1500"/>
                            </p:stCondLst>
                            <p:childTnLst>
                              <p:par>
                                <p:cTn id="105" presetID="53" presetClass="entr" presetSubtype="16" fill="hold" nodeType="afterEffect">
                                  <p:stCondLst>
                                    <p:cond delay="0"/>
                                  </p:stCondLst>
                                  <p:childTnLst>
                                    <p:set>
                                      <p:cBhvr>
                                        <p:cTn id="106" dur="1" fill="hold">
                                          <p:stCondLst>
                                            <p:cond delay="0"/>
                                          </p:stCondLst>
                                        </p:cTn>
                                        <p:tgtEl>
                                          <p:spTgt spid="60"/>
                                        </p:tgtEl>
                                        <p:attrNameLst>
                                          <p:attrName>style.visibility</p:attrName>
                                        </p:attrNameLst>
                                      </p:cBhvr>
                                      <p:to>
                                        <p:strVal val="visible"/>
                                      </p:to>
                                    </p:set>
                                    <p:anim calcmode="lin" valueType="num">
                                      <p:cBhvr>
                                        <p:cTn id="107" dur="500" fill="hold"/>
                                        <p:tgtEl>
                                          <p:spTgt spid="60"/>
                                        </p:tgtEl>
                                        <p:attrNameLst>
                                          <p:attrName>ppt_w</p:attrName>
                                        </p:attrNameLst>
                                      </p:cBhvr>
                                      <p:tavLst>
                                        <p:tav tm="0">
                                          <p:val>
                                            <p:fltVal val="0"/>
                                          </p:val>
                                        </p:tav>
                                        <p:tav tm="100000">
                                          <p:val>
                                            <p:strVal val="#ppt_w"/>
                                          </p:val>
                                        </p:tav>
                                      </p:tavLst>
                                    </p:anim>
                                    <p:anim calcmode="lin" valueType="num">
                                      <p:cBhvr>
                                        <p:cTn id="108" dur="500" fill="hold"/>
                                        <p:tgtEl>
                                          <p:spTgt spid="60"/>
                                        </p:tgtEl>
                                        <p:attrNameLst>
                                          <p:attrName>ppt_h</p:attrName>
                                        </p:attrNameLst>
                                      </p:cBhvr>
                                      <p:tavLst>
                                        <p:tav tm="0">
                                          <p:val>
                                            <p:fltVal val="0"/>
                                          </p:val>
                                        </p:tav>
                                        <p:tav tm="100000">
                                          <p:val>
                                            <p:strVal val="#ppt_h"/>
                                          </p:val>
                                        </p:tav>
                                      </p:tavLst>
                                    </p:anim>
                                    <p:animEffect transition="in" filter="fade">
                                      <p:cBhvr>
                                        <p:cTn id="109" dur="500"/>
                                        <p:tgtEl>
                                          <p:spTgt spid="60"/>
                                        </p:tgtEl>
                                      </p:cBhvr>
                                    </p:animEffect>
                                  </p:childTnLst>
                                </p:cTn>
                              </p:par>
                            </p:childTnLst>
                          </p:cTn>
                        </p:par>
                        <p:par>
                          <p:cTn id="110" fill="hold" nodeType="afterGroup">
                            <p:stCondLst>
                              <p:cond delay="2000"/>
                            </p:stCondLst>
                            <p:childTnLst>
                              <p:par>
                                <p:cTn id="111" presetID="53" presetClass="entr" presetSubtype="16" fill="hold" nodeType="afterEffect">
                                  <p:stCondLst>
                                    <p:cond delay="0"/>
                                  </p:stCondLst>
                                  <p:childTnLst>
                                    <p:set>
                                      <p:cBhvr>
                                        <p:cTn id="112" dur="1" fill="hold">
                                          <p:stCondLst>
                                            <p:cond delay="0"/>
                                          </p:stCondLst>
                                        </p:cTn>
                                        <p:tgtEl>
                                          <p:spTgt spid="95"/>
                                        </p:tgtEl>
                                        <p:attrNameLst>
                                          <p:attrName>style.visibility</p:attrName>
                                        </p:attrNameLst>
                                      </p:cBhvr>
                                      <p:to>
                                        <p:strVal val="visible"/>
                                      </p:to>
                                    </p:set>
                                    <p:anim calcmode="lin" valueType="num">
                                      <p:cBhvr>
                                        <p:cTn id="113" dur="500" fill="hold"/>
                                        <p:tgtEl>
                                          <p:spTgt spid="95"/>
                                        </p:tgtEl>
                                        <p:attrNameLst>
                                          <p:attrName>ppt_w</p:attrName>
                                        </p:attrNameLst>
                                      </p:cBhvr>
                                      <p:tavLst>
                                        <p:tav tm="0">
                                          <p:val>
                                            <p:fltVal val="0"/>
                                          </p:val>
                                        </p:tav>
                                        <p:tav tm="100000">
                                          <p:val>
                                            <p:strVal val="#ppt_w"/>
                                          </p:val>
                                        </p:tav>
                                      </p:tavLst>
                                    </p:anim>
                                    <p:anim calcmode="lin" valueType="num">
                                      <p:cBhvr>
                                        <p:cTn id="114" dur="500" fill="hold"/>
                                        <p:tgtEl>
                                          <p:spTgt spid="95"/>
                                        </p:tgtEl>
                                        <p:attrNameLst>
                                          <p:attrName>ppt_h</p:attrName>
                                        </p:attrNameLst>
                                      </p:cBhvr>
                                      <p:tavLst>
                                        <p:tav tm="0">
                                          <p:val>
                                            <p:fltVal val="0"/>
                                          </p:val>
                                        </p:tav>
                                        <p:tav tm="100000">
                                          <p:val>
                                            <p:strVal val="#ppt_h"/>
                                          </p:val>
                                        </p:tav>
                                      </p:tavLst>
                                    </p:anim>
                                    <p:animEffect transition="in" filter="fade">
                                      <p:cBhvr>
                                        <p:cTn id="115" dur="500"/>
                                        <p:tgtEl>
                                          <p:spTgt spid="95"/>
                                        </p:tgtEl>
                                      </p:cBhvr>
                                    </p:animEffect>
                                  </p:childTnLst>
                                </p:cTn>
                              </p:par>
                            </p:childTnLst>
                          </p:cTn>
                        </p:par>
                        <p:par>
                          <p:cTn id="116" fill="hold" nodeType="afterGroup">
                            <p:stCondLst>
                              <p:cond delay="2500"/>
                            </p:stCondLst>
                            <p:childTnLst>
                              <p:par>
                                <p:cTn id="117" presetID="53" presetClass="entr" presetSubtype="16" fill="hold" nodeType="afterEffect">
                                  <p:stCondLst>
                                    <p:cond delay="0"/>
                                  </p:stCondLst>
                                  <p:childTnLst>
                                    <p:set>
                                      <p:cBhvr>
                                        <p:cTn id="118" dur="1" fill="hold">
                                          <p:stCondLst>
                                            <p:cond delay="0"/>
                                          </p:stCondLst>
                                        </p:cTn>
                                        <p:tgtEl>
                                          <p:spTgt spid="98"/>
                                        </p:tgtEl>
                                        <p:attrNameLst>
                                          <p:attrName>style.visibility</p:attrName>
                                        </p:attrNameLst>
                                      </p:cBhvr>
                                      <p:to>
                                        <p:strVal val="visible"/>
                                      </p:to>
                                    </p:set>
                                    <p:anim calcmode="lin" valueType="num">
                                      <p:cBhvr>
                                        <p:cTn id="119" dur="500" fill="hold"/>
                                        <p:tgtEl>
                                          <p:spTgt spid="98"/>
                                        </p:tgtEl>
                                        <p:attrNameLst>
                                          <p:attrName>ppt_w</p:attrName>
                                        </p:attrNameLst>
                                      </p:cBhvr>
                                      <p:tavLst>
                                        <p:tav tm="0">
                                          <p:val>
                                            <p:fltVal val="0"/>
                                          </p:val>
                                        </p:tav>
                                        <p:tav tm="100000">
                                          <p:val>
                                            <p:strVal val="#ppt_w"/>
                                          </p:val>
                                        </p:tav>
                                      </p:tavLst>
                                    </p:anim>
                                    <p:anim calcmode="lin" valueType="num">
                                      <p:cBhvr>
                                        <p:cTn id="120" dur="500" fill="hold"/>
                                        <p:tgtEl>
                                          <p:spTgt spid="98"/>
                                        </p:tgtEl>
                                        <p:attrNameLst>
                                          <p:attrName>ppt_h</p:attrName>
                                        </p:attrNameLst>
                                      </p:cBhvr>
                                      <p:tavLst>
                                        <p:tav tm="0">
                                          <p:val>
                                            <p:fltVal val="0"/>
                                          </p:val>
                                        </p:tav>
                                        <p:tav tm="100000">
                                          <p:val>
                                            <p:strVal val="#ppt_h"/>
                                          </p:val>
                                        </p:tav>
                                      </p:tavLst>
                                    </p:anim>
                                    <p:animEffect transition="in" filter="fade">
                                      <p:cBhvr>
                                        <p:cTn id="121" dur="500"/>
                                        <p:tgtEl>
                                          <p:spTgt spid="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41" grpId="0" animBg="1"/>
      <p:bldP spid="42" grpId="0" animBg="1"/>
      <p:bldP spid="43" grpId="0" animBg="1"/>
      <p:bldP spid="44" grpId="0"/>
      <p:bldP spid="45" grpId="0" animBg="1"/>
      <p:bldP spid="46" grpId="0" animBg="1"/>
      <p:bldP spid="47" grpId="0"/>
      <p:bldP spid="48" grpId="0" animBg="1"/>
      <p:bldP spid="49" grpId="0" animBg="1"/>
      <p:bldP spid="50" grpId="0" animBg="1"/>
      <p:bldP spid="51" grpId="0"/>
      <p:bldP spid="52" grpId="0" animBg="1"/>
      <p:bldP spid="53" grpId="0" animBg="1"/>
      <p:bldP spid="54" grpId="0" animBg="1"/>
      <p:bldP spid="55" grpId="0"/>
      <p:bldP spid="56" grpId="0" animBg="1"/>
    </p:bldLst>
  </p:timing>
</p:sld>
</file>

<file path=ppt/slides/slide28.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文本框 1">
            <a:extLst>
              <a:ext uri="{FF2B5EF4-FFF2-40B4-BE49-F238E27FC236}">
                <a16:creationId xmlns:a16="http://schemas.microsoft.com/office/drawing/2014/main" id="{AB7D5B25-7382-46A5-9C35-F1D4ACF52B3B}"/>
              </a:ext>
            </a:extLst>
          </p:cNvPr>
          <p:cNvSpPr txBox="1"/>
          <p:nvPr/>
        </p:nvSpPr>
        <p:spPr>
          <a:xfrm>
            <a:off x="1652955" y="1169378"/>
            <a:ext cx="9024281" cy="2907948"/>
          </a:xfrm>
          <a:prstGeom prst="rect">
            <a:avLst/>
          </a:prstGeom>
          <a:noFill/>
        </p:spPr>
        <p:txBody>
          <a:bodyPr wrap="square" rtlCol="0">
            <a:spAutoFit/>
          </a:bodyPr>
          <a:lstStyle/>
          <a:p>
            <a:pPr algn="ctr">
              <a:lnSpc>
                <a:spcPct val="150000"/>
              </a:lnSpc>
            </a:pPr>
            <a:r>
              <a:rPr lang="zh-CN" altLang="en-US" sz="2800" b="1">
                <a:solidFill>
                  <a:srgbClr val="545D79"/>
                </a:solidFill>
                <a:latin typeface="思源黑体旧字形 Normal" panose="020b0400000000000000" pitchFamily="34" charset="-128"/>
                <a:ea typeface="思源黑体旧字形 Normal" panose="020b0400000000000000" pitchFamily="34" charset="-128"/>
              </a:rPr>
              <a:t>版权声明</a:t>
            </a:r>
          </a:p>
          <a:p>
            <a:pPr algn="just">
              <a:lnSpc>
                <a:spcPct val="150000"/>
              </a:lnSpc>
            </a:pPr>
            <a:endParaRPr lang="zh-CN" altLang="en-US" sz="1200">
              <a:solidFill>
                <a:srgbClr val="545D79"/>
              </a:solidFill>
              <a:latin typeface="思源黑体旧字形 Normal" panose="020b0400000000000000" pitchFamily="34" charset="-128"/>
              <a:ea typeface="思源黑体旧字形 Normal" panose="020b0400000000000000" pitchFamily="34" charset="-128"/>
            </a:endParaRPr>
          </a:p>
          <a:p>
            <a:pPr algn="just">
              <a:lnSpc>
                <a:spcPct val="150000"/>
              </a:lnSpc>
            </a:pPr>
            <a:r>
              <a:rPr lang="zh-CN" altLang="en-US" sz="1200">
                <a:solidFill>
                  <a:srgbClr val="545D79"/>
                </a:solidFill>
                <a:latin typeface="思源黑体旧字形 Normal" panose="020b0400000000000000" pitchFamily="34" charset="-128"/>
                <a:ea typeface="思源黑体旧字形 Normal" panose="020b0400000000000000" pitchFamily="34" charset="-128"/>
              </a:rPr>
              <a:t>感谢您下载平台上提供的</a:t>
            </a:r>
            <a:r>
              <a:rPr lang="en-US" altLang="zh-CN" sz="1200">
                <a:solidFill>
                  <a:srgbClr val="545D79"/>
                </a:solidFill>
                <a:latin typeface="思源黑体旧字形 Normal" panose="020b0400000000000000" pitchFamily="34" charset="-128"/>
                <a:ea typeface="思源黑体旧字形 Normal" panose="020b0400000000000000" pitchFamily="34" charset="-128"/>
              </a:rPr>
              <a:t>PPT</a:t>
            </a:r>
            <a:r>
              <a:rPr lang="zh-CN" altLang="en-US" sz="1200">
                <a:solidFill>
                  <a:srgbClr val="545D79"/>
                </a:solidFill>
                <a:latin typeface="思源黑体旧字形 Normal" panose="020b0400000000000000" pitchFamily="34" charset="-128"/>
                <a:ea typeface="思源黑体旧字形 Normal" panose="020b0400000000000000" pitchFamily="34" charset="-128"/>
              </a:rPr>
              <a:t>作品，为了您和唐峰设计以及原创作者的利益，请勿复制、传播、销售，否则将承担法律责任！唐峰设计将对作品进行维权，按照传播下载次数进行十倍的索取赔偿！</a:t>
            </a:r>
            <a:endParaRPr lang="en-US" altLang="zh-CN" sz="1200">
              <a:solidFill>
                <a:srgbClr val="545D79"/>
              </a:solidFill>
              <a:latin typeface="思源黑体旧字形 Normal" panose="020b0400000000000000" pitchFamily="34" charset="-128"/>
              <a:ea typeface="思源黑体旧字形 Normal" panose="020b0400000000000000" pitchFamily="34" charset="-128"/>
            </a:endParaRPr>
          </a:p>
          <a:p>
            <a:pPr algn="just">
              <a:lnSpc>
                <a:spcPct val="150000"/>
              </a:lnSpc>
            </a:pPr>
            <a:endParaRPr lang="zh-CN" altLang="en-US" sz="1200">
              <a:solidFill>
                <a:srgbClr val="545D79"/>
              </a:solidFill>
              <a:latin typeface="思源黑体旧字形 Normal" panose="020b0400000000000000" pitchFamily="34" charset="-128"/>
              <a:ea typeface="思源黑体旧字形 Normal" panose="020b0400000000000000" pitchFamily="34" charset="-128"/>
            </a:endParaRPr>
          </a:p>
          <a:p>
            <a:pPr algn="just">
              <a:lnSpc>
                <a:spcPct val="150000"/>
              </a:lnSpc>
            </a:pPr>
            <a:r>
              <a:rPr lang="en-US" altLang="zh-CN" sz="1200">
                <a:solidFill>
                  <a:srgbClr val="545D79"/>
                </a:solidFill>
                <a:latin typeface="思源黑体旧字形 Normal" panose="020b0400000000000000" pitchFamily="34" charset="-128"/>
                <a:ea typeface="思源黑体旧字形 Normal" panose="020b0400000000000000" pitchFamily="34" charset="-128"/>
              </a:rPr>
              <a:t>1.</a:t>
            </a:r>
            <a:r>
              <a:rPr lang="zh-CN" altLang="en-US" sz="1200">
                <a:solidFill>
                  <a:srgbClr val="545D79"/>
                </a:solidFill>
                <a:latin typeface="思源黑体旧字形 Normal" panose="020b0400000000000000" pitchFamily="34" charset="-128"/>
                <a:ea typeface="思源黑体旧字形 Normal" panose="020b0400000000000000" pitchFamily="34" charset="-128"/>
              </a:rPr>
              <a:t>在唐峰设计出售的</a:t>
            </a:r>
            <a:r>
              <a:rPr lang="en-US" altLang="zh-CN" sz="1200">
                <a:solidFill>
                  <a:srgbClr val="545D79"/>
                </a:solidFill>
                <a:latin typeface="思源黑体旧字形 Normal" panose="020b0400000000000000" pitchFamily="34" charset="-128"/>
                <a:ea typeface="思源黑体旧字形 Normal" panose="020b0400000000000000" pitchFamily="34" charset="-128"/>
              </a:rPr>
              <a:t>PPT</a:t>
            </a:r>
            <a:r>
              <a:rPr lang="zh-CN" altLang="en-US" sz="1200">
                <a:solidFill>
                  <a:srgbClr val="545D79"/>
                </a:solidFill>
                <a:latin typeface="思源黑体旧字形 Normal" panose="020b0400000000000000" pitchFamily="34" charset="-128"/>
                <a:ea typeface="思源黑体旧字形 Normal" panose="020b0400000000000000" pitchFamily="34" charset="-128"/>
              </a:rPr>
              <a:t>模板是免版税类（</a:t>
            </a:r>
            <a:r>
              <a:rPr lang="en-US" altLang="zh-CN" sz="1200">
                <a:solidFill>
                  <a:srgbClr val="545D79"/>
                </a:solidFill>
                <a:latin typeface="思源黑体旧字形 Normal" panose="020b0400000000000000" pitchFamily="34" charset="-128"/>
                <a:ea typeface="思源黑体旧字形 Normal" panose="020b0400000000000000" pitchFamily="34" charset="-128"/>
              </a:rPr>
              <a:t>RF</a:t>
            </a:r>
            <a:r>
              <a:rPr lang="zh-CN" altLang="en-US" sz="1200">
                <a:solidFill>
                  <a:srgbClr val="545D79"/>
                </a:solidFill>
                <a:latin typeface="思源黑体旧字形 Normal" panose="020b0400000000000000" pitchFamily="34" charset="-128"/>
                <a:ea typeface="思源黑体旧字形 Normal" panose="020b0400000000000000" pitchFamily="34" charset="-128"/>
              </a:rPr>
              <a:t>：</a:t>
            </a:r>
            <a:r>
              <a:rPr lang="en-US" altLang="zh-CN" sz="1200">
                <a:solidFill>
                  <a:srgbClr val="545D79"/>
                </a:solidFill>
                <a:latin typeface="思源黑体旧字形 Normal" panose="020b0400000000000000" pitchFamily="34" charset="-128"/>
                <a:ea typeface="思源黑体旧字形 Normal" panose="020b0400000000000000" pitchFamily="34" charset="-128"/>
              </a:rPr>
              <a:t>Royalty-Free</a:t>
            </a:r>
            <a:r>
              <a:rPr lang="zh-CN" altLang="en-US" sz="1200">
                <a:solidFill>
                  <a:srgbClr val="545D79"/>
                </a:solidFill>
                <a:latin typeface="思源黑体旧字形 Normal" panose="020b0400000000000000" pitchFamily="34" charset="-128"/>
                <a:ea typeface="思源黑体旧字形 Normal" panose="020b0400000000000000" pitchFamily="34" charset="-128"/>
              </a:rPr>
              <a:t>）正版受</a:t>
            </a:r>
            <a:r>
              <a:rPr lang="en-US" altLang="zh-CN" sz="1200">
                <a:solidFill>
                  <a:srgbClr val="545D79"/>
                </a:solidFill>
                <a:latin typeface="思源黑体旧字形 Normal" panose="020b0400000000000000" pitchFamily="34" charset="-128"/>
                <a:ea typeface="思源黑体旧字形 Normal" panose="020b0400000000000000" pitchFamily="34" charset="-128"/>
              </a:rPr>
              <a:t>《</a:t>
            </a:r>
            <a:r>
              <a:rPr lang="zh-CN" altLang="en-US" sz="1200">
                <a:solidFill>
                  <a:srgbClr val="545D79"/>
                </a:solidFill>
                <a:latin typeface="思源黑体旧字形 Normal" panose="020b0400000000000000" pitchFamily="34" charset="-128"/>
                <a:ea typeface="思源黑体旧字形 Normal" panose="020b0400000000000000" pitchFamily="34" charset="-128"/>
              </a:rPr>
              <a:t>中国人民共和国著作法</a:t>
            </a:r>
            <a:r>
              <a:rPr lang="en-US" altLang="zh-CN" sz="1200">
                <a:solidFill>
                  <a:srgbClr val="545D79"/>
                </a:solidFill>
                <a:latin typeface="思源黑体旧字形 Normal" panose="020b0400000000000000" pitchFamily="34" charset="-128"/>
                <a:ea typeface="思源黑体旧字形 Normal" panose="020b0400000000000000" pitchFamily="34" charset="-128"/>
              </a:rPr>
              <a:t>》</a:t>
            </a:r>
            <a:r>
              <a:rPr lang="zh-CN" altLang="en-US" sz="1200">
                <a:solidFill>
                  <a:srgbClr val="545D79"/>
                </a:solidFill>
                <a:latin typeface="思源黑体旧字形 Normal" panose="020b0400000000000000" pitchFamily="34" charset="-128"/>
                <a:ea typeface="思源黑体旧字形 Normal" panose="020b0400000000000000" pitchFamily="34" charset="-128"/>
              </a:rPr>
              <a:t>和</a:t>
            </a:r>
            <a:r>
              <a:rPr lang="en-US" altLang="zh-CN" sz="1200">
                <a:solidFill>
                  <a:srgbClr val="545D79"/>
                </a:solidFill>
                <a:latin typeface="思源黑体旧字形 Normal" panose="020b0400000000000000" pitchFamily="34" charset="-128"/>
                <a:ea typeface="思源黑体旧字形 Normal" panose="020b0400000000000000" pitchFamily="34" charset="-128"/>
              </a:rPr>
              <a:t>《</a:t>
            </a:r>
            <a:r>
              <a:rPr lang="zh-CN" altLang="en-US" sz="1200">
                <a:solidFill>
                  <a:srgbClr val="545D79"/>
                </a:solidFill>
                <a:latin typeface="思源黑体旧字形 Normal" panose="020b0400000000000000" pitchFamily="34" charset="-128"/>
                <a:ea typeface="思源黑体旧字形 Normal" panose="020b0400000000000000" pitchFamily="34" charset="-128"/>
              </a:rPr>
              <a:t>世界版权公约</a:t>
            </a:r>
            <a:r>
              <a:rPr lang="en-US" altLang="zh-CN" sz="1200">
                <a:solidFill>
                  <a:srgbClr val="545D79"/>
                </a:solidFill>
                <a:latin typeface="思源黑体旧字形 Normal" panose="020b0400000000000000" pitchFamily="34" charset="-128"/>
                <a:ea typeface="思源黑体旧字形 Normal" panose="020b0400000000000000" pitchFamily="34" charset="-128"/>
              </a:rPr>
              <a:t>》</a:t>
            </a:r>
            <a:r>
              <a:rPr lang="zh-CN" altLang="en-US" sz="1200">
                <a:solidFill>
                  <a:srgbClr val="545D79"/>
                </a:solidFill>
                <a:latin typeface="思源黑体旧字形 Normal" panose="020b0400000000000000" pitchFamily="34" charset="-128"/>
                <a:ea typeface="思源黑体旧字形 Normal" panose="020b0400000000000000" pitchFamily="34" charset="-128"/>
              </a:rPr>
              <a:t>的保护，作品的所有权、版权和著作权归唐峰设计所有，您下载的是</a:t>
            </a:r>
            <a:r>
              <a:rPr lang="en-US" altLang="zh-CN" sz="1200">
                <a:solidFill>
                  <a:srgbClr val="545D79"/>
                </a:solidFill>
                <a:latin typeface="思源黑体旧字形 Normal" panose="020b0400000000000000" pitchFamily="34" charset="-128"/>
                <a:ea typeface="思源黑体旧字形 Normal" panose="020b0400000000000000" pitchFamily="34" charset="-128"/>
              </a:rPr>
              <a:t>PPT</a:t>
            </a:r>
            <a:r>
              <a:rPr lang="zh-CN" altLang="en-US" sz="1200">
                <a:solidFill>
                  <a:srgbClr val="545D79"/>
                </a:solidFill>
                <a:latin typeface="思源黑体旧字形 Normal" panose="020b0400000000000000" pitchFamily="34" charset="-128"/>
                <a:ea typeface="思源黑体旧字形 Normal" panose="020b0400000000000000" pitchFamily="34" charset="-128"/>
              </a:rPr>
              <a:t>模板素材的使用权。</a:t>
            </a:r>
          </a:p>
          <a:p>
            <a:pPr algn="just">
              <a:lnSpc>
                <a:spcPct val="150000"/>
              </a:lnSpc>
            </a:pPr>
            <a:r>
              <a:rPr lang="en-US" altLang="zh-CN" sz="1200">
                <a:solidFill>
                  <a:srgbClr val="545D79"/>
                </a:solidFill>
                <a:latin typeface="思源黑体旧字形 Normal" panose="020b0400000000000000" pitchFamily="34" charset="-128"/>
                <a:ea typeface="思源黑体旧字形 Normal" panose="020b0400000000000000" pitchFamily="34" charset="-128"/>
              </a:rPr>
              <a:t>2.</a:t>
            </a:r>
            <a:r>
              <a:rPr lang="zh-CN" altLang="en-US" sz="1200">
                <a:solidFill>
                  <a:srgbClr val="545D79"/>
                </a:solidFill>
                <a:latin typeface="思源黑体旧字形 Normal" panose="020b0400000000000000" pitchFamily="34" charset="-128"/>
                <a:ea typeface="思源黑体旧字形 Normal" panose="020b0400000000000000" pitchFamily="34" charset="-128"/>
              </a:rPr>
              <a:t>不得将唐峰设计的</a:t>
            </a:r>
            <a:r>
              <a:rPr lang="en-US" altLang="zh-CN" sz="1200">
                <a:solidFill>
                  <a:srgbClr val="545D79"/>
                </a:solidFill>
                <a:latin typeface="思源黑体旧字形 Normal" panose="020b0400000000000000" pitchFamily="34" charset="-128"/>
                <a:ea typeface="思源黑体旧字形 Normal" panose="020b0400000000000000" pitchFamily="34" charset="-128"/>
              </a:rPr>
              <a:t>PPT</a:t>
            </a:r>
            <a:r>
              <a:rPr lang="zh-CN" altLang="en-US" sz="1200">
                <a:solidFill>
                  <a:srgbClr val="545D79"/>
                </a:solidFill>
                <a:latin typeface="思源黑体旧字形 Normal" panose="020b0400000000000000" pitchFamily="34" charset="-128"/>
                <a:ea typeface="思源黑体旧字形 Normal" panose="020b0400000000000000" pitchFamily="34" charset="-128"/>
              </a:rPr>
              <a:t>模板、</a:t>
            </a:r>
            <a:r>
              <a:rPr lang="en-US" altLang="zh-CN" sz="1200">
                <a:solidFill>
                  <a:srgbClr val="545D79"/>
                </a:solidFill>
                <a:latin typeface="思源黑体旧字形 Normal" panose="020b0400000000000000" pitchFamily="34" charset="-128"/>
                <a:ea typeface="思源黑体旧字形 Normal" panose="020b0400000000000000" pitchFamily="34" charset="-128"/>
              </a:rPr>
              <a:t>PPT</a:t>
            </a:r>
            <a:r>
              <a:rPr lang="zh-CN" altLang="en-US" sz="1200">
                <a:solidFill>
                  <a:srgbClr val="545D79"/>
                </a:solidFill>
                <a:latin typeface="思源黑体旧字形 Normal" panose="020b0400000000000000" pitchFamily="34" charset="-128"/>
                <a:ea typeface="思源黑体旧字形 Normal" panose="020b0400000000000000" pitchFamily="34" charset="-128"/>
              </a:rPr>
              <a:t>素材，本身用于再出售，或者出租、出借、转让、分销、发布或者作为礼物供他人使用，不得转授权、出卖、转让本协议或者本协议中的权利。</a:t>
            </a:r>
          </a:p>
        </p:txBody>
      </p:sp>
      <p:sp>
        <p:nvSpPr>
          <p:cNvPr id="3" name="文本框 2">
            <a:hlinkClick r:id="rId2"/>
            <a:extLst>
              <a:ext uri="{FF2B5EF4-FFF2-40B4-BE49-F238E27FC236}">
                <a16:creationId xmlns:a16="http://schemas.microsoft.com/office/drawing/2014/main" id="{EFDD6211-CEAF-4878-A364-CC4A2AB3805A}"/>
              </a:ext>
            </a:extLst>
          </p:cNvPr>
          <p:cNvSpPr txBox="1"/>
          <p:nvPr/>
        </p:nvSpPr>
        <p:spPr>
          <a:xfrm>
            <a:off x="1652955" y="4984409"/>
            <a:ext cx="7297081" cy="365760"/>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rtlCol="0">
            <a:spAutoFit/>
          </a:bodyPr>
          <a:lstStyle/>
          <a:p>
            <a:pPr algn="just"/>
            <a:r>
              <a:rPr lang="zh-CN" altLang="en-US" b="1">
                <a:solidFill>
                  <a:srgbClr val="545D79"/>
                </a:solidFill>
                <a:ea typeface="思源黑体旧字形 Normal" panose="020b0400000000000000" pitchFamily="34" charset="-128"/>
              </a:rPr>
              <a:t>更多精品</a:t>
            </a:r>
            <a:r>
              <a:rPr lang="en-US" altLang="zh-CN" b="1">
                <a:solidFill>
                  <a:srgbClr val="545D79"/>
                </a:solidFill>
                <a:ea typeface="思源黑体旧字形 Normal" panose="020b0400000000000000" pitchFamily="34" charset="-128"/>
              </a:rPr>
              <a:t>PPT</a:t>
            </a:r>
            <a:r>
              <a:rPr lang="zh-CN" altLang="en-US" b="1">
                <a:solidFill>
                  <a:srgbClr val="545D79"/>
                </a:solidFill>
                <a:ea typeface="思源黑体旧字形 Normal" panose="020b0400000000000000" pitchFamily="34" charset="-128"/>
              </a:rPr>
              <a:t>模板：</a:t>
            </a:r>
            <a:r>
              <a:rPr lang="en-US" altLang="zh-CN" b="1">
                <a:solidFill>
                  <a:srgbClr val="545D79"/>
                </a:solidFill>
                <a:ea typeface="思源黑体旧字形 Normal" panose="020b0400000000000000" pitchFamily="34" charset="-128"/>
              </a:rPr>
              <a:t>http://www.tukupptTANGFENG/ppt/</a:t>
            </a:r>
            <a:endParaRPr lang="zh-CN" altLang="en-US" b="1">
              <a:solidFill>
                <a:srgbClr val="545D79"/>
              </a:solidFill>
              <a:ea typeface="思源黑体旧字形 Normal" panose="020b0400000000000000" pitchFamily="34" charset="-128"/>
            </a:endParaRPr>
          </a:p>
        </p:txBody>
      </p:sp>
      <p:grpSp>
        <p:nvGrpSpPr>
          <p:cNvPr id="4" name="组合 3">
            <a:extLst>
              <a:ext uri="{FF2B5EF4-FFF2-40B4-BE49-F238E27FC236}">
                <a16:creationId xmlns:a16="http://schemas.microsoft.com/office/drawing/2014/main" id="{BD8FC80D-DDB2-4620-BAF6-6E2DDB3FE2F4}"/>
              </a:ext>
            </a:extLst>
          </p:cNvPr>
          <p:cNvGrpSpPr/>
          <p:nvPr/>
        </p:nvGrpSpPr>
        <p:grpSpPr>
          <a:xfrm>
            <a:off x="9313097" y="4984409"/>
            <a:ext cx="1364139" cy="369332"/>
            <a:chOff x="8158550" y="5010841"/>
            <a:chExt cx="1364139" cy="369332"/>
          </a:xfrm>
          <a:effectLst/>
        </p:grpSpPr>
        <p:sp>
          <p:nvSpPr>
            <p:cNvPr id="5" name="矩形: 圆角 6">
              <a:extLst>
                <a:ext uri="{FF2B5EF4-FFF2-40B4-BE49-F238E27FC236}">
                  <a16:creationId xmlns:a16="http://schemas.microsoft.com/office/drawing/2014/main" id="{B074999D-9AF1-4C76-A825-52A8CDE6A0E6}"/>
                </a:ext>
              </a:extLst>
            </p:cNvPr>
            <p:cNvSpPr/>
            <p:nvPr/>
          </p:nvSpPr>
          <p:spPr>
            <a:xfrm>
              <a:off x="8158550" y="5010841"/>
              <a:ext cx="1336431" cy="342900"/>
            </a:xfrm>
            <a:prstGeom prst="roundRect">
              <a:avLst/>
            </a:prstGeom>
            <a:solidFill>
              <a:schemeClr val="bg1"/>
            </a:solidFill>
            <a:ln>
              <a:noFill/>
            </a:ln>
            <a:effectLst>
              <a:reflection blurRad="6350" stA="52000" endA="300" endPos="35000" dir="5400000" sy="-100000" algn="bl" rotWithShape="0"/>
            </a:effectLst>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just"/>
              <a:endParaRPr lang="zh-CN" altLang="en-US">
                <a:solidFill>
                  <a:srgbClr val="545D79"/>
                </a:solidFill>
                <a:highlight>
                  <a:srgbClr val="FFFF00"/>
                </a:highlight>
                <a:ea typeface="思源黑体旧字形 Normal" panose="020b0400000000000000" pitchFamily="34" charset="-128"/>
              </a:endParaRPr>
            </a:p>
          </p:txBody>
        </p:sp>
        <p:sp>
          <p:nvSpPr>
            <p:cNvPr id="6" name="文本框 5">
              <a:extLst>
                <a:ext uri="{FF2B5EF4-FFF2-40B4-BE49-F238E27FC236}">
                  <a16:creationId xmlns:a16="http://schemas.microsoft.com/office/drawing/2014/main" id="{2B007BF8-5D47-4AD7-9EE4-1F31F4D02F1D}"/>
                </a:ext>
              </a:extLst>
            </p:cNvPr>
            <p:cNvSpPr txBox="1"/>
            <p:nvPr/>
          </p:nvSpPr>
          <p:spPr>
            <a:xfrm>
              <a:off x="8278621" y="5010841"/>
              <a:ext cx="1244068" cy="369332"/>
            </a:xfrm>
            <a:prstGeom prst="rect">
              <a:avLst/>
            </a:prstGeom>
            <a:noFill/>
          </p:spPr>
          <p:txBody>
            <a:bodyPr wrap="square" rtlCol="0">
              <a:spAutoFit/>
            </a:bodyPr>
            <a:lstStyle/>
            <a:p>
              <a:r>
                <a:rPr lang="zh-CN" altLang="en-US" b="1">
                  <a:solidFill>
                    <a:srgbClr val="545D79"/>
                  </a:solidFill>
                  <a:latin typeface="思源黑体旧字形 Normal" panose="020b0400000000000000" pitchFamily="34" charset="-128"/>
                  <a:ea typeface="思源黑体旧字形 Normal" panose="020b0400000000000000" pitchFamily="34" charset="-128"/>
                  <a:hlinkClick r:id="rId2">
                    <a:extLst>
                      <a:ext uri="{A12FA001-AC4F-418D-AE19-62706E023703}">
                        <ahyp:hlinkClr xmlns:ahyp="http://schemas.microsoft.com/office/drawing/2018/hyperlinkcolor" val="tx"/>
                      </a:ext>
                    </a:extLst>
                  </a:hlinkClick>
                </a:rPr>
                <a:t>点击进入</a:t>
              </a:r>
              <a:endParaRPr lang="zh-CN" altLang="en-US" b="1">
                <a:solidFill>
                  <a:srgbClr val="545D79"/>
                </a:solidFill>
                <a:latin typeface="思源黑体旧字形 Normal" panose="020b0400000000000000" pitchFamily="34" charset="-128"/>
                <a:ea typeface="思源黑体旧字形 Normal" panose="020b0400000000000000" pitchFamily="34" charset="-128"/>
              </a:endParaRPr>
            </a:p>
          </p:txBody>
        </p:sp>
      </p:grpSp>
    </p:spTree>
    <p:extLst>
      <p:ext uri="{BB962C8B-B14F-4D97-AF65-F5344CB8AC3E}">
        <p14:creationId val="2412210017"/>
      </p:ext>
    </p:extLst>
  </p:cSld>
  <p:clrMapOvr>
    <a:masterClrMapping/>
  </p:clrMapOvr>
  <mc:AlternateContent>
    <mc:Choice xmlns:p14="http://schemas.microsoft.com/office/powerpoint/2010/main" Requires="p14">
      <p:transition spd="slow" advClick="0" advTm="0" p14:dur="800">
        <p:circle/>
      </p:transition>
    </mc:Choice>
    <mc:Fallback>
      <p:transition spd="slow" advClick="0" advTm="0">
        <p:circle/>
      </p:transition>
    </mc:Fallback>
  </mc:AlternateContent>
  <p:timing/>
</p:sld>
</file>

<file path=ppt/slides/slide29.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Oval 7">
            <a:extLst>
              <a:ext uri="{FF2B5EF4-FFF2-40B4-BE49-F238E27FC236}">
                <a16:creationId xmlns:a16="http://schemas.microsoft.com/office/drawing/2014/main" id="{EB0BE6F6-ACB3-4F69-9A0F-D2EE6E9B728D}"/>
              </a:ext>
            </a:extLst>
          </p:cNvPr>
          <p:cNvSpPr/>
          <p:nvPr/>
        </p:nvSpPr>
        <p:spPr>
          <a:xfrm rot="21348098">
            <a:off x="-370555" y="-312561"/>
            <a:ext cx="5642901" cy="5719201"/>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prstClr val="white"/>
              </a:solidFill>
              <a:effectLst/>
              <a:uLnTx/>
              <a:uFillTx/>
              <a:latin typeface="Century Gothic" panose="020b0502020202020204" pitchFamily="34" charset="0"/>
              <a:ea typeface="思源黑体旧字形 Normal" panose="020b0400000000000000" pitchFamily="34" charset="-128"/>
              <a:cs typeface="+mn-cs"/>
              <a:sym typeface="Century Gothic" panose="020b0502020202020204" pitchFamily="34" charset="0"/>
            </a:endParaRPr>
          </a:p>
        </p:txBody>
      </p:sp>
      <p:sp>
        <p:nvSpPr>
          <p:cNvPr id="3" name="Oval 6">
            <a:extLst>
              <a:ext uri="{FF2B5EF4-FFF2-40B4-BE49-F238E27FC236}">
                <a16:creationId xmlns:a16="http://schemas.microsoft.com/office/drawing/2014/main" id="{62E7108E-B13B-41B5-9140-48F40E23D26B}"/>
              </a:ext>
            </a:extLst>
          </p:cNvPr>
          <p:cNvSpPr/>
          <p:nvPr/>
        </p:nvSpPr>
        <p:spPr>
          <a:xfrm rot="19800000">
            <a:off x="-1685076" y="-684257"/>
            <a:ext cx="6567201" cy="6655999"/>
          </a:xfrm>
          <a:prstGeom prst="ellipse">
            <a:avLst/>
          </a:prstGeom>
          <a:blipFill dpi="0" rotWithShape="0">
            <a:blip r:embed="rId2"/>
            <a:stretch>
              <a:fillRect l="-86219" t="-25781" r="-92729" b="-30077"/>
            </a:stretch>
          </a:blipFill>
          <a:ln w="28575">
            <a:solidFill>
              <a:schemeClr val="bg1"/>
            </a:solid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a:ln w="6350">
                <a:noFill/>
              </a:ln>
              <a:gradFill flip="none" rotWithShape="1">
                <a:gsLst>
                  <a:gs pos="73000">
                    <a:srgbClr val="00C373"/>
                  </a:gs>
                  <a:gs pos="88000">
                    <a:srgbClr val="08ECDB"/>
                  </a:gs>
                  <a:gs pos="29000">
                    <a:srgbClr val="00C373"/>
                  </a:gs>
                  <a:gs pos="72000">
                    <a:srgbClr val="08ECDB"/>
                  </a:gs>
                </a:gsLst>
                <a:lin ang="1200000" scaled="0"/>
              </a:gradFill>
              <a:effectLst>
                <a:innerShdw blurRad="63500" dist="50800" dir="16200000">
                  <a:prstClr val="black">
                    <a:alpha val="50000"/>
                  </a:prstClr>
                </a:innerShdw>
              </a:effectLst>
              <a:latin typeface="Impact" pitchFamily="34" charset="0"/>
              <a:ea typeface="思源黑体旧字形 Normal" panose="020b0400000000000000" pitchFamily="34" charset="-128"/>
              <a:sym typeface="Century Gothic" panose="020b0502020202020204" pitchFamily="34" charset="0"/>
            </a:endParaRPr>
          </a:p>
        </p:txBody>
      </p:sp>
      <p:sp>
        <p:nvSpPr>
          <p:cNvPr id="4" name="Oval 5">
            <a:extLst>
              <a:ext uri="{FF2B5EF4-FFF2-40B4-BE49-F238E27FC236}">
                <a16:creationId xmlns:a16="http://schemas.microsoft.com/office/drawing/2014/main" id="{95DC7B05-30C4-41D9-8847-56C20F4DFF87}"/>
              </a:ext>
            </a:extLst>
          </p:cNvPr>
          <p:cNvSpPr/>
          <p:nvPr/>
        </p:nvSpPr>
        <p:spPr>
          <a:xfrm rot="20863980">
            <a:off x="10868268" y="5934783"/>
            <a:ext cx="1126116" cy="1126116"/>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prstClr val="white"/>
              </a:solidFill>
              <a:effectLst/>
              <a:uLnTx/>
              <a:uFillTx/>
              <a:latin typeface="Century Gothic" panose="020b0502020202020204" pitchFamily="34" charset="0"/>
              <a:ea typeface="思源黑体旧字形 Normal" panose="020b0400000000000000" pitchFamily="34" charset="-128"/>
              <a:cs typeface="+mn-cs"/>
              <a:sym typeface="Century Gothic" panose="020b0502020202020204" pitchFamily="34" charset="0"/>
            </a:endParaRPr>
          </a:p>
        </p:txBody>
      </p:sp>
      <p:sp>
        <p:nvSpPr>
          <p:cNvPr id="5" name="Oval 3">
            <a:extLst>
              <a:ext uri="{FF2B5EF4-FFF2-40B4-BE49-F238E27FC236}">
                <a16:creationId xmlns:a16="http://schemas.microsoft.com/office/drawing/2014/main" id="{31BB668C-1315-4F0C-893E-2E4F435BCD3C}"/>
              </a:ext>
            </a:extLst>
          </p:cNvPr>
          <p:cNvSpPr/>
          <p:nvPr/>
        </p:nvSpPr>
        <p:spPr>
          <a:xfrm rot="900000">
            <a:off x="11099132" y="5862761"/>
            <a:ext cx="1173092" cy="1173092"/>
          </a:xfrm>
          <a:prstGeom prst="ellipse">
            <a:avLst/>
          </a:prstGeom>
          <a:solidFill>
            <a:srgbClr val="3FB793"/>
          </a:solidFill>
          <a:ln w="28575">
            <a:solidFill>
              <a:schemeClr val="bg1"/>
            </a:solid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a:ln w="6350">
                <a:noFill/>
              </a:ln>
              <a:gradFill flip="none" rotWithShape="1">
                <a:gsLst>
                  <a:gs pos="73000">
                    <a:srgbClr val="00C373"/>
                  </a:gs>
                  <a:gs pos="88000">
                    <a:srgbClr val="08ECDB"/>
                  </a:gs>
                  <a:gs pos="29000">
                    <a:srgbClr val="00C373"/>
                  </a:gs>
                  <a:gs pos="72000">
                    <a:srgbClr val="08ECDB"/>
                  </a:gs>
                </a:gsLst>
                <a:lin ang="1200000" scaled="0"/>
              </a:gradFill>
              <a:effectLst>
                <a:innerShdw blurRad="63500" dist="50800" dir="16200000">
                  <a:prstClr val="black">
                    <a:alpha val="50000"/>
                  </a:prstClr>
                </a:innerShdw>
              </a:effectLst>
              <a:latin typeface="Impact" pitchFamily="34" charset="0"/>
              <a:ea typeface="思源黑体旧字形 Normal" panose="020b0400000000000000" pitchFamily="34" charset="-128"/>
              <a:sym typeface="Century Gothic" panose="020b0502020202020204" pitchFamily="34" charset="0"/>
            </a:endParaRPr>
          </a:p>
        </p:txBody>
      </p:sp>
      <p:sp>
        <p:nvSpPr>
          <p:cNvPr id="6" name="Oval 11">
            <a:extLst>
              <a:ext uri="{FF2B5EF4-FFF2-40B4-BE49-F238E27FC236}">
                <a16:creationId xmlns:a16="http://schemas.microsoft.com/office/drawing/2014/main" id="{76FE2113-9A09-4321-ADC5-B675F8FC19DE}"/>
              </a:ext>
            </a:extLst>
          </p:cNvPr>
          <p:cNvSpPr/>
          <p:nvPr/>
        </p:nvSpPr>
        <p:spPr>
          <a:xfrm rot="1997738">
            <a:off x="5143838" y="2097584"/>
            <a:ext cx="886916" cy="898908"/>
          </a:xfrm>
          <a:prstGeom prst="ellipse">
            <a:avLst/>
          </a:prstGeom>
          <a:solidFill>
            <a:srgbClr val="545D79"/>
          </a:solidFill>
          <a:ln w="28575">
            <a:solidFill>
              <a:schemeClr val="bg1"/>
            </a:solid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a:ln w="6350">
                <a:noFill/>
              </a:ln>
              <a:gradFill flip="none" rotWithShape="1">
                <a:gsLst>
                  <a:gs pos="73000">
                    <a:srgbClr val="00C373"/>
                  </a:gs>
                  <a:gs pos="88000">
                    <a:srgbClr val="08ECDB"/>
                  </a:gs>
                  <a:gs pos="29000">
                    <a:srgbClr val="00C373"/>
                  </a:gs>
                  <a:gs pos="72000">
                    <a:srgbClr val="08ECDB"/>
                  </a:gs>
                </a:gsLst>
                <a:lin ang="1200000" scaled="0"/>
              </a:gradFill>
              <a:effectLst>
                <a:innerShdw blurRad="63500" dist="50800" dir="16200000">
                  <a:prstClr val="black">
                    <a:alpha val="50000"/>
                  </a:prstClr>
                </a:innerShdw>
              </a:effectLst>
              <a:latin typeface="Impact" pitchFamily="34" charset="0"/>
              <a:ea typeface="思源黑体旧字形 Normal" panose="020b0400000000000000" pitchFamily="34" charset="-128"/>
              <a:sym typeface="Century Gothic" panose="020b0502020202020204" pitchFamily="34" charset="0"/>
            </a:endParaRPr>
          </a:p>
        </p:txBody>
      </p:sp>
      <p:sp>
        <p:nvSpPr>
          <p:cNvPr id="7" name="Oval 11">
            <a:extLst>
              <a:ext uri="{FF2B5EF4-FFF2-40B4-BE49-F238E27FC236}">
                <a16:creationId xmlns:a16="http://schemas.microsoft.com/office/drawing/2014/main" id="{76097E8E-0B36-427D-980D-92ADC8ED7B93}"/>
              </a:ext>
            </a:extLst>
          </p:cNvPr>
          <p:cNvSpPr/>
          <p:nvPr/>
        </p:nvSpPr>
        <p:spPr>
          <a:xfrm rot="1997738">
            <a:off x="4825407" y="799174"/>
            <a:ext cx="472837" cy="479230"/>
          </a:xfrm>
          <a:prstGeom prst="ellipse">
            <a:avLst/>
          </a:prstGeom>
          <a:solidFill>
            <a:srgbClr val="3FB793"/>
          </a:solidFill>
          <a:ln w="28575">
            <a:solidFill>
              <a:schemeClr val="bg1"/>
            </a:solid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a:ln w="6350">
                <a:noFill/>
              </a:ln>
              <a:gradFill flip="none" rotWithShape="1">
                <a:gsLst>
                  <a:gs pos="73000">
                    <a:srgbClr val="00C373"/>
                  </a:gs>
                  <a:gs pos="88000">
                    <a:srgbClr val="08ECDB"/>
                  </a:gs>
                  <a:gs pos="29000">
                    <a:srgbClr val="00C373"/>
                  </a:gs>
                  <a:gs pos="72000">
                    <a:srgbClr val="08ECDB"/>
                  </a:gs>
                </a:gsLst>
                <a:lin ang="1200000" scaled="0"/>
              </a:gradFill>
              <a:effectLst>
                <a:innerShdw blurRad="63500" dist="50800" dir="16200000">
                  <a:prstClr val="black">
                    <a:alpha val="50000"/>
                  </a:prstClr>
                </a:innerShdw>
              </a:effectLst>
              <a:latin typeface="Impact" pitchFamily="34" charset="0"/>
              <a:ea typeface="思源黑体旧字形 Normal" panose="020b0400000000000000" pitchFamily="34" charset="-128"/>
              <a:sym typeface="Century Gothic" panose="020b0502020202020204" pitchFamily="34" charset="0"/>
            </a:endParaRPr>
          </a:p>
        </p:txBody>
      </p:sp>
      <p:sp>
        <p:nvSpPr>
          <p:cNvPr id="8" name="Oval 11">
            <a:extLst>
              <a:ext uri="{FF2B5EF4-FFF2-40B4-BE49-F238E27FC236}">
                <a16:creationId xmlns:a16="http://schemas.microsoft.com/office/drawing/2014/main" id="{9D31A2D4-C245-4407-9008-6ED825F93CB7}"/>
              </a:ext>
            </a:extLst>
          </p:cNvPr>
          <p:cNvSpPr/>
          <p:nvPr/>
        </p:nvSpPr>
        <p:spPr>
          <a:xfrm rot="1997738">
            <a:off x="1838860" y="5472752"/>
            <a:ext cx="472837" cy="479230"/>
          </a:xfrm>
          <a:prstGeom prst="ellipse">
            <a:avLst/>
          </a:prstGeom>
          <a:solidFill>
            <a:srgbClr val="3FB793"/>
          </a:solidFill>
          <a:ln w="28575">
            <a:solidFill>
              <a:schemeClr val="bg1"/>
            </a:solid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a:ln w="6350">
                <a:noFill/>
              </a:ln>
              <a:gradFill flip="none" rotWithShape="1">
                <a:gsLst>
                  <a:gs pos="73000">
                    <a:srgbClr val="00C373"/>
                  </a:gs>
                  <a:gs pos="88000">
                    <a:srgbClr val="08ECDB"/>
                  </a:gs>
                  <a:gs pos="29000">
                    <a:srgbClr val="00C373"/>
                  </a:gs>
                  <a:gs pos="72000">
                    <a:srgbClr val="08ECDB"/>
                  </a:gs>
                </a:gsLst>
                <a:lin ang="1200000" scaled="0"/>
              </a:gradFill>
              <a:effectLst>
                <a:innerShdw blurRad="63500" dist="50800" dir="16200000">
                  <a:prstClr val="black">
                    <a:alpha val="50000"/>
                  </a:prstClr>
                </a:innerShdw>
              </a:effectLst>
              <a:latin typeface="Impact" pitchFamily="34" charset="0"/>
              <a:ea typeface="思源黑体旧字形 Normal" panose="020b0400000000000000" pitchFamily="34" charset="-128"/>
              <a:sym typeface="Century Gothic" panose="020b0502020202020204" pitchFamily="34" charset="0"/>
            </a:endParaRPr>
          </a:p>
        </p:txBody>
      </p:sp>
      <p:sp>
        <p:nvSpPr>
          <p:cNvPr id="9" name="Oval 11">
            <a:extLst>
              <a:ext uri="{FF2B5EF4-FFF2-40B4-BE49-F238E27FC236}">
                <a16:creationId xmlns:a16="http://schemas.microsoft.com/office/drawing/2014/main" id="{6C852D5B-C508-4EE8-858C-A673A1DAE81C}"/>
              </a:ext>
            </a:extLst>
          </p:cNvPr>
          <p:cNvSpPr/>
          <p:nvPr/>
        </p:nvSpPr>
        <p:spPr>
          <a:xfrm rot="1997738">
            <a:off x="11666162" y="377766"/>
            <a:ext cx="363677" cy="368594"/>
          </a:xfrm>
          <a:prstGeom prst="ellipse">
            <a:avLst/>
          </a:prstGeom>
          <a:solidFill>
            <a:srgbClr val="545D79"/>
          </a:solidFill>
          <a:ln w="28575">
            <a:solidFill>
              <a:schemeClr val="bg1"/>
            </a:solid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a:ln w="6350">
                <a:noFill/>
              </a:ln>
              <a:gradFill flip="none" rotWithShape="1">
                <a:gsLst>
                  <a:gs pos="73000">
                    <a:srgbClr val="00C373"/>
                  </a:gs>
                  <a:gs pos="88000">
                    <a:srgbClr val="08ECDB"/>
                  </a:gs>
                  <a:gs pos="29000">
                    <a:srgbClr val="00C373"/>
                  </a:gs>
                  <a:gs pos="72000">
                    <a:srgbClr val="08ECDB"/>
                  </a:gs>
                </a:gsLst>
                <a:lin ang="1200000" scaled="0"/>
              </a:gradFill>
              <a:effectLst>
                <a:innerShdw blurRad="63500" dist="50800" dir="16200000">
                  <a:prstClr val="black">
                    <a:alpha val="50000"/>
                  </a:prstClr>
                </a:innerShdw>
              </a:effectLst>
              <a:latin typeface="Impact" pitchFamily="34" charset="0"/>
              <a:ea typeface="思源黑体旧字形 Normal" panose="020b0400000000000000" pitchFamily="34" charset="-128"/>
              <a:sym typeface="Century Gothic" panose="020b0502020202020204" pitchFamily="34" charset="0"/>
            </a:endParaRPr>
          </a:p>
        </p:txBody>
      </p:sp>
      <p:sp>
        <p:nvSpPr>
          <p:cNvPr id="10" name="Oval 11">
            <a:extLst>
              <a:ext uri="{FF2B5EF4-FFF2-40B4-BE49-F238E27FC236}">
                <a16:creationId xmlns:a16="http://schemas.microsoft.com/office/drawing/2014/main" id="{42C37B24-5E6D-440C-90A3-8BB2417F9953}"/>
              </a:ext>
            </a:extLst>
          </p:cNvPr>
          <p:cNvSpPr/>
          <p:nvPr/>
        </p:nvSpPr>
        <p:spPr>
          <a:xfrm rot="1997738">
            <a:off x="4167109" y="4413230"/>
            <a:ext cx="472837" cy="479230"/>
          </a:xfrm>
          <a:prstGeom prst="ellipse">
            <a:avLst/>
          </a:prstGeom>
          <a:solidFill>
            <a:srgbClr val="545D79"/>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a:ln w="6350">
                <a:noFill/>
              </a:ln>
              <a:gradFill flip="none" rotWithShape="1">
                <a:gsLst>
                  <a:gs pos="73000">
                    <a:srgbClr val="00C373"/>
                  </a:gs>
                  <a:gs pos="88000">
                    <a:srgbClr val="08ECDB"/>
                  </a:gs>
                  <a:gs pos="29000">
                    <a:srgbClr val="00C373"/>
                  </a:gs>
                  <a:gs pos="72000">
                    <a:srgbClr val="08ECDB"/>
                  </a:gs>
                </a:gsLst>
                <a:lin ang="1200000" scaled="0"/>
              </a:gradFill>
              <a:effectLst>
                <a:innerShdw blurRad="63500" dist="50800" dir="16200000">
                  <a:prstClr val="black">
                    <a:alpha val="50000"/>
                  </a:prstClr>
                </a:innerShdw>
              </a:effectLst>
              <a:latin typeface="Impact" pitchFamily="34" charset="0"/>
              <a:ea typeface="思源黑体旧字形 Normal" panose="020b0400000000000000" pitchFamily="34" charset="-128"/>
              <a:sym typeface="Century Gothic" panose="020b0502020202020204" pitchFamily="34" charset="0"/>
            </a:endParaRPr>
          </a:p>
        </p:txBody>
      </p:sp>
      <p:sp>
        <p:nvSpPr>
          <p:cNvPr id="11" name="Oval 11">
            <a:extLst>
              <a:ext uri="{FF2B5EF4-FFF2-40B4-BE49-F238E27FC236}">
                <a16:creationId xmlns:a16="http://schemas.microsoft.com/office/drawing/2014/main" id="{599D78E0-E21A-4EE0-9B54-CB4C00F9B0C3}"/>
              </a:ext>
            </a:extLst>
          </p:cNvPr>
          <p:cNvSpPr/>
          <p:nvPr/>
        </p:nvSpPr>
        <p:spPr>
          <a:xfrm rot="1997738">
            <a:off x="3877532" y="1236085"/>
            <a:ext cx="472837" cy="479230"/>
          </a:xfrm>
          <a:prstGeom prst="ellipse">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b="1">
              <a:ln w="6350">
                <a:noFill/>
              </a:ln>
              <a:gradFill flip="none" rotWithShape="1">
                <a:gsLst>
                  <a:gs pos="73000">
                    <a:srgbClr val="00C373"/>
                  </a:gs>
                  <a:gs pos="88000">
                    <a:srgbClr val="08ECDB"/>
                  </a:gs>
                  <a:gs pos="29000">
                    <a:srgbClr val="00C373"/>
                  </a:gs>
                  <a:gs pos="72000">
                    <a:srgbClr val="08ECDB"/>
                  </a:gs>
                </a:gsLst>
                <a:lin ang="1200000" scaled="0"/>
              </a:gradFill>
              <a:effectLst>
                <a:innerShdw blurRad="63500" dist="50800" dir="16200000">
                  <a:prstClr val="black">
                    <a:alpha val="50000"/>
                  </a:prstClr>
                </a:innerShdw>
              </a:effectLst>
              <a:latin typeface="Impact" pitchFamily="34" charset="0"/>
              <a:ea typeface="思源黑体旧字形 Normal" panose="020b0400000000000000" pitchFamily="34" charset="-128"/>
              <a:sym typeface="Century Gothic" panose="020b0502020202020204" pitchFamily="34" charset="0"/>
            </a:endParaRPr>
          </a:p>
        </p:txBody>
      </p:sp>
      <p:sp>
        <p:nvSpPr>
          <p:cNvPr id="25" name="文本框 24">
            <a:extLst>
              <a:ext uri="{FF2B5EF4-FFF2-40B4-BE49-F238E27FC236}">
                <a16:creationId xmlns:a16="http://schemas.microsoft.com/office/drawing/2014/main" id="{5C1583DA-682F-44E4-B7B3-38C2381D330C}"/>
              </a:ext>
            </a:extLst>
          </p:cNvPr>
          <p:cNvSpPr txBox="1"/>
          <p:nvPr/>
        </p:nvSpPr>
        <p:spPr>
          <a:xfrm>
            <a:off x="5276353" y="3081173"/>
            <a:ext cx="6120586" cy="1107996"/>
          </a:xfrm>
          <a:prstGeom prst="rect">
            <a:avLst/>
          </a:prstGeom>
          <a:noFill/>
        </p:spPr>
        <p:txBody>
          <a:bodyPr wrap="none" rtlCol="0">
            <a:spAutoFit/>
            <a:scene3d>
              <a:camera prst="orthographicFront"/>
              <a:lightRig rig="threePt" dir="t"/>
            </a:scene3d>
            <a:sp3d contourW="12700"/>
          </a:bodyPr>
          <a:lstStyle/>
          <a:p>
            <a:pPr algn="r"/>
            <a:r>
              <a:rPr lang="zh-CN" altLang="en-US" sz="6600" b="1">
                <a:solidFill>
                  <a:srgbClr val="545D79"/>
                </a:solidFill>
                <a:latin typeface="思源黑体旧字形 Normal" panose="020b0400000000000000" pitchFamily="34" charset="-128"/>
                <a:ea typeface="思源黑体旧字形 Normal" panose="020b0400000000000000" pitchFamily="34" charset="-128"/>
              </a:rPr>
              <a:t>感谢各位的聆听</a:t>
            </a:r>
          </a:p>
        </p:txBody>
      </p:sp>
      <p:sp>
        <p:nvSpPr>
          <p:cNvPr id="26" name="文本框 25">
            <a:extLst>
              <a:ext uri="{FF2B5EF4-FFF2-40B4-BE49-F238E27FC236}">
                <a16:creationId xmlns:a16="http://schemas.microsoft.com/office/drawing/2014/main" id="{64259B00-56C6-46B4-9896-4C8D4FADE44C}"/>
              </a:ext>
            </a:extLst>
          </p:cNvPr>
          <p:cNvSpPr txBox="1"/>
          <p:nvPr/>
        </p:nvSpPr>
        <p:spPr>
          <a:xfrm>
            <a:off x="5345991" y="4155605"/>
            <a:ext cx="6021920" cy="584775"/>
          </a:xfrm>
          <a:prstGeom prst="rect">
            <a:avLst/>
          </a:prstGeom>
          <a:noFill/>
        </p:spPr>
        <p:txBody>
          <a:bodyPr wrap="square" rtlCol="0">
            <a:spAutoFit/>
            <a:scene3d>
              <a:camera prst="orthographicFront"/>
              <a:lightRig rig="threePt" dir="t"/>
            </a:scene3d>
            <a:sp3d contourW="12700"/>
          </a:bodyPr>
          <a:lstStyle/>
          <a:p>
            <a:pPr algn="r"/>
            <a:r>
              <a:rPr lang="en-US" altLang="zh-CN" sz="1600">
                <a:solidFill>
                  <a:schemeClr val="tx1">
                    <a:lumMod val="65000"/>
                    <a:lumOff val="35000"/>
                  </a:schemeClr>
                </a:solidFill>
                <a:latin typeface="Century Gothic" panose="020b0502020202020204" pitchFamily="34" charset="0"/>
                <a:ea typeface="思源黑体旧字形 Normal" panose="020b0400000000000000" pitchFamily="34" charset="-128"/>
              </a:rPr>
              <a:t>The user can demonstrate on a projector or computer, or print the presentation and make in a wider field</a:t>
            </a:r>
          </a:p>
        </p:txBody>
      </p:sp>
      <p:sp>
        <p:nvSpPr>
          <p:cNvPr id="27" name="矩形 26">
            <a:extLst>
              <a:ext uri="{FF2B5EF4-FFF2-40B4-BE49-F238E27FC236}">
                <a16:creationId xmlns:a16="http://schemas.microsoft.com/office/drawing/2014/main" id="{0369CA99-703F-4EB5-B51F-44F5986EE3A6}"/>
              </a:ext>
            </a:extLst>
          </p:cNvPr>
          <p:cNvSpPr/>
          <p:nvPr/>
        </p:nvSpPr>
        <p:spPr>
          <a:xfrm>
            <a:off x="8627666" y="4851464"/>
            <a:ext cx="1240963" cy="322568"/>
          </a:xfrm>
          <a:prstGeom prst="rect">
            <a:avLst/>
          </a:prstGeom>
          <a:solidFill>
            <a:srgbClr val="545D79"/>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思源黑体旧字形 Normal" panose="020b0400000000000000" pitchFamily="34" charset="-128"/>
            </a:endParaRPr>
          </a:p>
        </p:txBody>
      </p:sp>
      <p:sp>
        <p:nvSpPr>
          <p:cNvPr id="28" name="矩形 27">
            <a:extLst>
              <a:ext uri="{FF2B5EF4-FFF2-40B4-BE49-F238E27FC236}">
                <a16:creationId xmlns:a16="http://schemas.microsoft.com/office/drawing/2014/main" id="{BA6714E8-E8D6-43E4-AB76-FBA7A0BAF550}"/>
              </a:ext>
            </a:extLst>
          </p:cNvPr>
          <p:cNvSpPr/>
          <p:nvPr/>
        </p:nvSpPr>
        <p:spPr>
          <a:xfrm>
            <a:off x="10039335" y="4851464"/>
            <a:ext cx="1240963" cy="322568"/>
          </a:xfrm>
          <a:prstGeom prst="rect">
            <a:avLst/>
          </a:prstGeom>
          <a:solidFill>
            <a:srgbClr val="3FB793"/>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思源黑体旧字形 Normal" panose="020b0400000000000000" pitchFamily="34" charset="-128"/>
            </a:endParaRPr>
          </a:p>
        </p:txBody>
      </p:sp>
      <p:sp>
        <p:nvSpPr>
          <p:cNvPr id="29" name="文本框 28">
            <a:extLst>
              <a:ext uri="{FF2B5EF4-FFF2-40B4-BE49-F238E27FC236}">
                <a16:creationId xmlns:a16="http://schemas.microsoft.com/office/drawing/2014/main" id="{10062382-7D90-48C7-A878-DD393B0CA167}"/>
              </a:ext>
            </a:extLst>
          </p:cNvPr>
          <p:cNvSpPr txBox="1"/>
          <p:nvPr/>
        </p:nvSpPr>
        <p:spPr>
          <a:xfrm>
            <a:off x="8903454" y="4851464"/>
            <a:ext cx="800219" cy="338554"/>
          </a:xfrm>
          <a:prstGeom prst="rect">
            <a:avLst/>
          </a:prstGeom>
          <a:noFill/>
        </p:spPr>
        <p:txBody>
          <a:bodyPr wrap="none" rtlCol="0">
            <a:spAutoFit/>
            <a:scene3d>
              <a:camera prst="orthographicFront"/>
              <a:lightRig rig="threePt" dir="t"/>
            </a:scene3d>
            <a:sp3d contourW="12700"/>
          </a:bodyPr>
          <a:lstStyle/>
          <a:p>
            <a:r>
              <a:rPr lang="zh-CN" altLang="en-US" sz="1600">
                <a:solidFill>
                  <a:schemeClr val="bg1"/>
                </a:solidFill>
                <a:ea typeface="思源黑体旧字形 Normal" panose="020b0400000000000000" pitchFamily="34" charset="-128"/>
              </a:rPr>
              <a:t>王某某</a:t>
            </a:r>
            <a:endParaRPr lang="en-US" altLang="zh-CN" sz="1600">
              <a:solidFill>
                <a:schemeClr val="bg1"/>
              </a:solidFill>
              <a:ea typeface="思源黑体旧字形 Normal" panose="020b0400000000000000" pitchFamily="34" charset="-128"/>
            </a:endParaRPr>
          </a:p>
        </p:txBody>
      </p:sp>
      <p:sp>
        <p:nvSpPr>
          <p:cNvPr id="30" name="文本框 29">
            <a:extLst>
              <a:ext uri="{FF2B5EF4-FFF2-40B4-BE49-F238E27FC236}">
                <a16:creationId xmlns:a16="http://schemas.microsoft.com/office/drawing/2014/main" id="{75F4EA41-D9D5-4F36-BB5C-1265ADEA8A95}"/>
              </a:ext>
            </a:extLst>
          </p:cNvPr>
          <p:cNvSpPr txBox="1"/>
          <p:nvPr/>
        </p:nvSpPr>
        <p:spPr>
          <a:xfrm>
            <a:off x="10247006" y="4851464"/>
            <a:ext cx="885179" cy="338554"/>
          </a:xfrm>
          <a:prstGeom prst="rect">
            <a:avLst/>
          </a:prstGeom>
          <a:noFill/>
        </p:spPr>
        <p:txBody>
          <a:bodyPr wrap="none" rtlCol="0">
            <a:spAutoFit/>
            <a:scene3d>
              <a:camera prst="orthographicFront"/>
              <a:lightRig rig="threePt" dir="t"/>
            </a:scene3d>
            <a:sp3d contourW="12700"/>
          </a:bodyPr>
          <a:lstStyle/>
          <a:p>
            <a:r>
              <a:rPr lang="en-US" altLang="zh-CN" sz="1600">
                <a:solidFill>
                  <a:schemeClr val="bg1"/>
                </a:solidFill>
                <a:ea typeface="思源黑体旧字形 Normal" panose="020b0400000000000000" pitchFamily="34" charset="-128"/>
              </a:rPr>
              <a:t>201X.10</a:t>
            </a:r>
          </a:p>
        </p:txBody>
      </p:sp>
      <p:sp>
        <p:nvSpPr>
          <p:cNvPr id="31" name="文本框 30">
            <a:extLst>
              <a:ext uri="{FF2B5EF4-FFF2-40B4-BE49-F238E27FC236}">
                <a16:creationId xmlns:a16="http://schemas.microsoft.com/office/drawing/2014/main" id="{0E684865-ADF8-46AC-B84F-F34B1814A19B}"/>
              </a:ext>
            </a:extLst>
          </p:cNvPr>
          <p:cNvSpPr txBox="1"/>
          <p:nvPr/>
        </p:nvSpPr>
        <p:spPr>
          <a:xfrm>
            <a:off x="8573730" y="1784362"/>
            <a:ext cx="2823209" cy="1446550"/>
          </a:xfrm>
          <a:prstGeom prst="rect">
            <a:avLst/>
          </a:prstGeom>
          <a:noFill/>
        </p:spPr>
        <p:txBody>
          <a:bodyPr wrap="none" rtlCol="0">
            <a:spAutoFit/>
            <a:scene3d>
              <a:camera prst="orthographicFront"/>
              <a:lightRig rig="threePt" dir="t"/>
            </a:scene3d>
            <a:sp3d contourW="12700"/>
          </a:bodyPr>
          <a:lstStyle/>
          <a:p>
            <a:pPr algn="r"/>
            <a:r>
              <a:rPr lang="en-US" altLang="zh-CN" sz="8800">
                <a:solidFill>
                  <a:srgbClr val="3FB793"/>
                </a:solidFill>
                <a:latin typeface="Century Gothic" panose="020b0502020202020204" pitchFamily="34" charset="0"/>
                <a:ea typeface="思源黑体旧字形 Normal" panose="020b0400000000000000" pitchFamily="34" charset="-128"/>
              </a:rPr>
              <a:t>201X</a:t>
            </a:r>
            <a:endParaRPr lang="zh-CN" altLang="en-US" sz="8800">
              <a:solidFill>
                <a:srgbClr val="3FB793"/>
              </a:solidFill>
              <a:latin typeface="Century Gothic" panose="020b0502020202020204" pitchFamily="34" charset="0"/>
              <a:ea typeface="思源黑体旧字形 Normal" panose="020b0400000000000000" pitchFamily="34" charset="-128"/>
            </a:endParaRPr>
          </a:p>
        </p:txBody>
      </p:sp>
    </p:spTree>
    <p:extLst>
      <p:ext uri="{BB962C8B-B14F-4D97-AF65-F5344CB8AC3E}">
        <p14:creationId val="3783000405"/>
      </p:ext>
    </p:extLst>
  </p:cSld>
  <p:clrMapOvr>
    <a:masterClrMapping/>
  </p:clrMapOvr>
  <p:transition spd="slow" advClick="0" advTm="9000">
    <p:randomBar dir="vert"/>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p:cTn id="7" dur="500" fill="hold"/>
                                        <p:tgtEl>
                                          <p:spTgt spid="11"/>
                                        </p:tgtEl>
                                        <p:attrNameLst>
                                          <p:attrName>ppt_w</p:attrName>
                                        </p:attrNameLst>
                                      </p:cBhvr>
                                      <p:tavLst>
                                        <p:tav tm="0">
                                          <p:val>
                                            <p:fltVal val="0"/>
                                          </p:val>
                                        </p:tav>
                                        <p:tav tm="100000">
                                          <p:val>
                                            <p:strVal val="#ppt_w"/>
                                          </p:val>
                                        </p:tav>
                                      </p:tavLst>
                                    </p:anim>
                                    <p:anim calcmode="lin" valueType="num">
                                      <p:cBhvr>
                                        <p:cTn id="8" dur="500" fill="hold"/>
                                        <p:tgtEl>
                                          <p:spTgt spid="11"/>
                                        </p:tgtEl>
                                        <p:attrNameLst>
                                          <p:attrName>ppt_h</p:attrName>
                                        </p:attrNameLst>
                                      </p:cBhvr>
                                      <p:tavLst>
                                        <p:tav tm="0">
                                          <p:val>
                                            <p:fltVal val="0"/>
                                          </p:val>
                                        </p:tav>
                                        <p:tav tm="100000">
                                          <p:val>
                                            <p:strVal val="#ppt_h"/>
                                          </p:val>
                                        </p:tav>
                                      </p:tavLst>
                                    </p:anim>
                                    <p:animEffect transition="in" filter="fade">
                                      <p:cBhvr>
                                        <p:cTn id="9" dur="500"/>
                                        <p:tgtEl>
                                          <p:spTgt spid="11"/>
                                        </p:tgtEl>
                                      </p:cBhvr>
                                    </p:animEffect>
                                  </p:childTnLst>
                                </p:cTn>
                              </p:par>
                            </p:childTnLst>
                          </p:cTn>
                        </p:par>
                        <p:par>
                          <p:cTn id="10" fill="hold" nodeType="afterGroup">
                            <p:stCondLst>
                              <p:cond delay="500"/>
                            </p:stCondLst>
                            <p:childTnLst>
                              <p:par>
                                <p:cTn id="11" presetID="2" presetClass="entr" presetSubtype="9" fill="hold" grpId="0" nodeType="after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1250" fill="hold"/>
                                        <p:tgtEl>
                                          <p:spTgt spid="2"/>
                                        </p:tgtEl>
                                        <p:attrNameLst>
                                          <p:attrName>ppt_x</p:attrName>
                                        </p:attrNameLst>
                                      </p:cBhvr>
                                      <p:tavLst>
                                        <p:tav tm="0">
                                          <p:val>
                                            <p:strVal val="0-#ppt_w/2"/>
                                          </p:val>
                                        </p:tav>
                                        <p:tav tm="100000">
                                          <p:val>
                                            <p:strVal val="#ppt_x"/>
                                          </p:val>
                                        </p:tav>
                                      </p:tavLst>
                                    </p:anim>
                                    <p:anim calcmode="lin" valueType="num">
                                      <p:cBhvr additive="base">
                                        <p:cTn id="14" dur="1250" fill="hold"/>
                                        <p:tgtEl>
                                          <p:spTgt spid="2"/>
                                        </p:tgtEl>
                                        <p:attrNameLst>
                                          <p:attrName>ppt_y</p:attrName>
                                        </p:attrNameLst>
                                      </p:cBhvr>
                                      <p:tavLst>
                                        <p:tav tm="0">
                                          <p:val>
                                            <p:strVal val="0-#ppt_h/2"/>
                                          </p:val>
                                        </p:tav>
                                        <p:tav tm="100000">
                                          <p:val>
                                            <p:strVal val="#ppt_y"/>
                                          </p:val>
                                        </p:tav>
                                      </p:tavLst>
                                    </p:anim>
                                  </p:childTnLst>
                                </p:cTn>
                              </p:par>
                              <p:par>
                                <p:cTn id="15" presetID="2" presetClass="entr" presetSubtype="6" fill="hold" grpId="0" nodeType="withEffect">
                                  <p:stCondLst>
                                    <p:cond delay="500"/>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250" fill="hold"/>
                                        <p:tgtEl>
                                          <p:spTgt spid="4"/>
                                        </p:tgtEl>
                                        <p:attrNameLst>
                                          <p:attrName>ppt_x</p:attrName>
                                        </p:attrNameLst>
                                      </p:cBhvr>
                                      <p:tavLst>
                                        <p:tav tm="0">
                                          <p:val>
                                            <p:strVal val="1+#ppt_w/2"/>
                                          </p:val>
                                        </p:tav>
                                        <p:tav tm="100000">
                                          <p:val>
                                            <p:strVal val="#ppt_x"/>
                                          </p:val>
                                        </p:tav>
                                      </p:tavLst>
                                    </p:anim>
                                    <p:anim calcmode="lin" valueType="num">
                                      <p:cBhvr additive="base">
                                        <p:cTn id="18" dur="1250" fill="hold"/>
                                        <p:tgtEl>
                                          <p:spTgt spid="4"/>
                                        </p:tgtEl>
                                        <p:attrNameLst>
                                          <p:attrName>ppt_y</p:attrName>
                                        </p:attrNameLst>
                                      </p:cBhvr>
                                      <p:tavLst>
                                        <p:tav tm="0">
                                          <p:val>
                                            <p:strVal val="1+#ppt_h/2"/>
                                          </p:val>
                                        </p:tav>
                                        <p:tav tm="100000">
                                          <p:val>
                                            <p:strVal val="#ppt_y"/>
                                          </p:val>
                                        </p:tav>
                                      </p:tavLst>
                                    </p:anim>
                                  </p:childTnLst>
                                </p:cTn>
                              </p:par>
                              <p:par>
                                <p:cTn id="19" presetID="2" presetClass="entr" presetSubtype="6" fill="hold" grpId="0" nodeType="withEffect">
                                  <p:stCondLst>
                                    <p:cond delay="1000"/>
                                  </p:stCondLst>
                                  <p:childTnLst>
                                    <p:set>
                                      <p:cBhvr>
                                        <p:cTn id="20" dur="1" fill="hold">
                                          <p:stCondLst>
                                            <p:cond delay="0"/>
                                          </p:stCondLst>
                                        </p:cTn>
                                        <p:tgtEl>
                                          <p:spTgt spid="5"/>
                                        </p:tgtEl>
                                        <p:attrNameLst>
                                          <p:attrName>style.visibility</p:attrName>
                                        </p:attrNameLst>
                                      </p:cBhvr>
                                      <p:to>
                                        <p:strVal val="visible"/>
                                      </p:to>
                                    </p:set>
                                    <p:anim calcmode="lin" valueType="num">
                                      <p:cBhvr additive="base">
                                        <p:cTn id="21" dur="1250" fill="hold"/>
                                        <p:tgtEl>
                                          <p:spTgt spid="5"/>
                                        </p:tgtEl>
                                        <p:attrNameLst>
                                          <p:attrName>ppt_x</p:attrName>
                                        </p:attrNameLst>
                                      </p:cBhvr>
                                      <p:tavLst>
                                        <p:tav tm="0">
                                          <p:val>
                                            <p:strVal val="1+#ppt_w/2"/>
                                          </p:val>
                                        </p:tav>
                                        <p:tav tm="100000">
                                          <p:val>
                                            <p:strVal val="#ppt_x"/>
                                          </p:val>
                                        </p:tav>
                                      </p:tavLst>
                                    </p:anim>
                                    <p:anim calcmode="lin" valueType="num">
                                      <p:cBhvr additive="base">
                                        <p:cTn id="22" dur="1250" fill="hold"/>
                                        <p:tgtEl>
                                          <p:spTgt spid="5"/>
                                        </p:tgtEl>
                                        <p:attrNameLst>
                                          <p:attrName>ppt_y</p:attrName>
                                        </p:attrNameLst>
                                      </p:cBhvr>
                                      <p:tavLst>
                                        <p:tav tm="0">
                                          <p:val>
                                            <p:strVal val="1+#ppt_h/2"/>
                                          </p:val>
                                        </p:tav>
                                        <p:tav tm="100000">
                                          <p:val>
                                            <p:strVal val="#ppt_y"/>
                                          </p:val>
                                        </p:tav>
                                      </p:tavLst>
                                    </p:anim>
                                  </p:childTnLst>
                                </p:cTn>
                              </p:par>
                              <p:par>
                                <p:cTn id="23" presetID="2" presetClass="entr" presetSubtype="9" fill="hold" grpId="0" nodeType="withEffect">
                                  <p:stCondLst>
                                    <p:cond delay="1500"/>
                                  </p:stCondLst>
                                  <p:childTnLst>
                                    <p:set>
                                      <p:cBhvr>
                                        <p:cTn id="24" dur="1" fill="hold">
                                          <p:stCondLst>
                                            <p:cond delay="0"/>
                                          </p:stCondLst>
                                        </p:cTn>
                                        <p:tgtEl>
                                          <p:spTgt spid="3"/>
                                        </p:tgtEl>
                                        <p:attrNameLst>
                                          <p:attrName>style.visibility</p:attrName>
                                        </p:attrNameLst>
                                      </p:cBhvr>
                                      <p:to>
                                        <p:strVal val="visible"/>
                                      </p:to>
                                    </p:set>
                                    <p:anim calcmode="lin" valueType="num">
                                      <p:cBhvr additive="base">
                                        <p:cTn id="25" dur="1250" fill="hold"/>
                                        <p:tgtEl>
                                          <p:spTgt spid="3"/>
                                        </p:tgtEl>
                                        <p:attrNameLst>
                                          <p:attrName>ppt_x</p:attrName>
                                        </p:attrNameLst>
                                      </p:cBhvr>
                                      <p:tavLst>
                                        <p:tav tm="0">
                                          <p:val>
                                            <p:strVal val="0-#ppt_w/2"/>
                                          </p:val>
                                        </p:tav>
                                        <p:tav tm="100000">
                                          <p:val>
                                            <p:strVal val="#ppt_x"/>
                                          </p:val>
                                        </p:tav>
                                      </p:tavLst>
                                    </p:anim>
                                    <p:anim calcmode="lin" valueType="num">
                                      <p:cBhvr additive="base">
                                        <p:cTn id="26" dur="1250" fill="hold"/>
                                        <p:tgtEl>
                                          <p:spTgt spid="3"/>
                                        </p:tgtEl>
                                        <p:attrNameLst>
                                          <p:attrName>ppt_y</p:attrName>
                                        </p:attrNameLst>
                                      </p:cBhvr>
                                      <p:tavLst>
                                        <p:tav tm="0">
                                          <p:val>
                                            <p:strVal val="0-#ppt_h/2"/>
                                          </p:val>
                                        </p:tav>
                                        <p:tav tm="100000">
                                          <p:val>
                                            <p:strVal val="#ppt_y"/>
                                          </p:val>
                                        </p:tav>
                                      </p:tavLst>
                                    </p:anim>
                                  </p:childTnLst>
                                </p:cTn>
                              </p:par>
                            </p:childTnLst>
                          </p:cTn>
                        </p:par>
                        <p:par>
                          <p:cTn id="27" fill="hold" nodeType="afterGroup">
                            <p:stCondLst>
                              <p:cond delay="3250"/>
                            </p:stCondLst>
                            <p:childTnLst>
                              <p:par>
                                <p:cTn id="28" presetID="53" presetClass="entr" presetSubtype="16" fill="hold" grpId="0" nodeType="afterEffect">
                                  <p:stCondLst>
                                    <p:cond delay="0"/>
                                  </p:stCondLst>
                                  <p:childTnLst>
                                    <p:set>
                                      <p:cBhvr>
                                        <p:cTn id="29" dur="1" fill="hold">
                                          <p:stCondLst>
                                            <p:cond delay="0"/>
                                          </p:stCondLst>
                                        </p:cTn>
                                        <p:tgtEl>
                                          <p:spTgt spid="9"/>
                                        </p:tgtEl>
                                        <p:attrNameLst>
                                          <p:attrName>style.visibility</p:attrName>
                                        </p:attrNameLst>
                                      </p:cBhvr>
                                      <p:to>
                                        <p:strVal val="visible"/>
                                      </p:to>
                                    </p:set>
                                    <p:anim calcmode="lin" valueType="num">
                                      <p:cBhvr>
                                        <p:cTn id="30" dur="750" fill="hold"/>
                                        <p:tgtEl>
                                          <p:spTgt spid="9"/>
                                        </p:tgtEl>
                                        <p:attrNameLst>
                                          <p:attrName>ppt_w</p:attrName>
                                        </p:attrNameLst>
                                      </p:cBhvr>
                                      <p:tavLst>
                                        <p:tav tm="0">
                                          <p:val>
                                            <p:fltVal val="0"/>
                                          </p:val>
                                        </p:tav>
                                        <p:tav tm="100000">
                                          <p:val>
                                            <p:strVal val="#ppt_w"/>
                                          </p:val>
                                        </p:tav>
                                      </p:tavLst>
                                    </p:anim>
                                    <p:anim calcmode="lin" valueType="num">
                                      <p:cBhvr>
                                        <p:cTn id="31" dur="750" fill="hold"/>
                                        <p:tgtEl>
                                          <p:spTgt spid="9"/>
                                        </p:tgtEl>
                                        <p:attrNameLst>
                                          <p:attrName>ppt_h</p:attrName>
                                        </p:attrNameLst>
                                      </p:cBhvr>
                                      <p:tavLst>
                                        <p:tav tm="0">
                                          <p:val>
                                            <p:fltVal val="0"/>
                                          </p:val>
                                        </p:tav>
                                        <p:tav tm="100000">
                                          <p:val>
                                            <p:strVal val="#ppt_h"/>
                                          </p:val>
                                        </p:tav>
                                      </p:tavLst>
                                    </p:anim>
                                    <p:animEffect transition="in" filter="fade">
                                      <p:cBhvr>
                                        <p:cTn id="32" dur="750"/>
                                        <p:tgtEl>
                                          <p:spTgt spid="9"/>
                                        </p:tgtEl>
                                      </p:cBhvr>
                                    </p:animEffect>
                                  </p:childTnLst>
                                </p:cTn>
                              </p:par>
                              <p:par>
                                <p:cTn id="33" presetID="53" presetClass="entr" presetSubtype="16" fill="hold" grpId="0" nodeType="withEffect">
                                  <p:stCondLst>
                                    <p:cond delay="500"/>
                                  </p:stCondLst>
                                  <p:childTnLst>
                                    <p:set>
                                      <p:cBhvr>
                                        <p:cTn id="34" dur="1" fill="hold">
                                          <p:stCondLst>
                                            <p:cond delay="0"/>
                                          </p:stCondLst>
                                        </p:cTn>
                                        <p:tgtEl>
                                          <p:spTgt spid="7"/>
                                        </p:tgtEl>
                                        <p:attrNameLst>
                                          <p:attrName>style.visibility</p:attrName>
                                        </p:attrNameLst>
                                      </p:cBhvr>
                                      <p:to>
                                        <p:strVal val="visible"/>
                                      </p:to>
                                    </p:set>
                                    <p:anim calcmode="lin" valueType="num">
                                      <p:cBhvr>
                                        <p:cTn id="35" dur="750" fill="hold"/>
                                        <p:tgtEl>
                                          <p:spTgt spid="7"/>
                                        </p:tgtEl>
                                        <p:attrNameLst>
                                          <p:attrName>ppt_w</p:attrName>
                                        </p:attrNameLst>
                                      </p:cBhvr>
                                      <p:tavLst>
                                        <p:tav tm="0">
                                          <p:val>
                                            <p:fltVal val="0"/>
                                          </p:val>
                                        </p:tav>
                                        <p:tav tm="100000">
                                          <p:val>
                                            <p:strVal val="#ppt_w"/>
                                          </p:val>
                                        </p:tav>
                                      </p:tavLst>
                                    </p:anim>
                                    <p:anim calcmode="lin" valueType="num">
                                      <p:cBhvr>
                                        <p:cTn id="36" dur="750" fill="hold"/>
                                        <p:tgtEl>
                                          <p:spTgt spid="7"/>
                                        </p:tgtEl>
                                        <p:attrNameLst>
                                          <p:attrName>ppt_h</p:attrName>
                                        </p:attrNameLst>
                                      </p:cBhvr>
                                      <p:tavLst>
                                        <p:tav tm="0">
                                          <p:val>
                                            <p:fltVal val="0"/>
                                          </p:val>
                                        </p:tav>
                                        <p:tav tm="100000">
                                          <p:val>
                                            <p:strVal val="#ppt_h"/>
                                          </p:val>
                                        </p:tav>
                                      </p:tavLst>
                                    </p:anim>
                                    <p:animEffect transition="in" filter="fade">
                                      <p:cBhvr>
                                        <p:cTn id="37" dur="750"/>
                                        <p:tgtEl>
                                          <p:spTgt spid="7"/>
                                        </p:tgtEl>
                                      </p:cBhvr>
                                    </p:animEffect>
                                  </p:childTnLst>
                                </p:cTn>
                              </p:par>
                              <p:par>
                                <p:cTn id="38" presetID="53" presetClass="entr" presetSubtype="16" fill="hold" grpId="0" nodeType="withEffect">
                                  <p:stCondLst>
                                    <p:cond delay="1000"/>
                                  </p:stCondLst>
                                  <p:childTnLst>
                                    <p:set>
                                      <p:cBhvr>
                                        <p:cTn id="39" dur="1" fill="hold">
                                          <p:stCondLst>
                                            <p:cond delay="0"/>
                                          </p:stCondLst>
                                        </p:cTn>
                                        <p:tgtEl>
                                          <p:spTgt spid="6"/>
                                        </p:tgtEl>
                                        <p:attrNameLst>
                                          <p:attrName>style.visibility</p:attrName>
                                        </p:attrNameLst>
                                      </p:cBhvr>
                                      <p:to>
                                        <p:strVal val="visible"/>
                                      </p:to>
                                    </p:set>
                                    <p:anim calcmode="lin" valueType="num">
                                      <p:cBhvr>
                                        <p:cTn id="40" dur="750" fill="hold"/>
                                        <p:tgtEl>
                                          <p:spTgt spid="6"/>
                                        </p:tgtEl>
                                        <p:attrNameLst>
                                          <p:attrName>ppt_w</p:attrName>
                                        </p:attrNameLst>
                                      </p:cBhvr>
                                      <p:tavLst>
                                        <p:tav tm="0">
                                          <p:val>
                                            <p:fltVal val="0"/>
                                          </p:val>
                                        </p:tav>
                                        <p:tav tm="100000">
                                          <p:val>
                                            <p:strVal val="#ppt_w"/>
                                          </p:val>
                                        </p:tav>
                                      </p:tavLst>
                                    </p:anim>
                                    <p:anim calcmode="lin" valueType="num">
                                      <p:cBhvr>
                                        <p:cTn id="41" dur="750" fill="hold"/>
                                        <p:tgtEl>
                                          <p:spTgt spid="6"/>
                                        </p:tgtEl>
                                        <p:attrNameLst>
                                          <p:attrName>ppt_h</p:attrName>
                                        </p:attrNameLst>
                                      </p:cBhvr>
                                      <p:tavLst>
                                        <p:tav tm="0">
                                          <p:val>
                                            <p:fltVal val="0"/>
                                          </p:val>
                                        </p:tav>
                                        <p:tav tm="100000">
                                          <p:val>
                                            <p:strVal val="#ppt_h"/>
                                          </p:val>
                                        </p:tav>
                                      </p:tavLst>
                                    </p:anim>
                                    <p:animEffect transition="in" filter="fade">
                                      <p:cBhvr>
                                        <p:cTn id="42" dur="750"/>
                                        <p:tgtEl>
                                          <p:spTgt spid="6"/>
                                        </p:tgtEl>
                                      </p:cBhvr>
                                    </p:animEffect>
                                  </p:childTnLst>
                                </p:cTn>
                              </p:par>
                              <p:par>
                                <p:cTn id="43" presetID="53" presetClass="entr" presetSubtype="16" fill="hold" grpId="0" nodeType="withEffect">
                                  <p:stCondLst>
                                    <p:cond delay="1500"/>
                                  </p:stCondLst>
                                  <p:childTnLst>
                                    <p:set>
                                      <p:cBhvr>
                                        <p:cTn id="44" dur="1" fill="hold">
                                          <p:stCondLst>
                                            <p:cond delay="0"/>
                                          </p:stCondLst>
                                        </p:cTn>
                                        <p:tgtEl>
                                          <p:spTgt spid="10"/>
                                        </p:tgtEl>
                                        <p:attrNameLst>
                                          <p:attrName>style.visibility</p:attrName>
                                        </p:attrNameLst>
                                      </p:cBhvr>
                                      <p:to>
                                        <p:strVal val="visible"/>
                                      </p:to>
                                    </p:set>
                                    <p:anim calcmode="lin" valueType="num">
                                      <p:cBhvr>
                                        <p:cTn id="45" dur="750" fill="hold"/>
                                        <p:tgtEl>
                                          <p:spTgt spid="10"/>
                                        </p:tgtEl>
                                        <p:attrNameLst>
                                          <p:attrName>ppt_w</p:attrName>
                                        </p:attrNameLst>
                                      </p:cBhvr>
                                      <p:tavLst>
                                        <p:tav tm="0">
                                          <p:val>
                                            <p:fltVal val="0"/>
                                          </p:val>
                                        </p:tav>
                                        <p:tav tm="100000">
                                          <p:val>
                                            <p:strVal val="#ppt_w"/>
                                          </p:val>
                                        </p:tav>
                                      </p:tavLst>
                                    </p:anim>
                                    <p:anim calcmode="lin" valueType="num">
                                      <p:cBhvr>
                                        <p:cTn id="46" dur="750" fill="hold"/>
                                        <p:tgtEl>
                                          <p:spTgt spid="10"/>
                                        </p:tgtEl>
                                        <p:attrNameLst>
                                          <p:attrName>ppt_h</p:attrName>
                                        </p:attrNameLst>
                                      </p:cBhvr>
                                      <p:tavLst>
                                        <p:tav tm="0">
                                          <p:val>
                                            <p:fltVal val="0"/>
                                          </p:val>
                                        </p:tav>
                                        <p:tav tm="100000">
                                          <p:val>
                                            <p:strVal val="#ppt_h"/>
                                          </p:val>
                                        </p:tav>
                                      </p:tavLst>
                                    </p:anim>
                                    <p:animEffect transition="in" filter="fade">
                                      <p:cBhvr>
                                        <p:cTn id="47" dur="750"/>
                                        <p:tgtEl>
                                          <p:spTgt spid="10"/>
                                        </p:tgtEl>
                                      </p:cBhvr>
                                    </p:animEffect>
                                  </p:childTnLst>
                                </p:cTn>
                              </p:par>
                              <p:par>
                                <p:cTn id="48" presetID="53" presetClass="entr" presetSubtype="16" fill="hold" grpId="0" nodeType="withEffect">
                                  <p:stCondLst>
                                    <p:cond delay="2000"/>
                                  </p:stCondLst>
                                  <p:childTnLst>
                                    <p:set>
                                      <p:cBhvr>
                                        <p:cTn id="49" dur="1" fill="hold">
                                          <p:stCondLst>
                                            <p:cond delay="0"/>
                                          </p:stCondLst>
                                        </p:cTn>
                                        <p:tgtEl>
                                          <p:spTgt spid="8"/>
                                        </p:tgtEl>
                                        <p:attrNameLst>
                                          <p:attrName>style.visibility</p:attrName>
                                        </p:attrNameLst>
                                      </p:cBhvr>
                                      <p:to>
                                        <p:strVal val="visible"/>
                                      </p:to>
                                    </p:set>
                                    <p:anim calcmode="lin" valueType="num">
                                      <p:cBhvr>
                                        <p:cTn id="50" dur="750" fill="hold"/>
                                        <p:tgtEl>
                                          <p:spTgt spid="8"/>
                                        </p:tgtEl>
                                        <p:attrNameLst>
                                          <p:attrName>ppt_w</p:attrName>
                                        </p:attrNameLst>
                                      </p:cBhvr>
                                      <p:tavLst>
                                        <p:tav tm="0">
                                          <p:val>
                                            <p:fltVal val="0"/>
                                          </p:val>
                                        </p:tav>
                                        <p:tav tm="100000">
                                          <p:val>
                                            <p:strVal val="#ppt_w"/>
                                          </p:val>
                                        </p:tav>
                                      </p:tavLst>
                                    </p:anim>
                                    <p:anim calcmode="lin" valueType="num">
                                      <p:cBhvr>
                                        <p:cTn id="51" dur="750" fill="hold"/>
                                        <p:tgtEl>
                                          <p:spTgt spid="8"/>
                                        </p:tgtEl>
                                        <p:attrNameLst>
                                          <p:attrName>ppt_h</p:attrName>
                                        </p:attrNameLst>
                                      </p:cBhvr>
                                      <p:tavLst>
                                        <p:tav tm="0">
                                          <p:val>
                                            <p:fltVal val="0"/>
                                          </p:val>
                                        </p:tav>
                                        <p:tav tm="100000">
                                          <p:val>
                                            <p:strVal val="#ppt_h"/>
                                          </p:val>
                                        </p:tav>
                                      </p:tavLst>
                                    </p:anim>
                                    <p:animEffect transition="in" filter="fade">
                                      <p:cBhvr>
                                        <p:cTn id="52" dur="750"/>
                                        <p:tgtEl>
                                          <p:spTgt spid="8"/>
                                        </p:tgtEl>
                                      </p:cBhvr>
                                    </p:animEffect>
                                  </p:childTnLst>
                                </p:cTn>
                              </p:par>
                            </p:childTnLst>
                          </p:cTn>
                        </p:par>
                        <p:par>
                          <p:cTn id="53" fill="hold" nodeType="afterGroup">
                            <p:stCondLst>
                              <p:cond delay="6000"/>
                            </p:stCondLst>
                            <p:childTnLst>
                              <p:par>
                                <p:cTn id="54" presetID="42" presetClass="entr" presetSubtype="0" fill="hold" grpId="0" nodeType="afterEffect">
                                  <p:stCondLst>
                                    <p:cond delay="0"/>
                                  </p:stCondLst>
                                  <p:childTnLst>
                                    <p:set>
                                      <p:cBhvr>
                                        <p:cTn id="55" dur="1" fill="hold">
                                          <p:stCondLst>
                                            <p:cond delay="0"/>
                                          </p:stCondLst>
                                        </p:cTn>
                                        <p:tgtEl>
                                          <p:spTgt spid="31"/>
                                        </p:tgtEl>
                                        <p:attrNameLst>
                                          <p:attrName>style.visibility</p:attrName>
                                        </p:attrNameLst>
                                      </p:cBhvr>
                                      <p:to>
                                        <p:strVal val="visible"/>
                                      </p:to>
                                    </p:set>
                                    <p:animEffect transition="in" filter="fade">
                                      <p:cBhvr>
                                        <p:cTn id="56" dur="1000"/>
                                        <p:tgtEl>
                                          <p:spTgt spid="31"/>
                                        </p:tgtEl>
                                      </p:cBhvr>
                                    </p:animEffect>
                                    <p:anim calcmode="lin" valueType="num">
                                      <p:cBhvr>
                                        <p:cTn id="57" dur="1000" fill="hold"/>
                                        <p:tgtEl>
                                          <p:spTgt spid="31"/>
                                        </p:tgtEl>
                                        <p:attrNameLst>
                                          <p:attrName>ppt_x</p:attrName>
                                        </p:attrNameLst>
                                      </p:cBhvr>
                                      <p:tavLst>
                                        <p:tav tm="0">
                                          <p:val>
                                            <p:strVal val="#ppt_x"/>
                                          </p:val>
                                        </p:tav>
                                        <p:tav tm="100000">
                                          <p:val>
                                            <p:strVal val="#ppt_x"/>
                                          </p:val>
                                        </p:tav>
                                      </p:tavLst>
                                    </p:anim>
                                    <p:anim calcmode="lin" valueType="num">
                                      <p:cBhvr>
                                        <p:cTn id="58" dur="1000" fill="hold"/>
                                        <p:tgtEl>
                                          <p:spTgt spid="31"/>
                                        </p:tgtEl>
                                        <p:attrNameLst>
                                          <p:attrName>ppt_y</p:attrName>
                                        </p:attrNameLst>
                                      </p:cBhvr>
                                      <p:tavLst>
                                        <p:tav tm="0">
                                          <p:val>
                                            <p:strVal val="#ppt_y+.1"/>
                                          </p:val>
                                        </p:tav>
                                        <p:tav tm="100000">
                                          <p:val>
                                            <p:strVal val="#ppt_y"/>
                                          </p:val>
                                        </p:tav>
                                      </p:tavLst>
                                    </p:anim>
                                  </p:childTnLst>
                                </p:cTn>
                              </p:par>
                            </p:childTnLst>
                          </p:cTn>
                        </p:par>
                        <p:par>
                          <p:cTn id="59" fill="hold" nodeType="afterGroup">
                            <p:stCondLst>
                              <p:cond delay="7000"/>
                            </p:stCondLst>
                            <p:childTnLst>
                              <p:par>
                                <p:cTn id="60" presetID="2" presetClass="entr" presetSubtype="2" fill="hold" grpId="0" nodeType="afterEffect">
                                  <p:stCondLst>
                                    <p:cond delay="0"/>
                                  </p:stCondLst>
                                  <p:childTnLst>
                                    <p:set>
                                      <p:cBhvr>
                                        <p:cTn id="61" dur="1" fill="hold">
                                          <p:stCondLst>
                                            <p:cond delay="0"/>
                                          </p:stCondLst>
                                        </p:cTn>
                                        <p:tgtEl>
                                          <p:spTgt spid="25"/>
                                        </p:tgtEl>
                                        <p:attrNameLst>
                                          <p:attrName>style.visibility</p:attrName>
                                        </p:attrNameLst>
                                      </p:cBhvr>
                                      <p:to>
                                        <p:strVal val="visible"/>
                                      </p:to>
                                    </p:set>
                                    <p:anim calcmode="lin" valueType="num">
                                      <p:cBhvr additive="base">
                                        <p:cTn id="62" dur="500" fill="hold"/>
                                        <p:tgtEl>
                                          <p:spTgt spid="25"/>
                                        </p:tgtEl>
                                        <p:attrNameLst>
                                          <p:attrName>ppt_x</p:attrName>
                                        </p:attrNameLst>
                                      </p:cBhvr>
                                      <p:tavLst>
                                        <p:tav tm="0">
                                          <p:val>
                                            <p:strVal val="1+#ppt_w/2"/>
                                          </p:val>
                                        </p:tav>
                                        <p:tav tm="100000">
                                          <p:val>
                                            <p:strVal val="#ppt_x"/>
                                          </p:val>
                                        </p:tav>
                                      </p:tavLst>
                                    </p:anim>
                                    <p:anim calcmode="lin" valueType="num">
                                      <p:cBhvr additive="base">
                                        <p:cTn id="63" dur="500" fill="hold"/>
                                        <p:tgtEl>
                                          <p:spTgt spid="25"/>
                                        </p:tgtEl>
                                        <p:attrNameLst>
                                          <p:attrName>ppt_y</p:attrName>
                                        </p:attrNameLst>
                                      </p:cBhvr>
                                      <p:tavLst>
                                        <p:tav tm="0">
                                          <p:val>
                                            <p:strVal val="#ppt_y"/>
                                          </p:val>
                                        </p:tav>
                                        <p:tav tm="100000">
                                          <p:val>
                                            <p:strVal val="#ppt_y"/>
                                          </p:val>
                                        </p:tav>
                                      </p:tavLst>
                                    </p:anim>
                                  </p:childTnLst>
                                </p:cTn>
                              </p:par>
                            </p:childTnLst>
                          </p:cTn>
                        </p:par>
                        <p:par>
                          <p:cTn id="64" fill="hold" nodeType="afterGroup">
                            <p:stCondLst>
                              <p:cond delay="7500"/>
                            </p:stCondLst>
                            <p:childTnLst>
                              <p:par>
                                <p:cTn id="65" presetID="10" presetClass="entr" presetSubtype="0" fill="hold" grpId="0" nodeType="afterEffect">
                                  <p:stCondLst>
                                    <p:cond delay="0"/>
                                  </p:stCondLst>
                                  <p:childTnLst>
                                    <p:set>
                                      <p:cBhvr>
                                        <p:cTn id="66" dur="1" fill="hold">
                                          <p:stCondLst>
                                            <p:cond delay="0"/>
                                          </p:stCondLst>
                                        </p:cTn>
                                        <p:tgtEl>
                                          <p:spTgt spid="26"/>
                                        </p:tgtEl>
                                        <p:attrNameLst>
                                          <p:attrName>style.visibility</p:attrName>
                                        </p:attrNameLst>
                                      </p:cBhvr>
                                      <p:to>
                                        <p:strVal val="visible"/>
                                      </p:to>
                                    </p:set>
                                    <p:animEffect transition="in" filter="fade">
                                      <p:cBhvr>
                                        <p:cTn id="67" dur="500"/>
                                        <p:tgtEl>
                                          <p:spTgt spid="26"/>
                                        </p:tgtEl>
                                      </p:cBhvr>
                                    </p:animEffect>
                                  </p:childTnLst>
                                </p:cTn>
                              </p:par>
                            </p:childTnLst>
                          </p:cTn>
                        </p:par>
                        <p:par>
                          <p:cTn id="68" fill="hold" nodeType="afterGroup">
                            <p:stCondLst>
                              <p:cond delay="8000"/>
                            </p:stCondLst>
                            <p:childTnLst>
                              <p:par>
                                <p:cTn id="69" presetID="53" presetClass="entr" presetSubtype="16" fill="hold" grpId="0" nodeType="afterEffect">
                                  <p:stCondLst>
                                    <p:cond delay="0"/>
                                  </p:stCondLst>
                                  <p:childTnLst>
                                    <p:set>
                                      <p:cBhvr>
                                        <p:cTn id="70" dur="1" fill="hold">
                                          <p:stCondLst>
                                            <p:cond delay="0"/>
                                          </p:stCondLst>
                                        </p:cTn>
                                        <p:tgtEl>
                                          <p:spTgt spid="27"/>
                                        </p:tgtEl>
                                        <p:attrNameLst>
                                          <p:attrName>style.visibility</p:attrName>
                                        </p:attrNameLst>
                                      </p:cBhvr>
                                      <p:to>
                                        <p:strVal val="visible"/>
                                      </p:to>
                                    </p:set>
                                    <p:anim calcmode="lin" valueType="num">
                                      <p:cBhvr>
                                        <p:cTn id="71" dur="500" fill="hold"/>
                                        <p:tgtEl>
                                          <p:spTgt spid="27"/>
                                        </p:tgtEl>
                                        <p:attrNameLst>
                                          <p:attrName>ppt_w</p:attrName>
                                        </p:attrNameLst>
                                      </p:cBhvr>
                                      <p:tavLst>
                                        <p:tav tm="0">
                                          <p:val>
                                            <p:fltVal val="0"/>
                                          </p:val>
                                        </p:tav>
                                        <p:tav tm="100000">
                                          <p:val>
                                            <p:strVal val="#ppt_w"/>
                                          </p:val>
                                        </p:tav>
                                      </p:tavLst>
                                    </p:anim>
                                    <p:anim calcmode="lin" valueType="num">
                                      <p:cBhvr>
                                        <p:cTn id="72" dur="500" fill="hold"/>
                                        <p:tgtEl>
                                          <p:spTgt spid="27"/>
                                        </p:tgtEl>
                                        <p:attrNameLst>
                                          <p:attrName>ppt_h</p:attrName>
                                        </p:attrNameLst>
                                      </p:cBhvr>
                                      <p:tavLst>
                                        <p:tav tm="0">
                                          <p:val>
                                            <p:fltVal val="0"/>
                                          </p:val>
                                        </p:tav>
                                        <p:tav tm="100000">
                                          <p:val>
                                            <p:strVal val="#ppt_h"/>
                                          </p:val>
                                        </p:tav>
                                      </p:tavLst>
                                    </p:anim>
                                    <p:animEffect transition="in" filter="fade">
                                      <p:cBhvr>
                                        <p:cTn id="73" dur="500"/>
                                        <p:tgtEl>
                                          <p:spTgt spid="27"/>
                                        </p:tgtEl>
                                      </p:cBhvr>
                                    </p:animEffect>
                                  </p:childTnLst>
                                </p:cTn>
                              </p:par>
                              <p:par>
                                <p:cTn id="74" presetID="53" presetClass="entr" presetSubtype="16" fill="hold" grpId="0" nodeType="withEffect">
                                  <p:stCondLst>
                                    <p:cond delay="0"/>
                                  </p:stCondLst>
                                  <p:childTnLst>
                                    <p:set>
                                      <p:cBhvr>
                                        <p:cTn id="75" dur="1" fill="hold">
                                          <p:stCondLst>
                                            <p:cond delay="0"/>
                                          </p:stCondLst>
                                        </p:cTn>
                                        <p:tgtEl>
                                          <p:spTgt spid="28"/>
                                        </p:tgtEl>
                                        <p:attrNameLst>
                                          <p:attrName>style.visibility</p:attrName>
                                        </p:attrNameLst>
                                      </p:cBhvr>
                                      <p:to>
                                        <p:strVal val="visible"/>
                                      </p:to>
                                    </p:set>
                                    <p:anim calcmode="lin" valueType="num">
                                      <p:cBhvr>
                                        <p:cTn id="76" dur="500" fill="hold"/>
                                        <p:tgtEl>
                                          <p:spTgt spid="28"/>
                                        </p:tgtEl>
                                        <p:attrNameLst>
                                          <p:attrName>ppt_w</p:attrName>
                                        </p:attrNameLst>
                                      </p:cBhvr>
                                      <p:tavLst>
                                        <p:tav tm="0">
                                          <p:val>
                                            <p:fltVal val="0"/>
                                          </p:val>
                                        </p:tav>
                                        <p:tav tm="100000">
                                          <p:val>
                                            <p:strVal val="#ppt_w"/>
                                          </p:val>
                                        </p:tav>
                                      </p:tavLst>
                                    </p:anim>
                                    <p:anim calcmode="lin" valueType="num">
                                      <p:cBhvr>
                                        <p:cTn id="77" dur="500" fill="hold"/>
                                        <p:tgtEl>
                                          <p:spTgt spid="28"/>
                                        </p:tgtEl>
                                        <p:attrNameLst>
                                          <p:attrName>ppt_h</p:attrName>
                                        </p:attrNameLst>
                                      </p:cBhvr>
                                      <p:tavLst>
                                        <p:tav tm="0">
                                          <p:val>
                                            <p:fltVal val="0"/>
                                          </p:val>
                                        </p:tav>
                                        <p:tav tm="100000">
                                          <p:val>
                                            <p:strVal val="#ppt_h"/>
                                          </p:val>
                                        </p:tav>
                                      </p:tavLst>
                                    </p:anim>
                                    <p:animEffect transition="in" filter="fade">
                                      <p:cBhvr>
                                        <p:cTn id="78" dur="500"/>
                                        <p:tgtEl>
                                          <p:spTgt spid="28"/>
                                        </p:tgtEl>
                                      </p:cBhvr>
                                    </p:animEffect>
                                  </p:childTnLst>
                                </p:cTn>
                              </p:par>
                              <p:par>
                                <p:cTn id="79" presetID="53" presetClass="entr" presetSubtype="16" fill="hold" grpId="0" nodeType="withEffect">
                                  <p:stCondLst>
                                    <p:cond delay="0"/>
                                  </p:stCondLst>
                                  <p:childTnLst>
                                    <p:set>
                                      <p:cBhvr>
                                        <p:cTn id="80" dur="1" fill="hold">
                                          <p:stCondLst>
                                            <p:cond delay="0"/>
                                          </p:stCondLst>
                                        </p:cTn>
                                        <p:tgtEl>
                                          <p:spTgt spid="29"/>
                                        </p:tgtEl>
                                        <p:attrNameLst>
                                          <p:attrName>style.visibility</p:attrName>
                                        </p:attrNameLst>
                                      </p:cBhvr>
                                      <p:to>
                                        <p:strVal val="visible"/>
                                      </p:to>
                                    </p:set>
                                    <p:anim calcmode="lin" valueType="num">
                                      <p:cBhvr>
                                        <p:cTn id="81" dur="500" fill="hold"/>
                                        <p:tgtEl>
                                          <p:spTgt spid="29"/>
                                        </p:tgtEl>
                                        <p:attrNameLst>
                                          <p:attrName>ppt_w</p:attrName>
                                        </p:attrNameLst>
                                      </p:cBhvr>
                                      <p:tavLst>
                                        <p:tav tm="0">
                                          <p:val>
                                            <p:fltVal val="0"/>
                                          </p:val>
                                        </p:tav>
                                        <p:tav tm="100000">
                                          <p:val>
                                            <p:strVal val="#ppt_w"/>
                                          </p:val>
                                        </p:tav>
                                      </p:tavLst>
                                    </p:anim>
                                    <p:anim calcmode="lin" valueType="num">
                                      <p:cBhvr>
                                        <p:cTn id="82" dur="500" fill="hold"/>
                                        <p:tgtEl>
                                          <p:spTgt spid="29"/>
                                        </p:tgtEl>
                                        <p:attrNameLst>
                                          <p:attrName>ppt_h</p:attrName>
                                        </p:attrNameLst>
                                      </p:cBhvr>
                                      <p:tavLst>
                                        <p:tav tm="0">
                                          <p:val>
                                            <p:fltVal val="0"/>
                                          </p:val>
                                        </p:tav>
                                        <p:tav tm="100000">
                                          <p:val>
                                            <p:strVal val="#ppt_h"/>
                                          </p:val>
                                        </p:tav>
                                      </p:tavLst>
                                    </p:anim>
                                    <p:animEffect transition="in" filter="fade">
                                      <p:cBhvr>
                                        <p:cTn id="83" dur="500"/>
                                        <p:tgtEl>
                                          <p:spTgt spid="29"/>
                                        </p:tgtEl>
                                      </p:cBhvr>
                                    </p:animEffect>
                                  </p:childTnLst>
                                </p:cTn>
                              </p:par>
                              <p:par>
                                <p:cTn id="84" presetID="53" presetClass="entr" presetSubtype="16" fill="hold" grpId="0" nodeType="withEffect">
                                  <p:stCondLst>
                                    <p:cond delay="0"/>
                                  </p:stCondLst>
                                  <p:childTnLst>
                                    <p:set>
                                      <p:cBhvr>
                                        <p:cTn id="85" dur="1" fill="hold">
                                          <p:stCondLst>
                                            <p:cond delay="0"/>
                                          </p:stCondLst>
                                        </p:cTn>
                                        <p:tgtEl>
                                          <p:spTgt spid="30"/>
                                        </p:tgtEl>
                                        <p:attrNameLst>
                                          <p:attrName>style.visibility</p:attrName>
                                        </p:attrNameLst>
                                      </p:cBhvr>
                                      <p:to>
                                        <p:strVal val="visible"/>
                                      </p:to>
                                    </p:set>
                                    <p:anim calcmode="lin" valueType="num">
                                      <p:cBhvr>
                                        <p:cTn id="86" dur="500" fill="hold"/>
                                        <p:tgtEl>
                                          <p:spTgt spid="30"/>
                                        </p:tgtEl>
                                        <p:attrNameLst>
                                          <p:attrName>ppt_w</p:attrName>
                                        </p:attrNameLst>
                                      </p:cBhvr>
                                      <p:tavLst>
                                        <p:tav tm="0">
                                          <p:val>
                                            <p:fltVal val="0"/>
                                          </p:val>
                                        </p:tav>
                                        <p:tav tm="100000">
                                          <p:val>
                                            <p:strVal val="#ppt_w"/>
                                          </p:val>
                                        </p:tav>
                                      </p:tavLst>
                                    </p:anim>
                                    <p:anim calcmode="lin" valueType="num">
                                      <p:cBhvr>
                                        <p:cTn id="87" dur="500" fill="hold"/>
                                        <p:tgtEl>
                                          <p:spTgt spid="30"/>
                                        </p:tgtEl>
                                        <p:attrNameLst>
                                          <p:attrName>ppt_h</p:attrName>
                                        </p:attrNameLst>
                                      </p:cBhvr>
                                      <p:tavLst>
                                        <p:tav tm="0">
                                          <p:val>
                                            <p:fltVal val="0"/>
                                          </p:val>
                                        </p:tav>
                                        <p:tav tm="100000">
                                          <p:val>
                                            <p:strVal val="#ppt_h"/>
                                          </p:val>
                                        </p:tav>
                                      </p:tavLst>
                                    </p:anim>
                                    <p:animEffect transition="in" filter="fade">
                                      <p:cBhvr>
                                        <p:cTn id="88"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P spid="9" grpId="0" animBg="1"/>
      <p:bldP spid="10" grpId="0" animBg="1"/>
      <p:bldP spid="11" grpId="0" animBg="1"/>
      <p:bldP spid="25" grpId="0"/>
      <p:bldP spid="26" grpId="0"/>
      <p:bldP spid="27" grpId="0" animBg="1"/>
      <p:bldP spid="28" grpId="0" animBg="1"/>
      <p:bldP spid="29" grpId="0"/>
      <p:bldP spid="30" grpId="0"/>
      <p:bldP spid="31" grpId="0"/>
    </p:bldLst>
  </p:timing>
</p:sld>
</file>

<file path=ppt/tags/tag1.xml><?xml version="1.0" encoding="utf-8"?>
<p:tagLst xmlns:p="http://schemas.openxmlformats.org/presentationml/2006/main">
  <p:tag name="MH" val="20160513141453"/>
  <p:tag name="MH_LIBRARY" val="GRAPHIC"/>
  <p:tag name="MH_ORDER" val="2"/>
  <p:tag name="MH_TYPE" val="Other"/>
</p:tagLst>
</file>

<file path=ppt/tags/tag2.xml><?xml version="1.0" encoding="utf-8"?>
<p:tagLst xmlns:p="http://schemas.openxmlformats.org/presentationml/2006/main">
  <p:tag name="MH" val="20160513141453"/>
  <p:tag name="MH_LIBRARY" val="GRAPHIC"/>
  <p:tag name="MH_ORDER" val="2"/>
  <p:tag name="MH_TYPE" val="Other"/>
</p:tagLst>
</file>

<file path=ppt/tags/tag3.xml><?xml version="1.0" encoding="utf-8"?>
<p:tagLst xmlns:p="http://schemas.openxmlformats.org/presentationml/2006/main">
  <p:tag name="ISLIDE.DIAGRAM" val="d2d17333-4805-44c9-bbc8-170b5bded198"/>
</p:tagLst>
</file>

<file path=ppt/tags/tag4.xml><?xml version="1.0" encoding="utf-8"?>
<p:tagLst xmlns:p="http://schemas.openxmlformats.org/presentationml/2006/main">
  <p:tag name="MH" val="20160513141453"/>
  <p:tag name="MH_LIBRARY" val="GRAPHIC"/>
  <p:tag name="MH_ORDER" val="2"/>
  <p:tag name="MH_TYPE" val="Other"/>
</p:tagLst>
</file>

<file path=ppt/tags/tag5.xml><?xml version="1.0" encoding="utf-8"?>
<p:tagLst xmlns:p="http://schemas.openxmlformats.org/presentationml/2006/main">
  <p:tag name="MH" val="20160513141453"/>
  <p:tag name="MH_LIBRARY" val="GRAPHIC"/>
  <p:tag name="MH_ORDER" val="2"/>
  <p:tag name="MH_TYPE" val="Other"/>
</p:tagLst>
</file>

<file path=ppt/tags/tag6.xml><?xml version="1.0" encoding="utf-8"?>
<p:tagLst xmlns:p="http://schemas.openxmlformats.org/presentationml/2006/main">
  <p:tag name="MH" val="20160513141453"/>
  <p:tag name="MH_LIBRARY" val="GRAPHIC"/>
  <p:tag name="MH_ORDER" val="2"/>
  <p:tag name="MH_TYPE" val="Other"/>
</p:tagLst>
</file>

<file path=ppt/tags/tag7.xml><?xml version="1.0" encoding="utf-8"?>
<p:tagLst xmlns:p="http://schemas.openxmlformats.org/presentationml/2006/main">
  <p:tag name="MH" val="20160513141453"/>
  <p:tag name="MH_LIBRARY" val="GRAPHIC"/>
  <p:tag name="MH_ORDER" val="2"/>
  <p:tag name="MH_TYPE" val="Other"/>
</p:tagLst>
</file>

<file path=ppt/tags/tag8.xml><?xml version="1.0" encoding="utf-8"?>
<p:tagLst xmlns:p="http://schemas.openxmlformats.org/presentationml/2006/main">
  <p:tag name="MH" val="20160513141453"/>
  <p:tag name="MH_LIBRARY" val="GRAPHIC"/>
  <p:tag name="MH_ORDER" val="2"/>
  <p:tag name="MH_TYPE" val="Other"/>
</p:tagLst>
</file>

<file path=ppt/tags/tag9.xml><?xml version="1.0" encoding="utf-8"?>
<p:tagLst xmlns:p="http://schemas.openxmlformats.org/presentationml/2006/main">
  <p:tag name="MH" val="20160513141453"/>
  <p:tag name="MH_LIBRARY" val="GRAPHIC"/>
  <p:tag name="MH_ORDER" val="2"/>
  <p:tag name="MH_TYPE" val="Other"/>
</p:tagLst>
</file>

<file path=ppt/tags/tag10.xml><?xml version="1.0" encoding="utf-8"?>
<p:tagLst xmlns:p="http://schemas.openxmlformats.org/presentationml/2006/main">
  <p:tag name="MH" val="20160513141453"/>
  <p:tag name="MH_LIBRARY" val="GRAPHIC"/>
  <p:tag name="MH_ORDER" val="2"/>
  <p:tag name="MH_TYPE" val="Other"/>
</p:tagLst>
</file>

<file path=ppt/tags/tag11.xml><?xml version="1.0" encoding="utf-8"?>
<p:tagLst xmlns:p="http://schemas.openxmlformats.org/presentationml/2006/main">
  <p:tag name="MH" val="20160513141453"/>
  <p:tag name="MH_LIBRARY" val="GRAPHIC"/>
  <p:tag name="MH_ORDER" val="2"/>
  <p:tag name="MH_TYPE" val="Other"/>
</p:tagLst>
</file>

<file path=ppt/tags/tag12.xml><?xml version="1.0" encoding="utf-8"?>
<p:tagLst xmlns:p="http://schemas.openxmlformats.org/presentationml/2006/main">
  <p:tag name="MH" val="20160513141453"/>
  <p:tag name="MH_LIBRARY" val="GRAPHIC"/>
  <p:tag name="MH_ORDER" val="2"/>
  <p:tag name="MH_TYPE" val="Other"/>
</p:tagLst>
</file>

<file path=ppt/tags/tag13.xml><?xml version="1.0" encoding="utf-8"?>
<p:tagLst xmlns:p="http://schemas.openxmlformats.org/presentationml/2006/main">
  <p:tag name="MH" val="20151127093239"/>
  <p:tag name="MH_LIBRARY" val="GRAPHIC"/>
  <p:tag name="MH_ORDER" val="1"/>
  <p:tag name="MH_TYPE" val="Other"/>
</p:tagLst>
</file>

<file path=ppt/tags/tag14.xml><?xml version="1.0" encoding="utf-8"?>
<p:tagLst xmlns:p="http://schemas.openxmlformats.org/presentationml/2006/main">
  <p:tag name="MH" val="20151127093239"/>
  <p:tag name="MH_LIBRARY" val="GRAPHIC"/>
  <p:tag name="MH_ORDER" val="1"/>
  <p:tag name="MH_TYPE" val="SubTitle"/>
</p:tagLst>
</file>

<file path=ppt/tags/tag15.xml><?xml version="1.0" encoding="utf-8"?>
<p:tagLst xmlns:p="http://schemas.openxmlformats.org/presentationml/2006/main">
  <p:tag name="MH" val="20151127093239"/>
  <p:tag name="MH_LIBRARY" val="GRAPHIC"/>
  <p:tag name="MH_ORDER" val="1"/>
  <p:tag name="MH_TYPE" val="SubTitle"/>
</p:tagLst>
</file>

<file path=ppt/tags/tag16.xml><?xml version="1.0" encoding="utf-8"?>
<p:tagLst xmlns:p="http://schemas.openxmlformats.org/presentationml/2006/main">
  <p:tag name="MH" val="20151127093239"/>
  <p:tag name="MH_LIBRARY" val="GRAPHIC"/>
  <p:tag name="MH_ORDER" val="4"/>
  <p:tag name="MH_TYPE" val="SubTitle"/>
</p:tagLst>
</file>

<file path=ppt/tags/tag17.xml><?xml version="1.0" encoding="utf-8"?>
<p:tagLst xmlns:p="http://schemas.openxmlformats.org/presentationml/2006/main">
  <p:tag name="MH" val="20151127093239"/>
  <p:tag name="MH_LIBRARY" val="GRAPHIC"/>
  <p:tag name="MH_ORDER" val="4"/>
  <p:tag name="MH_TYPE" val="SubTitle"/>
</p:tagLst>
</file>

<file path=ppt/tags/tag18.xml><?xml version="1.0" encoding="utf-8"?>
<p:tagLst xmlns:p="http://schemas.openxmlformats.org/presentationml/2006/main">
  <p:tag name="MH" val="20151127093239"/>
  <p:tag name="MH_LIBRARY" val="GRAPHIC"/>
  <p:tag name="MH_ORDER" val="1"/>
  <p:tag name="MH_TYPE" val="SubTitle"/>
</p:tagLst>
</file>

<file path=ppt/tags/tag19.xml><?xml version="1.0" encoding="utf-8"?>
<p:tagLst xmlns:p="http://schemas.openxmlformats.org/presentationml/2006/main">
  <p:tag name="MH" val="20151127093239"/>
  <p:tag name="MH_LIBRARY" val="GRAPHIC"/>
  <p:tag name="MH_ORDER" val="4"/>
  <p:tag name="MH_TYPE" val="SubTitle"/>
</p:tagLst>
</file>

<file path=ppt/tags/tag20.xml><?xml version="1.0" encoding="utf-8"?>
<p:tagLst xmlns:p="http://schemas.openxmlformats.org/presentationml/2006/main">
  <p:tag name="MH" val="20160203101803"/>
  <p:tag name="MH_LIBRARY" val="GRAPHIC"/>
  <p:tag name="MH_ORDER" val="2"/>
  <p:tag name="MH_TYPE" val="Other"/>
</p:tagLst>
</file>

<file path=ppt/tags/tag21.xml><?xml version="1.0" encoding="utf-8"?>
<p:tagLst xmlns:p="http://schemas.openxmlformats.org/presentationml/2006/main">
  <p:tag name="MH" val="20160202215101"/>
  <p:tag name="MH_LIBRARY" val="GRAPHIC"/>
  <p:tag name="MH_ORDER" val="9"/>
  <p:tag name="MH_TYPE" val="Other"/>
</p:tagLst>
</file>

<file path=ppt/tags/tag22.xml><?xml version="1.0" encoding="utf-8"?>
<p:tagLst xmlns:p="http://schemas.openxmlformats.org/presentationml/2006/main">
  <p:tag name="MH" val="20151104112100"/>
  <p:tag name="MH_LIBRARY" val="GRAPHIC"/>
  <p:tag name="MH_ORDER" val="1"/>
  <p:tag name="MH_TYPE" val="Text"/>
</p:tagLst>
</file>

<file path=ppt/tags/tag23.xml><?xml version="1.0" encoding="utf-8"?>
<p:tagLst xmlns:p="http://schemas.openxmlformats.org/presentationml/2006/main">
  <p:tag name="MH" val="20151104112100"/>
  <p:tag name="MH_LIBRARY" val="GRAPHIC"/>
  <p:tag name="MH_ORDER" val="1"/>
  <p:tag name="MH_TYPE" val="Text"/>
</p:tagLst>
</file>

<file path=ppt/tags/tag24.xml><?xml version="1.0" encoding="utf-8"?>
<p:tagLst xmlns:p="http://schemas.openxmlformats.org/presentationml/2006/main">
  <p:tag name="MH" val="20151104112100"/>
  <p:tag name="MH_LIBRARY" val="GRAPHIC"/>
  <p:tag name="MH_ORDER" val="1"/>
  <p:tag name="MH_TYPE" val="Text"/>
</p:tagLst>
</file>

<file path=ppt/tags/tag25.xml><?xml version="1.0" encoding="utf-8"?>
<p:tagLst xmlns:p="http://schemas.openxmlformats.org/presentationml/2006/main">
  <p:tag name="MH" val="20151104112100"/>
  <p:tag name="MH_LIBRARY" val="GRAPHIC"/>
  <p:tag name="MH_ORDER" val="1"/>
  <p:tag name="MH_TYPE" val="Text"/>
</p:tagLst>
</file>

<file path=ppt/tags/tag26.xml><?xml version="1.0" encoding="utf-8"?>
<p:tagLst xmlns:p="http://schemas.openxmlformats.org/presentationml/2006/main">
  <p:tag name="MH" val="20160513141453"/>
  <p:tag name="MH_LIBRARY" val="GRAPHIC"/>
  <p:tag name="MH_ORDER" val="2"/>
  <p:tag name="MH_TYPE" val="Other"/>
</p:tagLst>
</file>

<file path=ppt/tags/tag27.xml><?xml version="1.0" encoding="utf-8"?>
<p:tagLst xmlns:p="http://schemas.openxmlformats.org/presentationml/2006/main">
  <p:tag name="MH" val="20160513141453"/>
  <p:tag name="MH_LIBRARY" val="GRAPHIC"/>
  <p:tag name="MH_ORDER" val="2"/>
  <p:tag name="MH_TYPE" val="Other"/>
</p:tagLst>
</file>

<file path=ppt/tags/tag28.xml><?xml version="1.0" encoding="utf-8"?>
<p:tagLst xmlns:p="http://schemas.openxmlformats.org/presentationml/2006/main">
  <p:tag name="MH" val="20160513141453"/>
  <p:tag name="MH_LIBRARY" val="GRAPHIC"/>
  <p:tag name="MH_ORDER" val="2"/>
  <p:tag name="MH_TYPE" val="Other"/>
</p:tagLst>
</file>

<file path=ppt/tags/tag29.xml><?xml version="1.0" encoding="utf-8"?>
<p:tagLst xmlns:p="http://schemas.openxmlformats.org/presentationml/2006/main">
  <p:tag name="MH" val="20160513141453"/>
  <p:tag name="MH_LIBRARY" val="GRAPHIC"/>
  <p:tag name="MH_ORDER" val="2"/>
  <p:tag name="MH_TYPE" val="Other"/>
</p:tagLst>
</file>

<file path=ppt/tags/tag30.xml><?xml version="1.0" encoding="utf-8"?>
<p:tagLst xmlns:p="http://schemas.openxmlformats.org/presentationml/2006/main">
  <p:tag name="MH" val="20160513141453"/>
  <p:tag name="MH_LIBRARY" val="GRAPHIC"/>
  <p:tag name="MH_ORDER" val="2"/>
  <p:tag name="MH_TYPE" val="Other"/>
</p:tagLst>
</file>

<file path=ppt/tags/tag31.xml><?xml version="1.0" encoding="utf-8"?>
<p:tagLst xmlns:p="http://schemas.openxmlformats.org/presentationml/2006/main">
  <p:tag name="MH" val="20160513141453"/>
  <p:tag name="MH_LIBRARY" val="GRAPHIC"/>
  <p:tag name="MH_ORDER" val="2"/>
  <p:tag name="MH_TYPE" val="Other"/>
</p:tagLst>
</file>

<file path=ppt/tags/tag32.xml><?xml version="1.0" encoding="utf-8"?>
<p:tagLst xmlns:p="http://schemas.openxmlformats.org/presentationml/2006/main">
  <p:tag name="MH" val="20160513141453"/>
  <p:tag name="MH_LIBRARY" val="GRAPHIC"/>
  <p:tag name="MH_ORDER" val="2"/>
  <p:tag name="MH_TYPE" val="Other"/>
</p:tagLst>
</file>

<file path=ppt/tags/tag33.xml><?xml version="1.0" encoding="utf-8"?>
<p:tagLst xmlns:p="http://schemas.openxmlformats.org/presentationml/2006/main">
  <p:tag name="PA" val="v3.2.0"/>
</p:tagLst>
</file>

<file path=ppt/tags/tag34.xml><?xml version="1.0" encoding="utf-8"?>
<p:tagLst xmlns:p="http://schemas.openxmlformats.org/presentationml/2006/main">
  <p:tag name="PA" val="v3.2.0"/>
</p:tagLst>
</file>

<file path=ppt/tags/tag35.xml><?xml version="1.0" encoding="utf-8"?>
<p:tagLst xmlns:p="http://schemas.openxmlformats.org/presentationml/2006/main">
  <p:tag name="PA" val="v3.2.0"/>
</p:tagLst>
</file>

<file path=ppt/tags/tag36.xml><?xml version="1.0" encoding="utf-8"?>
<p:tagLst xmlns:p="http://schemas.openxmlformats.org/presentationml/2006/main">
  <p:tag name="PA" val="v3.2.0"/>
</p:tagLst>
</file>

<file path=ppt/tags/tag37.xml><?xml version="1.0" encoding="utf-8"?>
<p:tagLst xmlns:p="http://schemas.openxmlformats.org/presentationml/2006/main">
  <p:tag name="PA" val="v3.2.0"/>
</p:tagLst>
</file>

<file path=ppt/tags/tag38.xml><?xml version="1.0" encoding="utf-8"?>
<p:tagLst xmlns:p="http://schemas.openxmlformats.org/presentationml/2006/main">
  <p:tag name="PA" val="v3.2.0"/>
</p:tagLst>
</file>

<file path=ppt/tags/tag39.xml><?xml version="1.0" encoding="utf-8"?>
<p:tagLst xmlns:p="http://schemas.openxmlformats.org/presentationml/2006/main">
  <p:tag name="PA" val="v3.2.0"/>
</p:tagLst>
</file>

<file path=ppt/tags/tag40.xml><?xml version="1.0" encoding="utf-8"?>
<p:tagLst xmlns:p="http://schemas.openxmlformats.org/presentationml/2006/main">
  <p:tag name="PA" val="v3.2.0"/>
</p:tagLst>
</file>

<file path=ppt/tags/tag41.xml><?xml version="1.0" encoding="utf-8"?>
<p:tagLst xmlns:p="http://schemas.openxmlformats.org/presentationml/2006/main">
  <p:tag name="PA" val="v3.2.0"/>
</p:tagLst>
</file>

<file path=ppt/tags/tag42.xml><?xml version="1.0" encoding="utf-8"?>
<p:tagLst xmlns:p="http://schemas.openxmlformats.org/presentationml/2006/main">
  <p:tag name="PA" val="v3.2.0"/>
</p:tagLst>
</file>

<file path=ppt/tags/tag43.xml><?xml version="1.0" encoding="utf-8"?>
<p:tagLst xmlns:p="http://schemas.openxmlformats.org/presentationml/2006/main">
  <p:tag name="PA" val="v3.2.0"/>
</p:tagLst>
</file>

<file path=ppt/tags/tag44.xml><?xml version="1.0" encoding="utf-8"?>
<p:tagLst xmlns:p="http://schemas.openxmlformats.org/presentationml/2006/main">
  <p:tag name="PA" val="v3.2.0"/>
</p:tagLst>
</file>

<file path=ppt/tags/tag45.xml><?xml version="1.0" encoding="utf-8"?>
<p:tagLst xmlns:p="http://schemas.openxmlformats.org/presentationml/2006/main">
  <p:tag name="MH" val="20160513141453"/>
  <p:tag name="MH_LIBRARY" val="GRAPHIC"/>
  <p:tag name="MH_ORDER" val="2"/>
  <p:tag name="MH_TYPE" val="Other"/>
</p:tagLst>
</file>

<file path=ppt/tags/tag46.xml><?xml version="1.0" encoding="utf-8"?>
<p:tagLst xmlns:p="http://schemas.openxmlformats.org/presentationml/2006/main">
  <p:tag name="MH" val="20160513141453"/>
  <p:tag name="MH_LIBRARY" val="GRAPHIC"/>
  <p:tag name="MH_ORDER" val="2"/>
  <p:tag name="MH_TYPE" val="Other"/>
</p:tagLst>
</file>

<file path=ppt/tags/tag47.xml><?xml version="1.0" encoding="utf-8"?>
<p:tagLst xmlns:p="http://schemas.openxmlformats.org/presentationml/2006/main">
  <p:tag name="MH" val="20160513141453"/>
  <p:tag name="MH_LIBRARY" val="GRAPHIC"/>
  <p:tag name="MH_ORDER" val="2"/>
  <p:tag name="MH_TYPE" val="Other"/>
</p:tagLst>
</file>

<file path=ppt/tags/tag48.xml><?xml version="1.0" encoding="utf-8"?>
<p:tagLst xmlns:p="http://schemas.openxmlformats.org/presentationml/2006/main">
  <p:tag name="AS_NET" val="4.0.30319.42000"/>
  <p:tag name="AS_OS" val="Microsoft Windows NT 6.2.9200.0"/>
  <p:tag name="AS_RELEASE_DATE" val="2024.05.14"/>
  <p:tag name="AS_TITLE" val="Aspose.Slides for .NET 4.0 Client Profile"/>
  <p:tag name="AS_VERSION" val="24.5"/>
</p:tagLst>
</file>

<file path=ppt/theme/theme1.xml><?xml version="1.0" encoding="utf-8"?>
<a:theme xmlns:r="http://schemas.openxmlformats.org/officeDocument/2006/relationships"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等线 Light" panose="020f0302020204030204"/>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等线" panose="020f0502020204030204"/>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r="http://schemas.openxmlformats.org/officeDocument/2006/relationships"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等线 Light" panose="020f0302020204030204"/>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等线" panose="020f0502020204030204"/>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vt="http://schemas.openxmlformats.org/officeDocument/2006/docPropsVTypes" xmlns="http://schemas.openxmlformats.org/officeDocument/2006/extended-properties">
  <Company/>
  <PresentationFormat>宽屏</PresentationFormat>
  <Paragraphs>263</Paragraphs>
  <Slides>29</Slides>
  <Notes>21</Notes>
  <TotalTime>122</TotalTime>
  <HiddenSlides>0</HiddenSlides>
  <MMClips>1</MMClips>
  <ScaleCrop>0</ScaleCrop>
  <HeadingPairs>
    <vt:vector baseType="variant" size="6">
      <vt:variant>
        <vt:lpstr>Fonts used</vt:lpstr>
      </vt:variant>
      <vt:variant>
        <vt:i4>13</vt:i4>
      </vt:variant>
      <vt:variant>
        <vt:lpstr>Theme</vt:lpstr>
      </vt:variant>
      <vt:variant>
        <vt:i4>1</vt:i4>
      </vt:variant>
      <vt:variant>
        <vt:lpstr>Slide Titles</vt:lpstr>
      </vt:variant>
      <vt:variant>
        <vt:i4>29</vt:i4>
      </vt:variant>
    </vt:vector>
  </HeadingPairs>
  <TitlesOfParts>
    <vt:vector baseType="lpstr" size="43">
      <vt:lpstr>Arial</vt:lpstr>
      <vt:lpstr>等线 Light</vt:lpstr>
      <vt:lpstr>等线</vt:lpstr>
      <vt:lpstr>Calibri</vt:lpstr>
      <vt:lpstr>Century Gothic</vt:lpstr>
      <vt:lpstr>思源黑体旧字形 Normal</vt:lpstr>
      <vt:lpstr>Impact</vt:lpstr>
      <vt:lpstr>经典综艺体简</vt:lpstr>
      <vt:lpstr>微软雅黑</vt:lpstr>
      <vt:lpstr>仿宋_GB2312</vt:lpstr>
      <vt:lpstr>宋体</vt:lpstr>
      <vt:lpstr>迷你简菱心</vt:lpstr>
      <vt:lpstr>微软雅黑 Light</vt:lpstr>
      <vt:lpstr>Office 主题​​</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0</LinksUpToDate>
  <SharedDoc>0</SharedDoc>
  <HyperlinksChanged>0</HyperlinksChanged>
  <Application>Aspose.Slides for .NET</Application>
  <AppVersion>24.0500</AppVersion>
</Properties>
</file>

<file path=docProps/core.xml><?xml version="1.0" encoding="utf-8"?>
<cp:coreProperties xmlns:dc="http://purl.org/dc/elements/1.1/" xmlns:dcterms="http://purl.org/dc/terms/" xmlns:dcmitype="http://purl.org/dc/dcmitype/" xmlns:xsi="http://www.w3.org/2001/XMLSchema-instance" xmlns:cp="http://schemas.openxmlformats.org/package/2006/metadata/core-properties">
  <dc:title>PowerPoint 演示文稿</dc:title>
  <dc:creator>china</dc:creator>
  <cp:lastModifiedBy>china</cp:lastModifiedBy>
  <cp:revision>16</cp:revision>
  <dcterms:created xsi:type="dcterms:W3CDTF">2019-03-11T06:14:59Z</dcterms:created>
  <dcterms:modified xsi:type="dcterms:W3CDTF">2024-12-18T06:43:45Z</dcterms:modified>
</cp:coreProperties>
</file>